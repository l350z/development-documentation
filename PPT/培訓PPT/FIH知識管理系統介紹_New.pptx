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4" r:id="rId3"/>
    <p:sldId id="285" r:id="rId4"/>
    <p:sldId id="287" r:id="rId5"/>
    <p:sldId id="288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6009656A-E5EB-46F4-AA08-F5396B40A7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582D88B-9BC1-4861-ABFD-BFACA1AA67AB}"/>
              </a:ext>
            </a:extLst>
          </p:cNvPr>
          <p:cNvSpPr/>
          <p:nvPr userDrawn="1"/>
        </p:nvSpPr>
        <p:spPr>
          <a:xfrm>
            <a:off x="0" y="0"/>
            <a:ext cx="12192000" cy="6854097"/>
          </a:xfrm>
          <a:prstGeom prst="rect">
            <a:avLst/>
          </a:prstGeom>
          <a:gradFill flip="none" rotWithShape="1">
            <a:gsLst>
              <a:gs pos="10000">
                <a:srgbClr val="00B0F0"/>
              </a:gs>
              <a:gs pos="97000">
                <a:srgbClr val="00B0F0">
                  <a:alpha val="32000"/>
                </a:srgbClr>
              </a:gs>
              <a:gs pos="53000">
                <a:srgbClr val="00B0F0">
                  <a:alpha val="35244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82D88B-9BC1-4861-ABFD-BFACA1AA67AB}"/>
              </a:ext>
            </a:extLst>
          </p:cNvPr>
          <p:cNvSpPr/>
          <p:nvPr userDrawn="1"/>
        </p:nvSpPr>
        <p:spPr>
          <a:xfrm>
            <a:off x="0" y="7544"/>
            <a:ext cx="12192000" cy="6854097"/>
          </a:xfrm>
          <a:prstGeom prst="rect">
            <a:avLst/>
          </a:prstGeom>
          <a:gradFill flip="none" rotWithShape="1">
            <a:gsLst>
              <a:gs pos="10000">
                <a:srgbClr val="00B0F0"/>
              </a:gs>
              <a:gs pos="97000">
                <a:srgbClr val="00B0F0">
                  <a:alpha val="32000"/>
                </a:srgbClr>
              </a:gs>
              <a:gs pos="53000">
                <a:srgbClr val="00B0F0">
                  <a:alpha val="35244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D374EE8-15F5-4F97-94AC-7AF94063B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DB9AA6-A913-40E0-8C15-121160514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0046AF-F40E-4FAB-B29B-92E506A1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CF0C0E-6B98-4695-BED5-4462A880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1ABB26-F84E-49BC-8524-883AB25B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60438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7C84AF-E12D-4EB0-B899-AB16F65C0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4D4632-6A1B-4C3A-A116-C03F766B2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8BA739-6DF0-4378-90DF-219F5440F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91185D-D217-4D4E-B106-FFF00446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165B9E-0CC3-4E7D-B5A9-67B8DB2C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731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F53F1-EEE9-4425-8375-321A1455F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3C6BAF-264F-4127-B96D-2AC983371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2BBB55-CDD2-4873-96A2-D73D1E08C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14D7A0-FBC6-4B2C-AC0C-1E4287C2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A4401D-F1F1-4DBD-BEC2-39577E06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915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2F4205-E757-4003-8AF2-F5E795813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D2BFC9-B9AB-4C1F-BADA-926D8DDE97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281120-A684-4120-8EC3-BC537AEC7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780E37-70B5-4F96-B8E2-0F797C7C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47DC0A8-8034-4EBF-BD3B-8AF0AD10A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9FF2CB-9F1D-41F2-9D79-689DF23A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390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493D47-79CA-482A-B633-E4D3C1BFC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B4D22E-EC8F-44CE-BAA7-2C33819DE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8AC06E-E164-4B9A-8697-DD228DB83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5E96F9-6992-45E5-8BA6-7730E8295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04D96F9-6EFC-421E-A590-B4B660AF1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EA2B1BF-6C6A-4B7A-A6F0-195095E45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5C5B7C0-D7D2-4612-A64F-FDCE01B1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FD1F7E1-76AE-4068-856D-45706530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92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8B469B-BD17-4014-944F-7ACCE1DB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5492D55-18E0-446E-A85F-5B8E7228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8154EF9-8F3E-468C-B58A-93021F45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39DCAC3-0959-40AF-BC83-AADFA2154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761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DA9F5DD-589D-4F30-AB54-AAC3C17C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EAA1546-D8A7-42A9-8BC7-631B0729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C8496C-0BC3-4CAB-A358-52CBF42C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793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19BA89-3483-4232-8C4A-36D53223F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A45C6C-7023-48EE-8396-B450D8152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B21617E-EA42-4A52-B298-A9CB8620C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CBA319D-6C72-49FD-9155-549C0EFE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13D8B25-06E7-489C-A52A-07E74269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3A66DC-A29B-4CCF-A17C-18785711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86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90FFFA-0A23-4B5E-B591-28FDDD386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A007C38-9D98-4FEC-829E-7057BA999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9B4F06-9ADF-4F42-8C2E-9D7FAE64F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344181-78EA-44E2-AA9A-6881CC39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6B8DE2-93C0-47DC-BB49-F9EB0CCB8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4C194B-C4D5-4066-B91E-B56004BAF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516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48341-A46C-448A-9AFF-BD1D694D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1BB5E81-0255-430C-9036-9E822D086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9BCACD-32BB-4889-9BF3-ED53F419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39D26D-515E-4A9C-B0DE-167E9019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8EDA0C-6BC9-467C-83A1-59800EF5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66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951F503-8487-4504-BDC8-C4D4EF29B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905C6A8-3749-41C3-9629-6164D642D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E013A4-B8DC-4B83-80B9-4777B3BF8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220F71-A36B-46AE-A2EE-FCF3E990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9E130E-ECB7-4F03-B01C-F16C9B24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D2C5D-E9A5-41C5-B913-C49F4405EE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02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138FC0E-39C3-4BFF-ABBA-E4AD88840E1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DD118DA-0FC3-4F4C-9F17-F6AC79A3D5AB}"/>
              </a:ext>
            </a:extLst>
          </p:cNvPr>
          <p:cNvSpPr/>
          <p:nvPr userDrawn="1"/>
        </p:nvSpPr>
        <p:spPr>
          <a:xfrm>
            <a:off x="3883" y="0"/>
            <a:ext cx="12192001" cy="6858000"/>
          </a:xfrm>
          <a:prstGeom prst="rect">
            <a:avLst/>
          </a:prstGeom>
          <a:gradFill flip="none" rotWithShape="1">
            <a:gsLst>
              <a:gs pos="99000">
                <a:srgbClr val="0090D8">
                  <a:alpha val="72000"/>
                </a:srgbClr>
              </a:gs>
              <a:gs pos="0">
                <a:srgbClr val="00B0F0">
                  <a:alpha val="84865"/>
                </a:srgbClr>
              </a:gs>
              <a:gs pos="77000">
                <a:srgbClr val="00A0E4">
                  <a:alpha val="48715"/>
                </a:srgbClr>
              </a:gs>
              <a:gs pos="60000">
                <a:srgbClr val="00B0F0">
                  <a:alpha val="48183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2468556-6A6B-47E8-BE0B-6F1A1FFE3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31ADA1-3355-4031-BCF2-08711BAFA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62186E-A19A-4BE0-B980-11D6AE5A7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A7DE9-EBC9-4F6A-B033-C3C57D0268D8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3D0BAC-772E-4B3E-8FF1-762143732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D77483-EB23-4482-ACFB-8E2A1E5BE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D2C5D-E9A5-41C5-B913-C49F4405EED6}" type="slidenum">
              <a:rPr lang="zh-TW" altLang="en-US" smtClean="0"/>
              <a:pPr/>
              <a:t>‹#›</a:t>
            </a:fld>
            <a:r>
              <a:rPr lang="en-US" altLang="zh-TW" dirty="0" smtClean="0"/>
              <a:t>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876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CFC32F0E-5BF3-4EF1-A455-7ABB87DD0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229" y="2525915"/>
            <a:ext cx="8325653" cy="88759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TW" dirty="0" smtClean="0"/>
              <a:t>FIH </a:t>
            </a:r>
            <a:r>
              <a:rPr lang="zh-CN" altLang="en-US" dirty="0" smtClean="0"/>
              <a:t>知識管理系統介紹</a:t>
            </a:r>
            <a:endParaRPr lang="zh-TW" altLang="en-US" dirty="0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2E68926-7908-47C3-A44E-4C7AF77CC308}"/>
              </a:ext>
            </a:extLst>
          </p:cNvPr>
          <p:cNvSpPr/>
          <p:nvPr/>
        </p:nvSpPr>
        <p:spPr>
          <a:xfrm>
            <a:off x="335360" y="6564257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富智康集團有限公司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E8028DB-8A77-4625-90D5-C007C59EF199}"/>
              </a:ext>
            </a:extLst>
          </p:cNvPr>
          <p:cNvSpPr txBox="1"/>
          <p:nvPr/>
        </p:nvSpPr>
        <p:spPr>
          <a:xfrm>
            <a:off x="1028418" y="3947800"/>
            <a:ext cx="443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WenChen</a:t>
            </a:r>
            <a:endParaRPr lang="zh-TW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7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C14A556-87BD-4F2F-AA94-644288F4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04" y="143010"/>
            <a:ext cx="11003794" cy="614771"/>
          </a:xfrm>
          <a:prstGeom prst="rect">
            <a:avLst/>
          </a:prstGeom>
        </p:spPr>
        <p:txBody>
          <a:bodyPr anchor="t">
            <a:normAutofit fontScale="90000"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 altLang="zh-TW" dirty="0" smtClean="0"/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文件組織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結構</a:t>
            </a:r>
            <a:endParaRPr lang="zh-TW" altLang="en-US" dirty="0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2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/>
          <a:srcRect r="14798"/>
          <a:stretch/>
        </p:blipFill>
        <p:spPr>
          <a:xfrm>
            <a:off x="373631" y="1204638"/>
            <a:ext cx="11142633" cy="55911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530" y="547592"/>
            <a:ext cx="2209800" cy="5562600"/>
          </a:xfrm>
          <a:prstGeom prst="rect">
            <a:avLst/>
          </a:prstGeom>
        </p:spPr>
      </p:pic>
      <p:cxnSp>
        <p:nvCxnSpPr>
          <p:cNvPr id="15" name="直線單箭頭接點 14"/>
          <p:cNvCxnSpPr/>
          <p:nvPr/>
        </p:nvCxnSpPr>
        <p:spPr>
          <a:xfrm flipV="1">
            <a:off x="2104845" y="2717321"/>
            <a:ext cx="6642340" cy="205308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871249" y="757781"/>
            <a:ext cx="7875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可以按</a:t>
            </a:r>
            <a:r>
              <a:rPr lang="zh-CN" altLang="en-US" sz="2000" dirty="0" smtClean="0">
                <a:solidFill>
                  <a:schemeClr val="bg1"/>
                </a:solidFill>
              </a:rPr>
              <a:t>文件夾自由組織文件，比如可以按</a:t>
            </a:r>
            <a:r>
              <a:rPr lang="en-US" altLang="zh-CN" sz="2000" dirty="0" smtClean="0">
                <a:solidFill>
                  <a:schemeClr val="bg1"/>
                </a:solidFill>
              </a:rPr>
              <a:t>BU &gt; </a:t>
            </a:r>
            <a:r>
              <a:rPr lang="zh-CN" altLang="en-US" sz="2000" dirty="0" smtClean="0">
                <a:solidFill>
                  <a:schemeClr val="bg1"/>
                </a:solidFill>
              </a:rPr>
              <a:t>客戶 </a:t>
            </a:r>
            <a:r>
              <a:rPr lang="en-US" altLang="zh-CN" sz="2000" dirty="0" smtClean="0">
                <a:solidFill>
                  <a:schemeClr val="bg1"/>
                </a:solidFill>
              </a:rPr>
              <a:t>&gt; </a:t>
            </a:r>
            <a:r>
              <a:rPr lang="zh-CN" altLang="en-US" sz="2000" dirty="0" smtClean="0">
                <a:solidFill>
                  <a:schemeClr val="bg1"/>
                </a:solidFill>
              </a:rPr>
              <a:t>階層來組織。</a:t>
            </a:r>
            <a:endParaRPr lang="en-US" altLang="zh-CN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0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C14A556-87BD-4F2F-AA94-644288F4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04" y="143010"/>
            <a:ext cx="11003794" cy="614771"/>
          </a:xfrm>
          <a:prstGeom prst="rect">
            <a:avLst/>
          </a:prstGeom>
        </p:spPr>
        <p:txBody>
          <a:bodyPr anchor="t">
            <a:normAutofit fontScale="90000"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 altLang="zh-TW" dirty="0" smtClean="0"/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授權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endParaRPr lang="zh-TW" altLang="en-US" dirty="0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3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pic>
        <p:nvPicPr>
          <p:cNvPr id="86" name="圖片 85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63" name="文字方塊 62"/>
          <p:cNvSpPr txBox="1"/>
          <p:nvPr/>
        </p:nvSpPr>
        <p:spPr>
          <a:xfrm>
            <a:off x="629709" y="922937"/>
            <a:ext cx="8945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可以為每一個用戶</a:t>
            </a:r>
            <a:r>
              <a:rPr lang="zh-CN" altLang="en-US" sz="2000" dirty="0" smtClean="0">
                <a:solidFill>
                  <a:schemeClr val="bg1"/>
                </a:solidFill>
              </a:rPr>
              <a:t>分配多個角色，每個</a:t>
            </a:r>
            <a:r>
              <a:rPr lang="zh-CN" altLang="en-US" sz="2000" dirty="0" smtClean="0">
                <a:solidFill>
                  <a:schemeClr val="bg1"/>
                </a:solidFill>
              </a:rPr>
              <a:t>角色可以分配文件夾的訪問權限</a:t>
            </a:r>
            <a:endParaRPr lang="en-US" altLang="zh-CN" sz="2000" dirty="0" smtClean="0">
              <a:solidFill>
                <a:schemeClr val="bg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/>
          <a:srcRect b="12707"/>
          <a:stretch/>
        </p:blipFill>
        <p:spPr>
          <a:xfrm>
            <a:off x="629709" y="1409309"/>
            <a:ext cx="8410575" cy="4905637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4"/>
          <a:srcRect l="61672" t="40998" r="17676" b="1979"/>
          <a:stretch/>
        </p:blipFill>
        <p:spPr>
          <a:xfrm>
            <a:off x="8368764" y="2016474"/>
            <a:ext cx="3264435" cy="3392289"/>
          </a:xfrm>
          <a:prstGeom prst="rect">
            <a:avLst/>
          </a:prstGeom>
        </p:spPr>
      </p:pic>
      <p:cxnSp>
        <p:nvCxnSpPr>
          <p:cNvPr id="9" name="直線單箭頭接點 8"/>
          <p:cNvCxnSpPr/>
          <p:nvPr/>
        </p:nvCxnSpPr>
        <p:spPr>
          <a:xfrm flipV="1">
            <a:off x="2639683" y="3899140"/>
            <a:ext cx="6107502" cy="98341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39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C14A556-87BD-4F2F-AA94-644288F4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04" y="143010"/>
            <a:ext cx="11003794" cy="614771"/>
          </a:xfrm>
          <a:prstGeom prst="rect">
            <a:avLst/>
          </a:prstGeom>
        </p:spPr>
        <p:txBody>
          <a:bodyPr anchor="t">
            <a:normAutofit fontScale="90000"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 altLang="zh-TW" dirty="0"/>
              <a:t>3</a:t>
            </a:r>
            <a:r>
              <a:rPr lang="en-US" altLang="zh-TW" dirty="0" smtClean="0"/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簽核流程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配置</a:t>
            </a:r>
            <a:endParaRPr lang="zh-TW" altLang="en-US" dirty="0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4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pic>
        <p:nvPicPr>
          <p:cNvPr id="86" name="圖片 85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25" name="橢圓 24"/>
          <p:cNvSpPr/>
          <p:nvPr/>
        </p:nvSpPr>
        <p:spPr>
          <a:xfrm>
            <a:off x="6663336" y="2427316"/>
            <a:ext cx="266369" cy="299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6663336" y="2392279"/>
            <a:ext cx="16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/>
          <a:srcRect t="19253"/>
          <a:stretch/>
        </p:blipFill>
        <p:spPr>
          <a:xfrm>
            <a:off x="254804" y="1844469"/>
            <a:ext cx="8293803" cy="46558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54804" y="1305860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系統可以自定義文件類型</a:t>
            </a:r>
            <a:endParaRPr lang="zh-TW" altLang="en-US" sz="2000" dirty="0">
              <a:solidFill>
                <a:schemeClr val="bg1"/>
              </a:solidFill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4"/>
          <a:srcRect t="33186" r="31237"/>
          <a:stretch/>
        </p:blipFill>
        <p:spPr>
          <a:xfrm>
            <a:off x="5149312" y="1439783"/>
            <a:ext cx="6798590" cy="376751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149312" y="939580"/>
            <a:ext cx="4544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每種文件類型可以配置不同的簽核流程</a:t>
            </a:r>
            <a:endParaRPr lang="zh-TW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25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C14A556-87BD-4F2F-AA94-644288F4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04" y="143010"/>
            <a:ext cx="11003794" cy="614771"/>
          </a:xfrm>
          <a:prstGeom prst="rect">
            <a:avLst/>
          </a:prstGeom>
        </p:spPr>
        <p:txBody>
          <a:bodyPr anchor="t">
            <a:normAutofit fontScale="90000"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 altLang="zh-TW" dirty="0" smtClean="0"/>
              <a:t>4.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查詢</a:t>
            </a:r>
            <a:endParaRPr lang="zh-TW" altLang="en-US" dirty="0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D98E41F-42A7-4440-988F-A60706BC1616}"/>
              </a:ext>
            </a:extLst>
          </p:cNvPr>
          <p:cNvSpPr txBox="1">
            <a:spLocks/>
          </p:cNvSpPr>
          <p:nvPr/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100" b="1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5</a:t>
            </a:fld>
            <a:r>
              <a:rPr lang="en-US" altLang="zh-TW" dirty="0"/>
              <a:t> / </a:t>
            </a:r>
            <a:r>
              <a:rPr lang="en-US" altLang="zh-TW" dirty="0" smtClean="0"/>
              <a:t>5</a:t>
            </a:r>
            <a:endParaRPr lang="en-US" altLang="zh-TW" dirty="0"/>
          </a:p>
        </p:txBody>
      </p:sp>
      <p:pic>
        <p:nvPicPr>
          <p:cNvPr id="86" name="圖片 85">
            <a:extLst>
              <a:ext uri="{FF2B5EF4-FFF2-40B4-BE49-F238E27FC236}">
                <a16:creationId xmlns:a16="http://schemas.microsoft.com/office/drawing/2014/main" id="{610B807E-2FFD-4AB8-9CA0-1300B674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r="3631"/>
          <a:stretch/>
        </p:blipFill>
        <p:spPr>
          <a:xfrm>
            <a:off x="282819" y="1267429"/>
            <a:ext cx="7141414" cy="34671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4"/>
          <a:srcRect b="69440"/>
          <a:stretch/>
        </p:blipFill>
        <p:spPr>
          <a:xfrm>
            <a:off x="282819" y="4734529"/>
            <a:ext cx="7153275" cy="1280774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348" y="2829965"/>
            <a:ext cx="9829800" cy="3933825"/>
          </a:xfrm>
          <a:prstGeom prst="rect">
            <a:avLst/>
          </a:prstGeom>
        </p:spPr>
      </p:pic>
      <p:sp>
        <p:nvSpPr>
          <p:cNvPr id="10" name="圓角矩形 9"/>
          <p:cNvSpPr/>
          <p:nvPr/>
        </p:nvSpPr>
        <p:spPr>
          <a:xfrm>
            <a:off x="4373592" y="4123426"/>
            <a:ext cx="7033374" cy="43994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7943229" y="5314553"/>
            <a:ext cx="2116363" cy="143198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4804" y="812550"/>
            <a:ext cx="99309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每</a:t>
            </a:r>
            <a:r>
              <a:rPr lang="zh-CN" altLang="en-US" sz="2000" dirty="0" smtClean="0">
                <a:solidFill>
                  <a:schemeClr val="bg1"/>
                </a:solidFill>
              </a:rPr>
              <a:t>個文件夾可以定義類型和關聯屬性，包括是否顯示在文件列表，是否作為查詢條件。</a:t>
            </a:r>
            <a:endParaRPr lang="zh-TW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58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43419</TotalTime>
  <Words>136</Words>
  <Application>Microsoft Office PowerPoint</Application>
  <PresentationFormat>寬螢幕</PresentationFormat>
  <Paragraphs>18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5" baseType="lpstr">
      <vt:lpstr>等线</vt:lpstr>
      <vt:lpstr>Microsoft YaHei</vt:lpstr>
      <vt:lpstr>Microsoft YaHei</vt:lpstr>
      <vt:lpstr>Microsoft JhengHei</vt:lpstr>
      <vt:lpstr>新細明體</vt:lpstr>
      <vt:lpstr>Arial</vt:lpstr>
      <vt:lpstr>Calibri</vt:lpstr>
      <vt:lpstr>Calibri Light</vt:lpstr>
      <vt:lpstr>Tahoma</vt:lpstr>
      <vt:lpstr>Office 佈景主題</vt:lpstr>
      <vt:lpstr>FIH 知識管理系統介紹</vt:lpstr>
      <vt:lpstr>1.文件組織結構</vt:lpstr>
      <vt:lpstr>2.用戶授權 </vt:lpstr>
      <vt:lpstr>3.簽核流程配置</vt:lpstr>
      <vt:lpstr>4.文件查詢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Services</dc:title>
  <dc:creator>WenChen(陳献文)</dc:creator>
  <cp:lastModifiedBy>朱優良</cp:lastModifiedBy>
  <cp:revision>617</cp:revision>
  <dcterms:created xsi:type="dcterms:W3CDTF">2024-05-27T03:08:24Z</dcterms:created>
  <dcterms:modified xsi:type="dcterms:W3CDTF">2024-10-22T02:08:08Z</dcterms:modified>
</cp:coreProperties>
</file>