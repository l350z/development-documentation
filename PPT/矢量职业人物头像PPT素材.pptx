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61" r:id="rId4"/>
    <p:sldId id="259" r:id="rId5"/>
    <p:sldId id="260" r:id="rId6"/>
    <p:sldId id="257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102" y="108"/>
      </p:cViewPr>
      <p:guideLst>
        <p:guide orient="horz" pos="2228"/>
        <p:guide pos="3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5AFB5-AAA9-4C31-8724-800F0C5B5DE7}" type="datetimeFigureOut">
              <a:rPr lang="zh-CN" altLang="en-US" smtClean="0"/>
              <a:t>2016/2/12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F2EE1-6A57-4A98-903B-F83D1E9529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870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 smtClean="0"/>
              <a:t>模板来自于 </a:t>
            </a:r>
            <a:r>
              <a:rPr lang="en-US" altLang="zh-CN" smtClean="0"/>
              <a:t>http://www.ypppt.com</a:t>
            </a:r>
            <a:endParaRPr lang="zh-CN" altLang="en-US" dirty="0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 smtClean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254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8628-3FE4-41DD-8DC1-4975A1EF6819}" type="datetimeFigureOut">
              <a:rPr lang="zh-CN" altLang="en-US" smtClean="0"/>
              <a:t>2016/2/12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2C4B-505C-40EC-A8FE-B7D848A7E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38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8628-3FE4-41DD-8DC1-4975A1EF6819}" type="datetimeFigureOut">
              <a:rPr lang="zh-CN" altLang="en-US" smtClean="0"/>
              <a:t>2016/2/12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2C4B-505C-40EC-A8FE-B7D848A7E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58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8628-3FE4-41DD-8DC1-4975A1EF6819}" type="datetimeFigureOut">
              <a:rPr lang="zh-CN" altLang="en-US" smtClean="0"/>
              <a:t>2016/2/12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2C4B-505C-40EC-A8FE-B7D848A7E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441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8628-3FE4-41DD-8DC1-4975A1EF6819}" type="datetimeFigureOut">
              <a:rPr lang="zh-CN" altLang="en-US" smtClean="0"/>
              <a:t>2016/2/12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2C4B-505C-40EC-A8FE-B7D848A7E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908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8628-3FE4-41DD-8DC1-4975A1EF6819}" type="datetimeFigureOut">
              <a:rPr lang="zh-CN" altLang="en-US" smtClean="0"/>
              <a:t>2016/2/12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2C4B-505C-40EC-A8FE-B7D848A7E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687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8628-3FE4-41DD-8DC1-4975A1EF6819}" type="datetimeFigureOut">
              <a:rPr lang="zh-CN" altLang="en-US" smtClean="0"/>
              <a:t>2016/2/12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2C4B-505C-40EC-A8FE-B7D848A7E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893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8628-3FE4-41DD-8DC1-4975A1EF6819}" type="datetimeFigureOut">
              <a:rPr lang="zh-CN" altLang="en-US" smtClean="0"/>
              <a:t>2016/2/12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2C4B-505C-40EC-A8FE-B7D848A7E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544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8628-3FE4-41DD-8DC1-4975A1EF6819}" type="datetimeFigureOut">
              <a:rPr lang="zh-CN" altLang="en-US" smtClean="0"/>
              <a:t>2016/2/12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2C4B-505C-40EC-A8FE-B7D848A7E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03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8628-3FE4-41DD-8DC1-4975A1EF6819}" type="datetimeFigureOut">
              <a:rPr lang="zh-CN" altLang="en-US" smtClean="0"/>
              <a:t>2016/2/12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2C4B-505C-40EC-A8FE-B7D848A7E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393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8628-3FE4-41DD-8DC1-4975A1EF6819}" type="datetimeFigureOut">
              <a:rPr lang="zh-CN" altLang="en-US" smtClean="0"/>
              <a:t>2016/2/12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2C4B-505C-40EC-A8FE-B7D848A7E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006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8628-3FE4-41DD-8DC1-4975A1EF6819}" type="datetimeFigureOut">
              <a:rPr lang="zh-CN" altLang="en-US" smtClean="0"/>
              <a:t>2016/2/12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2C4B-505C-40EC-A8FE-B7D848A7E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941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331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448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892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027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449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862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4238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0430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80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62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30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18628-3FE4-41DD-8DC1-4975A1EF6819}" type="datetimeFigureOut">
              <a:rPr lang="zh-CN" altLang="en-US" smtClean="0"/>
              <a:t>2016/2/12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92C4B-505C-40EC-A8FE-B7D848A7E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66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21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pppt.com/jiaocheng/" TargetMode="External"/><Relationship Id="rId3" Type="http://schemas.openxmlformats.org/officeDocument/2006/relationships/hyperlink" Target="http://www.ypppt.com/moban/" TargetMode="External"/><Relationship Id="rId7" Type="http://schemas.openxmlformats.org/officeDocument/2006/relationships/hyperlink" Target="http://www.ypppt.com/sucai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://www.ypppt.com/tubiao/" TargetMode="External"/><Relationship Id="rId5" Type="http://schemas.openxmlformats.org/officeDocument/2006/relationships/hyperlink" Target="http://www.ypppt.com/beijing/" TargetMode="External"/><Relationship Id="rId4" Type="http://schemas.openxmlformats.org/officeDocument/2006/relationships/hyperlink" Target="http://www.ypppt.com/jier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组合 239"/>
          <p:cNvGrpSpPr/>
          <p:nvPr/>
        </p:nvGrpSpPr>
        <p:grpSpPr>
          <a:xfrm>
            <a:off x="2617788" y="192088"/>
            <a:ext cx="1962150" cy="1960563"/>
            <a:chOff x="2617788" y="192088"/>
            <a:chExt cx="1962150" cy="1960563"/>
          </a:xfrm>
        </p:grpSpPr>
        <p:sp>
          <p:nvSpPr>
            <p:cNvPr id="38" name="Oval 5"/>
            <p:cNvSpPr>
              <a:spLocks noChangeArrowheads="1"/>
            </p:cNvSpPr>
            <p:nvPr/>
          </p:nvSpPr>
          <p:spPr bwMode="auto">
            <a:xfrm>
              <a:off x="2617788" y="192088"/>
              <a:ext cx="1962150" cy="1960563"/>
            </a:xfrm>
            <a:prstGeom prst="ellipse">
              <a:avLst/>
            </a:prstGeom>
            <a:solidFill>
              <a:srgbClr val="7B82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6"/>
            <p:cNvSpPr>
              <a:spLocks/>
            </p:cNvSpPr>
            <p:nvPr/>
          </p:nvSpPr>
          <p:spPr bwMode="auto">
            <a:xfrm>
              <a:off x="3036888" y="1487488"/>
              <a:ext cx="1119188" cy="665163"/>
            </a:xfrm>
            <a:custGeom>
              <a:avLst/>
              <a:gdLst>
                <a:gd name="T0" fmla="*/ 71 w 412"/>
                <a:gd name="T1" fmla="*/ 49 h 245"/>
                <a:gd name="T2" fmla="*/ 0 w 412"/>
                <a:gd name="T3" fmla="*/ 180 h 245"/>
                <a:gd name="T4" fmla="*/ 207 w 412"/>
                <a:gd name="T5" fmla="*/ 245 h 245"/>
                <a:gd name="T6" fmla="*/ 412 w 412"/>
                <a:gd name="T7" fmla="*/ 181 h 245"/>
                <a:gd name="T8" fmla="*/ 341 w 412"/>
                <a:gd name="T9" fmla="*/ 49 h 245"/>
                <a:gd name="T10" fmla="*/ 206 w 412"/>
                <a:gd name="T11" fmla="*/ 1 h 245"/>
                <a:gd name="T12" fmla="*/ 71 w 412"/>
                <a:gd name="T13" fmla="*/ 4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245">
                  <a:moveTo>
                    <a:pt x="71" y="49"/>
                  </a:moveTo>
                  <a:cubicBezTo>
                    <a:pt x="35" y="72"/>
                    <a:pt x="21" y="122"/>
                    <a:pt x="0" y="180"/>
                  </a:cubicBezTo>
                  <a:cubicBezTo>
                    <a:pt x="59" y="221"/>
                    <a:pt x="130" y="245"/>
                    <a:pt x="207" y="245"/>
                  </a:cubicBezTo>
                  <a:cubicBezTo>
                    <a:pt x="283" y="245"/>
                    <a:pt x="354" y="222"/>
                    <a:pt x="412" y="181"/>
                  </a:cubicBezTo>
                  <a:cubicBezTo>
                    <a:pt x="392" y="122"/>
                    <a:pt x="377" y="72"/>
                    <a:pt x="341" y="49"/>
                  </a:cubicBezTo>
                  <a:cubicBezTo>
                    <a:pt x="279" y="11"/>
                    <a:pt x="242" y="1"/>
                    <a:pt x="206" y="1"/>
                  </a:cubicBezTo>
                  <a:cubicBezTo>
                    <a:pt x="169" y="0"/>
                    <a:pt x="132" y="9"/>
                    <a:pt x="71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7"/>
            <p:cNvSpPr>
              <a:spLocks/>
            </p:cNvSpPr>
            <p:nvPr/>
          </p:nvSpPr>
          <p:spPr bwMode="auto">
            <a:xfrm>
              <a:off x="3036888" y="1511301"/>
              <a:ext cx="557213" cy="617538"/>
            </a:xfrm>
            <a:custGeom>
              <a:avLst/>
              <a:gdLst>
                <a:gd name="T0" fmla="*/ 71 w 205"/>
                <a:gd name="T1" fmla="*/ 40 h 227"/>
                <a:gd name="T2" fmla="*/ 0 w 205"/>
                <a:gd name="T3" fmla="*/ 171 h 227"/>
                <a:gd name="T4" fmla="*/ 123 w 205"/>
                <a:gd name="T5" fmla="*/ 227 h 227"/>
                <a:gd name="T6" fmla="*/ 130 w 205"/>
                <a:gd name="T7" fmla="*/ 105 h 227"/>
                <a:gd name="T8" fmla="*/ 205 w 205"/>
                <a:gd name="T9" fmla="*/ 103 h 227"/>
                <a:gd name="T10" fmla="*/ 152 w 205"/>
                <a:gd name="T11" fmla="*/ 0 h 227"/>
                <a:gd name="T12" fmla="*/ 71 w 205"/>
                <a:gd name="T13" fmla="*/ 4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5" h="227">
                  <a:moveTo>
                    <a:pt x="71" y="40"/>
                  </a:moveTo>
                  <a:cubicBezTo>
                    <a:pt x="35" y="63"/>
                    <a:pt x="21" y="113"/>
                    <a:pt x="0" y="171"/>
                  </a:cubicBezTo>
                  <a:cubicBezTo>
                    <a:pt x="37" y="197"/>
                    <a:pt x="78" y="216"/>
                    <a:pt x="123" y="227"/>
                  </a:cubicBezTo>
                  <a:cubicBezTo>
                    <a:pt x="124" y="186"/>
                    <a:pt x="126" y="146"/>
                    <a:pt x="130" y="105"/>
                  </a:cubicBezTo>
                  <a:cubicBezTo>
                    <a:pt x="152" y="101"/>
                    <a:pt x="176" y="100"/>
                    <a:pt x="205" y="10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29" y="6"/>
                    <a:pt x="104" y="19"/>
                    <a:pt x="71" y="40"/>
                  </a:cubicBezTo>
                  <a:close/>
                </a:path>
              </a:pathLst>
            </a:custGeom>
            <a:solidFill>
              <a:srgbClr val="E1E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8"/>
            <p:cNvSpPr>
              <a:spLocks/>
            </p:cNvSpPr>
            <p:nvPr/>
          </p:nvSpPr>
          <p:spPr bwMode="auto">
            <a:xfrm>
              <a:off x="3384551" y="1231901"/>
              <a:ext cx="406400" cy="560388"/>
            </a:xfrm>
            <a:custGeom>
              <a:avLst/>
              <a:gdLst>
                <a:gd name="T0" fmla="*/ 17 w 150"/>
                <a:gd name="T1" fmla="*/ 105 h 206"/>
                <a:gd name="T2" fmla="*/ 71 w 150"/>
                <a:gd name="T3" fmla="*/ 206 h 206"/>
                <a:gd name="T4" fmla="*/ 84 w 150"/>
                <a:gd name="T5" fmla="*/ 206 h 206"/>
                <a:gd name="T6" fmla="*/ 140 w 150"/>
                <a:gd name="T7" fmla="*/ 106 h 206"/>
                <a:gd name="T8" fmla="*/ 17 w 150"/>
                <a:gd name="T9" fmla="*/ 105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206">
                  <a:moveTo>
                    <a:pt x="17" y="105"/>
                  </a:moveTo>
                  <a:cubicBezTo>
                    <a:pt x="30" y="180"/>
                    <a:pt x="49" y="195"/>
                    <a:pt x="71" y="206"/>
                  </a:cubicBezTo>
                  <a:cubicBezTo>
                    <a:pt x="84" y="206"/>
                    <a:pt x="84" y="206"/>
                    <a:pt x="84" y="206"/>
                  </a:cubicBezTo>
                  <a:cubicBezTo>
                    <a:pt x="110" y="187"/>
                    <a:pt x="135" y="157"/>
                    <a:pt x="140" y="106"/>
                  </a:cubicBezTo>
                  <a:cubicBezTo>
                    <a:pt x="150" y="0"/>
                    <a:pt x="0" y="7"/>
                    <a:pt x="17" y="105"/>
                  </a:cubicBezTo>
                  <a:close/>
                </a:path>
              </a:pathLst>
            </a:custGeom>
            <a:solidFill>
              <a:srgbClr val="E1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9"/>
            <p:cNvSpPr>
              <a:spLocks/>
            </p:cNvSpPr>
            <p:nvPr/>
          </p:nvSpPr>
          <p:spPr bwMode="auto">
            <a:xfrm>
              <a:off x="3430588" y="1511301"/>
              <a:ext cx="163513" cy="280988"/>
            </a:xfrm>
            <a:custGeom>
              <a:avLst/>
              <a:gdLst>
                <a:gd name="T0" fmla="*/ 0 w 60"/>
                <a:gd name="T1" fmla="*/ 2 h 103"/>
                <a:gd name="T2" fmla="*/ 53 w 60"/>
                <a:gd name="T3" fmla="*/ 102 h 103"/>
                <a:gd name="T4" fmla="*/ 60 w 60"/>
                <a:gd name="T5" fmla="*/ 103 h 103"/>
                <a:gd name="T6" fmla="*/ 7 w 60"/>
                <a:gd name="T7" fmla="*/ 0 h 103"/>
                <a:gd name="T8" fmla="*/ 0 w 60"/>
                <a:gd name="T9" fmla="*/ 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03">
                  <a:moveTo>
                    <a:pt x="0" y="2"/>
                  </a:moveTo>
                  <a:cubicBezTo>
                    <a:pt x="13" y="75"/>
                    <a:pt x="31" y="91"/>
                    <a:pt x="53" y="102"/>
                  </a:cubicBezTo>
                  <a:cubicBezTo>
                    <a:pt x="55" y="102"/>
                    <a:pt x="57" y="102"/>
                    <a:pt x="60" y="10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D0D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10"/>
            <p:cNvSpPr>
              <a:spLocks/>
            </p:cNvSpPr>
            <p:nvPr/>
          </p:nvSpPr>
          <p:spPr bwMode="auto">
            <a:xfrm>
              <a:off x="3457576" y="1120776"/>
              <a:ext cx="277813" cy="550863"/>
            </a:xfrm>
            <a:custGeom>
              <a:avLst/>
              <a:gdLst>
                <a:gd name="T0" fmla="*/ 0 w 102"/>
                <a:gd name="T1" fmla="*/ 0 h 203"/>
                <a:gd name="T2" fmla="*/ 102 w 102"/>
                <a:gd name="T3" fmla="*/ 0 h 203"/>
                <a:gd name="T4" fmla="*/ 102 w 102"/>
                <a:gd name="T5" fmla="*/ 148 h 203"/>
                <a:gd name="T6" fmla="*/ 0 w 102"/>
                <a:gd name="T7" fmla="*/ 148 h 203"/>
                <a:gd name="T8" fmla="*/ 0 w 102"/>
                <a:gd name="T9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203">
                  <a:moveTo>
                    <a:pt x="0" y="0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102" y="148"/>
                    <a:pt x="102" y="148"/>
                    <a:pt x="102" y="148"/>
                  </a:cubicBezTo>
                  <a:cubicBezTo>
                    <a:pt x="102" y="198"/>
                    <a:pt x="0" y="203"/>
                    <a:pt x="0" y="14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11"/>
            <p:cNvSpPr>
              <a:spLocks/>
            </p:cNvSpPr>
            <p:nvPr/>
          </p:nvSpPr>
          <p:spPr bwMode="auto">
            <a:xfrm>
              <a:off x="3457576" y="1322388"/>
              <a:ext cx="277813" cy="187325"/>
            </a:xfrm>
            <a:custGeom>
              <a:avLst/>
              <a:gdLst>
                <a:gd name="T0" fmla="*/ 175 w 175"/>
                <a:gd name="T1" fmla="*/ 32 h 118"/>
                <a:gd name="T2" fmla="*/ 175 w 175"/>
                <a:gd name="T3" fmla="*/ 0 h 118"/>
                <a:gd name="T4" fmla="*/ 0 w 175"/>
                <a:gd name="T5" fmla="*/ 0 h 118"/>
                <a:gd name="T6" fmla="*/ 0 w 175"/>
                <a:gd name="T7" fmla="*/ 118 h 118"/>
                <a:gd name="T8" fmla="*/ 175 w 175"/>
                <a:gd name="T9" fmla="*/ 32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118">
                  <a:moveTo>
                    <a:pt x="175" y="32"/>
                  </a:moveTo>
                  <a:lnTo>
                    <a:pt x="175" y="0"/>
                  </a:lnTo>
                  <a:lnTo>
                    <a:pt x="0" y="0"/>
                  </a:lnTo>
                  <a:lnTo>
                    <a:pt x="0" y="118"/>
                  </a:lnTo>
                  <a:lnTo>
                    <a:pt x="175" y="32"/>
                  </a:lnTo>
                  <a:close/>
                </a:path>
              </a:pathLst>
            </a:custGeom>
            <a:solidFill>
              <a:srgbClr val="E8C5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2"/>
            <p:cNvSpPr>
              <a:spLocks/>
            </p:cNvSpPr>
            <p:nvPr/>
          </p:nvSpPr>
          <p:spPr bwMode="auto">
            <a:xfrm>
              <a:off x="3009901" y="222251"/>
              <a:ext cx="1127125" cy="715963"/>
            </a:xfrm>
            <a:custGeom>
              <a:avLst/>
              <a:gdLst>
                <a:gd name="T0" fmla="*/ 204 w 415"/>
                <a:gd name="T1" fmla="*/ 0 h 264"/>
                <a:gd name="T2" fmla="*/ 305 w 415"/>
                <a:gd name="T3" fmla="*/ 66 h 264"/>
                <a:gd name="T4" fmla="*/ 415 w 415"/>
                <a:gd name="T5" fmla="*/ 165 h 264"/>
                <a:gd name="T6" fmla="*/ 301 w 415"/>
                <a:gd name="T7" fmla="*/ 264 h 264"/>
                <a:gd name="T8" fmla="*/ 194 w 415"/>
                <a:gd name="T9" fmla="*/ 199 h 264"/>
                <a:gd name="T10" fmla="*/ 104 w 415"/>
                <a:gd name="T11" fmla="*/ 243 h 264"/>
                <a:gd name="T12" fmla="*/ 0 w 415"/>
                <a:gd name="T13" fmla="*/ 152 h 264"/>
                <a:gd name="T14" fmla="*/ 104 w 415"/>
                <a:gd name="T15" fmla="*/ 61 h 264"/>
                <a:gd name="T16" fmla="*/ 106 w 415"/>
                <a:gd name="T17" fmla="*/ 61 h 264"/>
                <a:gd name="T18" fmla="*/ 204 w 415"/>
                <a:gd name="T19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5" h="264">
                  <a:moveTo>
                    <a:pt x="204" y="0"/>
                  </a:moveTo>
                  <a:cubicBezTo>
                    <a:pt x="252" y="0"/>
                    <a:pt x="292" y="28"/>
                    <a:pt x="305" y="66"/>
                  </a:cubicBezTo>
                  <a:cubicBezTo>
                    <a:pt x="366" y="67"/>
                    <a:pt x="415" y="111"/>
                    <a:pt x="415" y="165"/>
                  </a:cubicBezTo>
                  <a:cubicBezTo>
                    <a:pt x="415" y="220"/>
                    <a:pt x="364" y="264"/>
                    <a:pt x="301" y="264"/>
                  </a:cubicBezTo>
                  <a:cubicBezTo>
                    <a:pt x="252" y="264"/>
                    <a:pt x="210" y="237"/>
                    <a:pt x="194" y="199"/>
                  </a:cubicBezTo>
                  <a:cubicBezTo>
                    <a:pt x="176" y="226"/>
                    <a:pt x="143" y="243"/>
                    <a:pt x="104" y="243"/>
                  </a:cubicBezTo>
                  <a:cubicBezTo>
                    <a:pt x="47" y="243"/>
                    <a:pt x="0" y="202"/>
                    <a:pt x="0" y="152"/>
                  </a:cubicBezTo>
                  <a:cubicBezTo>
                    <a:pt x="0" y="102"/>
                    <a:pt x="47" y="61"/>
                    <a:pt x="104" y="61"/>
                  </a:cubicBezTo>
                  <a:cubicBezTo>
                    <a:pt x="106" y="61"/>
                    <a:pt x="106" y="61"/>
                    <a:pt x="106" y="61"/>
                  </a:cubicBezTo>
                  <a:cubicBezTo>
                    <a:pt x="120" y="25"/>
                    <a:pt x="159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13"/>
            <p:cNvSpPr>
              <a:spLocks/>
            </p:cNvSpPr>
            <p:nvPr/>
          </p:nvSpPr>
          <p:spPr bwMode="auto">
            <a:xfrm>
              <a:off x="3009901" y="609601"/>
              <a:ext cx="1173163" cy="777875"/>
            </a:xfrm>
            <a:custGeom>
              <a:avLst/>
              <a:gdLst>
                <a:gd name="T0" fmla="*/ 216 w 432"/>
                <a:gd name="T1" fmla="*/ 0 h 286"/>
                <a:gd name="T2" fmla="*/ 216 w 432"/>
                <a:gd name="T3" fmla="*/ 286 h 286"/>
                <a:gd name="T4" fmla="*/ 216 w 432"/>
                <a:gd name="T5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" h="286">
                  <a:moveTo>
                    <a:pt x="216" y="0"/>
                  </a:moveTo>
                  <a:cubicBezTo>
                    <a:pt x="432" y="0"/>
                    <a:pt x="344" y="286"/>
                    <a:pt x="216" y="286"/>
                  </a:cubicBezTo>
                  <a:cubicBezTo>
                    <a:pt x="87" y="286"/>
                    <a:pt x="0" y="0"/>
                    <a:pt x="216" y="0"/>
                  </a:cubicBezTo>
                  <a:close/>
                </a:path>
              </a:pathLst>
            </a:custGeom>
            <a:solidFill>
              <a:srgbClr val="F7D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4"/>
            <p:cNvSpPr>
              <a:spLocks/>
            </p:cNvSpPr>
            <p:nvPr/>
          </p:nvSpPr>
          <p:spPr bwMode="auto">
            <a:xfrm>
              <a:off x="3595688" y="609601"/>
              <a:ext cx="587375" cy="777875"/>
            </a:xfrm>
            <a:custGeom>
              <a:avLst/>
              <a:gdLst>
                <a:gd name="T0" fmla="*/ 0 w 216"/>
                <a:gd name="T1" fmla="*/ 0 h 286"/>
                <a:gd name="T2" fmla="*/ 0 w 216"/>
                <a:gd name="T3" fmla="*/ 286 h 286"/>
                <a:gd name="T4" fmla="*/ 0 w 216"/>
                <a:gd name="T5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" h="286">
                  <a:moveTo>
                    <a:pt x="0" y="0"/>
                  </a:moveTo>
                  <a:cubicBezTo>
                    <a:pt x="216" y="0"/>
                    <a:pt x="128" y="286"/>
                    <a:pt x="0" y="2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15"/>
            <p:cNvSpPr>
              <a:spLocks/>
            </p:cNvSpPr>
            <p:nvPr/>
          </p:nvSpPr>
          <p:spPr bwMode="auto">
            <a:xfrm>
              <a:off x="3457576" y="1509713"/>
              <a:ext cx="277813" cy="282575"/>
            </a:xfrm>
            <a:custGeom>
              <a:avLst/>
              <a:gdLst>
                <a:gd name="T0" fmla="*/ 0 w 102"/>
                <a:gd name="T1" fmla="*/ 0 h 104"/>
                <a:gd name="T2" fmla="*/ 44 w 102"/>
                <a:gd name="T3" fmla="*/ 104 h 104"/>
                <a:gd name="T4" fmla="*/ 57 w 102"/>
                <a:gd name="T5" fmla="*/ 104 h 104"/>
                <a:gd name="T6" fmla="*/ 102 w 102"/>
                <a:gd name="T7" fmla="*/ 0 h 104"/>
                <a:gd name="T8" fmla="*/ 0 w 102"/>
                <a:gd name="T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104">
                  <a:moveTo>
                    <a:pt x="0" y="0"/>
                  </a:moveTo>
                  <a:cubicBezTo>
                    <a:pt x="0" y="52"/>
                    <a:pt x="44" y="32"/>
                    <a:pt x="44" y="104"/>
                  </a:cubicBezTo>
                  <a:cubicBezTo>
                    <a:pt x="57" y="104"/>
                    <a:pt x="57" y="104"/>
                    <a:pt x="57" y="104"/>
                  </a:cubicBezTo>
                  <a:cubicBezTo>
                    <a:pt x="57" y="32"/>
                    <a:pt x="102" y="52"/>
                    <a:pt x="10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6"/>
            <p:cNvSpPr>
              <a:spLocks/>
            </p:cNvSpPr>
            <p:nvPr/>
          </p:nvSpPr>
          <p:spPr bwMode="auto">
            <a:xfrm>
              <a:off x="3613151" y="1376363"/>
              <a:ext cx="157163" cy="415925"/>
            </a:xfrm>
            <a:custGeom>
              <a:avLst/>
              <a:gdLst>
                <a:gd name="T0" fmla="*/ 0 w 58"/>
                <a:gd name="T1" fmla="*/ 153 h 153"/>
                <a:gd name="T2" fmla="*/ 56 w 58"/>
                <a:gd name="T3" fmla="*/ 45 h 153"/>
                <a:gd name="T4" fmla="*/ 45 w 58"/>
                <a:gd name="T5" fmla="*/ 0 h 153"/>
                <a:gd name="T6" fmla="*/ 0 w 58"/>
                <a:gd name="T7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" h="153">
                  <a:moveTo>
                    <a:pt x="0" y="153"/>
                  </a:moveTo>
                  <a:cubicBezTo>
                    <a:pt x="13" y="142"/>
                    <a:pt x="54" y="72"/>
                    <a:pt x="56" y="45"/>
                  </a:cubicBezTo>
                  <a:cubicBezTo>
                    <a:pt x="58" y="17"/>
                    <a:pt x="45" y="0"/>
                    <a:pt x="45" y="0"/>
                  </a:cubicBezTo>
                  <a:cubicBezTo>
                    <a:pt x="47" y="47"/>
                    <a:pt x="3" y="72"/>
                    <a:pt x="0" y="1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17"/>
            <p:cNvSpPr>
              <a:spLocks/>
            </p:cNvSpPr>
            <p:nvPr/>
          </p:nvSpPr>
          <p:spPr bwMode="auto">
            <a:xfrm>
              <a:off x="3422651" y="1376363"/>
              <a:ext cx="153988" cy="415925"/>
            </a:xfrm>
            <a:custGeom>
              <a:avLst/>
              <a:gdLst>
                <a:gd name="T0" fmla="*/ 57 w 57"/>
                <a:gd name="T1" fmla="*/ 153 h 153"/>
                <a:gd name="T2" fmla="*/ 2 w 57"/>
                <a:gd name="T3" fmla="*/ 45 h 153"/>
                <a:gd name="T4" fmla="*/ 13 w 57"/>
                <a:gd name="T5" fmla="*/ 0 h 153"/>
                <a:gd name="T6" fmla="*/ 57 w 57"/>
                <a:gd name="T7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53">
                  <a:moveTo>
                    <a:pt x="57" y="153"/>
                  </a:moveTo>
                  <a:cubicBezTo>
                    <a:pt x="44" y="142"/>
                    <a:pt x="4" y="72"/>
                    <a:pt x="2" y="45"/>
                  </a:cubicBezTo>
                  <a:cubicBezTo>
                    <a:pt x="0" y="17"/>
                    <a:pt x="13" y="0"/>
                    <a:pt x="13" y="0"/>
                  </a:cubicBezTo>
                  <a:cubicBezTo>
                    <a:pt x="11" y="47"/>
                    <a:pt x="55" y="72"/>
                    <a:pt x="57" y="153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8"/>
            <p:cNvSpPr>
              <a:spLocks/>
            </p:cNvSpPr>
            <p:nvPr/>
          </p:nvSpPr>
          <p:spPr bwMode="auto">
            <a:xfrm>
              <a:off x="3365501" y="1778001"/>
              <a:ext cx="249238" cy="350838"/>
            </a:xfrm>
            <a:custGeom>
              <a:avLst/>
              <a:gdLst>
                <a:gd name="T0" fmla="*/ 0 w 92"/>
                <a:gd name="T1" fmla="*/ 128 h 129"/>
                <a:gd name="T2" fmla="*/ 6 w 92"/>
                <a:gd name="T3" fmla="*/ 5 h 129"/>
                <a:gd name="T4" fmla="*/ 92 w 92"/>
                <a:gd name="T5" fmla="*/ 5 h 129"/>
                <a:gd name="T6" fmla="*/ 42 w 92"/>
                <a:gd name="T7" fmla="*/ 6 h 129"/>
                <a:gd name="T8" fmla="*/ 12 w 92"/>
                <a:gd name="T9" fmla="*/ 10 h 129"/>
                <a:gd name="T10" fmla="*/ 6 w 92"/>
                <a:gd name="T11" fmla="*/ 129 h 129"/>
                <a:gd name="T12" fmla="*/ 0 w 92"/>
                <a:gd name="T13" fmla="*/ 12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" h="129">
                  <a:moveTo>
                    <a:pt x="0" y="128"/>
                  </a:moveTo>
                  <a:cubicBezTo>
                    <a:pt x="0" y="87"/>
                    <a:pt x="2" y="46"/>
                    <a:pt x="6" y="5"/>
                  </a:cubicBezTo>
                  <a:cubicBezTo>
                    <a:pt x="32" y="0"/>
                    <a:pt x="60" y="1"/>
                    <a:pt x="92" y="5"/>
                  </a:cubicBezTo>
                  <a:cubicBezTo>
                    <a:pt x="72" y="5"/>
                    <a:pt x="57" y="4"/>
                    <a:pt x="42" y="6"/>
                  </a:cubicBezTo>
                  <a:cubicBezTo>
                    <a:pt x="32" y="6"/>
                    <a:pt x="22" y="7"/>
                    <a:pt x="12" y="10"/>
                  </a:cubicBezTo>
                  <a:cubicBezTo>
                    <a:pt x="8" y="50"/>
                    <a:pt x="6" y="90"/>
                    <a:pt x="6" y="129"/>
                  </a:cubicBezTo>
                  <a:cubicBezTo>
                    <a:pt x="4" y="129"/>
                    <a:pt x="2" y="129"/>
                    <a:pt x="0" y="128"/>
                  </a:cubicBezTo>
                  <a:close/>
                </a:path>
              </a:pathLst>
            </a:custGeom>
            <a:solidFill>
              <a:srgbClr val="D0D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Oval 19"/>
            <p:cNvSpPr>
              <a:spLocks noChangeArrowheads="1"/>
            </p:cNvSpPr>
            <p:nvPr/>
          </p:nvSpPr>
          <p:spPr bwMode="auto">
            <a:xfrm>
              <a:off x="3416301" y="1851026"/>
              <a:ext cx="36513" cy="36513"/>
            </a:xfrm>
            <a:prstGeom prst="ellipse">
              <a:avLst/>
            </a:prstGeom>
            <a:solidFill>
              <a:srgbClr val="D0D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Oval 20"/>
            <p:cNvSpPr>
              <a:spLocks noChangeArrowheads="1"/>
            </p:cNvSpPr>
            <p:nvPr/>
          </p:nvSpPr>
          <p:spPr bwMode="auto">
            <a:xfrm>
              <a:off x="3744913" y="1851026"/>
              <a:ext cx="36513" cy="36513"/>
            </a:xfrm>
            <a:prstGeom prst="ellipse">
              <a:avLst/>
            </a:prstGeom>
            <a:solidFill>
              <a:srgbClr val="D0D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Oval 21"/>
            <p:cNvSpPr>
              <a:spLocks noChangeArrowheads="1"/>
            </p:cNvSpPr>
            <p:nvPr/>
          </p:nvSpPr>
          <p:spPr bwMode="auto">
            <a:xfrm>
              <a:off x="3416301" y="2017713"/>
              <a:ext cx="36513" cy="31750"/>
            </a:xfrm>
            <a:prstGeom prst="ellipse">
              <a:avLst/>
            </a:prstGeom>
            <a:solidFill>
              <a:srgbClr val="D0D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Oval 22"/>
            <p:cNvSpPr>
              <a:spLocks noChangeArrowheads="1"/>
            </p:cNvSpPr>
            <p:nvPr/>
          </p:nvSpPr>
          <p:spPr bwMode="auto">
            <a:xfrm>
              <a:off x="3744913" y="2017713"/>
              <a:ext cx="36513" cy="31750"/>
            </a:xfrm>
            <a:prstGeom prst="ellipse">
              <a:avLst/>
            </a:prstGeom>
            <a:solidFill>
              <a:srgbClr val="D0D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23"/>
            <p:cNvSpPr>
              <a:spLocks/>
            </p:cNvSpPr>
            <p:nvPr/>
          </p:nvSpPr>
          <p:spPr bwMode="auto">
            <a:xfrm>
              <a:off x="3227388" y="654051"/>
              <a:ext cx="742950" cy="366713"/>
            </a:xfrm>
            <a:custGeom>
              <a:avLst/>
              <a:gdLst>
                <a:gd name="T0" fmla="*/ 207 w 274"/>
                <a:gd name="T1" fmla="*/ 31 h 135"/>
                <a:gd name="T2" fmla="*/ 92 w 274"/>
                <a:gd name="T3" fmla="*/ 84 h 135"/>
                <a:gd name="T4" fmla="*/ 104 w 274"/>
                <a:gd name="T5" fmla="*/ 70 h 135"/>
                <a:gd name="T6" fmla="*/ 37 w 274"/>
                <a:gd name="T7" fmla="*/ 91 h 135"/>
                <a:gd name="T8" fmla="*/ 43 w 274"/>
                <a:gd name="T9" fmla="*/ 80 h 135"/>
                <a:gd name="T10" fmla="*/ 24 w 274"/>
                <a:gd name="T11" fmla="*/ 110 h 135"/>
                <a:gd name="T12" fmla="*/ 1 w 274"/>
                <a:gd name="T13" fmla="*/ 102 h 135"/>
                <a:gd name="T14" fmla="*/ 11 w 274"/>
                <a:gd name="T15" fmla="*/ 53 h 135"/>
                <a:gd name="T16" fmla="*/ 182 w 274"/>
                <a:gd name="T17" fmla="*/ 0 h 135"/>
                <a:gd name="T18" fmla="*/ 263 w 274"/>
                <a:gd name="T19" fmla="*/ 56 h 135"/>
                <a:gd name="T20" fmla="*/ 270 w 274"/>
                <a:gd name="T21" fmla="*/ 106 h 135"/>
                <a:gd name="T22" fmla="*/ 253 w 274"/>
                <a:gd name="T23" fmla="*/ 109 h 135"/>
                <a:gd name="T24" fmla="*/ 207 w 274"/>
                <a:gd name="T25" fmla="*/ 31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35">
                  <a:moveTo>
                    <a:pt x="207" y="31"/>
                  </a:moveTo>
                  <a:cubicBezTo>
                    <a:pt x="187" y="40"/>
                    <a:pt x="120" y="83"/>
                    <a:pt x="92" y="84"/>
                  </a:cubicBezTo>
                  <a:cubicBezTo>
                    <a:pt x="64" y="85"/>
                    <a:pt x="97" y="79"/>
                    <a:pt x="104" y="70"/>
                  </a:cubicBezTo>
                  <a:cubicBezTo>
                    <a:pt x="112" y="62"/>
                    <a:pt x="51" y="90"/>
                    <a:pt x="37" y="91"/>
                  </a:cubicBezTo>
                  <a:cubicBezTo>
                    <a:pt x="22" y="91"/>
                    <a:pt x="37" y="89"/>
                    <a:pt x="43" y="80"/>
                  </a:cubicBezTo>
                  <a:cubicBezTo>
                    <a:pt x="50" y="70"/>
                    <a:pt x="19" y="85"/>
                    <a:pt x="24" y="110"/>
                  </a:cubicBezTo>
                  <a:cubicBezTo>
                    <a:pt x="29" y="135"/>
                    <a:pt x="3" y="126"/>
                    <a:pt x="1" y="102"/>
                  </a:cubicBezTo>
                  <a:cubicBezTo>
                    <a:pt x="0" y="79"/>
                    <a:pt x="2" y="75"/>
                    <a:pt x="11" y="53"/>
                  </a:cubicBezTo>
                  <a:cubicBezTo>
                    <a:pt x="21" y="31"/>
                    <a:pt x="143" y="0"/>
                    <a:pt x="182" y="0"/>
                  </a:cubicBezTo>
                  <a:cubicBezTo>
                    <a:pt x="221" y="0"/>
                    <a:pt x="253" y="39"/>
                    <a:pt x="263" y="56"/>
                  </a:cubicBezTo>
                  <a:cubicBezTo>
                    <a:pt x="272" y="73"/>
                    <a:pt x="274" y="91"/>
                    <a:pt x="270" y="106"/>
                  </a:cubicBezTo>
                  <a:cubicBezTo>
                    <a:pt x="266" y="122"/>
                    <a:pt x="253" y="129"/>
                    <a:pt x="253" y="109"/>
                  </a:cubicBezTo>
                  <a:cubicBezTo>
                    <a:pt x="253" y="90"/>
                    <a:pt x="221" y="67"/>
                    <a:pt x="207" y="31"/>
                  </a:cubicBezTo>
                  <a:close/>
                </a:path>
              </a:pathLst>
            </a:cu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24"/>
            <p:cNvSpPr>
              <a:spLocks/>
            </p:cNvSpPr>
            <p:nvPr/>
          </p:nvSpPr>
          <p:spPr bwMode="auto">
            <a:xfrm>
              <a:off x="3905251" y="873126"/>
              <a:ext cx="101600" cy="187325"/>
            </a:xfrm>
            <a:custGeom>
              <a:avLst/>
              <a:gdLst>
                <a:gd name="T0" fmla="*/ 26 w 37"/>
                <a:gd name="T1" fmla="*/ 2 h 69"/>
                <a:gd name="T2" fmla="*/ 33 w 37"/>
                <a:gd name="T3" fmla="*/ 38 h 69"/>
                <a:gd name="T4" fmla="*/ 11 w 37"/>
                <a:gd name="T5" fmla="*/ 68 h 69"/>
                <a:gd name="T6" fmla="*/ 4 w 37"/>
                <a:gd name="T7" fmla="*/ 31 h 69"/>
                <a:gd name="T8" fmla="*/ 26 w 37"/>
                <a:gd name="T9" fmla="*/ 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69">
                  <a:moveTo>
                    <a:pt x="26" y="2"/>
                  </a:moveTo>
                  <a:cubicBezTo>
                    <a:pt x="34" y="3"/>
                    <a:pt x="37" y="20"/>
                    <a:pt x="33" y="38"/>
                  </a:cubicBezTo>
                  <a:cubicBezTo>
                    <a:pt x="29" y="56"/>
                    <a:pt x="19" y="69"/>
                    <a:pt x="11" y="68"/>
                  </a:cubicBezTo>
                  <a:cubicBezTo>
                    <a:pt x="3" y="66"/>
                    <a:pt x="0" y="50"/>
                    <a:pt x="4" y="31"/>
                  </a:cubicBezTo>
                  <a:cubicBezTo>
                    <a:pt x="9" y="13"/>
                    <a:pt x="18" y="0"/>
                    <a:pt x="26" y="2"/>
                  </a:cubicBez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25"/>
            <p:cNvSpPr>
              <a:spLocks/>
            </p:cNvSpPr>
            <p:nvPr/>
          </p:nvSpPr>
          <p:spPr bwMode="auto">
            <a:xfrm>
              <a:off x="3190876" y="873126"/>
              <a:ext cx="101600" cy="187325"/>
            </a:xfrm>
            <a:custGeom>
              <a:avLst/>
              <a:gdLst>
                <a:gd name="T0" fmla="*/ 11 w 37"/>
                <a:gd name="T1" fmla="*/ 2 h 69"/>
                <a:gd name="T2" fmla="*/ 4 w 37"/>
                <a:gd name="T3" fmla="*/ 38 h 69"/>
                <a:gd name="T4" fmla="*/ 26 w 37"/>
                <a:gd name="T5" fmla="*/ 68 h 69"/>
                <a:gd name="T6" fmla="*/ 33 w 37"/>
                <a:gd name="T7" fmla="*/ 31 h 69"/>
                <a:gd name="T8" fmla="*/ 11 w 37"/>
                <a:gd name="T9" fmla="*/ 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69">
                  <a:moveTo>
                    <a:pt x="11" y="2"/>
                  </a:moveTo>
                  <a:cubicBezTo>
                    <a:pt x="3" y="3"/>
                    <a:pt x="0" y="20"/>
                    <a:pt x="4" y="38"/>
                  </a:cubicBezTo>
                  <a:cubicBezTo>
                    <a:pt x="8" y="56"/>
                    <a:pt x="18" y="69"/>
                    <a:pt x="26" y="68"/>
                  </a:cubicBezTo>
                  <a:cubicBezTo>
                    <a:pt x="34" y="66"/>
                    <a:pt x="37" y="50"/>
                    <a:pt x="33" y="31"/>
                  </a:cubicBezTo>
                  <a:cubicBezTo>
                    <a:pt x="29" y="13"/>
                    <a:pt x="19" y="0"/>
                    <a:pt x="11" y="2"/>
                  </a:cubicBezTo>
                  <a:close/>
                </a:path>
              </a:pathLst>
            </a:custGeom>
            <a:solidFill>
              <a:srgbClr val="F7D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26"/>
            <p:cNvSpPr>
              <a:spLocks/>
            </p:cNvSpPr>
            <p:nvPr/>
          </p:nvSpPr>
          <p:spPr bwMode="auto">
            <a:xfrm>
              <a:off x="3246438" y="447676"/>
              <a:ext cx="700088" cy="360363"/>
            </a:xfrm>
            <a:custGeom>
              <a:avLst/>
              <a:gdLst>
                <a:gd name="T0" fmla="*/ 0 w 258"/>
                <a:gd name="T1" fmla="*/ 133 h 133"/>
                <a:gd name="T2" fmla="*/ 258 w 258"/>
                <a:gd name="T3" fmla="*/ 133 h 133"/>
                <a:gd name="T4" fmla="*/ 233 w 258"/>
                <a:gd name="T5" fmla="*/ 31 h 133"/>
                <a:gd name="T6" fmla="*/ 26 w 258"/>
                <a:gd name="T7" fmla="*/ 31 h 133"/>
                <a:gd name="T8" fmla="*/ 0 w 258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133">
                  <a:moveTo>
                    <a:pt x="0" y="133"/>
                  </a:moveTo>
                  <a:cubicBezTo>
                    <a:pt x="72" y="108"/>
                    <a:pt x="159" y="110"/>
                    <a:pt x="258" y="133"/>
                  </a:cubicBezTo>
                  <a:cubicBezTo>
                    <a:pt x="233" y="31"/>
                    <a:pt x="233" y="31"/>
                    <a:pt x="233" y="31"/>
                  </a:cubicBezTo>
                  <a:cubicBezTo>
                    <a:pt x="164" y="5"/>
                    <a:pt x="95" y="0"/>
                    <a:pt x="26" y="31"/>
                  </a:cubicBezTo>
                  <a:lnTo>
                    <a:pt x="0" y="133"/>
                  </a:lnTo>
                  <a:close/>
                </a:path>
              </a:pathLst>
            </a:custGeom>
            <a:solidFill>
              <a:srgbClr val="D0D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27"/>
            <p:cNvSpPr>
              <a:spLocks/>
            </p:cNvSpPr>
            <p:nvPr/>
          </p:nvSpPr>
          <p:spPr bwMode="auto">
            <a:xfrm>
              <a:off x="3063876" y="411163"/>
              <a:ext cx="427038" cy="388938"/>
            </a:xfrm>
            <a:custGeom>
              <a:avLst/>
              <a:gdLst>
                <a:gd name="T0" fmla="*/ 51 w 157"/>
                <a:gd name="T1" fmla="*/ 18 h 143"/>
                <a:gd name="T2" fmla="*/ 142 w 157"/>
                <a:gd name="T3" fmla="*/ 40 h 143"/>
                <a:gd name="T4" fmla="*/ 106 w 157"/>
                <a:gd name="T5" fmla="*/ 126 h 143"/>
                <a:gd name="T6" fmla="*/ 15 w 157"/>
                <a:gd name="T7" fmla="*/ 104 h 143"/>
                <a:gd name="T8" fmla="*/ 51 w 157"/>
                <a:gd name="T9" fmla="*/ 18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43">
                  <a:moveTo>
                    <a:pt x="51" y="18"/>
                  </a:moveTo>
                  <a:cubicBezTo>
                    <a:pt x="86" y="0"/>
                    <a:pt x="127" y="10"/>
                    <a:pt x="142" y="40"/>
                  </a:cubicBezTo>
                  <a:cubicBezTo>
                    <a:pt x="157" y="69"/>
                    <a:pt x="141" y="108"/>
                    <a:pt x="106" y="126"/>
                  </a:cubicBezTo>
                  <a:cubicBezTo>
                    <a:pt x="71" y="143"/>
                    <a:pt x="30" y="134"/>
                    <a:pt x="15" y="104"/>
                  </a:cubicBezTo>
                  <a:cubicBezTo>
                    <a:pt x="0" y="74"/>
                    <a:pt x="16" y="36"/>
                    <a:pt x="51" y="18"/>
                  </a:cubicBezTo>
                  <a:close/>
                </a:path>
              </a:pathLst>
            </a:custGeom>
            <a:solidFill>
              <a:srgbClr val="D0D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28"/>
            <p:cNvSpPr>
              <a:spLocks/>
            </p:cNvSpPr>
            <p:nvPr/>
          </p:nvSpPr>
          <p:spPr bwMode="auto">
            <a:xfrm>
              <a:off x="3055938" y="368301"/>
              <a:ext cx="481013" cy="419100"/>
            </a:xfrm>
            <a:custGeom>
              <a:avLst/>
              <a:gdLst>
                <a:gd name="T0" fmla="*/ 59 w 177"/>
                <a:gd name="T1" fmla="*/ 20 h 154"/>
                <a:gd name="T2" fmla="*/ 161 w 177"/>
                <a:gd name="T3" fmla="*/ 40 h 154"/>
                <a:gd name="T4" fmla="*/ 117 w 177"/>
                <a:gd name="T5" fmla="*/ 133 h 154"/>
                <a:gd name="T6" fmla="*/ 16 w 177"/>
                <a:gd name="T7" fmla="*/ 113 h 154"/>
                <a:gd name="T8" fmla="*/ 59 w 177"/>
                <a:gd name="T9" fmla="*/ 2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54">
                  <a:moveTo>
                    <a:pt x="59" y="20"/>
                  </a:moveTo>
                  <a:cubicBezTo>
                    <a:pt x="99" y="0"/>
                    <a:pt x="145" y="9"/>
                    <a:pt x="161" y="40"/>
                  </a:cubicBezTo>
                  <a:cubicBezTo>
                    <a:pt x="177" y="71"/>
                    <a:pt x="157" y="113"/>
                    <a:pt x="117" y="133"/>
                  </a:cubicBezTo>
                  <a:cubicBezTo>
                    <a:pt x="77" y="154"/>
                    <a:pt x="32" y="145"/>
                    <a:pt x="16" y="113"/>
                  </a:cubicBezTo>
                  <a:cubicBezTo>
                    <a:pt x="0" y="82"/>
                    <a:pt x="19" y="40"/>
                    <a:pt x="59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29"/>
            <p:cNvSpPr>
              <a:spLocks/>
            </p:cNvSpPr>
            <p:nvPr/>
          </p:nvSpPr>
          <p:spPr bwMode="auto">
            <a:xfrm>
              <a:off x="3595688" y="474663"/>
              <a:ext cx="350838" cy="333375"/>
            </a:xfrm>
            <a:custGeom>
              <a:avLst/>
              <a:gdLst>
                <a:gd name="T0" fmla="*/ 0 w 129"/>
                <a:gd name="T1" fmla="*/ 105 h 123"/>
                <a:gd name="T2" fmla="*/ 129 w 129"/>
                <a:gd name="T3" fmla="*/ 123 h 123"/>
                <a:gd name="T4" fmla="*/ 104 w 129"/>
                <a:gd name="T5" fmla="*/ 21 h 123"/>
                <a:gd name="T6" fmla="*/ 0 w 129"/>
                <a:gd name="T7" fmla="*/ 0 h 123"/>
                <a:gd name="T8" fmla="*/ 0 w 129"/>
                <a:gd name="T9" fmla="*/ 105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3">
                  <a:moveTo>
                    <a:pt x="0" y="105"/>
                  </a:moveTo>
                  <a:cubicBezTo>
                    <a:pt x="40" y="106"/>
                    <a:pt x="83" y="112"/>
                    <a:pt x="129" y="1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70" y="8"/>
                    <a:pt x="35" y="0"/>
                    <a:pt x="0" y="0"/>
                  </a:cubicBezTo>
                  <a:lnTo>
                    <a:pt x="0" y="105"/>
                  </a:lnTo>
                  <a:close/>
                </a:path>
              </a:pathLst>
            </a:custGeom>
            <a:solidFill>
              <a:srgbClr val="E1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3" name="组合 242"/>
          <p:cNvGrpSpPr/>
          <p:nvPr/>
        </p:nvGrpSpPr>
        <p:grpSpPr>
          <a:xfrm>
            <a:off x="7464426" y="2405063"/>
            <a:ext cx="1960563" cy="1963738"/>
            <a:chOff x="7464426" y="2405063"/>
            <a:chExt cx="1960563" cy="1963738"/>
          </a:xfrm>
        </p:grpSpPr>
        <p:sp>
          <p:nvSpPr>
            <p:cNvPr id="64" name="Oval 31"/>
            <p:cNvSpPr>
              <a:spLocks noChangeArrowheads="1"/>
            </p:cNvSpPr>
            <p:nvPr/>
          </p:nvSpPr>
          <p:spPr bwMode="auto">
            <a:xfrm>
              <a:off x="7464426" y="2405063"/>
              <a:ext cx="1960563" cy="1963738"/>
            </a:xfrm>
            <a:prstGeom prst="ellipse">
              <a:avLst/>
            </a:prstGeom>
            <a:solidFill>
              <a:srgbClr val="7B82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32"/>
            <p:cNvSpPr>
              <a:spLocks/>
            </p:cNvSpPr>
            <p:nvPr/>
          </p:nvSpPr>
          <p:spPr bwMode="auto">
            <a:xfrm>
              <a:off x="8310563" y="3071813"/>
              <a:ext cx="484188" cy="577850"/>
            </a:xfrm>
            <a:custGeom>
              <a:avLst/>
              <a:gdLst>
                <a:gd name="T0" fmla="*/ 160 w 178"/>
                <a:gd name="T1" fmla="*/ 85 h 213"/>
                <a:gd name="T2" fmla="*/ 164 w 178"/>
                <a:gd name="T3" fmla="*/ 123 h 213"/>
                <a:gd name="T4" fmla="*/ 70 w 178"/>
                <a:gd name="T5" fmla="*/ 159 h 213"/>
                <a:gd name="T6" fmla="*/ 160 w 178"/>
                <a:gd name="T7" fmla="*/ 8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8" h="213">
                  <a:moveTo>
                    <a:pt x="160" y="85"/>
                  </a:moveTo>
                  <a:cubicBezTo>
                    <a:pt x="125" y="105"/>
                    <a:pt x="149" y="146"/>
                    <a:pt x="164" y="123"/>
                  </a:cubicBezTo>
                  <a:cubicBezTo>
                    <a:pt x="178" y="145"/>
                    <a:pt x="140" y="213"/>
                    <a:pt x="70" y="159"/>
                  </a:cubicBezTo>
                  <a:cubicBezTo>
                    <a:pt x="0" y="106"/>
                    <a:pt x="102" y="0"/>
                    <a:pt x="160" y="85"/>
                  </a:cubicBezTo>
                  <a:close/>
                </a:path>
              </a:pathLst>
            </a:cu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33"/>
            <p:cNvSpPr>
              <a:spLocks/>
            </p:cNvSpPr>
            <p:nvPr/>
          </p:nvSpPr>
          <p:spPr bwMode="auto">
            <a:xfrm>
              <a:off x="8093076" y="3062288"/>
              <a:ext cx="484188" cy="579438"/>
            </a:xfrm>
            <a:custGeom>
              <a:avLst/>
              <a:gdLst>
                <a:gd name="T0" fmla="*/ 18 w 178"/>
                <a:gd name="T1" fmla="*/ 85 h 213"/>
                <a:gd name="T2" fmla="*/ 14 w 178"/>
                <a:gd name="T3" fmla="*/ 123 h 213"/>
                <a:gd name="T4" fmla="*/ 108 w 178"/>
                <a:gd name="T5" fmla="*/ 159 h 213"/>
                <a:gd name="T6" fmla="*/ 18 w 178"/>
                <a:gd name="T7" fmla="*/ 8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8" h="213">
                  <a:moveTo>
                    <a:pt x="18" y="85"/>
                  </a:moveTo>
                  <a:cubicBezTo>
                    <a:pt x="53" y="106"/>
                    <a:pt x="29" y="146"/>
                    <a:pt x="14" y="123"/>
                  </a:cubicBezTo>
                  <a:cubicBezTo>
                    <a:pt x="0" y="145"/>
                    <a:pt x="38" y="213"/>
                    <a:pt x="108" y="159"/>
                  </a:cubicBezTo>
                  <a:cubicBezTo>
                    <a:pt x="178" y="106"/>
                    <a:pt x="76" y="0"/>
                    <a:pt x="18" y="85"/>
                  </a:cubicBezTo>
                  <a:close/>
                </a:path>
              </a:pathLst>
            </a:cu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34"/>
            <p:cNvSpPr>
              <a:spLocks/>
            </p:cNvSpPr>
            <p:nvPr/>
          </p:nvSpPr>
          <p:spPr bwMode="auto">
            <a:xfrm>
              <a:off x="8088313" y="3236913"/>
              <a:ext cx="493713" cy="539750"/>
            </a:xfrm>
            <a:custGeom>
              <a:avLst/>
              <a:gdLst>
                <a:gd name="T0" fmla="*/ 31 w 182"/>
                <a:gd name="T1" fmla="*/ 70 h 199"/>
                <a:gd name="T2" fmla="*/ 19 w 182"/>
                <a:gd name="T3" fmla="*/ 106 h 199"/>
                <a:gd name="T4" fmla="*/ 102 w 182"/>
                <a:gd name="T5" fmla="*/ 163 h 199"/>
                <a:gd name="T6" fmla="*/ 31 w 182"/>
                <a:gd name="T7" fmla="*/ 7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2" h="199">
                  <a:moveTo>
                    <a:pt x="31" y="70"/>
                  </a:moveTo>
                  <a:cubicBezTo>
                    <a:pt x="60" y="98"/>
                    <a:pt x="28" y="132"/>
                    <a:pt x="19" y="106"/>
                  </a:cubicBezTo>
                  <a:cubicBezTo>
                    <a:pt x="0" y="124"/>
                    <a:pt x="22" y="199"/>
                    <a:pt x="102" y="163"/>
                  </a:cubicBezTo>
                  <a:cubicBezTo>
                    <a:pt x="182" y="126"/>
                    <a:pt x="107" y="0"/>
                    <a:pt x="31" y="70"/>
                  </a:cubicBezTo>
                  <a:close/>
                </a:path>
              </a:pathLst>
            </a:cu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35"/>
            <p:cNvSpPr>
              <a:spLocks/>
            </p:cNvSpPr>
            <p:nvPr/>
          </p:nvSpPr>
          <p:spPr bwMode="auto">
            <a:xfrm>
              <a:off x="8305801" y="3236913"/>
              <a:ext cx="493713" cy="539750"/>
            </a:xfrm>
            <a:custGeom>
              <a:avLst/>
              <a:gdLst>
                <a:gd name="T0" fmla="*/ 151 w 182"/>
                <a:gd name="T1" fmla="*/ 70 h 199"/>
                <a:gd name="T2" fmla="*/ 163 w 182"/>
                <a:gd name="T3" fmla="*/ 106 h 199"/>
                <a:gd name="T4" fmla="*/ 80 w 182"/>
                <a:gd name="T5" fmla="*/ 163 h 199"/>
                <a:gd name="T6" fmla="*/ 151 w 182"/>
                <a:gd name="T7" fmla="*/ 7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2" h="199">
                  <a:moveTo>
                    <a:pt x="151" y="70"/>
                  </a:moveTo>
                  <a:cubicBezTo>
                    <a:pt x="122" y="98"/>
                    <a:pt x="154" y="132"/>
                    <a:pt x="163" y="106"/>
                  </a:cubicBezTo>
                  <a:cubicBezTo>
                    <a:pt x="182" y="124"/>
                    <a:pt x="160" y="199"/>
                    <a:pt x="80" y="163"/>
                  </a:cubicBezTo>
                  <a:cubicBezTo>
                    <a:pt x="0" y="126"/>
                    <a:pt x="75" y="0"/>
                    <a:pt x="151" y="70"/>
                  </a:cubicBezTo>
                  <a:close/>
                </a:path>
              </a:pathLst>
            </a:cu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36"/>
            <p:cNvSpPr>
              <a:spLocks/>
            </p:cNvSpPr>
            <p:nvPr/>
          </p:nvSpPr>
          <p:spPr bwMode="auto">
            <a:xfrm>
              <a:off x="7885113" y="3703638"/>
              <a:ext cx="1119188" cy="665163"/>
            </a:xfrm>
            <a:custGeom>
              <a:avLst/>
              <a:gdLst>
                <a:gd name="T0" fmla="*/ 71 w 412"/>
                <a:gd name="T1" fmla="*/ 49 h 245"/>
                <a:gd name="T2" fmla="*/ 0 w 412"/>
                <a:gd name="T3" fmla="*/ 180 h 245"/>
                <a:gd name="T4" fmla="*/ 206 w 412"/>
                <a:gd name="T5" fmla="*/ 245 h 245"/>
                <a:gd name="T6" fmla="*/ 412 w 412"/>
                <a:gd name="T7" fmla="*/ 180 h 245"/>
                <a:gd name="T8" fmla="*/ 341 w 412"/>
                <a:gd name="T9" fmla="*/ 49 h 245"/>
                <a:gd name="T10" fmla="*/ 206 w 412"/>
                <a:gd name="T11" fmla="*/ 0 h 245"/>
                <a:gd name="T12" fmla="*/ 71 w 412"/>
                <a:gd name="T13" fmla="*/ 4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245">
                  <a:moveTo>
                    <a:pt x="71" y="49"/>
                  </a:moveTo>
                  <a:cubicBezTo>
                    <a:pt x="35" y="72"/>
                    <a:pt x="20" y="121"/>
                    <a:pt x="0" y="180"/>
                  </a:cubicBezTo>
                  <a:cubicBezTo>
                    <a:pt x="58" y="221"/>
                    <a:pt x="129" y="245"/>
                    <a:pt x="206" y="245"/>
                  </a:cubicBezTo>
                  <a:cubicBezTo>
                    <a:pt x="283" y="245"/>
                    <a:pt x="354" y="221"/>
                    <a:pt x="412" y="180"/>
                  </a:cubicBezTo>
                  <a:cubicBezTo>
                    <a:pt x="391" y="121"/>
                    <a:pt x="377" y="71"/>
                    <a:pt x="341" y="49"/>
                  </a:cubicBezTo>
                  <a:cubicBezTo>
                    <a:pt x="279" y="10"/>
                    <a:pt x="242" y="1"/>
                    <a:pt x="206" y="0"/>
                  </a:cubicBezTo>
                  <a:cubicBezTo>
                    <a:pt x="168" y="0"/>
                    <a:pt x="132" y="9"/>
                    <a:pt x="71" y="49"/>
                  </a:cubicBez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37"/>
            <p:cNvSpPr>
              <a:spLocks/>
            </p:cNvSpPr>
            <p:nvPr/>
          </p:nvSpPr>
          <p:spPr bwMode="auto">
            <a:xfrm>
              <a:off x="8305801" y="3336926"/>
              <a:ext cx="276225" cy="552450"/>
            </a:xfrm>
            <a:custGeom>
              <a:avLst/>
              <a:gdLst>
                <a:gd name="T0" fmla="*/ 0 w 102"/>
                <a:gd name="T1" fmla="*/ 0 h 203"/>
                <a:gd name="T2" fmla="*/ 102 w 102"/>
                <a:gd name="T3" fmla="*/ 0 h 203"/>
                <a:gd name="T4" fmla="*/ 102 w 102"/>
                <a:gd name="T5" fmla="*/ 147 h 203"/>
                <a:gd name="T6" fmla="*/ 0 w 102"/>
                <a:gd name="T7" fmla="*/ 147 h 203"/>
                <a:gd name="T8" fmla="*/ 0 w 102"/>
                <a:gd name="T9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203">
                  <a:moveTo>
                    <a:pt x="0" y="0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102" y="147"/>
                    <a:pt x="102" y="147"/>
                    <a:pt x="102" y="147"/>
                  </a:cubicBezTo>
                  <a:cubicBezTo>
                    <a:pt x="102" y="197"/>
                    <a:pt x="0" y="203"/>
                    <a:pt x="0" y="1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38"/>
            <p:cNvSpPr>
              <a:spLocks/>
            </p:cNvSpPr>
            <p:nvPr/>
          </p:nvSpPr>
          <p:spPr bwMode="auto">
            <a:xfrm>
              <a:off x="8305801" y="3535363"/>
              <a:ext cx="276225" cy="190500"/>
            </a:xfrm>
            <a:custGeom>
              <a:avLst/>
              <a:gdLst>
                <a:gd name="T0" fmla="*/ 174 w 174"/>
                <a:gd name="T1" fmla="*/ 33 h 120"/>
                <a:gd name="T2" fmla="*/ 174 w 174"/>
                <a:gd name="T3" fmla="*/ 0 h 120"/>
                <a:gd name="T4" fmla="*/ 0 w 174"/>
                <a:gd name="T5" fmla="*/ 0 h 120"/>
                <a:gd name="T6" fmla="*/ 0 w 174"/>
                <a:gd name="T7" fmla="*/ 120 h 120"/>
                <a:gd name="T8" fmla="*/ 174 w 174"/>
                <a:gd name="T9" fmla="*/ 3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120">
                  <a:moveTo>
                    <a:pt x="174" y="33"/>
                  </a:moveTo>
                  <a:lnTo>
                    <a:pt x="174" y="0"/>
                  </a:lnTo>
                  <a:lnTo>
                    <a:pt x="0" y="0"/>
                  </a:lnTo>
                  <a:lnTo>
                    <a:pt x="0" y="120"/>
                  </a:lnTo>
                  <a:lnTo>
                    <a:pt x="174" y="33"/>
                  </a:lnTo>
                  <a:close/>
                </a:path>
              </a:pathLst>
            </a:custGeom>
            <a:solidFill>
              <a:srgbClr val="E8C5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39"/>
            <p:cNvSpPr>
              <a:spLocks/>
            </p:cNvSpPr>
            <p:nvPr/>
          </p:nvSpPr>
          <p:spPr bwMode="auto">
            <a:xfrm>
              <a:off x="7858126" y="2827338"/>
              <a:ext cx="1173163" cy="773113"/>
            </a:xfrm>
            <a:custGeom>
              <a:avLst/>
              <a:gdLst>
                <a:gd name="T0" fmla="*/ 216 w 432"/>
                <a:gd name="T1" fmla="*/ 0 h 285"/>
                <a:gd name="T2" fmla="*/ 216 w 432"/>
                <a:gd name="T3" fmla="*/ 285 h 285"/>
                <a:gd name="T4" fmla="*/ 216 w 432"/>
                <a:gd name="T5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" h="285">
                  <a:moveTo>
                    <a:pt x="216" y="0"/>
                  </a:moveTo>
                  <a:cubicBezTo>
                    <a:pt x="432" y="0"/>
                    <a:pt x="344" y="285"/>
                    <a:pt x="216" y="285"/>
                  </a:cubicBezTo>
                  <a:cubicBezTo>
                    <a:pt x="87" y="285"/>
                    <a:pt x="0" y="0"/>
                    <a:pt x="216" y="0"/>
                  </a:cubicBezTo>
                  <a:close/>
                </a:path>
              </a:pathLst>
            </a:custGeom>
            <a:solidFill>
              <a:srgbClr val="F0CE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40"/>
            <p:cNvSpPr>
              <a:spLocks/>
            </p:cNvSpPr>
            <p:nvPr/>
          </p:nvSpPr>
          <p:spPr bwMode="auto">
            <a:xfrm>
              <a:off x="8443913" y="2827338"/>
              <a:ext cx="587375" cy="773113"/>
            </a:xfrm>
            <a:custGeom>
              <a:avLst/>
              <a:gdLst>
                <a:gd name="T0" fmla="*/ 0 w 216"/>
                <a:gd name="T1" fmla="*/ 0 h 285"/>
                <a:gd name="T2" fmla="*/ 0 w 216"/>
                <a:gd name="T3" fmla="*/ 285 h 285"/>
                <a:gd name="T4" fmla="*/ 0 w 216"/>
                <a:gd name="T5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" h="285">
                  <a:moveTo>
                    <a:pt x="0" y="0"/>
                  </a:moveTo>
                  <a:cubicBezTo>
                    <a:pt x="216" y="0"/>
                    <a:pt x="128" y="285"/>
                    <a:pt x="0" y="2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41"/>
            <p:cNvSpPr>
              <a:spLocks/>
            </p:cNvSpPr>
            <p:nvPr/>
          </p:nvSpPr>
          <p:spPr bwMode="auto">
            <a:xfrm>
              <a:off x="8305801" y="3757613"/>
              <a:ext cx="274638" cy="331788"/>
            </a:xfrm>
            <a:custGeom>
              <a:avLst/>
              <a:gdLst>
                <a:gd name="T0" fmla="*/ 51 w 101"/>
                <a:gd name="T1" fmla="*/ 122 h 122"/>
                <a:gd name="T2" fmla="*/ 0 w 101"/>
                <a:gd name="T3" fmla="*/ 0 h 122"/>
                <a:gd name="T4" fmla="*/ 101 w 101"/>
                <a:gd name="T5" fmla="*/ 0 h 122"/>
                <a:gd name="T6" fmla="*/ 51 w 101"/>
                <a:gd name="T7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" h="122">
                  <a:moveTo>
                    <a:pt x="51" y="122"/>
                  </a:moveTo>
                  <a:cubicBezTo>
                    <a:pt x="51" y="104"/>
                    <a:pt x="0" y="36"/>
                    <a:pt x="0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1" y="36"/>
                    <a:pt x="51" y="104"/>
                    <a:pt x="51" y="122"/>
                  </a:cubicBez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42"/>
            <p:cNvSpPr>
              <a:spLocks/>
            </p:cNvSpPr>
            <p:nvPr/>
          </p:nvSpPr>
          <p:spPr bwMode="auto">
            <a:xfrm>
              <a:off x="8083551" y="3641726"/>
              <a:ext cx="360363" cy="700088"/>
            </a:xfrm>
            <a:custGeom>
              <a:avLst/>
              <a:gdLst>
                <a:gd name="T0" fmla="*/ 133 w 133"/>
                <a:gd name="T1" fmla="*/ 258 h 258"/>
                <a:gd name="T2" fmla="*/ 30 w 133"/>
                <a:gd name="T3" fmla="*/ 139 h 258"/>
                <a:gd name="T4" fmla="*/ 39 w 133"/>
                <a:gd name="T5" fmla="*/ 81 h 258"/>
                <a:gd name="T6" fmla="*/ 5 w 133"/>
                <a:gd name="T7" fmla="*/ 88 h 258"/>
                <a:gd name="T8" fmla="*/ 82 w 133"/>
                <a:gd name="T9" fmla="*/ 0 h 258"/>
                <a:gd name="T10" fmla="*/ 99 w 133"/>
                <a:gd name="T11" fmla="*/ 85 h 258"/>
                <a:gd name="T12" fmla="*/ 133 w 133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" h="258">
                  <a:moveTo>
                    <a:pt x="133" y="258"/>
                  </a:moveTo>
                  <a:cubicBezTo>
                    <a:pt x="129" y="228"/>
                    <a:pt x="78" y="133"/>
                    <a:pt x="30" y="139"/>
                  </a:cubicBezTo>
                  <a:cubicBezTo>
                    <a:pt x="24" y="117"/>
                    <a:pt x="29" y="100"/>
                    <a:pt x="39" y="81"/>
                  </a:cubicBezTo>
                  <a:cubicBezTo>
                    <a:pt x="27" y="79"/>
                    <a:pt x="20" y="81"/>
                    <a:pt x="5" y="88"/>
                  </a:cubicBezTo>
                  <a:cubicBezTo>
                    <a:pt x="0" y="61"/>
                    <a:pt x="46" y="12"/>
                    <a:pt x="82" y="0"/>
                  </a:cubicBezTo>
                  <a:cubicBezTo>
                    <a:pt x="82" y="20"/>
                    <a:pt x="80" y="59"/>
                    <a:pt x="99" y="85"/>
                  </a:cubicBezTo>
                  <a:cubicBezTo>
                    <a:pt x="119" y="110"/>
                    <a:pt x="133" y="214"/>
                    <a:pt x="133" y="258"/>
                  </a:cubicBez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43"/>
            <p:cNvSpPr>
              <a:spLocks/>
            </p:cNvSpPr>
            <p:nvPr/>
          </p:nvSpPr>
          <p:spPr bwMode="auto">
            <a:xfrm>
              <a:off x="8102601" y="3641726"/>
              <a:ext cx="341313" cy="665163"/>
            </a:xfrm>
            <a:custGeom>
              <a:avLst/>
              <a:gdLst>
                <a:gd name="T0" fmla="*/ 126 w 126"/>
                <a:gd name="T1" fmla="*/ 245 h 245"/>
                <a:gd name="T2" fmla="*/ 30 w 126"/>
                <a:gd name="T3" fmla="*/ 124 h 245"/>
                <a:gd name="T4" fmla="*/ 46 w 126"/>
                <a:gd name="T5" fmla="*/ 73 h 245"/>
                <a:gd name="T6" fmla="*/ 0 w 126"/>
                <a:gd name="T7" fmla="*/ 81 h 245"/>
                <a:gd name="T8" fmla="*/ 75 w 126"/>
                <a:gd name="T9" fmla="*/ 0 h 245"/>
                <a:gd name="T10" fmla="*/ 92 w 126"/>
                <a:gd name="T11" fmla="*/ 85 h 245"/>
                <a:gd name="T12" fmla="*/ 126 w 126"/>
                <a:gd name="T13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245">
                  <a:moveTo>
                    <a:pt x="126" y="245"/>
                  </a:moveTo>
                  <a:cubicBezTo>
                    <a:pt x="122" y="215"/>
                    <a:pt x="70" y="124"/>
                    <a:pt x="30" y="124"/>
                  </a:cubicBezTo>
                  <a:cubicBezTo>
                    <a:pt x="31" y="101"/>
                    <a:pt x="33" y="90"/>
                    <a:pt x="46" y="73"/>
                  </a:cubicBezTo>
                  <a:cubicBezTo>
                    <a:pt x="28" y="70"/>
                    <a:pt x="15" y="73"/>
                    <a:pt x="0" y="81"/>
                  </a:cubicBezTo>
                  <a:cubicBezTo>
                    <a:pt x="5" y="53"/>
                    <a:pt x="47" y="12"/>
                    <a:pt x="75" y="0"/>
                  </a:cubicBezTo>
                  <a:cubicBezTo>
                    <a:pt x="75" y="20"/>
                    <a:pt x="73" y="59"/>
                    <a:pt x="92" y="85"/>
                  </a:cubicBezTo>
                  <a:cubicBezTo>
                    <a:pt x="112" y="110"/>
                    <a:pt x="126" y="205"/>
                    <a:pt x="126" y="245"/>
                  </a:cubicBez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44"/>
            <p:cNvSpPr>
              <a:spLocks/>
            </p:cNvSpPr>
            <p:nvPr/>
          </p:nvSpPr>
          <p:spPr bwMode="auto">
            <a:xfrm>
              <a:off x="8107363" y="3641726"/>
              <a:ext cx="336550" cy="461963"/>
            </a:xfrm>
            <a:custGeom>
              <a:avLst/>
              <a:gdLst>
                <a:gd name="T0" fmla="*/ 124 w 124"/>
                <a:gd name="T1" fmla="*/ 170 h 170"/>
                <a:gd name="T2" fmla="*/ 35 w 124"/>
                <a:gd name="T3" fmla="*/ 107 h 170"/>
                <a:gd name="T4" fmla="*/ 60 w 124"/>
                <a:gd name="T5" fmla="*/ 53 h 170"/>
                <a:gd name="T6" fmla="*/ 0 w 124"/>
                <a:gd name="T7" fmla="*/ 71 h 170"/>
                <a:gd name="T8" fmla="*/ 73 w 124"/>
                <a:gd name="T9" fmla="*/ 0 h 170"/>
                <a:gd name="T10" fmla="*/ 90 w 124"/>
                <a:gd name="T11" fmla="*/ 85 h 170"/>
                <a:gd name="T12" fmla="*/ 124 w 124"/>
                <a:gd name="T13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4" h="170">
                  <a:moveTo>
                    <a:pt x="124" y="170"/>
                  </a:moveTo>
                  <a:cubicBezTo>
                    <a:pt x="92" y="122"/>
                    <a:pt x="57" y="107"/>
                    <a:pt x="35" y="107"/>
                  </a:cubicBezTo>
                  <a:cubicBezTo>
                    <a:pt x="40" y="85"/>
                    <a:pt x="52" y="62"/>
                    <a:pt x="60" y="53"/>
                  </a:cubicBezTo>
                  <a:cubicBezTo>
                    <a:pt x="25" y="53"/>
                    <a:pt x="15" y="60"/>
                    <a:pt x="0" y="71"/>
                  </a:cubicBezTo>
                  <a:cubicBezTo>
                    <a:pt x="4" y="44"/>
                    <a:pt x="45" y="12"/>
                    <a:pt x="73" y="0"/>
                  </a:cubicBezTo>
                  <a:cubicBezTo>
                    <a:pt x="73" y="20"/>
                    <a:pt x="71" y="59"/>
                    <a:pt x="90" y="85"/>
                  </a:cubicBezTo>
                  <a:cubicBezTo>
                    <a:pt x="110" y="110"/>
                    <a:pt x="124" y="129"/>
                    <a:pt x="124" y="1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45"/>
            <p:cNvSpPr>
              <a:spLocks/>
            </p:cNvSpPr>
            <p:nvPr/>
          </p:nvSpPr>
          <p:spPr bwMode="auto">
            <a:xfrm>
              <a:off x="8408988" y="3641726"/>
              <a:ext cx="393700" cy="700088"/>
            </a:xfrm>
            <a:custGeom>
              <a:avLst/>
              <a:gdLst>
                <a:gd name="T0" fmla="*/ 13 w 145"/>
                <a:gd name="T1" fmla="*/ 258 h 258"/>
                <a:gd name="T2" fmla="*/ 115 w 145"/>
                <a:gd name="T3" fmla="*/ 139 h 258"/>
                <a:gd name="T4" fmla="*/ 106 w 145"/>
                <a:gd name="T5" fmla="*/ 81 h 258"/>
                <a:gd name="T6" fmla="*/ 140 w 145"/>
                <a:gd name="T7" fmla="*/ 88 h 258"/>
                <a:gd name="T8" fmla="*/ 64 w 145"/>
                <a:gd name="T9" fmla="*/ 0 h 258"/>
                <a:gd name="T10" fmla="*/ 49 w 145"/>
                <a:gd name="T11" fmla="*/ 85 h 258"/>
                <a:gd name="T12" fmla="*/ 13 w 145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258">
                  <a:moveTo>
                    <a:pt x="13" y="258"/>
                  </a:moveTo>
                  <a:cubicBezTo>
                    <a:pt x="16" y="228"/>
                    <a:pt x="67" y="133"/>
                    <a:pt x="115" y="139"/>
                  </a:cubicBezTo>
                  <a:cubicBezTo>
                    <a:pt x="122" y="117"/>
                    <a:pt x="116" y="100"/>
                    <a:pt x="106" y="81"/>
                  </a:cubicBezTo>
                  <a:cubicBezTo>
                    <a:pt x="118" y="79"/>
                    <a:pt x="125" y="81"/>
                    <a:pt x="140" y="88"/>
                  </a:cubicBezTo>
                  <a:cubicBezTo>
                    <a:pt x="145" y="61"/>
                    <a:pt x="100" y="12"/>
                    <a:pt x="64" y="0"/>
                  </a:cubicBezTo>
                  <a:cubicBezTo>
                    <a:pt x="64" y="20"/>
                    <a:pt x="81" y="62"/>
                    <a:pt x="49" y="85"/>
                  </a:cubicBezTo>
                  <a:cubicBezTo>
                    <a:pt x="17" y="109"/>
                    <a:pt x="0" y="212"/>
                    <a:pt x="13" y="258"/>
                  </a:cubicBez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46"/>
            <p:cNvSpPr>
              <a:spLocks/>
            </p:cNvSpPr>
            <p:nvPr/>
          </p:nvSpPr>
          <p:spPr bwMode="auto">
            <a:xfrm>
              <a:off x="8439151" y="3641726"/>
              <a:ext cx="344488" cy="665163"/>
            </a:xfrm>
            <a:custGeom>
              <a:avLst/>
              <a:gdLst>
                <a:gd name="T0" fmla="*/ 2 w 127"/>
                <a:gd name="T1" fmla="*/ 245 h 245"/>
                <a:gd name="T2" fmla="*/ 97 w 127"/>
                <a:gd name="T3" fmla="*/ 124 h 245"/>
                <a:gd name="T4" fmla="*/ 81 w 127"/>
                <a:gd name="T5" fmla="*/ 73 h 245"/>
                <a:gd name="T6" fmla="*/ 127 w 127"/>
                <a:gd name="T7" fmla="*/ 81 h 245"/>
                <a:gd name="T8" fmla="*/ 53 w 127"/>
                <a:gd name="T9" fmla="*/ 0 h 245"/>
                <a:gd name="T10" fmla="*/ 35 w 127"/>
                <a:gd name="T11" fmla="*/ 85 h 245"/>
                <a:gd name="T12" fmla="*/ 2 w 127"/>
                <a:gd name="T13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245">
                  <a:moveTo>
                    <a:pt x="2" y="245"/>
                  </a:moveTo>
                  <a:cubicBezTo>
                    <a:pt x="5" y="215"/>
                    <a:pt x="58" y="124"/>
                    <a:pt x="97" y="124"/>
                  </a:cubicBezTo>
                  <a:cubicBezTo>
                    <a:pt x="96" y="101"/>
                    <a:pt x="94" y="90"/>
                    <a:pt x="81" y="73"/>
                  </a:cubicBezTo>
                  <a:cubicBezTo>
                    <a:pt x="99" y="70"/>
                    <a:pt x="113" y="73"/>
                    <a:pt x="127" y="81"/>
                  </a:cubicBezTo>
                  <a:cubicBezTo>
                    <a:pt x="123" y="53"/>
                    <a:pt x="81" y="12"/>
                    <a:pt x="53" y="0"/>
                  </a:cubicBezTo>
                  <a:cubicBezTo>
                    <a:pt x="53" y="20"/>
                    <a:pt x="56" y="61"/>
                    <a:pt x="35" y="85"/>
                  </a:cubicBezTo>
                  <a:cubicBezTo>
                    <a:pt x="14" y="108"/>
                    <a:pt x="0" y="200"/>
                    <a:pt x="2" y="245"/>
                  </a:cubicBez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47"/>
            <p:cNvSpPr>
              <a:spLocks/>
            </p:cNvSpPr>
            <p:nvPr/>
          </p:nvSpPr>
          <p:spPr bwMode="auto">
            <a:xfrm>
              <a:off x="8443913" y="3641726"/>
              <a:ext cx="336550" cy="461963"/>
            </a:xfrm>
            <a:custGeom>
              <a:avLst/>
              <a:gdLst>
                <a:gd name="T0" fmla="*/ 0 w 124"/>
                <a:gd name="T1" fmla="*/ 170 h 170"/>
                <a:gd name="T2" fmla="*/ 88 w 124"/>
                <a:gd name="T3" fmla="*/ 107 h 170"/>
                <a:gd name="T4" fmla="*/ 64 w 124"/>
                <a:gd name="T5" fmla="*/ 53 h 170"/>
                <a:gd name="T6" fmla="*/ 124 w 124"/>
                <a:gd name="T7" fmla="*/ 71 h 170"/>
                <a:gd name="T8" fmla="*/ 51 w 124"/>
                <a:gd name="T9" fmla="*/ 0 h 170"/>
                <a:gd name="T10" fmla="*/ 33 w 124"/>
                <a:gd name="T11" fmla="*/ 85 h 170"/>
                <a:gd name="T12" fmla="*/ 0 w 124"/>
                <a:gd name="T13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4" h="170">
                  <a:moveTo>
                    <a:pt x="0" y="170"/>
                  </a:moveTo>
                  <a:cubicBezTo>
                    <a:pt x="32" y="122"/>
                    <a:pt x="67" y="107"/>
                    <a:pt x="88" y="107"/>
                  </a:cubicBezTo>
                  <a:cubicBezTo>
                    <a:pt x="83" y="85"/>
                    <a:pt x="72" y="62"/>
                    <a:pt x="64" y="53"/>
                  </a:cubicBezTo>
                  <a:cubicBezTo>
                    <a:pt x="98" y="53"/>
                    <a:pt x="109" y="60"/>
                    <a:pt x="124" y="71"/>
                  </a:cubicBezTo>
                  <a:cubicBezTo>
                    <a:pt x="119" y="44"/>
                    <a:pt x="79" y="12"/>
                    <a:pt x="51" y="0"/>
                  </a:cubicBezTo>
                  <a:cubicBezTo>
                    <a:pt x="51" y="20"/>
                    <a:pt x="53" y="59"/>
                    <a:pt x="33" y="85"/>
                  </a:cubicBezTo>
                  <a:cubicBezTo>
                    <a:pt x="13" y="110"/>
                    <a:pt x="0" y="129"/>
                    <a:pt x="0" y="1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48"/>
            <p:cNvSpPr>
              <a:spLocks/>
            </p:cNvSpPr>
            <p:nvPr/>
          </p:nvSpPr>
          <p:spPr bwMode="auto">
            <a:xfrm>
              <a:off x="8572501" y="3549651"/>
              <a:ext cx="319088" cy="150813"/>
            </a:xfrm>
            <a:custGeom>
              <a:avLst/>
              <a:gdLst>
                <a:gd name="T0" fmla="*/ 118 w 118"/>
                <a:gd name="T1" fmla="*/ 35 h 56"/>
                <a:gd name="T2" fmla="*/ 60 w 118"/>
                <a:gd name="T3" fmla="*/ 47 h 56"/>
                <a:gd name="T4" fmla="*/ 7 w 118"/>
                <a:gd name="T5" fmla="*/ 54 h 56"/>
                <a:gd name="T6" fmla="*/ 0 w 118"/>
                <a:gd name="T7" fmla="*/ 40 h 56"/>
                <a:gd name="T8" fmla="*/ 54 w 118"/>
                <a:gd name="T9" fmla="*/ 21 h 56"/>
                <a:gd name="T10" fmla="*/ 110 w 118"/>
                <a:gd name="T11" fmla="*/ 0 h 56"/>
                <a:gd name="T12" fmla="*/ 118 w 118"/>
                <a:gd name="T13" fmla="*/ 3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8" h="56">
                  <a:moveTo>
                    <a:pt x="118" y="35"/>
                  </a:moveTo>
                  <a:cubicBezTo>
                    <a:pt x="105" y="50"/>
                    <a:pt x="88" y="56"/>
                    <a:pt x="60" y="47"/>
                  </a:cubicBezTo>
                  <a:cubicBezTo>
                    <a:pt x="36" y="40"/>
                    <a:pt x="16" y="47"/>
                    <a:pt x="7" y="54"/>
                  </a:cubicBezTo>
                  <a:cubicBezTo>
                    <a:pt x="6" y="56"/>
                    <a:pt x="1" y="39"/>
                    <a:pt x="0" y="40"/>
                  </a:cubicBezTo>
                  <a:cubicBezTo>
                    <a:pt x="5" y="31"/>
                    <a:pt x="27" y="16"/>
                    <a:pt x="54" y="21"/>
                  </a:cubicBezTo>
                  <a:cubicBezTo>
                    <a:pt x="82" y="25"/>
                    <a:pt x="98" y="18"/>
                    <a:pt x="110" y="0"/>
                  </a:cubicBezTo>
                  <a:cubicBezTo>
                    <a:pt x="107" y="7"/>
                    <a:pt x="109" y="30"/>
                    <a:pt x="118" y="35"/>
                  </a:cubicBezTo>
                  <a:close/>
                </a:path>
              </a:pathLst>
            </a:cu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49"/>
            <p:cNvSpPr>
              <a:spLocks/>
            </p:cNvSpPr>
            <p:nvPr/>
          </p:nvSpPr>
          <p:spPr bwMode="auto">
            <a:xfrm>
              <a:off x="8574088" y="3625851"/>
              <a:ext cx="323850" cy="179388"/>
            </a:xfrm>
            <a:custGeom>
              <a:avLst/>
              <a:gdLst>
                <a:gd name="T0" fmla="*/ 109 w 119"/>
                <a:gd name="T1" fmla="*/ 58 h 66"/>
                <a:gd name="T2" fmla="*/ 52 w 119"/>
                <a:gd name="T3" fmla="*/ 43 h 66"/>
                <a:gd name="T4" fmla="*/ 2 w 119"/>
                <a:gd name="T5" fmla="*/ 25 h 66"/>
                <a:gd name="T6" fmla="*/ 2 w 119"/>
                <a:gd name="T7" fmla="*/ 9 h 66"/>
                <a:gd name="T8" fmla="*/ 59 w 119"/>
                <a:gd name="T9" fmla="*/ 17 h 66"/>
                <a:gd name="T10" fmla="*/ 119 w 119"/>
                <a:gd name="T11" fmla="*/ 24 h 66"/>
                <a:gd name="T12" fmla="*/ 109 w 119"/>
                <a:gd name="T13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66">
                  <a:moveTo>
                    <a:pt x="109" y="58"/>
                  </a:moveTo>
                  <a:cubicBezTo>
                    <a:pt x="91" y="66"/>
                    <a:pt x="74" y="63"/>
                    <a:pt x="52" y="43"/>
                  </a:cubicBezTo>
                  <a:cubicBezTo>
                    <a:pt x="34" y="25"/>
                    <a:pt x="13" y="22"/>
                    <a:pt x="2" y="25"/>
                  </a:cubicBezTo>
                  <a:cubicBezTo>
                    <a:pt x="0" y="26"/>
                    <a:pt x="3" y="8"/>
                    <a:pt x="2" y="9"/>
                  </a:cubicBezTo>
                  <a:cubicBezTo>
                    <a:pt x="11" y="3"/>
                    <a:pt x="37" y="0"/>
                    <a:pt x="59" y="17"/>
                  </a:cubicBezTo>
                  <a:cubicBezTo>
                    <a:pt x="82" y="34"/>
                    <a:pt x="99" y="34"/>
                    <a:pt x="119" y="24"/>
                  </a:cubicBezTo>
                  <a:cubicBezTo>
                    <a:pt x="112" y="28"/>
                    <a:pt x="104" y="49"/>
                    <a:pt x="109" y="58"/>
                  </a:cubicBezTo>
                  <a:close/>
                </a:path>
              </a:pathLst>
            </a:custGeom>
            <a:solidFill>
              <a:srgbClr val="DB4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50"/>
            <p:cNvSpPr>
              <a:spLocks/>
            </p:cNvSpPr>
            <p:nvPr/>
          </p:nvSpPr>
          <p:spPr bwMode="auto">
            <a:xfrm>
              <a:off x="8286751" y="3616326"/>
              <a:ext cx="312738" cy="136525"/>
            </a:xfrm>
            <a:custGeom>
              <a:avLst/>
              <a:gdLst>
                <a:gd name="T0" fmla="*/ 0 w 115"/>
                <a:gd name="T1" fmla="*/ 0 h 50"/>
                <a:gd name="T2" fmla="*/ 115 w 115"/>
                <a:gd name="T3" fmla="*/ 0 h 50"/>
                <a:gd name="T4" fmla="*/ 115 w 115"/>
                <a:gd name="T5" fmla="*/ 34 h 50"/>
                <a:gd name="T6" fmla="*/ 0 w 115"/>
                <a:gd name="T7" fmla="*/ 34 h 50"/>
                <a:gd name="T8" fmla="*/ 0 w 115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50">
                  <a:moveTo>
                    <a:pt x="0" y="0"/>
                  </a:moveTo>
                  <a:cubicBezTo>
                    <a:pt x="39" y="13"/>
                    <a:pt x="77" y="12"/>
                    <a:pt x="115" y="0"/>
                  </a:cubicBezTo>
                  <a:cubicBezTo>
                    <a:pt x="115" y="11"/>
                    <a:pt x="115" y="22"/>
                    <a:pt x="115" y="34"/>
                  </a:cubicBezTo>
                  <a:cubicBezTo>
                    <a:pt x="77" y="49"/>
                    <a:pt x="39" y="50"/>
                    <a:pt x="0" y="34"/>
                  </a:cubicBezTo>
                  <a:cubicBezTo>
                    <a:pt x="0" y="22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51"/>
            <p:cNvSpPr>
              <a:spLocks/>
            </p:cNvSpPr>
            <p:nvPr/>
          </p:nvSpPr>
          <p:spPr bwMode="auto">
            <a:xfrm>
              <a:off x="8286751" y="3616326"/>
              <a:ext cx="157163" cy="125413"/>
            </a:xfrm>
            <a:custGeom>
              <a:avLst/>
              <a:gdLst>
                <a:gd name="T0" fmla="*/ 0 w 58"/>
                <a:gd name="T1" fmla="*/ 0 h 46"/>
                <a:gd name="T2" fmla="*/ 58 w 58"/>
                <a:gd name="T3" fmla="*/ 9 h 46"/>
                <a:gd name="T4" fmla="*/ 58 w 58"/>
                <a:gd name="T5" fmla="*/ 46 h 46"/>
                <a:gd name="T6" fmla="*/ 0 w 58"/>
                <a:gd name="T7" fmla="*/ 34 h 46"/>
                <a:gd name="T8" fmla="*/ 0 w 58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46">
                  <a:moveTo>
                    <a:pt x="0" y="0"/>
                  </a:moveTo>
                  <a:cubicBezTo>
                    <a:pt x="20" y="6"/>
                    <a:pt x="39" y="9"/>
                    <a:pt x="58" y="9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39" y="46"/>
                    <a:pt x="20" y="42"/>
                    <a:pt x="0" y="34"/>
                  </a:cubicBezTo>
                  <a:cubicBezTo>
                    <a:pt x="0" y="22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DB4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52"/>
            <p:cNvSpPr>
              <a:spLocks/>
            </p:cNvSpPr>
            <p:nvPr/>
          </p:nvSpPr>
          <p:spPr bwMode="auto">
            <a:xfrm>
              <a:off x="8020051" y="2682876"/>
              <a:ext cx="839788" cy="633413"/>
            </a:xfrm>
            <a:custGeom>
              <a:avLst/>
              <a:gdLst>
                <a:gd name="T0" fmla="*/ 152 w 309"/>
                <a:gd name="T1" fmla="*/ 87 h 233"/>
                <a:gd name="T2" fmla="*/ 262 w 309"/>
                <a:gd name="T3" fmla="*/ 171 h 233"/>
                <a:gd name="T4" fmla="*/ 293 w 309"/>
                <a:gd name="T5" fmla="*/ 178 h 233"/>
                <a:gd name="T6" fmla="*/ 158 w 309"/>
                <a:gd name="T7" fmla="*/ 0 h 233"/>
                <a:gd name="T8" fmla="*/ 16 w 309"/>
                <a:gd name="T9" fmla="*/ 172 h 233"/>
                <a:gd name="T10" fmla="*/ 50 w 309"/>
                <a:gd name="T11" fmla="*/ 172 h 233"/>
                <a:gd name="T12" fmla="*/ 152 w 309"/>
                <a:gd name="T13" fmla="*/ 8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9" h="233">
                  <a:moveTo>
                    <a:pt x="152" y="87"/>
                  </a:moveTo>
                  <a:cubicBezTo>
                    <a:pt x="225" y="87"/>
                    <a:pt x="260" y="135"/>
                    <a:pt x="262" y="171"/>
                  </a:cubicBezTo>
                  <a:cubicBezTo>
                    <a:pt x="264" y="208"/>
                    <a:pt x="277" y="212"/>
                    <a:pt x="293" y="178"/>
                  </a:cubicBezTo>
                  <a:cubicBezTo>
                    <a:pt x="309" y="145"/>
                    <a:pt x="270" y="0"/>
                    <a:pt x="158" y="0"/>
                  </a:cubicBezTo>
                  <a:cubicBezTo>
                    <a:pt x="46" y="0"/>
                    <a:pt x="0" y="111"/>
                    <a:pt x="16" y="172"/>
                  </a:cubicBezTo>
                  <a:cubicBezTo>
                    <a:pt x="31" y="233"/>
                    <a:pt x="51" y="198"/>
                    <a:pt x="50" y="172"/>
                  </a:cubicBezTo>
                  <a:cubicBezTo>
                    <a:pt x="49" y="146"/>
                    <a:pt x="72" y="89"/>
                    <a:pt x="152" y="87"/>
                  </a:cubicBezTo>
                  <a:close/>
                </a:path>
              </a:pathLst>
            </a:cu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53"/>
            <p:cNvSpPr>
              <a:spLocks/>
            </p:cNvSpPr>
            <p:nvPr/>
          </p:nvSpPr>
          <p:spPr bwMode="auto">
            <a:xfrm>
              <a:off x="8750301" y="3087688"/>
              <a:ext cx="101600" cy="190500"/>
            </a:xfrm>
            <a:custGeom>
              <a:avLst/>
              <a:gdLst>
                <a:gd name="T0" fmla="*/ 26 w 37"/>
                <a:gd name="T1" fmla="*/ 2 h 70"/>
                <a:gd name="T2" fmla="*/ 33 w 37"/>
                <a:gd name="T3" fmla="*/ 38 h 70"/>
                <a:gd name="T4" fmla="*/ 11 w 37"/>
                <a:gd name="T5" fmla="*/ 68 h 70"/>
                <a:gd name="T6" fmla="*/ 4 w 37"/>
                <a:gd name="T7" fmla="*/ 32 h 70"/>
                <a:gd name="T8" fmla="*/ 26 w 37"/>
                <a:gd name="T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70">
                  <a:moveTo>
                    <a:pt x="26" y="2"/>
                  </a:moveTo>
                  <a:cubicBezTo>
                    <a:pt x="34" y="4"/>
                    <a:pt x="37" y="20"/>
                    <a:pt x="33" y="38"/>
                  </a:cubicBezTo>
                  <a:cubicBezTo>
                    <a:pt x="29" y="56"/>
                    <a:pt x="19" y="70"/>
                    <a:pt x="11" y="68"/>
                  </a:cubicBezTo>
                  <a:cubicBezTo>
                    <a:pt x="3" y="66"/>
                    <a:pt x="0" y="50"/>
                    <a:pt x="4" y="32"/>
                  </a:cubicBezTo>
                  <a:cubicBezTo>
                    <a:pt x="8" y="14"/>
                    <a:pt x="18" y="0"/>
                    <a:pt x="26" y="2"/>
                  </a:cubicBez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54"/>
            <p:cNvSpPr>
              <a:spLocks/>
            </p:cNvSpPr>
            <p:nvPr/>
          </p:nvSpPr>
          <p:spPr bwMode="auto">
            <a:xfrm>
              <a:off x="8037513" y="3087688"/>
              <a:ext cx="100013" cy="190500"/>
            </a:xfrm>
            <a:custGeom>
              <a:avLst/>
              <a:gdLst>
                <a:gd name="T0" fmla="*/ 11 w 37"/>
                <a:gd name="T1" fmla="*/ 2 h 70"/>
                <a:gd name="T2" fmla="*/ 4 w 37"/>
                <a:gd name="T3" fmla="*/ 38 h 70"/>
                <a:gd name="T4" fmla="*/ 26 w 37"/>
                <a:gd name="T5" fmla="*/ 68 h 70"/>
                <a:gd name="T6" fmla="*/ 33 w 37"/>
                <a:gd name="T7" fmla="*/ 32 h 70"/>
                <a:gd name="T8" fmla="*/ 11 w 37"/>
                <a:gd name="T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70">
                  <a:moveTo>
                    <a:pt x="11" y="2"/>
                  </a:moveTo>
                  <a:cubicBezTo>
                    <a:pt x="3" y="4"/>
                    <a:pt x="0" y="20"/>
                    <a:pt x="4" y="38"/>
                  </a:cubicBezTo>
                  <a:cubicBezTo>
                    <a:pt x="8" y="56"/>
                    <a:pt x="18" y="70"/>
                    <a:pt x="26" y="68"/>
                  </a:cubicBezTo>
                  <a:cubicBezTo>
                    <a:pt x="33" y="66"/>
                    <a:pt x="37" y="50"/>
                    <a:pt x="33" y="32"/>
                  </a:cubicBezTo>
                  <a:cubicBezTo>
                    <a:pt x="28" y="14"/>
                    <a:pt x="19" y="0"/>
                    <a:pt x="11" y="2"/>
                  </a:cubicBezTo>
                  <a:close/>
                </a:path>
              </a:pathLst>
            </a:custGeom>
            <a:solidFill>
              <a:srgbClr val="F7D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55"/>
            <p:cNvSpPr>
              <a:spLocks/>
            </p:cNvSpPr>
            <p:nvPr/>
          </p:nvSpPr>
          <p:spPr bwMode="auto">
            <a:xfrm>
              <a:off x="8234363" y="2538413"/>
              <a:ext cx="415925" cy="325438"/>
            </a:xfrm>
            <a:custGeom>
              <a:avLst/>
              <a:gdLst>
                <a:gd name="T0" fmla="*/ 0 w 153"/>
                <a:gd name="T1" fmla="*/ 23 h 120"/>
                <a:gd name="T2" fmla="*/ 153 w 153"/>
                <a:gd name="T3" fmla="*/ 23 h 120"/>
                <a:gd name="T4" fmla="*/ 153 w 153"/>
                <a:gd name="T5" fmla="*/ 120 h 120"/>
                <a:gd name="T6" fmla="*/ 0 w 153"/>
                <a:gd name="T7" fmla="*/ 120 h 120"/>
                <a:gd name="T8" fmla="*/ 0 w 153"/>
                <a:gd name="T9" fmla="*/ 2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120">
                  <a:moveTo>
                    <a:pt x="0" y="23"/>
                  </a:moveTo>
                  <a:cubicBezTo>
                    <a:pt x="51" y="0"/>
                    <a:pt x="102" y="0"/>
                    <a:pt x="153" y="23"/>
                  </a:cubicBezTo>
                  <a:cubicBezTo>
                    <a:pt x="153" y="120"/>
                    <a:pt x="153" y="120"/>
                    <a:pt x="153" y="120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0" y="23"/>
                  </a:ln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Oval 56"/>
            <p:cNvSpPr>
              <a:spLocks noChangeArrowheads="1"/>
            </p:cNvSpPr>
            <p:nvPr/>
          </p:nvSpPr>
          <p:spPr bwMode="auto">
            <a:xfrm>
              <a:off x="8401051" y="2625726"/>
              <a:ext cx="87313" cy="168275"/>
            </a:xfrm>
            <a:prstGeom prst="ellipse">
              <a:avLst/>
            </a:prstGeom>
            <a:solidFill>
              <a:srgbClr val="F5C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57"/>
            <p:cNvSpPr>
              <a:spLocks/>
            </p:cNvSpPr>
            <p:nvPr/>
          </p:nvSpPr>
          <p:spPr bwMode="auto">
            <a:xfrm>
              <a:off x="8175626" y="2733676"/>
              <a:ext cx="501650" cy="407988"/>
            </a:xfrm>
            <a:custGeom>
              <a:avLst/>
              <a:gdLst>
                <a:gd name="T0" fmla="*/ 7 w 185"/>
                <a:gd name="T1" fmla="*/ 42 h 150"/>
                <a:gd name="T2" fmla="*/ 176 w 185"/>
                <a:gd name="T3" fmla="*/ 150 h 150"/>
                <a:gd name="T4" fmla="*/ 7 w 185"/>
                <a:gd name="T5" fmla="*/ 4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" h="150">
                  <a:moveTo>
                    <a:pt x="7" y="42"/>
                  </a:moveTo>
                  <a:cubicBezTo>
                    <a:pt x="0" y="85"/>
                    <a:pt x="82" y="146"/>
                    <a:pt x="176" y="150"/>
                  </a:cubicBezTo>
                  <a:cubicBezTo>
                    <a:pt x="185" y="38"/>
                    <a:pt x="81" y="0"/>
                    <a:pt x="7" y="42"/>
                  </a:cubicBezTo>
                  <a:close/>
                </a:path>
              </a:pathLst>
            </a:cu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Oval 58"/>
            <p:cNvSpPr>
              <a:spLocks noChangeArrowheads="1"/>
            </p:cNvSpPr>
            <p:nvPr/>
          </p:nvSpPr>
          <p:spPr bwMode="auto">
            <a:xfrm>
              <a:off x="8753476" y="4149726"/>
              <a:ext cx="34925" cy="68263"/>
            </a:xfrm>
            <a:prstGeom prst="ellipse">
              <a:avLst/>
            </a:prstGeom>
            <a:solidFill>
              <a:srgbClr val="F5C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2617788" y="2405063"/>
            <a:ext cx="1962150" cy="1963738"/>
            <a:chOff x="2617788" y="2405063"/>
            <a:chExt cx="1962150" cy="1963738"/>
          </a:xfrm>
        </p:grpSpPr>
        <p:sp>
          <p:nvSpPr>
            <p:cNvPr id="93" name="Oval 60"/>
            <p:cNvSpPr>
              <a:spLocks noChangeArrowheads="1"/>
            </p:cNvSpPr>
            <p:nvPr/>
          </p:nvSpPr>
          <p:spPr bwMode="auto">
            <a:xfrm>
              <a:off x="2617788" y="2405063"/>
              <a:ext cx="1962150" cy="1963738"/>
            </a:xfrm>
            <a:prstGeom prst="ellipse">
              <a:avLst/>
            </a:pr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61"/>
            <p:cNvSpPr>
              <a:spLocks/>
            </p:cNvSpPr>
            <p:nvPr/>
          </p:nvSpPr>
          <p:spPr bwMode="auto">
            <a:xfrm>
              <a:off x="3040063" y="3703638"/>
              <a:ext cx="1117600" cy="665163"/>
            </a:xfrm>
            <a:custGeom>
              <a:avLst/>
              <a:gdLst>
                <a:gd name="T0" fmla="*/ 71 w 412"/>
                <a:gd name="T1" fmla="*/ 49 h 245"/>
                <a:gd name="T2" fmla="*/ 0 w 412"/>
                <a:gd name="T3" fmla="*/ 180 h 245"/>
                <a:gd name="T4" fmla="*/ 206 w 412"/>
                <a:gd name="T5" fmla="*/ 245 h 245"/>
                <a:gd name="T6" fmla="*/ 412 w 412"/>
                <a:gd name="T7" fmla="*/ 180 h 245"/>
                <a:gd name="T8" fmla="*/ 341 w 412"/>
                <a:gd name="T9" fmla="*/ 49 h 245"/>
                <a:gd name="T10" fmla="*/ 206 w 412"/>
                <a:gd name="T11" fmla="*/ 0 h 245"/>
                <a:gd name="T12" fmla="*/ 71 w 412"/>
                <a:gd name="T13" fmla="*/ 4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245">
                  <a:moveTo>
                    <a:pt x="71" y="49"/>
                  </a:moveTo>
                  <a:cubicBezTo>
                    <a:pt x="36" y="72"/>
                    <a:pt x="21" y="121"/>
                    <a:pt x="0" y="180"/>
                  </a:cubicBezTo>
                  <a:cubicBezTo>
                    <a:pt x="58" y="221"/>
                    <a:pt x="130" y="245"/>
                    <a:pt x="206" y="245"/>
                  </a:cubicBezTo>
                  <a:cubicBezTo>
                    <a:pt x="283" y="245"/>
                    <a:pt x="354" y="221"/>
                    <a:pt x="412" y="180"/>
                  </a:cubicBezTo>
                  <a:cubicBezTo>
                    <a:pt x="392" y="121"/>
                    <a:pt x="377" y="71"/>
                    <a:pt x="341" y="49"/>
                  </a:cubicBezTo>
                  <a:cubicBezTo>
                    <a:pt x="279" y="10"/>
                    <a:pt x="242" y="1"/>
                    <a:pt x="206" y="0"/>
                  </a:cubicBezTo>
                  <a:cubicBezTo>
                    <a:pt x="169" y="0"/>
                    <a:pt x="132" y="9"/>
                    <a:pt x="71" y="49"/>
                  </a:cubicBezTo>
                  <a:close/>
                </a:path>
              </a:pathLst>
            </a:custGeom>
            <a:solidFill>
              <a:srgbClr val="C74A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62"/>
            <p:cNvSpPr>
              <a:spLocks/>
            </p:cNvSpPr>
            <p:nvPr/>
          </p:nvSpPr>
          <p:spPr bwMode="auto">
            <a:xfrm>
              <a:off x="4049713" y="3924301"/>
              <a:ext cx="107950" cy="336550"/>
            </a:xfrm>
            <a:custGeom>
              <a:avLst/>
              <a:gdLst>
                <a:gd name="T0" fmla="*/ 0 w 40"/>
                <a:gd name="T1" fmla="*/ 124 h 124"/>
                <a:gd name="T2" fmla="*/ 0 w 40"/>
                <a:gd name="T3" fmla="*/ 0 h 124"/>
                <a:gd name="T4" fmla="*/ 40 w 40"/>
                <a:gd name="T5" fmla="*/ 99 h 124"/>
                <a:gd name="T6" fmla="*/ 0 w 40"/>
                <a:gd name="T7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24">
                  <a:moveTo>
                    <a:pt x="0" y="12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6" y="26"/>
                    <a:pt x="27" y="61"/>
                    <a:pt x="40" y="99"/>
                  </a:cubicBezTo>
                  <a:cubicBezTo>
                    <a:pt x="28" y="108"/>
                    <a:pt x="14" y="116"/>
                    <a:pt x="0" y="124"/>
                  </a:cubicBezTo>
                  <a:close/>
                </a:path>
              </a:pathLst>
            </a:cu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63"/>
            <p:cNvSpPr>
              <a:spLocks/>
            </p:cNvSpPr>
            <p:nvPr/>
          </p:nvSpPr>
          <p:spPr bwMode="auto">
            <a:xfrm>
              <a:off x="3846513" y="3768726"/>
              <a:ext cx="119063" cy="568325"/>
            </a:xfrm>
            <a:custGeom>
              <a:avLst/>
              <a:gdLst>
                <a:gd name="T0" fmla="*/ 44 w 44"/>
                <a:gd name="T1" fmla="*/ 25 h 209"/>
                <a:gd name="T2" fmla="*/ 44 w 44"/>
                <a:gd name="T3" fmla="*/ 195 h 209"/>
                <a:gd name="T4" fmla="*/ 0 w 44"/>
                <a:gd name="T5" fmla="*/ 209 h 209"/>
                <a:gd name="T6" fmla="*/ 0 w 44"/>
                <a:gd name="T7" fmla="*/ 0 h 209"/>
                <a:gd name="T8" fmla="*/ 44 w 44"/>
                <a:gd name="T9" fmla="*/ 25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209">
                  <a:moveTo>
                    <a:pt x="44" y="25"/>
                  </a:moveTo>
                  <a:cubicBezTo>
                    <a:pt x="44" y="195"/>
                    <a:pt x="44" y="195"/>
                    <a:pt x="44" y="195"/>
                  </a:cubicBezTo>
                  <a:cubicBezTo>
                    <a:pt x="30" y="201"/>
                    <a:pt x="15" y="206"/>
                    <a:pt x="0" y="20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6"/>
                    <a:pt x="28" y="14"/>
                    <a:pt x="44" y="25"/>
                  </a:cubicBezTo>
                  <a:close/>
                </a:path>
              </a:pathLst>
            </a:cu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64"/>
            <p:cNvSpPr>
              <a:spLocks/>
            </p:cNvSpPr>
            <p:nvPr/>
          </p:nvSpPr>
          <p:spPr bwMode="auto">
            <a:xfrm>
              <a:off x="3641726" y="3706813"/>
              <a:ext cx="120650" cy="661988"/>
            </a:xfrm>
            <a:custGeom>
              <a:avLst/>
              <a:gdLst>
                <a:gd name="T0" fmla="*/ 44 w 44"/>
                <a:gd name="T1" fmla="*/ 10 h 244"/>
                <a:gd name="T2" fmla="*/ 44 w 44"/>
                <a:gd name="T3" fmla="*/ 239 h 244"/>
                <a:gd name="T4" fmla="*/ 0 w 44"/>
                <a:gd name="T5" fmla="*/ 244 h 244"/>
                <a:gd name="T6" fmla="*/ 0 w 44"/>
                <a:gd name="T7" fmla="*/ 0 h 244"/>
                <a:gd name="T8" fmla="*/ 44 w 44"/>
                <a:gd name="T9" fmla="*/ 1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244">
                  <a:moveTo>
                    <a:pt x="44" y="10"/>
                  </a:moveTo>
                  <a:cubicBezTo>
                    <a:pt x="44" y="239"/>
                    <a:pt x="44" y="239"/>
                    <a:pt x="44" y="239"/>
                  </a:cubicBezTo>
                  <a:cubicBezTo>
                    <a:pt x="29" y="241"/>
                    <a:pt x="15" y="243"/>
                    <a:pt x="0" y="2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1"/>
                    <a:pt x="28" y="4"/>
                    <a:pt x="44" y="10"/>
                  </a:cubicBezTo>
                  <a:close/>
                </a:path>
              </a:pathLst>
            </a:cu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65"/>
            <p:cNvSpPr>
              <a:spLocks/>
            </p:cNvSpPr>
            <p:nvPr/>
          </p:nvSpPr>
          <p:spPr bwMode="auto">
            <a:xfrm>
              <a:off x="3435351" y="3706813"/>
              <a:ext cx="122238" cy="661988"/>
            </a:xfrm>
            <a:custGeom>
              <a:avLst/>
              <a:gdLst>
                <a:gd name="T0" fmla="*/ 45 w 45"/>
                <a:gd name="T1" fmla="*/ 0 h 244"/>
                <a:gd name="T2" fmla="*/ 45 w 45"/>
                <a:gd name="T3" fmla="*/ 244 h 244"/>
                <a:gd name="T4" fmla="*/ 0 w 45"/>
                <a:gd name="T5" fmla="*/ 239 h 244"/>
                <a:gd name="T6" fmla="*/ 0 w 45"/>
                <a:gd name="T7" fmla="*/ 9 h 244"/>
                <a:gd name="T8" fmla="*/ 45 w 45"/>
                <a:gd name="T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44">
                  <a:moveTo>
                    <a:pt x="45" y="0"/>
                  </a:moveTo>
                  <a:cubicBezTo>
                    <a:pt x="45" y="244"/>
                    <a:pt x="45" y="244"/>
                    <a:pt x="45" y="244"/>
                  </a:cubicBezTo>
                  <a:cubicBezTo>
                    <a:pt x="30" y="243"/>
                    <a:pt x="15" y="241"/>
                    <a:pt x="0" y="23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6" y="3"/>
                    <a:pt x="31" y="0"/>
                    <a:pt x="45" y="0"/>
                  </a:cubicBezTo>
                  <a:close/>
                </a:path>
              </a:pathLst>
            </a:cu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66"/>
            <p:cNvSpPr>
              <a:spLocks/>
            </p:cNvSpPr>
            <p:nvPr/>
          </p:nvSpPr>
          <p:spPr bwMode="auto">
            <a:xfrm>
              <a:off x="3232151" y="3767138"/>
              <a:ext cx="122238" cy="569913"/>
            </a:xfrm>
            <a:custGeom>
              <a:avLst/>
              <a:gdLst>
                <a:gd name="T0" fmla="*/ 45 w 45"/>
                <a:gd name="T1" fmla="*/ 0 h 210"/>
                <a:gd name="T2" fmla="*/ 45 w 45"/>
                <a:gd name="T3" fmla="*/ 210 h 210"/>
                <a:gd name="T4" fmla="*/ 0 w 45"/>
                <a:gd name="T5" fmla="*/ 196 h 210"/>
                <a:gd name="T6" fmla="*/ 0 w 45"/>
                <a:gd name="T7" fmla="*/ 25 h 210"/>
                <a:gd name="T8" fmla="*/ 45 w 45"/>
                <a:gd name="T9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10">
                  <a:moveTo>
                    <a:pt x="45" y="0"/>
                  </a:moveTo>
                  <a:cubicBezTo>
                    <a:pt x="45" y="210"/>
                    <a:pt x="45" y="210"/>
                    <a:pt x="45" y="210"/>
                  </a:cubicBezTo>
                  <a:cubicBezTo>
                    <a:pt x="29" y="206"/>
                    <a:pt x="15" y="202"/>
                    <a:pt x="0" y="19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7" y="15"/>
                    <a:pt x="31" y="6"/>
                    <a:pt x="45" y="0"/>
                  </a:cubicBezTo>
                  <a:close/>
                </a:path>
              </a:pathLst>
            </a:cu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67"/>
            <p:cNvSpPr>
              <a:spLocks/>
            </p:cNvSpPr>
            <p:nvPr/>
          </p:nvSpPr>
          <p:spPr bwMode="auto">
            <a:xfrm>
              <a:off x="3040063" y="3924301"/>
              <a:ext cx="107950" cy="336550"/>
            </a:xfrm>
            <a:custGeom>
              <a:avLst/>
              <a:gdLst>
                <a:gd name="T0" fmla="*/ 40 w 40"/>
                <a:gd name="T1" fmla="*/ 0 h 124"/>
                <a:gd name="T2" fmla="*/ 40 w 40"/>
                <a:gd name="T3" fmla="*/ 124 h 124"/>
                <a:gd name="T4" fmla="*/ 0 w 40"/>
                <a:gd name="T5" fmla="*/ 99 h 124"/>
                <a:gd name="T6" fmla="*/ 40 w 40"/>
                <a:gd name="T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24">
                  <a:moveTo>
                    <a:pt x="40" y="0"/>
                  </a:moveTo>
                  <a:cubicBezTo>
                    <a:pt x="40" y="124"/>
                    <a:pt x="40" y="124"/>
                    <a:pt x="40" y="124"/>
                  </a:cubicBezTo>
                  <a:cubicBezTo>
                    <a:pt x="26" y="116"/>
                    <a:pt x="13" y="108"/>
                    <a:pt x="0" y="99"/>
                  </a:cubicBezTo>
                  <a:cubicBezTo>
                    <a:pt x="14" y="61"/>
                    <a:pt x="25" y="26"/>
                    <a:pt x="40" y="0"/>
                  </a:cubicBezTo>
                  <a:close/>
                </a:path>
              </a:pathLst>
            </a:cu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68"/>
            <p:cNvSpPr>
              <a:spLocks/>
            </p:cNvSpPr>
            <p:nvPr/>
          </p:nvSpPr>
          <p:spPr bwMode="auto">
            <a:xfrm>
              <a:off x="3121026" y="3856038"/>
              <a:ext cx="955675" cy="119063"/>
            </a:xfrm>
            <a:custGeom>
              <a:avLst/>
              <a:gdLst>
                <a:gd name="T0" fmla="*/ 32 w 352"/>
                <a:gd name="T1" fmla="*/ 0 h 44"/>
                <a:gd name="T2" fmla="*/ 0 w 352"/>
                <a:gd name="T3" fmla="*/ 44 h 44"/>
                <a:gd name="T4" fmla="*/ 352 w 352"/>
                <a:gd name="T5" fmla="*/ 44 h 44"/>
                <a:gd name="T6" fmla="*/ 321 w 352"/>
                <a:gd name="T7" fmla="*/ 0 h 44"/>
                <a:gd name="T8" fmla="*/ 32 w 35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2" h="44">
                  <a:moveTo>
                    <a:pt x="32" y="0"/>
                  </a:moveTo>
                  <a:cubicBezTo>
                    <a:pt x="19" y="11"/>
                    <a:pt x="9" y="26"/>
                    <a:pt x="0" y="44"/>
                  </a:cubicBezTo>
                  <a:cubicBezTo>
                    <a:pt x="352" y="44"/>
                    <a:pt x="352" y="44"/>
                    <a:pt x="352" y="44"/>
                  </a:cubicBezTo>
                  <a:cubicBezTo>
                    <a:pt x="344" y="26"/>
                    <a:pt x="334" y="11"/>
                    <a:pt x="321" y="0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69"/>
            <p:cNvSpPr>
              <a:spLocks/>
            </p:cNvSpPr>
            <p:nvPr/>
          </p:nvSpPr>
          <p:spPr bwMode="auto">
            <a:xfrm>
              <a:off x="3044826" y="4059238"/>
              <a:ext cx="1111250" cy="120650"/>
            </a:xfrm>
            <a:custGeom>
              <a:avLst/>
              <a:gdLst>
                <a:gd name="T0" fmla="*/ 16 w 409"/>
                <a:gd name="T1" fmla="*/ 0 h 44"/>
                <a:gd name="T2" fmla="*/ 0 w 409"/>
                <a:gd name="T3" fmla="*/ 44 h 44"/>
                <a:gd name="T4" fmla="*/ 409 w 409"/>
                <a:gd name="T5" fmla="*/ 44 h 44"/>
                <a:gd name="T6" fmla="*/ 393 w 409"/>
                <a:gd name="T7" fmla="*/ 0 h 44"/>
                <a:gd name="T8" fmla="*/ 16 w 40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44">
                  <a:moveTo>
                    <a:pt x="16" y="0"/>
                  </a:moveTo>
                  <a:cubicBezTo>
                    <a:pt x="10" y="14"/>
                    <a:pt x="5" y="29"/>
                    <a:pt x="0" y="44"/>
                  </a:cubicBezTo>
                  <a:cubicBezTo>
                    <a:pt x="409" y="44"/>
                    <a:pt x="409" y="44"/>
                    <a:pt x="409" y="44"/>
                  </a:cubicBezTo>
                  <a:cubicBezTo>
                    <a:pt x="403" y="29"/>
                    <a:pt x="398" y="14"/>
                    <a:pt x="393" y="0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70"/>
            <p:cNvSpPr>
              <a:spLocks/>
            </p:cNvSpPr>
            <p:nvPr/>
          </p:nvSpPr>
          <p:spPr bwMode="auto">
            <a:xfrm>
              <a:off x="3155951" y="4264026"/>
              <a:ext cx="889000" cy="104775"/>
            </a:xfrm>
            <a:custGeom>
              <a:avLst/>
              <a:gdLst>
                <a:gd name="T0" fmla="*/ 0 w 327"/>
                <a:gd name="T1" fmla="*/ 0 h 39"/>
                <a:gd name="T2" fmla="*/ 163 w 327"/>
                <a:gd name="T3" fmla="*/ 39 h 39"/>
                <a:gd name="T4" fmla="*/ 327 w 327"/>
                <a:gd name="T5" fmla="*/ 0 h 39"/>
                <a:gd name="T6" fmla="*/ 0 w 327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7" h="39">
                  <a:moveTo>
                    <a:pt x="0" y="0"/>
                  </a:moveTo>
                  <a:cubicBezTo>
                    <a:pt x="49" y="25"/>
                    <a:pt x="105" y="39"/>
                    <a:pt x="163" y="39"/>
                  </a:cubicBezTo>
                  <a:cubicBezTo>
                    <a:pt x="222" y="39"/>
                    <a:pt x="278" y="25"/>
                    <a:pt x="3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71"/>
            <p:cNvSpPr>
              <a:spLocks/>
            </p:cNvSpPr>
            <p:nvPr/>
          </p:nvSpPr>
          <p:spPr bwMode="auto">
            <a:xfrm>
              <a:off x="4049713" y="3924301"/>
              <a:ext cx="26988" cy="50800"/>
            </a:xfrm>
            <a:custGeom>
              <a:avLst/>
              <a:gdLst>
                <a:gd name="T0" fmla="*/ 0 w 10"/>
                <a:gd name="T1" fmla="*/ 19 h 19"/>
                <a:gd name="T2" fmla="*/ 10 w 10"/>
                <a:gd name="T3" fmla="*/ 19 h 19"/>
                <a:gd name="T4" fmla="*/ 10 w 10"/>
                <a:gd name="T5" fmla="*/ 18 h 19"/>
                <a:gd name="T6" fmla="*/ 9 w 10"/>
                <a:gd name="T7" fmla="*/ 16 h 19"/>
                <a:gd name="T8" fmla="*/ 9 w 10"/>
                <a:gd name="T9" fmla="*/ 16 h 19"/>
                <a:gd name="T10" fmla="*/ 7 w 10"/>
                <a:gd name="T11" fmla="*/ 12 h 19"/>
                <a:gd name="T12" fmla="*/ 6 w 10"/>
                <a:gd name="T13" fmla="*/ 12 h 19"/>
                <a:gd name="T14" fmla="*/ 5 w 10"/>
                <a:gd name="T15" fmla="*/ 8 h 19"/>
                <a:gd name="T16" fmla="*/ 5 w 10"/>
                <a:gd name="T17" fmla="*/ 8 h 19"/>
                <a:gd name="T18" fmla="*/ 4 w 10"/>
                <a:gd name="T19" fmla="*/ 8 h 19"/>
                <a:gd name="T20" fmla="*/ 4 w 10"/>
                <a:gd name="T21" fmla="*/ 7 h 19"/>
                <a:gd name="T22" fmla="*/ 4 w 10"/>
                <a:gd name="T23" fmla="*/ 7 h 19"/>
                <a:gd name="T24" fmla="*/ 3 w 10"/>
                <a:gd name="T25" fmla="*/ 6 h 19"/>
                <a:gd name="T26" fmla="*/ 3 w 10"/>
                <a:gd name="T27" fmla="*/ 5 h 19"/>
                <a:gd name="T28" fmla="*/ 3 w 10"/>
                <a:gd name="T29" fmla="*/ 5 h 19"/>
                <a:gd name="T30" fmla="*/ 3 w 10"/>
                <a:gd name="T31" fmla="*/ 5 h 19"/>
                <a:gd name="T32" fmla="*/ 3 w 10"/>
                <a:gd name="T33" fmla="*/ 4 h 19"/>
                <a:gd name="T34" fmla="*/ 2 w 10"/>
                <a:gd name="T35" fmla="*/ 4 h 19"/>
                <a:gd name="T36" fmla="*/ 2 w 10"/>
                <a:gd name="T37" fmla="*/ 4 h 19"/>
                <a:gd name="T38" fmla="*/ 2 w 10"/>
                <a:gd name="T39" fmla="*/ 3 h 19"/>
                <a:gd name="T40" fmla="*/ 2 w 10"/>
                <a:gd name="T41" fmla="*/ 3 h 19"/>
                <a:gd name="T42" fmla="*/ 1 w 10"/>
                <a:gd name="T43" fmla="*/ 2 h 19"/>
                <a:gd name="T44" fmla="*/ 1 w 10"/>
                <a:gd name="T45" fmla="*/ 1 h 19"/>
                <a:gd name="T46" fmla="*/ 0 w 10"/>
                <a:gd name="T47" fmla="*/ 1 h 19"/>
                <a:gd name="T48" fmla="*/ 0 w 10"/>
                <a:gd name="T49" fmla="*/ 0 h 19"/>
                <a:gd name="T50" fmla="*/ 0 w 10"/>
                <a:gd name="T51" fmla="*/ 0 h 19"/>
                <a:gd name="T52" fmla="*/ 0 w 10"/>
                <a:gd name="T5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" h="19">
                  <a:moveTo>
                    <a:pt x="0" y="19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8" y="15"/>
                    <a:pt x="7" y="13"/>
                    <a:pt x="7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0"/>
                    <a:pt x="5" y="9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72"/>
            <p:cNvSpPr>
              <a:spLocks/>
            </p:cNvSpPr>
            <p:nvPr/>
          </p:nvSpPr>
          <p:spPr bwMode="auto">
            <a:xfrm>
              <a:off x="4049713" y="4059238"/>
              <a:ext cx="106363" cy="120650"/>
            </a:xfrm>
            <a:custGeom>
              <a:avLst/>
              <a:gdLst>
                <a:gd name="T0" fmla="*/ 67 w 67"/>
                <a:gd name="T1" fmla="*/ 76 h 76"/>
                <a:gd name="T2" fmla="*/ 65 w 67"/>
                <a:gd name="T3" fmla="*/ 74 h 76"/>
                <a:gd name="T4" fmla="*/ 65 w 67"/>
                <a:gd name="T5" fmla="*/ 72 h 76"/>
                <a:gd name="T6" fmla="*/ 65 w 67"/>
                <a:gd name="T7" fmla="*/ 71 h 76"/>
                <a:gd name="T8" fmla="*/ 63 w 67"/>
                <a:gd name="T9" fmla="*/ 67 h 76"/>
                <a:gd name="T10" fmla="*/ 63 w 67"/>
                <a:gd name="T11" fmla="*/ 65 h 76"/>
                <a:gd name="T12" fmla="*/ 62 w 67"/>
                <a:gd name="T13" fmla="*/ 64 h 76"/>
                <a:gd name="T14" fmla="*/ 62 w 67"/>
                <a:gd name="T15" fmla="*/ 62 h 76"/>
                <a:gd name="T16" fmla="*/ 60 w 67"/>
                <a:gd name="T17" fmla="*/ 59 h 76"/>
                <a:gd name="T18" fmla="*/ 60 w 67"/>
                <a:gd name="T19" fmla="*/ 57 h 76"/>
                <a:gd name="T20" fmla="*/ 56 w 67"/>
                <a:gd name="T21" fmla="*/ 48 h 76"/>
                <a:gd name="T22" fmla="*/ 55 w 67"/>
                <a:gd name="T23" fmla="*/ 45 h 76"/>
                <a:gd name="T24" fmla="*/ 55 w 67"/>
                <a:gd name="T25" fmla="*/ 43 h 76"/>
                <a:gd name="T26" fmla="*/ 53 w 67"/>
                <a:gd name="T27" fmla="*/ 40 h 76"/>
                <a:gd name="T28" fmla="*/ 53 w 67"/>
                <a:gd name="T29" fmla="*/ 40 h 76"/>
                <a:gd name="T30" fmla="*/ 53 w 67"/>
                <a:gd name="T31" fmla="*/ 36 h 76"/>
                <a:gd name="T32" fmla="*/ 51 w 67"/>
                <a:gd name="T33" fmla="*/ 31 h 76"/>
                <a:gd name="T34" fmla="*/ 50 w 67"/>
                <a:gd name="T35" fmla="*/ 31 h 76"/>
                <a:gd name="T36" fmla="*/ 50 w 67"/>
                <a:gd name="T37" fmla="*/ 29 h 76"/>
                <a:gd name="T38" fmla="*/ 50 w 67"/>
                <a:gd name="T39" fmla="*/ 28 h 76"/>
                <a:gd name="T40" fmla="*/ 48 w 67"/>
                <a:gd name="T41" fmla="*/ 24 h 76"/>
                <a:gd name="T42" fmla="*/ 48 w 67"/>
                <a:gd name="T43" fmla="*/ 23 h 76"/>
                <a:gd name="T44" fmla="*/ 48 w 67"/>
                <a:gd name="T45" fmla="*/ 21 h 76"/>
                <a:gd name="T46" fmla="*/ 46 w 67"/>
                <a:gd name="T47" fmla="*/ 19 h 76"/>
                <a:gd name="T48" fmla="*/ 46 w 67"/>
                <a:gd name="T49" fmla="*/ 17 h 76"/>
                <a:gd name="T50" fmla="*/ 44 w 67"/>
                <a:gd name="T51" fmla="*/ 16 h 76"/>
                <a:gd name="T52" fmla="*/ 44 w 67"/>
                <a:gd name="T53" fmla="*/ 14 h 76"/>
                <a:gd name="T54" fmla="*/ 44 w 67"/>
                <a:gd name="T55" fmla="*/ 12 h 76"/>
                <a:gd name="T56" fmla="*/ 43 w 67"/>
                <a:gd name="T57" fmla="*/ 11 h 76"/>
                <a:gd name="T58" fmla="*/ 43 w 67"/>
                <a:gd name="T59" fmla="*/ 9 h 76"/>
                <a:gd name="T60" fmla="*/ 43 w 67"/>
                <a:gd name="T61" fmla="*/ 7 h 76"/>
                <a:gd name="T62" fmla="*/ 41 w 67"/>
                <a:gd name="T63" fmla="*/ 4 h 76"/>
                <a:gd name="T64" fmla="*/ 39 w 67"/>
                <a:gd name="T65" fmla="*/ 2 h 76"/>
                <a:gd name="T66" fmla="*/ 0 w 67"/>
                <a:gd name="T6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7" h="76">
                  <a:moveTo>
                    <a:pt x="0" y="76"/>
                  </a:moveTo>
                  <a:lnTo>
                    <a:pt x="67" y="76"/>
                  </a:lnTo>
                  <a:lnTo>
                    <a:pt x="67" y="76"/>
                  </a:lnTo>
                  <a:lnTo>
                    <a:pt x="65" y="74"/>
                  </a:lnTo>
                  <a:lnTo>
                    <a:pt x="65" y="74"/>
                  </a:lnTo>
                  <a:lnTo>
                    <a:pt x="65" y="72"/>
                  </a:lnTo>
                  <a:lnTo>
                    <a:pt x="65" y="72"/>
                  </a:lnTo>
                  <a:lnTo>
                    <a:pt x="65" y="71"/>
                  </a:lnTo>
                  <a:lnTo>
                    <a:pt x="63" y="69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3" y="65"/>
                  </a:lnTo>
                  <a:lnTo>
                    <a:pt x="62" y="65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2" y="62"/>
                  </a:lnTo>
                  <a:lnTo>
                    <a:pt x="62" y="60"/>
                  </a:lnTo>
                  <a:lnTo>
                    <a:pt x="60" y="59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55" y="45"/>
                  </a:lnTo>
                  <a:lnTo>
                    <a:pt x="55" y="43"/>
                  </a:lnTo>
                  <a:lnTo>
                    <a:pt x="55" y="43"/>
                  </a:lnTo>
                  <a:lnTo>
                    <a:pt x="55" y="41"/>
                  </a:lnTo>
                  <a:lnTo>
                    <a:pt x="53" y="40"/>
                  </a:lnTo>
                  <a:lnTo>
                    <a:pt x="53" y="40"/>
                  </a:lnTo>
                  <a:lnTo>
                    <a:pt x="53" y="40"/>
                  </a:lnTo>
                  <a:lnTo>
                    <a:pt x="53" y="38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1" y="31"/>
                  </a:lnTo>
                  <a:lnTo>
                    <a:pt x="50" y="31"/>
                  </a:lnTo>
                  <a:lnTo>
                    <a:pt x="50" y="31"/>
                  </a:lnTo>
                  <a:lnTo>
                    <a:pt x="50" y="29"/>
                  </a:lnTo>
                  <a:lnTo>
                    <a:pt x="50" y="29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50" y="26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48" y="23"/>
                  </a:lnTo>
                  <a:lnTo>
                    <a:pt x="48" y="23"/>
                  </a:lnTo>
                  <a:lnTo>
                    <a:pt x="48" y="21"/>
                  </a:lnTo>
                  <a:lnTo>
                    <a:pt x="46" y="19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4"/>
                  </a:lnTo>
                  <a:lnTo>
                    <a:pt x="44" y="14"/>
                  </a:lnTo>
                  <a:lnTo>
                    <a:pt x="44" y="14"/>
                  </a:lnTo>
                  <a:lnTo>
                    <a:pt x="44" y="12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3" y="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1" y="5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39" y="2"/>
                  </a:lnTo>
                  <a:lnTo>
                    <a:pt x="39" y="0"/>
                  </a:lnTo>
                  <a:lnTo>
                    <a:pt x="0" y="0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Rectangle 73"/>
            <p:cNvSpPr>
              <a:spLocks noChangeArrowheads="1"/>
            </p:cNvSpPr>
            <p:nvPr/>
          </p:nvSpPr>
          <p:spPr bwMode="auto">
            <a:xfrm>
              <a:off x="3846513" y="3856038"/>
              <a:ext cx="119063" cy="119063"/>
            </a:xfrm>
            <a:prstGeom prst="rect">
              <a:avLst/>
            </a:pr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Rectangle 74"/>
            <p:cNvSpPr>
              <a:spLocks noChangeArrowheads="1"/>
            </p:cNvSpPr>
            <p:nvPr/>
          </p:nvSpPr>
          <p:spPr bwMode="auto">
            <a:xfrm>
              <a:off x="3846513" y="4059238"/>
              <a:ext cx="119063" cy="120650"/>
            </a:xfrm>
            <a:prstGeom prst="rect">
              <a:avLst/>
            </a:pr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75"/>
            <p:cNvSpPr>
              <a:spLocks/>
            </p:cNvSpPr>
            <p:nvPr/>
          </p:nvSpPr>
          <p:spPr bwMode="auto">
            <a:xfrm>
              <a:off x="3846513" y="4264026"/>
              <a:ext cx="119063" cy="73025"/>
            </a:xfrm>
            <a:custGeom>
              <a:avLst/>
              <a:gdLst>
                <a:gd name="T0" fmla="*/ 0 w 75"/>
                <a:gd name="T1" fmla="*/ 46 h 46"/>
                <a:gd name="T2" fmla="*/ 3 w 75"/>
                <a:gd name="T3" fmla="*/ 46 h 46"/>
                <a:gd name="T4" fmla="*/ 3 w 75"/>
                <a:gd name="T5" fmla="*/ 46 h 46"/>
                <a:gd name="T6" fmla="*/ 3 w 75"/>
                <a:gd name="T7" fmla="*/ 46 h 46"/>
                <a:gd name="T8" fmla="*/ 5 w 75"/>
                <a:gd name="T9" fmla="*/ 46 h 46"/>
                <a:gd name="T10" fmla="*/ 6 w 75"/>
                <a:gd name="T11" fmla="*/ 44 h 46"/>
                <a:gd name="T12" fmla="*/ 8 w 75"/>
                <a:gd name="T13" fmla="*/ 44 h 46"/>
                <a:gd name="T14" fmla="*/ 12 w 75"/>
                <a:gd name="T15" fmla="*/ 44 h 46"/>
                <a:gd name="T16" fmla="*/ 12 w 75"/>
                <a:gd name="T17" fmla="*/ 42 h 46"/>
                <a:gd name="T18" fmla="*/ 13 w 75"/>
                <a:gd name="T19" fmla="*/ 42 h 46"/>
                <a:gd name="T20" fmla="*/ 13 w 75"/>
                <a:gd name="T21" fmla="*/ 42 h 46"/>
                <a:gd name="T22" fmla="*/ 15 w 75"/>
                <a:gd name="T23" fmla="*/ 42 h 46"/>
                <a:gd name="T24" fmla="*/ 17 w 75"/>
                <a:gd name="T25" fmla="*/ 42 h 46"/>
                <a:gd name="T26" fmla="*/ 17 w 75"/>
                <a:gd name="T27" fmla="*/ 42 h 46"/>
                <a:gd name="T28" fmla="*/ 18 w 75"/>
                <a:gd name="T29" fmla="*/ 41 h 46"/>
                <a:gd name="T30" fmla="*/ 20 w 75"/>
                <a:gd name="T31" fmla="*/ 41 h 46"/>
                <a:gd name="T32" fmla="*/ 22 w 75"/>
                <a:gd name="T33" fmla="*/ 41 h 46"/>
                <a:gd name="T34" fmla="*/ 24 w 75"/>
                <a:gd name="T35" fmla="*/ 39 h 46"/>
                <a:gd name="T36" fmla="*/ 25 w 75"/>
                <a:gd name="T37" fmla="*/ 39 h 46"/>
                <a:gd name="T38" fmla="*/ 25 w 75"/>
                <a:gd name="T39" fmla="*/ 39 h 46"/>
                <a:gd name="T40" fmla="*/ 25 w 75"/>
                <a:gd name="T41" fmla="*/ 39 h 46"/>
                <a:gd name="T42" fmla="*/ 29 w 75"/>
                <a:gd name="T43" fmla="*/ 39 h 46"/>
                <a:gd name="T44" fmla="*/ 30 w 75"/>
                <a:gd name="T45" fmla="*/ 37 h 46"/>
                <a:gd name="T46" fmla="*/ 30 w 75"/>
                <a:gd name="T47" fmla="*/ 37 h 46"/>
                <a:gd name="T48" fmla="*/ 32 w 75"/>
                <a:gd name="T49" fmla="*/ 37 h 46"/>
                <a:gd name="T50" fmla="*/ 32 w 75"/>
                <a:gd name="T51" fmla="*/ 37 h 46"/>
                <a:gd name="T52" fmla="*/ 34 w 75"/>
                <a:gd name="T53" fmla="*/ 37 h 46"/>
                <a:gd name="T54" fmla="*/ 36 w 75"/>
                <a:gd name="T55" fmla="*/ 36 h 46"/>
                <a:gd name="T56" fmla="*/ 37 w 75"/>
                <a:gd name="T57" fmla="*/ 36 h 46"/>
                <a:gd name="T58" fmla="*/ 37 w 75"/>
                <a:gd name="T59" fmla="*/ 36 h 46"/>
                <a:gd name="T60" fmla="*/ 39 w 75"/>
                <a:gd name="T61" fmla="*/ 36 h 46"/>
                <a:gd name="T62" fmla="*/ 41 w 75"/>
                <a:gd name="T63" fmla="*/ 34 h 46"/>
                <a:gd name="T64" fmla="*/ 42 w 75"/>
                <a:gd name="T65" fmla="*/ 34 h 46"/>
                <a:gd name="T66" fmla="*/ 46 w 75"/>
                <a:gd name="T67" fmla="*/ 32 h 46"/>
                <a:gd name="T68" fmla="*/ 48 w 75"/>
                <a:gd name="T69" fmla="*/ 32 h 46"/>
                <a:gd name="T70" fmla="*/ 49 w 75"/>
                <a:gd name="T71" fmla="*/ 30 h 46"/>
                <a:gd name="T72" fmla="*/ 51 w 75"/>
                <a:gd name="T73" fmla="*/ 30 h 46"/>
                <a:gd name="T74" fmla="*/ 54 w 75"/>
                <a:gd name="T75" fmla="*/ 30 h 46"/>
                <a:gd name="T76" fmla="*/ 54 w 75"/>
                <a:gd name="T77" fmla="*/ 29 h 46"/>
                <a:gd name="T78" fmla="*/ 56 w 75"/>
                <a:gd name="T79" fmla="*/ 29 h 46"/>
                <a:gd name="T80" fmla="*/ 56 w 75"/>
                <a:gd name="T81" fmla="*/ 29 h 46"/>
                <a:gd name="T82" fmla="*/ 58 w 75"/>
                <a:gd name="T83" fmla="*/ 29 h 46"/>
                <a:gd name="T84" fmla="*/ 60 w 75"/>
                <a:gd name="T85" fmla="*/ 29 h 46"/>
                <a:gd name="T86" fmla="*/ 60 w 75"/>
                <a:gd name="T87" fmla="*/ 27 h 46"/>
                <a:gd name="T88" fmla="*/ 61 w 75"/>
                <a:gd name="T89" fmla="*/ 27 h 46"/>
                <a:gd name="T90" fmla="*/ 63 w 75"/>
                <a:gd name="T91" fmla="*/ 25 h 46"/>
                <a:gd name="T92" fmla="*/ 65 w 75"/>
                <a:gd name="T93" fmla="*/ 25 h 46"/>
                <a:gd name="T94" fmla="*/ 66 w 75"/>
                <a:gd name="T95" fmla="*/ 25 h 46"/>
                <a:gd name="T96" fmla="*/ 66 w 75"/>
                <a:gd name="T97" fmla="*/ 25 h 46"/>
                <a:gd name="T98" fmla="*/ 68 w 75"/>
                <a:gd name="T99" fmla="*/ 25 h 46"/>
                <a:gd name="T100" fmla="*/ 68 w 75"/>
                <a:gd name="T101" fmla="*/ 24 h 46"/>
                <a:gd name="T102" fmla="*/ 70 w 75"/>
                <a:gd name="T103" fmla="*/ 24 h 46"/>
                <a:gd name="T104" fmla="*/ 70 w 75"/>
                <a:gd name="T105" fmla="*/ 24 h 46"/>
                <a:gd name="T106" fmla="*/ 72 w 75"/>
                <a:gd name="T107" fmla="*/ 24 h 46"/>
                <a:gd name="T108" fmla="*/ 72 w 75"/>
                <a:gd name="T109" fmla="*/ 24 h 46"/>
                <a:gd name="T110" fmla="*/ 73 w 75"/>
                <a:gd name="T111" fmla="*/ 22 h 46"/>
                <a:gd name="T112" fmla="*/ 75 w 75"/>
                <a:gd name="T113" fmla="*/ 22 h 46"/>
                <a:gd name="T114" fmla="*/ 75 w 75"/>
                <a:gd name="T115" fmla="*/ 0 h 46"/>
                <a:gd name="T116" fmla="*/ 0 w 75"/>
                <a:gd name="T117" fmla="*/ 0 h 46"/>
                <a:gd name="T118" fmla="*/ 0 w 75"/>
                <a:gd name="T119" fmla="*/ 46 h 46"/>
                <a:gd name="T120" fmla="*/ 0 w 75"/>
                <a:gd name="T121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5" h="46">
                  <a:moveTo>
                    <a:pt x="0" y="46"/>
                  </a:moveTo>
                  <a:lnTo>
                    <a:pt x="3" y="46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5" y="46"/>
                  </a:lnTo>
                  <a:lnTo>
                    <a:pt x="6" y="44"/>
                  </a:lnTo>
                  <a:lnTo>
                    <a:pt x="8" y="44"/>
                  </a:lnTo>
                  <a:lnTo>
                    <a:pt x="12" y="44"/>
                  </a:lnTo>
                  <a:lnTo>
                    <a:pt x="12" y="42"/>
                  </a:lnTo>
                  <a:lnTo>
                    <a:pt x="13" y="42"/>
                  </a:lnTo>
                  <a:lnTo>
                    <a:pt x="13" y="42"/>
                  </a:lnTo>
                  <a:lnTo>
                    <a:pt x="15" y="42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8" y="41"/>
                  </a:lnTo>
                  <a:lnTo>
                    <a:pt x="20" y="41"/>
                  </a:lnTo>
                  <a:lnTo>
                    <a:pt x="22" y="41"/>
                  </a:lnTo>
                  <a:lnTo>
                    <a:pt x="24" y="39"/>
                  </a:lnTo>
                  <a:lnTo>
                    <a:pt x="25" y="39"/>
                  </a:lnTo>
                  <a:lnTo>
                    <a:pt x="25" y="39"/>
                  </a:lnTo>
                  <a:lnTo>
                    <a:pt x="25" y="39"/>
                  </a:lnTo>
                  <a:lnTo>
                    <a:pt x="29" y="39"/>
                  </a:lnTo>
                  <a:lnTo>
                    <a:pt x="30" y="37"/>
                  </a:lnTo>
                  <a:lnTo>
                    <a:pt x="30" y="37"/>
                  </a:lnTo>
                  <a:lnTo>
                    <a:pt x="32" y="37"/>
                  </a:lnTo>
                  <a:lnTo>
                    <a:pt x="32" y="37"/>
                  </a:lnTo>
                  <a:lnTo>
                    <a:pt x="34" y="37"/>
                  </a:lnTo>
                  <a:lnTo>
                    <a:pt x="36" y="36"/>
                  </a:lnTo>
                  <a:lnTo>
                    <a:pt x="37" y="36"/>
                  </a:lnTo>
                  <a:lnTo>
                    <a:pt x="37" y="36"/>
                  </a:lnTo>
                  <a:lnTo>
                    <a:pt x="39" y="36"/>
                  </a:lnTo>
                  <a:lnTo>
                    <a:pt x="41" y="34"/>
                  </a:lnTo>
                  <a:lnTo>
                    <a:pt x="42" y="34"/>
                  </a:lnTo>
                  <a:lnTo>
                    <a:pt x="46" y="32"/>
                  </a:lnTo>
                  <a:lnTo>
                    <a:pt x="48" y="32"/>
                  </a:lnTo>
                  <a:lnTo>
                    <a:pt x="49" y="30"/>
                  </a:lnTo>
                  <a:lnTo>
                    <a:pt x="51" y="30"/>
                  </a:lnTo>
                  <a:lnTo>
                    <a:pt x="54" y="30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8" y="29"/>
                  </a:lnTo>
                  <a:lnTo>
                    <a:pt x="60" y="29"/>
                  </a:lnTo>
                  <a:lnTo>
                    <a:pt x="60" y="27"/>
                  </a:lnTo>
                  <a:lnTo>
                    <a:pt x="61" y="27"/>
                  </a:lnTo>
                  <a:lnTo>
                    <a:pt x="63" y="25"/>
                  </a:lnTo>
                  <a:lnTo>
                    <a:pt x="65" y="25"/>
                  </a:lnTo>
                  <a:lnTo>
                    <a:pt x="66" y="25"/>
                  </a:lnTo>
                  <a:lnTo>
                    <a:pt x="66" y="25"/>
                  </a:lnTo>
                  <a:lnTo>
                    <a:pt x="68" y="25"/>
                  </a:lnTo>
                  <a:lnTo>
                    <a:pt x="68" y="24"/>
                  </a:lnTo>
                  <a:lnTo>
                    <a:pt x="70" y="24"/>
                  </a:lnTo>
                  <a:lnTo>
                    <a:pt x="70" y="24"/>
                  </a:lnTo>
                  <a:lnTo>
                    <a:pt x="72" y="24"/>
                  </a:lnTo>
                  <a:lnTo>
                    <a:pt x="72" y="24"/>
                  </a:lnTo>
                  <a:lnTo>
                    <a:pt x="73" y="22"/>
                  </a:lnTo>
                  <a:lnTo>
                    <a:pt x="75" y="22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46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Rectangle 76"/>
            <p:cNvSpPr>
              <a:spLocks noChangeArrowheads="1"/>
            </p:cNvSpPr>
            <p:nvPr/>
          </p:nvSpPr>
          <p:spPr bwMode="auto">
            <a:xfrm>
              <a:off x="3641726" y="3856038"/>
              <a:ext cx="120650" cy="119063"/>
            </a:xfrm>
            <a:prstGeom prst="rect">
              <a:avLst/>
            </a:pr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Rectangle 77"/>
            <p:cNvSpPr>
              <a:spLocks noChangeArrowheads="1"/>
            </p:cNvSpPr>
            <p:nvPr/>
          </p:nvSpPr>
          <p:spPr bwMode="auto">
            <a:xfrm>
              <a:off x="3641726" y="4059238"/>
              <a:ext cx="120650" cy="120650"/>
            </a:xfrm>
            <a:prstGeom prst="rect">
              <a:avLst/>
            </a:pr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78"/>
            <p:cNvSpPr>
              <a:spLocks/>
            </p:cNvSpPr>
            <p:nvPr/>
          </p:nvSpPr>
          <p:spPr bwMode="auto">
            <a:xfrm>
              <a:off x="3641726" y="4264026"/>
              <a:ext cx="120650" cy="104775"/>
            </a:xfrm>
            <a:custGeom>
              <a:avLst/>
              <a:gdLst>
                <a:gd name="T0" fmla="*/ 2 w 44"/>
                <a:gd name="T1" fmla="*/ 38 h 39"/>
                <a:gd name="T2" fmla="*/ 2 w 44"/>
                <a:gd name="T3" fmla="*/ 38 h 39"/>
                <a:gd name="T4" fmla="*/ 4 w 44"/>
                <a:gd name="T5" fmla="*/ 38 h 39"/>
                <a:gd name="T6" fmla="*/ 5 w 44"/>
                <a:gd name="T7" fmla="*/ 38 h 39"/>
                <a:gd name="T8" fmla="*/ 7 w 44"/>
                <a:gd name="T9" fmla="*/ 38 h 39"/>
                <a:gd name="T10" fmla="*/ 8 w 44"/>
                <a:gd name="T11" fmla="*/ 38 h 39"/>
                <a:gd name="T12" fmla="*/ 9 w 44"/>
                <a:gd name="T13" fmla="*/ 38 h 39"/>
                <a:gd name="T14" fmla="*/ 10 w 44"/>
                <a:gd name="T15" fmla="*/ 38 h 39"/>
                <a:gd name="T16" fmla="*/ 11 w 44"/>
                <a:gd name="T17" fmla="*/ 38 h 39"/>
                <a:gd name="T18" fmla="*/ 12 w 44"/>
                <a:gd name="T19" fmla="*/ 38 h 39"/>
                <a:gd name="T20" fmla="*/ 13 w 44"/>
                <a:gd name="T21" fmla="*/ 38 h 39"/>
                <a:gd name="T22" fmla="*/ 14 w 44"/>
                <a:gd name="T23" fmla="*/ 38 h 39"/>
                <a:gd name="T24" fmla="*/ 16 w 44"/>
                <a:gd name="T25" fmla="*/ 38 h 39"/>
                <a:gd name="T26" fmla="*/ 16 w 44"/>
                <a:gd name="T27" fmla="*/ 38 h 39"/>
                <a:gd name="T28" fmla="*/ 16 w 44"/>
                <a:gd name="T29" fmla="*/ 37 h 39"/>
                <a:gd name="T30" fmla="*/ 18 w 44"/>
                <a:gd name="T31" fmla="*/ 37 h 39"/>
                <a:gd name="T32" fmla="*/ 18 w 44"/>
                <a:gd name="T33" fmla="*/ 37 h 39"/>
                <a:gd name="T34" fmla="*/ 18 w 44"/>
                <a:gd name="T35" fmla="*/ 37 h 39"/>
                <a:gd name="T36" fmla="*/ 19 w 44"/>
                <a:gd name="T37" fmla="*/ 37 h 39"/>
                <a:gd name="T38" fmla="*/ 20 w 44"/>
                <a:gd name="T39" fmla="*/ 37 h 39"/>
                <a:gd name="T40" fmla="*/ 21 w 44"/>
                <a:gd name="T41" fmla="*/ 37 h 39"/>
                <a:gd name="T42" fmla="*/ 22 w 44"/>
                <a:gd name="T43" fmla="*/ 37 h 39"/>
                <a:gd name="T44" fmla="*/ 23 w 44"/>
                <a:gd name="T45" fmla="*/ 37 h 39"/>
                <a:gd name="T46" fmla="*/ 24 w 44"/>
                <a:gd name="T47" fmla="*/ 37 h 39"/>
                <a:gd name="T48" fmla="*/ 25 w 44"/>
                <a:gd name="T49" fmla="*/ 37 h 39"/>
                <a:gd name="T50" fmla="*/ 27 w 44"/>
                <a:gd name="T51" fmla="*/ 36 h 39"/>
                <a:gd name="T52" fmla="*/ 28 w 44"/>
                <a:gd name="T53" fmla="*/ 36 h 39"/>
                <a:gd name="T54" fmla="*/ 30 w 44"/>
                <a:gd name="T55" fmla="*/ 36 h 39"/>
                <a:gd name="T56" fmla="*/ 30 w 44"/>
                <a:gd name="T57" fmla="*/ 36 h 39"/>
                <a:gd name="T58" fmla="*/ 30 w 44"/>
                <a:gd name="T59" fmla="*/ 36 h 39"/>
                <a:gd name="T60" fmla="*/ 33 w 44"/>
                <a:gd name="T61" fmla="*/ 36 h 39"/>
                <a:gd name="T62" fmla="*/ 33 w 44"/>
                <a:gd name="T63" fmla="*/ 36 h 39"/>
                <a:gd name="T64" fmla="*/ 33 w 44"/>
                <a:gd name="T65" fmla="*/ 36 h 39"/>
                <a:gd name="T66" fmla="*/ 33 w 44"/>
                <a:gd name="T67" fmla="*/ 36 h 39"/>
                <a:gd name="T68" fmla="*/ 36 w 44"/>
                <a:gd name="T69" fmla="*/ 35 h 39"/>
                <a:gd name="T70" fmla="*/ 36 w 44"/>
                <a:gd name="T71" fmla="*/ 35 h 39"/>
                <a:gd name="T72" fmla="*/ 44 w 44"/>
                <a:gd name="T73" fmla="*/ 34 h 39"/>
                <a:gd name="T74" fmla="*/ 44 w 44"/>
                <a:gd name="T75" fmla="*/ 0 h 39"/>
                <a:gd name="T76" fmla="*/ 0 w 44"/>
                <a:gd name="T77" fmla="*/ 0 h 39"/>
                <a:gd name="T78" fmla="*/ 0 w 44"/>
                <a:gd name="T79" fmla="*/ 39 h 39"/>
                <a:gd name="T80" fmla="*/ 2 w 44"/>
                <a:gd name="T81" fmla="*/ 3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4" h="39">
                  <a:moveTo>
                    <a:pt x="2" y="38"/>
                  </a:moveTo>
                  <a:cubicBezTo>
                    <a:pt x="2" y="38"/>
                    <a:pt x="2" y="38"/>
                    <a:pt x="2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4" y="35"/>
                    <a:pt x="35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9" y="35"/>
                    <a:pt x="41" y="34"/>
                    <a:pt x="44" y="3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lnTo>
                    <a:pt x="2" y="38"/>
                  </a:lnTo>
                  <a:close/>
                </a:path>
              </a:pathLst>
            </a:cu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Rectangle 79"/>
            <p:cNvSpPr>
              <a:spLocks noChangeArrowheads="1"/>
            </p:cNvSpPr>
            <p:nvPr/>
          </p:nvSpPr>
          <p:spPr bwMode="auto">
            <a:xfrm>
              <a:off x="3435351" y="3856038"/>
              <a:ext cx="122238" cy="119063"/>
            </a:xfrm>
            <a:prstGeom prst="rect">
              <a:avLst/>
            </a:pr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Rectangle 80"/>
            <p:cNvSpPr>
              <a:spLocks noChangeArrowheads="1"/>
            </p:cNvSpPr>
            <p:nvPr/>
          </p:nvSpPr>
          <p:spPr bwMode="auto">
            <a:xfrm>
              <a:off x="3435351" y="4059238"/>
              <a:ext cx="122238" cy="120650"/>
            </a:xfrm>
            <a:prstGeom prst="rect">
              <a:avLst/>
            </a:pr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81"/>
            <p:cNvSpPr>
              <a:spLocks/>
            </p:cNvSpPr>
            <p:nvPr/>
          </p:nvSpPr>
          <p:spPr bwMode="auto">
            <a:xfrm>
              <a:off x="3435351" y="4264026"/>
              <a:ext cx="122238" cy="104775"/>
            </a:xfrm>
            <a:custGeom>
              <a:avLst/>
              <a:gdLst>
                <a:gd name="T0" fmla="*/ 0 w 45"/>
                <a:gd name="T1" fmla="*/ 34 h 39"/>
                <a:gd name="T2" fmla="*/ 1 w 45"/>
                <a:gd name="T3" fmla="*/ 34 h 39"/>
                <a:gd name="T4" fmla="*/ 1 w 45"/>
                <a:gd name="T5" fmla="*/ 34 h 39"/>
                <a:gd name="T6" fmla="*/ 1 w 45"/>
                <a:gd name="T7" fmla="*/ 34 h 39"/>
                <a:gd name="T8" fmla="*/ 1 w 45"/>
                <a:gd name="T9" fmla="*/ 34 h 39"/>
                <a:gd name="T10" fmla="*/ 4 w 45"/>
                <a:gd name="T11" fmla="*/ 34 h 39"/>
                <a:gd name="T12" fmla="*/ 4 w 45"/>
                <a:gd name="T13" fmla="*/ 34 h 39"/>
                <a:gd name="T14" fmla="*/ 4 w 45"/>
                <a:gd name="T15" fmla="*/ 34 h 39"/>
                <a:gd name="T16" fmla="*/ 6 w 45"/>
                <a:gd name="T17" fmla="*/ 35 h 39"/>
                <a:gd name="T18" fmla="*/ 6 w 45"/>
                <a:gd name="T19" fmla="*/ 35 h 39"/>
                <a:gd name="T20" fmla="*/ 7 w 45"/>
                <a:gd name="T21" fmla="*/ 35 h 39"/>
                <a:gd name="T22" fmla="*/ 9 w 45"/>
                <a:gd name="T23" fmla="*/ 35 h 39"/>
                <a:gd name="T24" fmla="*/ 9 w 45"/>
                <a:gd name="T25" fmla="*/ 35 h 39"/>
                <a:gd name="T26" fmla="*/ 9 w 45"/>
                <a:gd name="T27" fmla="*/ 35 h 39"/>
                <a:gd name="T28" fmla="*/ 11 w 45"/>
                <a:gd name="T29" fmla="*/ 36 h 39"/>
                <a:gd name="T30" fmla="*/ 12 w 45"/>
                <a:gd name="T31" fmla="*/ 36 h 39"/>
                <a:gd name="T32" fmla="*/ 12 w 45"/>
                <a:gd name="T33" fmla="*/ 36 h 39"/>
                <a:gd name="T34" fmla="*/ 14 w 45"/>
                <a:gd name="T35" fmla="*/ 36 h 39"/>
                <a:gd name="T36" fmla="*/ 15 w 45"/>
                <a:gd name="T37" fmla="*/ 36 h 39"/>
                <a:gd name="T38" fmla="*/ 16 w 45"/>
                <a:gd name="T39" fmla="*/ 36 h 39"/>
                <a:gd name="T40" fmla="*/ 17 w 45"/>
                <a:gd name="T41" fmla="*/ 36 h 39"/>
                <a:gd name="T42" fmla="*/ 18 w 45"/>
                <a:gd name="T43" fmla="*/ 36 h 39"/>
                <a:gd name="T44" fmla="*/ 18 w 45"/>
                <a:gd name="T45" fmla="*/ 36 h 39"/>
                <a:gd name="T46" fmla="*/ 19 w 45"/>
                <a:gd name="T47" fmla="*/ 37 h 39"/>
                <a:gd name="T48" fmla="*/ 19 w 45"/>
                <a:gd name="T49" fmla="*/ 37 h 39"/>
                <a:gd name="T50" fmla="*/ 20 w 45"/>
                <a:gd name="T51" fmla="*/ 37 h 39"/>
                <a:gd name="T52" fmla="*/ 21 w 45"/>
                <a:gd name="T53" fmla="*/ 37 h 39"/>
                <a:gd name="T54" fmla="*/ 22 w 45"/>
                <a:gd name="T55" fmla="*/ 37 h 39"/>
                <a:gd name="T56" fmla="*/ 23 w 45"/>
                <a:gd name="T57" fmla="*/ 37 h 39"/>
                <a:gd name="T58" fmla="*/ 23 w 45"/>
                <a:gd name="T59" fmla="*/ 37 h 39"/>
                <a:gd name="T60" fmla="*/ 24 w 45"/>
                <a:gd name="T61" fmla="*/ 37 h 39"/>
                <a:gd name="T62" fmla="*/ 24 w 45"/>
                <a:gd name="T63" fmla="*/ 37 h 39"/>
                <a:gd name="T64" fmla="*/ 26 w 45"/>
                <a:gd name="T65" fmla="*/ 37 h 39"/>
                <a:gd name="T66" fmla="*/ 27 w 45"/>
                <a:gd name="T67" fmla="*/ 37 h 39"/>
                <a:gd name="T68" fmla="*/ 45 w 45"/>
                <a:gd name="T69" fmla="*/ 39 h 39"/>
                <a:gd name="T70" fmla="*/ 45 w 45"/>
                <a:gd name="T71" fmla="*/ 0 h 39"/>
                <a:gd name="T72" fmla="*/ 0 w 45"/>
                <a:gd name="T73" fmla="*/ 0 h 39"/>
                <a:gd name="T74" fmla="*/ 0 w 45"/>
                <a:gd name="T75" fmla="*/ 3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9">
                  <a:moveTo>
                    <a:pt x="0" y="34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33" y="38"/>
                    <a:pt x="39" y="38"/>
                    <a:pt x="45" y="39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34"/>
                  </a:lnTo>
                  <a:close/>
                </a:path>
              </a:pathLst>
            </a:cu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Rectangle 82"/>
            <p:cNvSpPr>
              <a:spLocks noChangeArrowheads="1"/>
            </p:cNvSpPr>
            <p:nvPr/>
          </p:nvSpPr>
          <p:spPr bwMode="auto">
            <a:xfrm>
              <a:off x="3232151" y="3856038"/>
              <a:ext cx="122238" cy="119063"/>
            </a:xfrm>
            <a:prstGeom prst="rect">
              <a:avLst/>
            </a:pr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Rectangle 83"/>
            <p:cNvSpPr>
              <a:spLocks noChangeArrowheads="1"/>
            </p:cNvSpPr>
            <p:nvPr/>
          </p:nvSpPr>
          <p:spPr bwMode="auto">
            <a:xfrm>
              <a:off x="3232151" y="4059238"/>
              <a:ext cx="122238" cy="120650"/>
            </a:xfrm>
            <a:prstGeom prst="rect">
              <a:avLst/>
            </a:pr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84"/>
            <p:cNvSpPr>
              <a:spLocks/>
            </p:cNvSpPr>
            <p:nvPr/>
          </p:nvSpPr>
          <p:spPr bwMode="auto">
            <a:xfrm>
              <a:off x="3232151" y="4264026"/>
              <a:ext cx="122238" cy="73025"/>
            </a:xfrm>
            <a:custGeom>
              <a:avLst/>
              <a:gdLst>
                <a:gd name="T0" fmla="*/ 3 w 77"/>
                <a:gd name="T1" fmla="*/ 22 h 46"/>
                <a:gd name="T2" fmla="*/ 7 w 77"/>
                <a:gd name="T3" fmla="*/ 24 h 46"/>
                <a:gd name="T4" fmla="*/ 7 w 77"/>
                <a:gd name="T5" fmla="*/ 24 h 46"/>
                <a:gd name="T6" fmla="*/ 10 w 77"/>
                <a:gd name="T7" fmla="*/ 25 h 46"/>
                <a:gd name="T8" fmla="*/ 12 w 77"/>
                <a:gd name="T9" fmla="*/ 25 h 46"/>
                <a:gd name="T10" fmla="*/ 14 w 77"/>
                <a:gd name="T11" fmla="*/ 27 h 46"/>
                <a:gd name="T12" fmla="*/ 17 w 77"/>
                <a:gd name="T13" fmla="*/ 27 h 46"/>
                <a:gd name="T14" fmla="*/ 19 w 77"/>
                <a:gd name="T15" fmla="*/ 29 h 46"/>
                <a:gd name="T16" fmla="*/ 22 w 77"/>
                <a:gd name="T17" fmla="*/ 30 h 46"/>
                <a:gd name="T18" fmla="*/ 26 w 77"/>
                <a:gd name="T19" fmla="*/ 30 h 46"/>
                <a:gd name="T20" fmla="*/ 29 w 77"/>
                <a:gd name="T21" fmla="*/ 32 h 46"/>
                <a:gd name="T22" fmla="*/ 31 w 77"/>
                <a:gd name="T23" fmla="*/ 32 h 46"/>
                <a:gd name="T24" fmla="*/ 33 w 77"/>
                <a:gd name="T25" fmla="*/ 34 h 46"/>
                <a:gd name="T26" fmla="*/ 34 w 77"/>
                <a:gd name="T27" fmla="*/ 34 h 46"/>
                <a:gd name="T28" fmla="*/ 36 w 77"/>
                <a:gd name="T29" fmla="*/ 36 h 46"/>
                <a:gd name="T30" fmla="*/ 39 w 77"/>
                <a:gd name="T31" fmla="*/ 36 h 46"/>
                <a:gd name="T32" fmla="*/ 39 w 77"/>
                <a:gd name="T33" fmla="*/ 36 h 46"/>
                <a:gd name="T34" fmla="*/ 41 w 77"/>
                <a:gd name="T35" fmla="*/ 36 h 46"/>
                <a:gd name="T36" fmla="*/ 46 w 77"/>
                <a:gd name="T37" fmla="*/ 37 h 46"/>
                <a:gd name="T38" fmla="*/ 48 w 77"/>
                <a:gd name="T39" fmla="*/ 39 h 46"/>
                <a:gd name="T40" fmla="*/ 50 w 77"/>
                <a:gd name="T41" fmla="*/ 39 h 46"/>
                <a:gd name="T42" fmla="*/ 51 w 77"/>
                <a:gd name="T43" fmla="*/ 39 h 46"/>
                <a:gd name="T44" fmla="*/ 55 w 77"/>
                <a:gd name="T45" fmla="*/ 41 h 46"/>
                <a:gd name="T46" fmla="*/ 58 w 77"/>
                <a:gd name="T47" fmla="*/ 41 h 46"/>
                <a:gd name="T48" fmla="*/ 60 w 77"/>
                <a:gd name="T49" fmla="*/ 42 h 46"/>
                <a:gd name="T50" fmla="*/ 65 w 77"/>
                <a:gd name="T51" fmla="*/ 42 h 46"/>
                <a:gd name="T52" fmla="*/ 67 w 77"/>
                <a:gd name="T53" fmla="*/ 44 h 46"/>
                <a:gd name="T54" fmla="*/ 68 w 77"/>
                <a:gd name="T55" fmla="*/ 44 h 46"/>
                <a:gd name="T56" fmla="*/ 70 w 77"/>
                <a:gd name="T57" fmla="*/ 44 h 46"/>
                <a:gd name="T58" fmla="*/ 72 w 77"/>
                <a:gd name="T59" fmla="*/ 46 h 46"/>
                <a:gd name="T60" fmla="*/ 74 w 77"/>
                <a:gd name="T61" fmla="*/ 46 h 46"/>
                <a:gd name="T62" fmla="*/ 77 w 77"/>
                <a:gd name="T63" fmla="*/ 0 h 46"/>
                <a:gd name="T64" fmla="*/ 0 w 77"/>
                <a:gd name="T65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7" h="46">
                  <a:moveTo>
                    <a:pt x="2" y="22"/>
                  </a:moveTo>
                  <a:lnTo>
                    <a:pt x="3" y="22"/>
                  </a:lnTo>
                  <a:lnTo>
                    <a:pt x="3" y="24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10" y="25"/>
                  </a:lnTo>
                  <a:lnTo>
                    <a:pt x="10" y="25"/>
                  </a:lnTo>
                  <a:lnTo>
                    <a:pt x="12" y="25"/>
                  </a:lnTo>
                  <a:lnTo>
                    <a:pt x="12" y="25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5" y="27"/>
                  </a:lnTo>
                  <a:lnTo>
                    <a:pt x="17" y="27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21" y="29"/>
                  </a:lnTo>
                  <a:lnTo>
                    <a:pt x="22" y="30"/>
                  </a:lnTo>
                  <a:lnTo>
                    <a:pt x="26" y="30"/>
                  </a:lnTo>
                  <a:lnTo>
                    <a:pt x="26" y="30"/>
                  </a:lnTo>
                  <a:lnTo>
                    <a:pt x="27" y="32"/>
                  </a:lnTo>
                  <a:lnTo>
                    <a:pt x="29" y="32"/>
                  </a:lnTo>
                  <a:lnTo>
                    <a:pt x="29" y="32"/>
                  </a:lnTo>
                  <a:lnTo>
                    <a:pt x="31" y="32"/>
                  </a:lnTo>
                  <a:lnTo>
                    <a:pt x="33" y="34"/>
                  </a:lnTo>
                  <a:lnTo>
                    <a:pt x="33" y="34"/>
                  </a:lnTo>
                  <a:lnTo>
                    <a:pt x="33" y="34"/>
                  </a:lnTo>
                  <a:lnTo>
                    <a:pt x="34" y="34"/>
                  </a:lnTo>
                  <a:lnTo>
                    <a:pt x="36" y="34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39" y="36"/>
                  </a:lnTo>
                  <a:lnTo>
                    <a:pt x="39" y="36"/>
                  </a:lnTo>
                  <a:lnTo>
                    <a:pt x="39" y="36"/>
                  </a:lnTo>
                  <a:lnTo>
                    <a:pt x="41" y="36"/>
                  </a:lnTo>
                  <a:lnTo>
                    <a:pt x="41" y="36"/>
                  </a:lnTo>
                  <a:lnTo>
                    <a:pt x="43" y="37"/>
                  </a:lnTo>
                  <a:lnTo>
                    <a:pt x="46" y="37"/>
                  </a:lnTo>
                  <a:lnTo>
                    <a:pt x="48" y="39"/>
                  </a:lnTo>
                  <a:lnTo>
                    <a:pt x="48" y="39"/>
                  </a:lnTo>
                  <a:lnTo>
                    <a:pt x="48" y="39"/>
                  </a:lnTo>
                  <a:lnTo>
                    <a:pt x="50" y="39"/>
                  </a:lnTo>
                  <a:lnTo>
                    <a:pt x="50" y="39"/>
                  </a:lnTo>
                  <a:lnTo>
                    <a:pt x="51" y="39"/>
                  </a:lnTo>
                  <a:lnTo>
                    <a:pt x="55" y="41"/>
                  </a:lnTo>
                  <a:lnTo>
                    <a:pt x="55" y="41"/>
                  </a:lnTo>
                  <a:lnTo>
                    <a:pt x="56" y="41"/>
                  </a:lnTo>
                  <a:lnTo>
                    <a:pt x="58" y="41"/>
                  </a:lnTo>
                  <a:lnTo>
                    <a:pt x="60" y="42"/>
                  </a:lnTo>
                  <a:lnTo>
                    <a:pt x="60" y="42"/>
                  </a:lnTo>
                  <a:lnTo>
                    <a:pt x="63" y="42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7" y="44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70" y="44"/>
                  </a:lnTo>
                  <a:lnTo>
                    <a:pt x="72" y="46"/>
                  </a:lnTo>
                  <a:lnTo>
                    <a:pt x="72" y="46"/>
                  </a:lnTo>
                  <a:lnTo>
                    <a:pt x="72" y="46"/>
                  </a:lnTo>
                  <a:lnTo>
                    <a:pt x="74" y="46"/>
                  </a:lnTo>
                  <a:lnTo>
                    <a:pt x="77" y="46"/>
                  </a:lnTo>
                  <a:lnTo>
                    <a:pt x="77" y="0"/>
                  </a:lnTo>
                  <a:lnTo>
                    <a:pt x="0" y="0"/>
                  </a:lnTo>
                  <a:lnTo>
                    <a:pt x="0" y="22"/>
                  </a:lnTo>
                  <a:lnTo>
                    <a:pt x="2" y="22"/>
                  </a:lnTo>
                  <a:close/>
                </a:path>
              </a:pathLst>
            </a:cu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Freeform 85"/>
            <p:cNvSpPr>
              <a:spLocks/>
            </p:cNvSpPr>
            <p:nvPr/>
          </p:nvSpPr>
          <p:spPr bwMode="auto">
            <a:xfrm>
              <a:off x="3121026" y="3924301"/>
              <a:ext cx="26988" cy="50800"/>
            </a:xfrm>
            <a:custGeom>
              <a:avLst/>
              <a:gdLst>
                <a:gd name="T0" fmla="*/ 17 w 17"/>
                <a:gd name="T1" fmla="*/ 0 h 32"/>
                <a:gd name="T2" fmla="*/ 17 w 17"/>
                <a:gd name="T3" fmla="*/ 2 h 32"/>
                <a:gd name="T4" fmla="*/ 17 w 17"/>
                <a:gd name="T5" fmla="*/ 2 h 32"/>
                <a:gd name="T6" fmla="*/ 17 w 17"/>
                <a:gd name="T7" fmla="*/ 2 h 32"/>
                <a:gd name="T8" fmla="*/ 17 w 17"/>
                <a:gd name="T9" fmla="*/ 3 h 32"/>
                <a:gd name="T10" fmla="*/ 15 w 17"/>
                <a:gd name="T11" fmla="*/ 3 h 32"/>
                <a:gd name="T12" fmla="*/ 15 w 17"/>
                <a:gd name="T13" fmla="*/ 5 h 32"/>
                <a:gd name="T14" fmla="*/ 15 w 17"/>
                <a:gd name="T15" fmla="*/ 5 h 32"/>
                <a:gd name="T16" fmla="*/ 14 w 17"/>
                <a:gd name="T17" fmla="*/ 7 h 32"/>
                <a:gd name="T18" fmla="*/ 14 w 17"/>
                <a:gd name="T19" fmla="*/ 7 h 32"/>
                <a:gd name="T20" fmla="*/ 14 w 17"/>
                <a:gd name="T21" fmla="*/ 7 h 32"/>
                <a:gd name="T22" fmla="*/ 14 w 17"/>
                <a:gd name="T23" fmla="*/ 8 h 32"/>
                <a:gd name="T24" fmla="*/ 12 w 17"/>
                <a:gd name="T25" fmla="*/ 10 h 32"/>
                <a:gd name="T26" fmla="*/ 12 w 17"/>
                <a:gd name="T27" fmla="*/ 10 h 32"/>
                <a:gd name="T28" fmla="*/ 12 w 17"/>
                <a:gd name="T29" fmla="*/ 12 h 32"/>
                <a:gd name="T30" fmla="*/ 10 w 17"/>
                <a:gd name="T31" fmla="*/ 13 h 32"/>
                <a:gd name="T32" fmla="*/ 10 w 17"/>
                <a:gd name="T33" fmla="*/ 13 h 32"/>
                <a:gd name="T34" fmla="*/ 10 w 17"/>
                <a:gd name="T35" fmla="*/ 13 h 32"/>
                <a:gd name="T36" fmla="*/ 10 w 17"/>
                <a:gd name="T37" fmla="*/ 13 h 32"/>
                <a:gd name="T38" fmla="*/ 8 w 17"/>
                <a:gd name="T39" fmla="*/ 15 h 32"/>
                <a:gd name="T40" fmla="*/ 8 w 17"/>
                <a:gd name="T41" fmla="*/ 15 h 32"/>
                <a:gd name="T42" fmla="*/ 8 w 17"/>
                <a:gd name="T43" fmla="*/ 17 h 32"/>
                <a:gd name="T44" fmla="*/ 8 w 17"/>
                <a:gd name="T45" fmla="*/ 19 h 32"/>
                <a:gd name="T46" fmla="*/ 7 w 17"/>
                <a:gd name="T47" fmla="*/ 20 h 32"/>
                <a:gd name="T48" fmla="*/ 7 w 17"/>
                <a:gd name="T49" fmla="*/ 20 h 32"/>
                <a:gd name="T50" fmla="*/ 7 w 17"/>
                <a:gd name="T51" fmla="*/ 20 h 32"/>
                <a:gd name="T52" fmla="*/ 7 w 17"/>
                <a:gd name="T53" fmla="*/ 20 h 32"/>
                <a:gd name="T54" fmla="*/ 5 w 17"/>
                <a:gd name="T55" fmla="*/ 24 h 32"/>
                <a:gd name="T56" fmla="*/ 5 w 17"/>
                <a:gd name="T57" fmla="*/ 24 h 32"/>
                <a:gd name="T58" fmla="*/ 3 w 17"/>
                <a:gd name="T59" fmla="*/ 25 h 32"/>
                <a:gd name="T60" fmla="*/ 3 w 17"/>
                <a:gd name="T61" fmla="*/ 27 h 32"/>
                <a:gd name="T62" fmla="*/ 2 w 17"/>
                <a:gd name="T63" fmla="*/ 29 h 32"/>
                <a:gd name="T64" fmla="*/ 2 w 17"/>
                <a:gd name="T65" fmla="*/ 31 h 32"/>
                <a:gd name="T66" fmla="*/ 2 w 17"/>
                <a:gd name="T67" fmla="*/ 31 h 32"/>
                <a:gd name="T68" fmla="*/ 0 w 17"/>
                <a:gd name="T69" fmla="*/ 32 h 32"/>
                <a:gd name="T70" fmla="*/ 17 w 17"/>
                <a:gd name="T71" fmla="*/ 32 h 32"/>
                <a:gd name="T72" fmla="*/ 17 w 17"/>
                <a:gd name="T7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" h="32">
                  <a:moveTo>
                    <a:pt x="17" y="0"/>
                  </a:moveTo>
                  <a:lnTo>
                    <a:pt x="17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7" y="3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8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2" y="12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8" y="17"/>
                  </a:lnTo>
                  <a:lnTo>
                    <a:pt x="8" y="19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5"/>
                  </a:lnTo>
                  <a:lnTo>
                    <a:pt x="3" y="27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0" y="32"/>
                  </a:lnTo>
                  <a:lnTo>
                    <a:pt x="17" y="32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86"/>
            <p:cNvSpPr>
              <a:spLocks/>
            </p:cNvSpPr>
            <p:nvPr/>
          </p:nvSpPr>
          <p:spPr bwMode="auto">
            <a:xfrm>
              <a:off x="3044826" y="4059238"/>
              <a:ext cx="103188" cy="120650"/>
            </a:xfrm>
            <a:custGeom>
              <a:avLst/>
              <a:gdLst>
                <a:gd name="T0" fmla="*/ 26 w 65"/>
                <a:gd name="T1" fmla="*/ 0 h 76"/>
                <a:gd name="T2" fmla="*/ 26 w 65"/>
                <a:gd name="T3" fmla="*/ 2 h 76"/>
                <a:gd name="T4" fmla="*/ 26 w 65"/>
                <a:gd name="T5" fmla="*/ 4 h 76"/>
                <a:gd name="T6" fmla="*/ 24 w 65"/>
                <a:gd name="T7" fmla="*/ 5 h 76"/>
                <a:gd name="T8" fmla="*/ 24 w 65"/>
                <a:gd name="T9" fmla="*/ 7 h 76"/>
                <a:gd name="T10" fmla="*/ 24 w 65"/>
                <a:gd name="T11" fmla="*/ 9 h 76"/>
                <a:gd name="T12" fmla="*/ 22 w 65"/>
                <a:gd name="T13" fmla="*/ 11 h 76"/>
                <a:gd name="T14" fmla="*/ 22 w 65"/>
                <a:gd name="T15" fmla="*/ 12 h 76"/>
                <a:gd name="T16" fmla="*/ 22 w 65"/>
                <a:gd name="T17" fmla="*/ 14 h 76"/>
                <a:gd name="T18" fmla="*/ 20 w 65"/>
                <a:gd name="T19" fmla="*/ 16 h 76"/>
                <a:gd name="T20" fmla="*/ 20 w 65"/>
                <a:gd name="T21" fmla="*/ 17 h 76"/>
                <a:gd name="T22" fmla="*/ 19 w 65"/>
                <a:gd name="T23" fmla="*/ 19 h 76"/>
                <a:gd name="T24" fmla="*/ 19 w 65"/>
                <a:gd name="T25" fmla="*/ 21 h 76"/>
                <a:gd name="T26" fmla="*/ 19 w 65"/>
                <a:gd name="T27" fmla="*/ 23 h 76"/>
                <a:gd name="T28" fmla="*/ 17 w 65"/>
                <a:gd name="T29" fmla="*/ 24 h 76"/>
                <a:gd name="T30" fmla="*/ 17 w 65"/>
                <a:gd name="T31" fmla="*/ 26 h 76"/>
                <a:gd name="T32" fmla="*/ 17 w 65"/>
                <a:gd name="T33" fmla="*/ 28 h 76"/>
                <a:gd name="T34" fmla="*/ 15 w 65"/>
                <a:gd name="T35" fmla="*/ 29 h 76"/>
                <a:gd name="T36" fmla="*/ 15 w 65"/>
                <a:gd name="T37" fmla="*/ 31 h 76"/>
                <a:gd name="T38" fmla="*/ 14 w 65"/>
                <a:gd name="T39" fmla="*/ 33 h 76"/>
                <a:gd name="T40" fmla="*/ 14 w 65"/>
                <a:gd name="T41" fmla="*/ 35 h 76"/>
                <a:gd name="T42" fmla="*/ 14 w 65"/>
                <a:gd name="T43" fmla="*/ 36 h 76"/>
                <a:gd name="T44" fmla="*/ 12 w 65"/>
                <a:gd name="T45" fmla="*/ 38 h 76"/>
                <a:gd name="T46" fmla="*/ 12 w 65"/>
                <a:gd name="T47" fmla="*/ 40 h 76"/>
                <a:gd name="T48" fmla="*/ 12 w 65"/>
                <a:gd name="T49" fmla="*/ 41 h 76"/>
                <a:gd name="T50" fmla="*/ 10 w 65"/>
                <a:gd name="T51" fmla="*/ 43 h 76"/>
                <a:gd name="T52" fmla="*/ 10 w 65"/>
                <a:gd name="T53" fmla="*/ 45 h 76"/>
                <a:gd name="T54" fmla="*/ 10 w 65"/>
                <a:gd name="T55" fmla="*/ 47 h 76"/>
                <a:gd name="T56" fmla="*/ 8 w 65"/>
                <a:gd name="T57" fmla="*/ 48 h 76"/>
                <a:gd name="T58" fmla="*/ 8 w 65"/>
                <a:gd name="T59" fmla="*/ 50 h 76"/>
                <a:gd name="T60" fmla="*/ 8 w 65"/>
                <a:gd name="T61" fmla="*/ 52 h 76"/>
                <a:gd name="T62" fmla="*/ 7 w 65"/>
                <a:gd name="T63" fmla="*/ 57 h 76"/>
                <a:gd name="T64" fmla="*/ 5 w 65"/>
                <a:gd name="T65" fmla="*/ 59 h 76"/>
                <a:gd name="T66" fmla="*/ 5 w 65"/>
                <a:gd name="T67" fmla="*/ 60 h 76"/>
                <a:gd name="T68" fmla="*/ 3 w 65"/>
                <a:gd name="T69" fmla="*/ 62 h 76"/>
                <a:gd name="T70" fmla="*/ 3 w 65"/>
                <a:gd name="T71" fmla="*/ 64 h 76"/>
                <a:gd name="T72" fmla="*/ 3 w 65"/>
                <a:gd name="T73" fmla="*/ 65 h 76"/>
                <a:gd name="T74" fmla="*/ 2 w 65"/>
                <a:gd name="T75" fmla="*/ 67 h 76"/>
                <a:gd name="T76" fmla="*/ 2 w 65"/>
                <a:gd name="T77" fmla="*/ 69 h 76"/>
                <a:gd name="T78" fmla="*/ 2 w 65"/>
                <a:gd name="T79" fmla="*/ 71 h 76"/>
                <a:gd name="T80" fmla="*/ 0 w 65"/>
                <a:gd name="T81" fmla="*/ 72 h 76"/>
                <a:gd name="T82" fmla="*/ 0 w 65"/>
                <a:gd name="T83" fmla="*/ 74 h 76"/>
                <a:gd name="T84" fmla="*/ 0 w 65"/>
                <a:gd name="T85" fmla="*/ 76 h 76"/>
                <a:gd name="T86" fmla="*/ 65 w 65"/>
                <a:gd name="T8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5" h="76">
                  <a:moveTo>
                    <a:pt x="27" y="0"/>
                  </a:moveTo>
                  <a:lnTo>
                    <a:pt x="26" y="0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2" y="12"/>
                  </a:lnTo>
                  <a:lnTo>
                    <a:pt x="22" y="14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20" y="16"/>
                  </a:lnTo>
                  <a:lnTo>
                    <a:pt x="20" y="16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19" y="19"/>
                  </a:lnTo>
                  <a:lnTo>
                    <a:pt x="19" y="21"/>
                  </a:lnTo>
                  <a:lnTo>
                    <a:pt x="19" y="21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7" y="26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5" y="29"/>
                  </a:lnTo>
                  <a:lnTo>
                    <a:pt x="15" y="29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15" y="33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4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2" y="38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0" y="43"/>
                  </a:lnTo>
                  <a:lnTo>
                    <a:pt x="10" y="45"/>
                  </a:lnTo>
                  <a:lnTo>
                    <a:pt x="10" y="45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8" y="48"/>
                  </a:lnTo>
                  <a:lnTo>
                    <a:pt x="8" y="48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8" y="52"/>
                  </a:lnTo>
                  <a:lnTo>
                    <a:pt x="8" y="52"/>
                  </a:lnTo>
                  <a:lnTo>
                    <a:pt x="7" y="57"/>
                  </a:lnTo>
                  <a:lnTo>
                    <a:pt x="7" y="57"/>
                  </a:lnTo>
                  <a:lnTo>
                    <a:pt x="5" y="57"/>
                  </a:lnTo>
                  <a:lnTo>
                    <a:pt x="5" y="59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2" y="67"/>
                  </a:lnTo>
                  <a:lnTo>
                    <a:pt x="2" y="69"/>
                  </a:lnTo>
                  <a:lnTo>
                    <a:pt x="2" y="69"/>
                  </a:lnTo>
                  <a:lnTo>
                    <a:pt x="2" y="71"/>
                  </a:lnTo>
                  <a:lnTo>
                    <a:pt x="2" y="71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65" y="76"/>
                  </a:lnTo>
                  <a:lnTo>
                    <a:pt x="65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FF8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87"/>
            <p:cNvSpPr>
              <a:spLocks/>
            </p:cNvSpPr>
            <p:nvPr/>
          </p:nvSpPr>
          <p:spPr bwMode="auto">
            <a:xfrm>
              <a:off x="3460751" y="3336926"/>
              <a:ext cx="276225" cy="552450"/>
            </a:xfrm>
            <a:custGeom>
              <a:avLst/>
              <a:gdLst>
                <a:gd name="T0" fmla="*/ 0 w 102"/>
                <a:gd name="T1" fmla="*/ 0 h 203"/>
                <a:gd name="T2" fmla="*/ 102 w 102"/>
                <a:gd name="T3" fmla="*/ 0 h 203"/>
                <a:gd name="T4" fmla="*/ 102 w 102"/>
                <a:gd name="T5" fmla="*/ 147 h 203"/>
                <a:gd name="T6" fmla="*/ 0 w 102"/>
                <a:gd name="T7" fmla="*/ 147 h 203"/>
                <a:gd name="T8" fmla="*/ 0 w 102"/>
                <a:gd name="T9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203">
                  <a:moveTo>
                    <a:pt x="0" y="0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102" y="147"/>
                    <a:pt x="102" y="147"/>
                    <a:pt x="102" y="147"/>
                  </a:cubicBezTo>
                  <a:cubicBezTo>
                    <a:pt x="102" y="197"/>
                    <a:pt x="0" y="203"/>
                    <a:pt x="0" y="1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88"/>
            <p:cNvSpPr>
              <a:spLocks/>
            </p:cNvSpPr>
            <p:nvPr/>
          </p:nvSpPr>
          <p:spPr bwMode="auto">
            <a:xfrm>
              <a:off x="3460751" y="3535363"/>
              <a:ext cx="276225" cy="190500"/>
            </a:xfrm>
            <a:custGeom>
              <a:avLst/>
              <a:gdLst>
                <a:gd name="T0" fmla="*/ 174 w 174"/>
                <a:gd name="T1" fmla="*/ 33 h 120"/>
                <a:gd name="T2" fmla="*/ 174 w 174"/>
                <a:gd name="T3" fmla="*/ 0 h 120"/>
                <a:gd name="T4" fmla="*/ 0 w 174"/>
                <a:gd name="T5" fmla="*/ 0 h 120"/>
                <a:gd name="T6" fmla="*/ 0 w 174"/>
                <a:gd name="T7" fmla="*/ 120 h 120"/>
                <a:gd name="T8" fmla="*/ 174 w 174"/>
                <a:gd name="T9" fmla="*/ 3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120">
                  <a:moveTo>
                    <a:pt x="174" y="33"/>
                  </a:moveTo>
                  <a:lnTo>
                    <a:pt x="174" y="0"/>
                  </a:lnTo>
                  <a:lnTo>
                    <a:pt x="0" y="0"/>
                  </a:lnTo>
                  <a:lnTo>
                    <a:pt x="0" y="120"/>
                  </a:lnTo>
                  <a:lnTo>
                    <a:pt x="174" y="33"/>
                  </a:lnTo>
                  <a:close/>
                </a:path>
              </a:pathLst>
            </a:custGeom>
            <a:solidFill>
              <a:srgbClr val="E8C5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Freeform 89"/>
            <p:cNvSpPr>
              <a:spLocks/>
            </p:cNvSpPr>
            <p:nvPr/>
          </p:nvSpPr>
          <p:spPr bwMode="auto">
            <a:xfrm>
              <a:off x="3011488" y="2827338"/>
              <a:ext cx="1174750" cy="773113"/>
            </a:xfrm>
            <a:custGeom>
              <a:avLst/>
              <a:gdLst>
                <a:gd name="T0" fmla="*/ 216 w 432"/>
                <a:gd name="T1" fmla="*/ 0 h 285"/>
                <a:gd name="T2" fmla="*/ 216 w 432"/>
                <a:gd name="T3" fmla="*/ 285 h 285"/>
                <a:gd name="T4" fmla="*/ 216 w 432"/>
                <a:gd name="T5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" h="285">
                  <a:moveTo>
                    <a:pt x="216" y="0"/>
                  </a:moveTo>
                  <a:cubicBezTo>
                    <a:pt x="432" y="0"/>
                    <a:pt x="345" y="285"/>
                    <a:pt x="216" y="285"/>
                  </a:cubicBezTo>
                  <a:cubicBezTo>
                    <a:pt x="88" y="285"/>
                    <a:pt x="0" y="0"/>
                    <a:pt x="216" y="0"/>
                  </a:cubicBezTo>
                  <a:close/>
                </a:path>
              </a:pathLst>
            </a:custGeom>
            <a:solidFill>
              <a:srgbClr val="F7D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90"/>
            <p:cNvSpPr>
              <a:spLocks/>
            </p:cNvSpPr>
            <p:nvPr/>
          </p:nvSpPr>
          <p:spPr bwMode="auto">
            <a:xfrm>
              <a:off x="3179763" y="2682876"/>
              <a:ext cx="836613" cy="633413"/>
            </a:xfrm>
            <a:custGeom>
              <a:avLst/>
              <a:gdLst>
                <a:gd name="T0" fmla="*/ 152 w 308"/>
                <a:gd name="T1" fmla="*/ 87 h 233"/>
                <a:gd name="T2" fmla="*/ 267 w 308"/>
                <a:gd name="T3" fmla="*/ 175 h 233"/>
                <a:gd name="T4" fmla="*/ 293 w 308"/>
                <a:gd name="T5" fmla="*/ 178 h 233"/>
                <a:gd name="T6" fmla="*/ 158 w 308"/>
                <a:gd name="T7" fmla="*/ 0 h 233"/>
                <a:gd name="T8" fmla="*/ 15 w 308"/>
                <a:gd name="T9" fmla="*/ 172 h 233"/>
                <a:gd name="T10" fmla="*/ 41 w 308"/>
                <a:gd name="T11" fmla="*/ 172 h 233"/>
                <a:gd name="T12" fmla="*/ 152 w 308"/>
                <a:gd name="T13" fmla="*/ 8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8" h="233">
                  <a:moveTo>
                    <a:pt x="152" y="87"/>
                  </a:moveTo>
                  <a:cubicBezTo>
                    <a:pt x="224" y="87"/>
                    <a:pt x="263" y="130"/>
                    <a:pt x="267" y="175"/>
                  </a:cubicBezTo>
                  <a:cubicBezTo>
                    <a:pt x="270" y="220"/>
                    <a:pt x="277" y="212"/>
                    <a:pt x="293" y="178"/>
                  </a:cubicBezTo>
                  <a:cubicBezTo>
                    <a:pt x="308" y="145"/>
                    <a:pt x="270" y="0"/>
                    <a:pt x="158" y="0"/>
                  </a:cubicBezTo>
                  <a:cubicBezTo>
                    <a:pt x="46" y="0"/>
                    <a:pt x="0" y="111"/>
                    <a:pt x="15" y="172"/>
                  </a:cubicBezTo>
                  <a:cubicBezTo>
                    <a:pt x="31" y="233"/>
                    <a:pt x="31" y="218"/>
                    <a:pt x="41" y="172"/>
                  </a:cubicBezTo>
                  <a:cubicBezTo>
                    <a:pt x="51" y="126"/>
                    <a:pt x="71" y="89"/>
                    <a:pt x="152" y="87"/>
                  </a:cubicBezTo>
                  <a:close/>
                </a:path>
              </a:pathLst>
            </a:cu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Freeform 91"/>
            <p:cNvSpPr>
              <a:spLocks/>
            </p:cNvSpPr>
            <p:nvPr/>
          </p:nvSpPr>
          <p:spPr bwMode="auto">
            <a:xfrm>
              <a:off x="3232151" y="2563813"/>
              <a:ext cx="736600" cy="657225"/>
            </a:xfrm>
            <a:custGeom>
              <a:avLst/>
              <a:gdLst>
                <a:gd name="T0" fmla="*/ 252 w 271"/>
                <a:gd name="T1" fmla="*/ 87 h 242"/>
                <a:gd name="T2" fmla="*/ 266 w 271"/>
                <a:gd name="T3" fmla="*/ 183 h 242"/>
                <a:gd name="T4" fmla="*/ 209 w 271"/>
                <a:gd name="T5" fmla="*/ 242 h 242"/>
                <a:gd name="T6" fmla="*/ 61 w 271"/>
                <a:gd name="T7" fmla="*/ 242 h 242"/>
                <a:gd name="T8" fmla="*/ 4 w 271"/>
                <a:gd name="T9" fmla="*/ 183 h 242"/>
                <a:gd name="T10" fmla="*/ 18 w 271"/>
                <a:gd name="T11" fmla="*/ 87 h 242"/>
                <a:gd name="T12" fmla="*/ 252 w 271"/>
                <a:gd name="T13" fmla="*/ 87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1" h="242">
                  <a:moveTo>
                    <a:pt x="252" y="87"/>
                  </a:moveTo>
                  <a:cubicBezTo>
                    <a:pt x="266" y="183"/>
                    <a:pt x="266" y="183"/>
                    <a:pt x="266" y="183"/>
                  </a:cubicBezTo>
                  <a:cubicBezTo>
                    <a:pt x="271" y="218"/>
                    <a:pt x="229" y="242"/>
                    <a:pt x="209" y="242"/>
                  </a:cubicBezTo>
                  <a:cubicBezTo>
                    <a:pt x="61" y="242"/>
                    <a:pt x="61" y="242"/>
                    <a:pt x="61" y="242"/>
                  </a:cubicBezTo>
                  <a:cubicBezTo>
                    <a:pt x="41" y="242"/>
                    <a:pt x="0" y="218"/>
                    <a:pt x="4" y="183"/>
                  </a:cubicBezTo>
                  <a:cubicBezTo>
                    <a:pt x="18" y="87"/>
                    <a:pt x="18" y="87"/>
                    <a:pt x="18" y="87"/>
                  </a:cubicBezTo>
                  <a:cubicBezTo>
                    <a:pt x="30" y="0"/>
                    <a:pt x="240" y="0"/>
                    <a:pt x="252" y="87"/>
                  </a:cubicBezTo>
                  <a:close/>
                </a:path>
              </a:pathLst>
            </a:cu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Oval 92"/>
            <p:cNvSpPr>
              <a:spLocks noChangeArrowheads="1"/>
            </p:cNvSpPr>
            <p:nvPr/>
          </p:nvSpPr>
          <p:spPr bwMode="auto">
            <a:xfrm>
              <a:off x="3090863" y="2881313"/>
              <a:ext cx="1019175" cy="371475"/>
            </a:xfrm>
            <a:prstGeom prst="ellipse">
              <a:avLst/>
            </a:prstGeom>
            <a:solidFill>
              <a:srgbClr val="4F3C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Freeform 93"/>
            <p:cNvSpPr>
              <a:spLocks/>
            </p:cNvSpPr>
            <p:nvPr/>
          </p:nvSpPr>
          <p:spPr bwMode="auto">
            <a:xfrm>
              <a:off x="3262313" y="2919413"/>
              <a:ext cx="668338" cy="646113"/>
            </a:xfrm>
            <a:custGeom>
              <a:avLst/>
              <a:gdLst>
                <a:gd name="T0" fmla="*/ 124 w 246"/>
                <a:gd name="T1" fmla="*/ 0 h 238"/>
                <a:gd name="T2" fmla="*/ 238 w 246"/>
                <a:gd name="T3" fmla="*/ 135 h 238"/>
                <a:gd name="T4" fmla="*/ 124 w 246"/>
                <a:gd name="T5" fmla="*/ 238 h 238"/>
                <a:gd name="T6" fmla="*/ 10 w 246"/>
                <a:gd name="T7" fmla="*/ 139 h 238"/>
                <a:gd name="T8" fmla="*/ 124 w 246"/>
                <a:gd name="T9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238">
                  <a:moveTo>
                    <a:pt x="124" y="0"/>
                  </a:moveTo>
                  <a:cubicBezTo>
                    <a:pt x="219" y="0"/>
                    <a:pt x="246" y="73"/>
                    <a:pt x="238" y="135"/>
                  </a:cubicBezTo>
                  <a:cubicBezTo>
                    <a:pt x="230" y="198"/>
                    <a:pt x="186" y="238"/>
                    <a:pt x="124" y="238"/>
                  </a:cubicBezTo>
                  <a:cubicBezTo>
                    <a:pt x="64" y="238"/>
                    <a:pt x="20" y="200"/>
                    <a:pt x="10" y="139"/>
                  </a:cubicBezTo>
                  <a:cubicBezTo>
                    <a:pt x="0" y="75"/>
                    <a:pt x="27" y="0"/>
                    <a:pt x="124" y="0"/>
                  </a:cubicBezTo>
                  <a:close/>
                </a:path>
              </a:pathLst>
            </a:custGeom>
            <a:solidFill>
              <a:srgbClr val="F0CE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94"/>
            <p:cNvSpPr>
              <a:spLocks/>
            </p:cNvSpPr>
            <p:nvPr/>
          </p:nvSpPr>
          <p:spPr bwMode="auto">
            <a:xfrm>
              <a:off x="3598863" y="2940051"/>
              <a:ext cx="409575" cy="660400"/>
            </a:xfrm>
            <a:custGeom>
              <a:avLst/>
              <a:gdLst>
                <a:gd name="T0" fmla="*/ 126 w 151"/>
                <a:gd name="T1" fmla="*/ 36 h 243"/>
                <a:gd name="T2" fmla="*/ 0 w 151"/>
                <a:gd name="T3" fmla="*/ 243 h 243"/>
                <a:gd name="T4" fmla="*/ 0 w 151"/>
                <a:gd name="T5" fmla="*/ 3 h 243"/>
                <a:gd name="T6" fmla="*/ 87 w 151"/>
                <a:gd name="T7" fmla="*/ 13 h 243"/>
                <a:gd name="T8" fmla="*/ 126 w 151"/>
                <a:gd name="T9" fmla="*/ 36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243">
                  <a:moveTo>
                    <a:pt x="126" y="36"/>
                  </a:moveTo>
                  <a:cubicBezTo>
                    <a:pt x="151" y="120"/>
                    <a:pt x="84" y="243"/>
                    <a:pt x="0" y="24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68" y="2"/>
                    <a:pt x="87" y="13"/>
                  </a:cubicBezTo>
                  <a:cubicBezTo>
                    <a:pt x="100" y="22"/>
                    <a:pt x="115" y="30"/>
                    <a:pt x="126" y="36"/>
                  </a:cubicBez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Freeform 95"/>
            <p:cNvSpPr>
              <a:spLocks/>
            </p:cNvSpPr>
            <p:nvPr/>
          </p:nvSpPr>
          <p:spPr bwMode="auto">
            <a:xfrm>
              <a:off x="3373438" y="2622551"/>
              <a:ext cx="450850" cy="252413"/>
            </a:xfrm>
            <a:custGeom>
              <a:avLst/>
              <a:gdLst>
                <a:gd name="T0" fmla="*/ 0 w 166"/>
                <a:gd name="T1" fmla="*/ 93 h 93"/>
                <a:gd name="T2" fmla="*/ 85 w 166"/>
                <a:gd name="T3" fmla="*/ 2 h 93"/>
                <a:gd name="T4" fmla="*/ 166 w 166"/>
                <a:gd name="T5" fmla="*/ 88 h 93"/>
                <a:gd name="T6" fmla="*/ 94 w 166"/>
                <a:gd name="T7" fmla="*/ 82 h 93"/>
                <a:gd name="T8" fmla="*/ 0 w 166"/>
                <a:gd name="T9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" h="93">
                  <a:moveTo>
                    <a:pt x="0" y="93"/>
                  </a:moveTo>
                  <a:cubicBezTo>
                    <a:pt x="24" y="51"/>
                    <a:pt x="49" y="0"/>
                    <a:pt x="85" y="2"/>
                  </a:cubicBezTo>
                  <a:cubicBezTo>
                    <a:pt x="119" y="0"/>
                    <a:pt x="143" y="47"/>
                    <a:pt x="166" y="88"/>
                  </a:cubicBezTo>
                  <a:cubicBezTo>
                    <a:pt x="144" y="84"/>
                    <a:pt x="120" y="82"/>
                    <a:pt x="94" y="82"/>
                  </a:cubicBezTo>
                  <a:cubicBezTo>
                    <a:pt x="60" y="82"/>
                    <a:pt x="28" y="86"/>
                    <a:pt x="0" y="93"/>
                  </a:cubicBezTo>
                  <a:close/>
                </a:path>
              </a:pathLst>
            </a:custGeom>
            <a:solidFill>
              <a:srgbClr val="4F3C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96"/>
            <p:cNvSpPr>
              <a:spLocks/>
            </p:cNvSpPr>
            <p:nvPr/>
          </p:nvSpPr>
          <p:spPr bwMode="auto">
            <a:xfrm>
              <a:off x="3186113" y="2905126"/>
              <a:ext cx="787400" cy="369888"/>
            </a:xfrm>
            <a:custGeom>
              <a:avLst/>
              <a:gdLst>
                <a:gd name="T0" fmla="*/ 259 w 290"/>
                <a:gd name="T1" fmla="*/ 83 h 136"/>
                <a:gd name="T2" fmla="*/ 224 w 290"/>
                <a:gd name="T3" fmla="*/ 27 h 136"/>
                <a:gd name="T4" fmla="*/ 99 w 290"/>
                <a:gd name="T5" fmla="*/ 52 h 136"/>
                <a:gd name="T6" fmla="*/ 48 w 290"/>
                <a:gd name="T7" fmla="*/ 121 h 136"/>
                <a:gd name="T8" fmla="*/ 41 w 290"/>
                <a:gd name="T9" fmla="*/ 134 h 136"/>
                <a:gd name="T10" fmla="*/ 16 w 290"/>
                <a:gd name="T11" fmla="*/ 89 h 136"/>
                <a:gd name="T12" fmla="*/ 14 w 290"/>
                <a:gd name="T13" fmla="*/ 41 h 136"/>
                <a:gd name="T14" fmla="*/ 147 w 290"/>
                <a:gd name="T15" fmla="*/ 2 h 136"/>
                <a:gd name="T16" fmla="*/ 266 w 290"/>
                <a:gd name="T17" fmla="*/ 30 h 136"/>
                <a:gd name="T18" fmla="*/ 283 w 290"/>
                <a:gd name="T19" fmla="*/ 95 h 136"/>
                <a:gd name="T20" fmla="*/ 260 w 290"/>
                <a:gd name="T21" fmla="*/ 128 h 136"/>
                <a:gd name="T22" fmla="*/ 259 w 290"/>
                <a:gd name="T23" fmla="*/ 83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90" h="136">
                  <a:moveTo>
                    <a:pt x="259" y="83"/>
                  </a:moveTo>
                  <a:cubicBezTo>
                    <a:pt x="258" y="59"/>
                    <a:pt x="238" y="34"/>
                    <a:pt x="224" y="27"/>
                  </a:cubicBezTo>
                  <a:cubicBezTo>
                    <a:pt x="210" y="19"/>
                    <a:pt x="137" y="28"/>
                    <a:pt x="99" y="52"/>
                  </a:cubicBezTo>
                  <a:cubicBezTo>
                    <a:pt x="58" y="78"/>
                    <a:pt x="51" y="98"/>
                    <a:pt x="48" y="121"/>
                  </a:cubicBezTo>
                  <a:cubicBezTo>
                    <a:pt x="47" y="128"/>
                    <a:pt x="45" y="136"/>
                    <a:pt x="41" y="134"/>
                  </a:cubicBezTo>
                  <a:cubicBezTo>
                    <a:pt x="29" y="130"/>
                    <a:pt x="26" y="95"/>
                    <a:pt x="16" y="89"/>
                  </a:cubicBezTo>
                  <a:cubicBezTo>
                    <a:pt x="0" y="79"/>
                    <a:pt x="8" y="65"/>
                    <a:pt x="14" y="41"/>
                  </a:cubicBezTo>
                  <a:cubicBezTo>
                    <a:pt x="20" y="17"/>
                    <a:pt x="90" y="4"/>
                    <a:pt x="147" y="2"/>
                  </a:cubicBezTo>
                  <a:cubicBezTo>
                    <a:pt x="205" y="0"/>
                    <a:pt x="248" y="13"/>
                    <a:pt x="266" y="30"/>
                  </a:cubicBezTo>
                  <a:cubicBezTo>
                    <a:pt x="284" y="46"/>
                    <a:pt x="290" y="73"/>
                    <a:pt x="283" y="95"/>
                  </a:cubicBezTo>
                  <a:cubicBezTo>
                    <a:pt x="277" y="112"/>
                    <a:pt x="271" y="131"/>
                    <a:pt x="260" y="128"/>
                  </a:cubicBezTo>
                  <a:cubicBezTo>
                    <a:pt x="254" y="126"/>
                    <a:pt x="259" y="97"/>
                    <a:pt x="259" y="83"/>
                  </a:cubicBezTo>
                  <a:close/>
                </a:path>
              </a:pathLst>
            </a:custGeom>
            <a:solidFill>
              <a:srgbClr val="E3B5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Freeform 97"/>
            <p:cNvSpPr>
              <a:spLocks/>
            </p:cNvSpPr>
            <p:nvPr/>
          </p:nvSpPr>
          <p:spPr bwMode="auto">
            <a:xfrm>
              <a:off x="3905251" y="3087688"/>
              <a:ext cx="101600" cy="190500"/>
            </a:xfrm>
            <a:custGeom>
              <a:avLst/>
              <a:gdLst>
                <a:gd name="T0" fmla="*/ 26 w 37"/>
                <a:gd name="T1" fmla="*/ 2 h 70"/>
                <a:gd name="T2" fmla="*/ 33 w 37"/>
                <a:gd name="T3" fmla="*/ 38 h 70"/>
                <a:gd name="T4" fmla="*/ 11 w 37"/>
                <a:gd name="T5" fmla="*/ 68 h 70"/>
                <a:gd name="T6" fmla="*/ 4 w 37"/>
                <a:gd name="T7" fmla="*/ 32 h 70"/>
                <a:gd name="T8" fmla="*/ 26 w 37"/>
                <a:gd name="T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70">
                  <a:moveTo>
                    <a:pt x="26" y="2"/>
                  </a:moveTo>
                  <a:cubicBezTo>
                    <a:pt x="34" y="4"/>
                    <a:pt x="37" y="20"/>
                    <a:pt x="33" y="38"/>
                  </a:cubicBezTo>
                  <a:cubicBezTo>
                    <a:pt x="29" y="56"/>
                    <a:pt x="19" y="70"/>
                    <a:pt x="11" y="68"/>
                  </a:cubicBezTo>
                  <a:cubicBezTo>
                    <a:pt x="3" y="66"/>
                    <a:pt x="0" y="50"/>
                    <a:pt x="4" y="32"/>
                  </a:cubicBezTo>
                  <a:cubicBezTo>
                    <a:pt x="9" y="14"/>
                    <a:pt x="18" y="0"/>
                    <a:pt x="26" y="2"/>
                  </a:cubicBez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98"/>
            <p:cNvSpPr>
              <a:spLocks/>
            </p:cNvSpPr>
            <p:nvPr/>
          </p:nvSpPr>
          <p:spPr bwMode="auto">
            <a:xfrm>
              <a:off x="3190876" y="3087688"/>
              <a:ext cx="101600" cy="190500"/>
            </a:xfrm>
            <a:custGeom>
              <a:avLst/>
              <a:gdLst>
                <a:gd name="T0" fmla="*/ 11 w 37"/>
                <a:gd name="T1" fmla="*/ 2 h 70"/>
                <a:gd name="T2" fmla="*/ 4 w 37"/>
                <a:gd name="T3" fmla="*/ 38 h 70"/>
                <a:gd name="T4" fmla="*/ 26 w 37"/>
                <a:gd name="T5" fmla="*/ 68 h 70"/>
                <a:gd name="T6" fmla="*/ 33 w 37"/>
                <a:gd name="T7" fmla="*/ 32 h 70"/>
                <a:gd name="T8" fmla="*/ 11 w 37"/>
                <a:gd name="T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70">
                  <a:moveTo>
                    <a:pt x="11" y="2"/>
                  </a:moveTo>
                  <a:cubicBezTo>
                    <a:pt x="3" y="4"/>
                    <a:pt x="0" y="20"/>
                    <a:pt x="4" y="38"/>
                  </a:cubicBezTo>
                  <a:cubicBezTo>
                    <a:pt x="8" y="56"/>
                    <a:pt x="18" y="70"/>
                    <a:pt x="26" y="68"/>
                  </a:cubicBezTo>
                  <a:cubicBezTo>
                    <a:pt x="34" y="66"/>
                    <a:pt x="37" y="50"/>
                    <a:pt x="33" y="32"/>
                  </a:cubicBezTo>
                  <a:cubicBezTo>
                    <a:pt x="29" y="14"/>
                    <a:pt x="19" y="0"/>
                    <a:pt x="11" y="2"/>
                  </a:cubicBezTo>
                  <a:close/>
                </a:path>
              </a:pathLst>
            </a:custGeom>
            <a:solidFill>
              <a:srgbClr val="F7D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Freeform 99"/>
            <p:cNvSpPr>
              <a:spLocks/>
            </p:cNvSpPr>
            <p:nvPr/>
          </p:nvSpPr>
          <p:spPr bwMode="auto">
            <a:xfrm>
              <a:off x="3190876" y="3760788"/>
              <a:ext cx="228600" cy="560388"/>
            </a:xfrm>
            <a:custGeom>
              <a:avLst/>
              <a:gdLst>
                <a:gd name="T0" fmla="*/ 55 w 84"/>
                <a:gd name="T1" fmla="*/ 0 h 206"/>
                <a:gd name="T2" fmla="*/ 2 w 84"/>
                <a:gd name="T3" fmla="*/ 34 h 206"/>
                <a:gd name="T4" fmla="*/ 34 w 84"/>
                <a:gd name="T5" fmla="*/ 169 h 206"/>
                <a:gd name="T6" fmla="*/ 50 w 84"/>
                <a:gd name="T7" fmla="*/ 133 h 206"/>
                <a:gd name="T8" fmla="*/ 72 w 84"/>
                <a:gd name="T9" fmla="*/ 142 h 206"/>
                <a:gd name="T10" fmla="*/ 55 w 84"/>
                <a:gd name="T11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206">
                  <a:moveTo>
                    <a:pt x="55" y="0"/>
                  </a:moveTo>
                  <a:cubicBezTo>
                    <a:pt x="12" y="0"/>
                    <a:pt x="4" y="6"/>
                    <a:pt x="2" y="34"/>
                  </a:cubicBezTo>
                  <a:cubicBezTo>
                    <a:pt x="0" y="63"/>
                    <a:pt x="7" y="131"/>
                    <a:pt x="34" y="169"/>
                  </a:cubicBezTo>
                  <a:cubicBezTo>
                    <a:pt x="61" y="206"/>
                    <a:pt x="47" y="163"/>
                    <a:pt x="50" y="133"/>
                  </a:cubicBezTo>
                  <a:cubicBezTo>
                    <a:pt x="54" y="102"/>
                    <a:pt x="59" y="176"/>
                    <a:pt x="72" y="142"/>
                  </a:cubicBezTo>
                  <a:cubicBezTo>
                    <a:pt x="84" y="108"/>
                    <a:pt x="68" y="84"/>
                    <a:pt x="55" y="0"/>
                  </a:cubicBezTo>
                  <a:close/>
                </a:path>
              </a:pathLst>
            </a:custGeom>
            <a:solidFill>
              <a:srgbClr val="6BB3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100"/>
            <p:cNvSpPr>
              <a:spLocks/>
            </p:cNvSpPr>
            <p:nvPr/>
          </p:nvSpPr>
          <p:spPr bwMode="auto">
            <a:xfrm>
              <a:off x="3767138" y="3736976"/>
              <a:ext cx="274638" cy="611188"/>
            </a:xfrm>
            <a:custGeom>
              <a:avLst/>
              <a:gdLst>
                <a:gd name="T0" fmla="*/ 57 w 101"/>
                <a:gd name="T1" fmla="*/ 23 h 225"/>
                <a:gd name="T2" fmla="*/ 84 w 101"/>
                <a:gd name="T3" fmla="*/ 63 h 225"/>
                <a:gd name="T4" fmla="*/ 56 w 101"/>
                <a:gd name="T5" fmla="*/ 180 h 225"/>
                <a:gd name="T6" fmla="*/ 42 w 101"/>
                <a:gd name="T7" fmla="*/ 203 h 225"/>
                <a:gd name="T8" fmla="*/ 22 w 101"/>
                <a:gd name="T9" fmla="*/ 153 h 225"/>
                <a:gd name="T10" fmla="*/ 2 w 101"/>
                <a:gd name="T11" fmla="*/ 155 h 225"/>
                <a:gd name="T12" fmla="*/ 57 w 101"/>
                <a:gd name="T13" fmla="*/ 23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225">
                  <a:moveTo>
                    <a:pt x="57" y="23"/>
                  </a:moveTo>
                  <a:cubicBezTo>
                    <a:pt x="77" y="23"/>
                    <a:pt x="101" y="35"/>
                    <a:pt x="84" y="63"/>
                  </a:cubicBezTo>
                  <a:cubicBezTo>
                    <a:pt x="67" y="91"/>
                    <a:pt x="57" y="154"/>
                    <a:pt x="56" y="180"/>
                  </a:cubicBezTo>
                  <a:cubicBezTo>
                    <a:pt x="55" y="207"/>
                    <a:pt x="42" y="225"/>
                    <a:pt x="42" y="203"/>
                  </a:cubicBezTo>
                  <a:cubicBezTo>
                    <a:pt x="42" y="181"/>
                    <a:pt x="26" y="131"/>
                    <a:pt x="22" y="153"/>
                  </a:cubicBezTo>
                  <a:cubicBezTo>
                    <a:pt x="17" y="175"/>
                    <a:pt x="0" y="196"/>
                    <a:pt x="2" y="155"/>
                  </a:cubicBezTo>
                  <a:cubicBezTo>
                    <a:pt x="4" y="114"/>
                    <a:pt x="14" y="0"/>
                    <a:pt x="57" y="23"/>
                  </a:cubicBezTo>
                  <a:close/>
                </a:path>
              </a:pathLst>
            </a:custGeom>
            <a:solidFill>
              <a:srgbClr val="6BB3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Freeform 101"/>
            <p:cNvSpPr>
              <a:spLocks/>
            </p:cNvSpPr>
            <p:nvPr/>
          </p:nvSpPr>
          <p:spPr bwMode="auto">
            <a:xfrm>
              <a:off x="3281363" y="3633788"/>
              <a:ext cx="676275" cy="436563"/>
            </a:xfrm>
            <a:custGeom>
              <a:avLst/>
              <a:gdLst>
                <a:gd name="T0" fmla="*/ 234 w 249"/>
                <a:gd name="T1" fmla="*/ 66 h 161"/>
                <a:gd name="T2" fmla="*/ 8 w 249"/>
                <a:gd name="T3" fmla="*/ 64 h 161"/>
                <a:gd name="T4" fmla="*/ 24 w 249"/>
                <a:gd name="T5" fmla="*/ 32 h 161"/>
                <a:gd name="T6" fmla="*/ 64 w 249"/>
                <a:gd name="T7" fmla="*/ 11 h 161"/>
                <a:gd name="T8" fmla="*/ 171 w 249"/>
                <a:gd name="T9" fmla="*/ 6 h 161"/>
                <a:gd name="T10" fmla="*/ 202 w 249"/>
                <a:gd name="T11" fmla="*/ 35 h 161"/>
                <a:gd name="T12" fmla="*/ 234 w 249"/>
                <a:gd name="T13" fmla="*/ 6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" h="161">
                  <a:moveTo>
                    <a:pt x="234" y="66"/>
                  </a:moveTo>
                  <a:cubicBezTo>
                    <a:pt x="196" y="106"/>
                    <a:pt x="83" y="161"/>
                    <a:pt x="8" y="64"/>
                  </a:cubicBezTo>
                  <a:cubicBezTo>
                    <a:pt x="0" y="39"/>
                    <a:pt x="2" y="26"/>
                    <a:pt x="24" y="32"/>
                  </a:cubicBezTo>
                  <a:cubicBezTo>
                    <a:pt x="22" y="9"/>
                    <a:pt x="43" y="0"/>
                    <a:pt x="64" y="11"/>
                  </a:cubicBezTo>
                  <a:cubicBezTo>
                    <a:pt x="93" y="42"/>
                    <a:pt x="159" y="26"/>
                    <a:pt x="171" y="6"/>
                  </a:cubicBezTo>
                  <a:cubicBezTo>
                    <a:pt x="190" y="1"/>
                    <a:pt x="202" y="8"/>
                    <a:pt x="202" y="35"/>
                  </a:cubicBezTo>
                  <a:cubicBezTo>
                    <a:pt x="241" y="16"/>
                    <a:pt x="249" y="46"/>
                    <a:pt x="234" y="66"/>
                  </a:cubicBezTo>
                  <a:close/>
                </a:path>
              </a:pathLst>
            </a:custGeom>
            <a:solidFill>
              <a:srgbClr val="6BB3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102"/>
            <p:cNvSpPr>
              <a:spLocks noEditPoints="1"/>
            </p:cNvSpPr>
            <p:nvPr/>
          </p:nvSpPr>
          <p:spPr bwMode="auto">
            <a:xfrm>
              <a:off x="3240088" y="3730626"/>
              <a:ext cx="692150" cy="373063"/>
            </a:xfrm>
            <a:custGeom>
              <a:avLst/>
              <a:gdLst>
                <a:gd name="T0" fmla="*/ 234 w 255"/>
                <a:gd name="T1" fmla="*/ 78 h 137"/>
                <a:gd name="T2" fmla="*/ 234 w 255"/>
                <a:gd name="T3" fmla="*/ 63 h 137"/>
                <a:gd name="T4" fmla="*/ 255 w 255"/>
                <a:gd name="T5" fmla="*/ 39 h 137"/>
                <a:gd name="T6" fmla="*/ 234 w 255"/>
                <a:gd name="T7" fmla="*/ 78 h 137"/>
                <a:gd name="T8" fmla="*/ 234 w 255"/>
                <a:gd name="T9" fmla="*/ 51 h 137"/>
                <a:gd name="T10" fmla="*/ 252 w 255"/>
                <a:gd name="T11" fmla="*/ 26 h 137"/>
                <a:gd name="T12" fmla="*/ 252 w 255"/>
                <a:gd name="T13" fmla="*/ 26 h 137"/>
                <a:gd name="T14" fmla="*/ 234 w 255"/>
                <a:gd name="T15" fmla="*/ 44 h 137"/>
                <a:gd name="T16" fmla="*/ 234 w 255"/>
                <a:gd name="T17" fmla="*/ 51 h 137"/>
                <a:gd name="T18" fmla="*/ 234 w 255"/>
                <a:gd name="T19" fmla="*/ 44 h 137"/>
                <a:gd name="T20" fmla="*/ 234 w 255"/>
                <a:gd name="T21" fmla="*/ 51 h 137"/>
                <a:gd name="T22" fmla="*/ 214 w 255"/>
                <a:gd name="T23" fmla="*/ 58 h 137"/>
                <a:gd name="T24" fmla="*/ 214 w 255"/>
                <a:gd name="T25" fmla="*/ 57 h 137"/>
                <a:gd name="T26" fmla="*/ 234 w 255"/>
                <a:gd name="T27" fmla="*/ 44 h 137"/>
                <a:gd name="T28" fmla="*/ 234 w 255"/>
                <a:gd name="T29" fmla="*/ 63 h 137"/>
                <a:gd name="T30" fmla="*/ 234 w 255"/>
                <a:gd name="T31" fmla="*/ 78 h 137"/>
                <a:gd name="T32" fmla="*/ 218 w 255"/>
                <a:gd name="T33" fmla="*/ 137 h 137"/>
                <a:gd name="T34" fmla="*/ 234 w 255"/>
                <a:gd name="T35" fmla="*/ 63 h 137"/>
                <a:gd name="T36" fmla="*/ 214 w 255"/>
                <a:gd name="T37" fmla="*/ 2 h 137"/>
                <a:gd name="T38" fmla="*/ 214 w 255"/>
                <a:gd name="T39" fmla="*/ 1 h 137"/>
                <a:gd name="T40" fmla="*/ 216 w 255"/>
                <a:gd name="T41" fmla="*/ 0 h 137"/>
                <a:gd name="T42" fmla="*/ 216 w 255"/>
                <a:gd name="T43" fmla="*/ 0 h 137"/>
                <a:gd name="T44" fmla="*/ 214 w 255"/>
                <a:gd name="T45" fmla="*/ 2 h 137"/>
                <a:gd name="T46" fmla="*/ 30 w 255"/>
                <a:gd name="T47" fmla="*/ 123 h 137"/>
                <a:gd name="T48" fmla="*/ 25 w 255"/>
                <a:gd name="T49" fmla="*/ 114 h 137"/>
                <a:gd name="T50" fmla="*/ 25 w 255"/>
                <a:gd name="T51" fmla="*/ 119 h 137"/>
                <a:gd name="T52" fmla="*/ 30 w 255"/>
                <a:gd name="T53" fmla="*/ 123 h 137"/>
                <a:gd name="T54" fmla="*/ 214 w 255"/>
                <a:gd name="T55" fmla="*/ 1 h 137"/>
                <a:gd name="T56" fmla="*/ 214 w 255"/>
                <a:gd name="T57" fmla="*/ 2 h 137"/>
                <a:gd name="T58" fmla="*/ 47 w 255"/>
                <a:gd name="T59" fmla="*/ 2 h 137"/>
                <a:gd name="T60" fmla="*/ 214 w 255"/>
                <a:gd name="T61" fmla="*/ 1 h 137"/>
                <a:gd name="T62" fmla="*/ 214 w 255"/>
                <a:gd name="T63" fmla="*/ 57 h 137"/>
                <a:gd name="T64" fmla="*/ 211 w 255"/>
                <a:gd name="T65" fmla="*/ 58 h 137"/>
                <a:gd name="T66" fmla="*/ 214 w 255"/>
                <a:gd name="T67" fmla="*/ 58 h 137"/>
                <a:gd name="T68" fmla="*/ 214 w 255"/>
                <a:gd name="T69" fmla="*/ 57 h 137"/>
                <a:gd name="T70" fmla="*/ 25 w 255"/>
                <a:gd name="T71" fmla="*/ 40 h 137"/>
                <a:gd name="T72" fmla="*/ 25 w 255"/>
                <a:gd name="T73" fmla="*/ 31 h 137"/>
                <a:gd name="T74" fmla="*/ 44 w 255"/>
                <a:gd name="T75" fmla="*/ 50 h 137"/>
                <a:gd name="T76" fmla="*/ 25 w 255"/>
                <a:gd name="T77" fmla="*/ 40 h 137"/>
                <a:gd name="T78" fmla="*/ 25 w 255"/>
                <a:gd name="T79" fmla="*/ 114 h 137"/>
                <a:gd name="T80" fmla="*/ 12 w 255"/>
                <a:gd name="T81" fmla="*/ 29 h 137"/>
                <a:gd name="T82" fmla="*/ 25 w 255"/>
                <a:gd name="T83" fmla="*/ 119 h 137"/>
                <a:gd name="T84" fmla="*/ 25 w 255"/>
                <a:gd name="T85" fmla="*/ 114 h 137"/>
                <a:gd name="T86" fmla="*/ 25 w 255"/>
                <a:gd name="T87" fmla="*/ 31 h 137"/>
                <a:gd name="T88" fmla="*/ 25 w 255"/>
                <a:gd name="T89" fmla="*/ 40 h 137"/>
                <a:gd name="T90" fmla="*/ 21 w 255"/>
                <a:gd name="T91" fmla="*/ 25 h 137"/>
                <a:gd name="T92" fmla="*/ 25 w 255"/>
                <a:gd name="T93" fmla="*/ 31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55" h="137">
                  <a:moveTo>
                    <a:pt x="234" y="78"/>
                  </a:moveTo>
                  <a:cubicBezTo>
                    <a:pt x="234" y="63"/>
                    <a:pt x="234" y="63"/>
                    <a:pt x="234" y="63"/>
                  </a:cubicBezTo>
                  <a:cubicBezTo>
                    <a:pt x="241" y="50"/>
                    <a:pt x="249" y="41"/>
                    <a:pt x="255" y="39"/>
                  </a:cubicBezTo>
                  <a:cubicBezTo>
                    <a:pt x="251" y="42"/>
                    <a:pt x="242" y="58"/>
                    <a:pt x="234" y="78"/>
                  </a:cubicBezTo>
                  <a:close/>
                  <a:moveTo>
                    <a:pt x="234" y="51"/>
                  </a:moveTo>
                  <a:cubicBezTo>
                    <a:pt x="242" y="45"/>
                    <a:pt x="249" y="37"/>
                    <a:pt x="252" y="26"/>
                  </a:cubicBezTo>
                  <a:cubicBezTo>
                    <a:pt x="252" y="26"/>
                    <a:pt x="252" y="26"/>
                    <a:pt x="252" y="26"/>
                  </a:cubicBezTo>
                  <a:cubicBezTo>
                    <a:pt x="248" y="32"/>
                    <a:pt x="241" y="39"/>
                    <a:pt x="234" y="44"/>
                  </a:cubicBezTo>
                  <a:lnTo>
                    <a:pt x="234" y="51"/>
                  </a:lnTo>
                  <a:close/>
                  <a:moveTo>
                    <a:pt x="234" y="44"/>
                  </a:moveTo>
                  <a:cubicBezTo>
                    <a:pt x="234" y="51"/>
                    <a:pt x="234" y="51"/>
                    <a:pt x="234" y="51"/>
                  </a:cubicBezTo>
                  <a:cubicBezTo>
                    <a:pt x="227" y="56"/>
                    <a:pt x="219" y="58"/>
                    <a:pt x="214" y="58"/>
                  </a:cubicBezTo>
                  <a:cubicBezTo>
                    <a:pt x="214" y="57"/>
                    <a:pt x="214" y="57"/>
                    <a:pt x="214" y="57"/>
                  </a:cubicBezTo>
                  <a:cubicBezTo>
                    <a:pt x="219" y="54"/>
                    <a:pt x="227" y="49"/>
                    <a:pt x="234" y="44"/>
                  </a:cubicBezTo>
                  <a:close/>
                  <a:moveTo>
                    <a:pt x="234" y="63"/>
                  </a:moveTo>
                  <a:cubicBezTo>
                    <a:pt x="234" y="78"/>
                    <a:pt x="234" y="78"/>
                    <a:pt x="234" y="78"/>
                  </a:cubicBezTo>
                  <a:cubicBezTo>
                    <a:pt x="225" y="98"/>
                    <a:pt x="218" y="121"/>
                    <a:pt x="218" y="137"/>
                  </a:cubicBezTo>
                  <a:cubicBezTo>
                    <a:pt x="212" y="116"/>
                    <a:pt x="222" y="85"/>
                    <a:pt x="234" y="63"/>
                  </a:cubicBezTo>
                  <a:close/>
                  <a:moveTo>
                    <a:pt x="214" y="2"/>
                  </a:moveTo>
                  <a:cubicBezTo>
                    <a:pt x="214" y="1"/>
                    <a:pt x="214" y="1"/>
                    <a:pt x="214" y="1"/>
                  </a:cubicBezTo>
                  <a:cubicBezTo>
                    <a:pt x="214" y="1"/>
                    <a:pt x="215" y="0"/>
                    <a:pt x="216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15" y="0"/>
                    <a:pt x="214" y="1"/>
                    <a:pt x="214" y="2"/>
                  </a:cubicBezTo>
                  <a:close/>
                  <a:moveTo>
                    <a:pt x="30" y="123"/>
                  </a:moveTo>
                  <a:cubicBezTo>
                    <a:pt x="28" y="121"/>
                    <a:pt x="27" y="118"/>
                    <a:pt x="25" y="114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7" y="121"/>
                    <a:pt x="28" y="122"/>
                    <a:pt x="30" y="123"/>
                  </a:cubicBezTo>
                  <a:close/>
                  <a:moveTo>
                    <a:pt x="214" y="1"/>
                  </a:moveTo>
                  <a:cubicBezTo>
                    <a:pt x="214" y="2"/>
                    <a:pt x="214" y="2"/>
                    <a:pt x="214" y="2"/>
                  </a:cubicBezTo>
                  <a:cubicBezTo>
                    <a:pt x="182" y="33"/>
                    <a:pt x="110" y="65"/>
                    <a:pt x="47" y="2"/>
                  </a:cubicBezTo>
                  <a:cubicBezTo>
                    <a:pt x="112" y="54"/>
                    <a:pt x="183" y="25"/>
                    <a:pt x="214" y="1"/>
                  </a:cubicBezTo>
                  <a:close/>
                  <a:moveTo>
                    <a:pt x="214" y="57"/>
                  </a:moveTo>
                  <a:cubicBezTo>
                    <a:pt x="211" y="58"/>
                    <a:pt x="211" y="58"/>
                    <a:pt x="211" y="58"/>
                  </a:cubicBezTo>
                  <a:cubicBezTo>
                    <a:pt x="212" y="58"/>
                    <a:pt x="213" y="58"/>
                    <a:pt x="214" y="58"/>
                  </a:cubicBezTo>
                  <a:cubicBezTo>
                    <a:pt x="214" y="57"/>
                    <a:pt x="214" y="57"/>
                    <a:pt x="214" y="57"/>
                  </a:cubicBezTo>
                  <a:close/>
                  <a:moveTo>
                    <a:pt x="25" y="40"/>
                  </a:moveTo>
                  <a:cubicBezTo>
                    <a:pt x="25" y="31"/>
                    <a:pt x="25" y="31"/>
                    <a:pt x="25" y="31"/>
                  </a:cubicBezTo>
                  <a:cubicBezTo>
                    <a:pt x="31" y="39"/>
                    <a:pt x="39" y="46"/>
                    <a:pt x="44" y="50"/>
                  </a:cubicBezTo>
                  <a:cubicBezTo>
                    <a:pt x="37" y="50"/>
                    <a:pt x="30" y="46"/>
                    <a:pt x="25" y="40"/>
                  </a:cubicBezTo>
                  <a:close/>
                  <a:moveTo>
                    <a:pt x="25" y="114"/>
                  </a:moveTo>
                  <a:cubicBezTo>
                    <a:pt x="14" y="86"/>
                    <a:pt x="8" y="36"/>
                    <a:pt x="12" y="29"/>
                  </a:cubicBezTo>
                  <a:cubicBezTo>
                    <a:pt x="0" y="38"/>
                    <a:pt x="4" y="94"/>
                    <a:pt x="25" y="119"/>
                  </a:cubicBezTo>
                  <a:cubicBezTo>
                    <a:pt x="25" y="114"/>
                    <a:pt x="25" y="114"/>
                    <a:pt x="25" y="114"/>
                  </a:cubicBezTo>
                  <a:close/>
                  <a:moveTo>
                    <a:pt x="25" y="31"/>
                  </a:moveTo>
                  <a:cubicBezTo>
                    <a:pt x="25" y="40"/>
                    <a:pt x="25" y="40"/>
                    <a:pt x="25" y="40"/>
                  </a:cubicBezTo>
                  <a:cubicBezTo>
                    <a:pt x="22" y="36"/>
                    <a:pt x="21" y="31"/>
                    <a:pt x="21" y="25"/>
                  </a:cubicBezTo>
                  <a:cubicBezTo>
                    <a:pt x="22" y="27"/>
                    <a:pt x="24" y="29"/>
                    <a:pt x="25" y="31"/>
                  </a:cubicBezTo>
                  <a:close/>
                </a:path>
              </a:pathLst>
            </a:custGeom>
            <a:solidFill>
              <a:srgbClr val="447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Freeform 103"/>
            <p:cNvSpPr>
              <a:spLocks/>
            </p:cNvSpPr>
            <p:nvPr/>
          </p:nvSpPr>
          <p:spPr bwMode="auto">
            <a:xfrm>
              <a:off x="3251201" y="3114676"/>
              <a:ext cx="695325" cy="569913"/>
            </a:xfrm>
            <a:custGeom>
              <a:avLst/>
              <a:gdLst>
                <a:gd name="T0" fmla="*/ 24 w 256"/>
                <a:gd name="T1" fmla="*/ 21 h 210"/>
                <a:gd name="T2" fmla="*/ 41 w 256"/>
                <a:gd name="T3" fmla="*/ 108 h 210"/>
                <a:gd name="T4" fmla="*/ 76 w 256"/>
                <a:gd name="T5" fmla="*/ 108 h 210"/>
                <a:gd name="T6" fmla="*/ 180 w 256"/>
                <a:gd name="T7" fmla="*/ 108 h 210"/>
                <a:gd name="T8" fmla="*/ 215 w 256"/>
                <a:gd name="T9" fmla="*/ 108 h 210"/>
                <a:gd name="T10" fmla="*/ 232 w 256"/>
                <a:gd name="T11" fmla="*/ 21 h 210"/>
                <a:gd name="T12" fmla="*/ 246 w 256"/>
                <a:gd name="T13" fmla="*/ 16 h 210"/>
                <a:gd name="T14" fmla="*/ 250 w 256"/>
                <a:gd name="T15" fmla="*/ 44 h 210"/>
                <a:gd name="T16" fmla="*/ 233 w 256"/>
                <a:gd name="T17" fmla="*/ 132 h 210"/>
                <a:gd name="T18" fmla="*/ 23 w 256"/>
                <a:gd name="T19" fmla="*/ 132 h 210"/>
                <a:gd name="T20" fmla="*/ 6 w 256"/>
                <a:gd name="T21" fmla="*/ 44 h 210"/>
                <a:gd name="T22" fmla="*/ 10 w 256"/>
                <a:gd name="T23" fmla="*/ 16 h 210"/>
                <a:gd name="T24" fmla="*/ 24 w 256"/>
                <a:gd name="T25" fmla="*/ 21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10">
                  <a:moveTo>
                    <a:pt x="24" y="21"/>
                  </a:moveTo>
                  <a:cubicBezTo>
                    <a:pt x="19" y="41"/>
                    <a:pt x="20" y="92"/>
                    <a:pt x="41" y="108"/>
                  </a:cubicBezTo>
                  <a:cubicBezTo>
                    <a:pt x="61" y="125"/>
                    <a:pt x="72" y="127"/>
                    <a:pt x="76" y="108"/>
                  </a:cubicBezTo>
                  <a:cubicBezTo>
                    <a:pt x="82" y="73"/>
                    <a:pt x="174" y="73"/>
                    <a:pt x="180" y="108"/>
                  </a:cubicBezTo>
                  <a:cubicBezTo>
                    <a:pt x="184" y="127"/>
                    <a:pt x="195" y="125"/>
                    <a:pt x="215" y="108"/>
                  </a:cubicBezTo>
                  <a:cubicBezTo>
                    <a:pt x="236" y="92"/>
                    <a:pt x="237" y="41"/>
                    <a:pt x="232" y="21"/>
                  </a:cubicBezTo>
                  <a:cubicBezTo>
                    <a:pt x="234" y="0"/>
                    <a:pt x="250" y="1"/>
                    <a:pt x="246" y="16"/>
                  </a:cubicBezTo>
                  <a:cubicBezTo>
                    <a:pt x="243" y="25"/>
                    <a:pt x="248" y="37"/>
                    <a:pt x="250" y="44"/>
                  </a:cubicBezTo>
                  <a:cubicBezTo>
                    <a:pt x="256" y="71"/>
                    <a:pt x="251" y="100"/>
                    <a:pt x="233" y="132"/>
                  </a:cubicBezTo>
                  <a:cubicBezTo>
                    <a:pt x="188" y="210"/>
                    <a:pt x="68" y="210"/>
                    <a:pt x="23" y="132"/>
                  </a:cubicBezTo>
                  <a:cubicBezTo>
                    <a:pt x="5" y="100"/>
                    <a:pt x="0" y="71"/>
                    <a:pt x="6" y="44"/>
                  </a:cubicBezTo>
                  <a:cubicBezTo>
                    <a:pt x="8" y="37"/>
                    <a:pt x="13" y="25"/>
                    <a:pt x="10" y="16"/>
                  </a:cubicBezTo>
                  <a:cubicBezTo>
                    <a:pt x="6" y="1"/>
                    <a:pt x="22" y="0"/>
                    <a:pt x="24" y="21"/>
                  </a:cubicBezTo>
                  <a:close/>
                </a:path>
              </a:pathLst>
            </a:custGeom>
            <a:solidFill>
              <a:srgbClr val="E3B5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104"/>
            <p:cNvSpPr>
              <a:spLocks/>
            </p:cNvSpPr>
            <p:nvPr/>
          </p:nvSpPr>
          <p:spPr bwMode="auto">
            <a:xfrm>
              <a:off x="3473451" y="3362326"/>
              <a:ext cx="252413" cy="165100"/>
            </a:xfrm>
            <a:custGeom>
              <a:avLst/>
              <a:gdLst>
                <a:gd name="T0" fmla="*/ 46 w 93"/>
                <a:gd name="T1" fmla="*/ 0 h 61"/>
                <a:gd name="T2" fmla="*/ 93 w 93"/>
                <a:gd name="T3" fmla="*/ 32 h 61"/>
                <a:gd name="T4" fmla="*/ 74 w 93"/>
                <a:gd name="T5" fmla="*/ 61 h 61"/>
                <a:gd name="T6" fmla="*/ 47 w 93"/>
                <a:gd name="T7" fmla="*/ 45 h 61"/>
                <a:gd name="T8" fmla="*/ 17 w 93"/>
                <a:gd name="T9" fmla="*/ 60 h 61"/>
                <a:gd name="T10" fmla="*/ 0 w 93"/>
                <a:gd name="T11" fmla="*/ 32 h 61"/>
                <a:gd name="T12" fmla="*/ 46 w 93"/>
                <a:gd name="T13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61">
                  <a:moveTo>
                    <a:pt x="46" y="0"/>
                  </a:moveTo>
                  <a:cubicBezTo>
                    <a:pt x="72" y="0"/>
                    <a:pt x="93" y="15"/>
                    <a:pt x="93" y="32"/>
                  </a:cubicBezTo>
                  <a:cubicBezTo>
                    <a:pt x="93" y="45"/>
                    <a:pt x="93" y="61"/>
                    <a:pt x="74" y="61"/>
                  </a:cubicBezTo>
                  <a:cubicBezTo>
                    <a:pt x="55" y="61"/>
                    <a:pt x="60" y="45"/>
                    <a:pt x="47" y="45"/>
                  </a:cubicBezTo>
                  <a:cubicBezTo>
                    <a:pt x="32" y="45"/>
                    <a:pt x="36" y="60"/>
                    <a:pt x="17" y="60"/>
                  </a:cubicBezTo>
                  <a:cubicBezTo>
                    <a:pt x="0" y="60"/>
                    <a:pt x="0" y="44"/>
                    <a:pt x="0" y="32"/>
                  </a:cubicBezTo>
                  <a:cubicBezTo>
                    <a:pt x="0" y="14"/>
                    <a:pt x="20" y="0"/>
                    <a:pt x="46" y="0"/>
                  </a:cubicBezTo>
                  <a:close/>
                </a:path>
              </a:pathLst>
            </a:custGeom>
            <a:solidFill>
              <a:srgbClr val="F7D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Freeform 105"/>
            <p:cNvSpPr>
              <a:spLocks noEditPoints="1"/>
            </p:cNvSpPr>
            <p:nvPr/>
          </p:nvSpPr>
          <p:spPr bwMode="auto">
            <a:xfrm>
              <a:off x="3327401" y="3103563"/>
              <a:ext cx="539750" cy="182563"/>
            </a:xfrm>
            <a:custGeom>
              <a:avLst/>
              <a:gdLst>
                <a:gd name="T0" fmla="*/ 150 w 199"/>
                <a:gd name="T1" fmla="*/ 67 h 67"/>
                <a:gd name="T2" fmla="*/ 154 w 199"/>
                <a:gd name="T3" fmla="*/ 66 h 67"/>
                <a:gd name="T4" fmla="*/ 189 w 199"/>
                <a:gd name="T5" fmla="*/ 40 h 67"/>
                <a:gd name="T6" fmla="*/ 196 w 199"/>
                <a:gd name="T7" fmla="*/ 18 h 67"/>
                <a:gd name="T8" fmla="*/ 199 w 199"/>
                <a:gd name="T9" fmla="*/ 9 h 67"/>
                <a:gd name="T10" fmla="*/ 194 w 199"/>
                <a:gd name="T11" fmla="*/ 3 h 67"/>
                <a:gd name="T12" fmla="*/ 150 w 199"/>
                <a:gd name="T13" fmla="*/ 1 h 67"/>
                <a:gd name="T14" fmla="*/ 150 w 199"/>
                <a:gd name="T15" fmla="*/ 5 h 67"/>
                <a:gd name="T16" fmla="*/ 180 w 199"/>
                <a:gd name="T17" fmla="*/ 8 h 67"/>
                <a:gd name="T18" fmla="*/ 180 w 199"/>
                <a:gd name="T19" fmla="*/ 50 h 67"/>
                <a:gd name="T20" fmla="*/ 150 w 199"/>
                <a:gd name="T21" fmla="*/ 63 h 67"/>
                <a:gd name="T22" fmla="*/ 150 w 199"/>
                <a:gd name="T23" fmla="*/ 67 h 67"/>
                <a:gd name="T24" fmla="*/ 100 w 199"/>
                <a:gd name="T25" fmla="*/ 9 h 67"/>
                <a:gd name="T26" fmla="*/ 53 w 199"/>
                <a:gd name="T27" fmla="*/ 1 h 67"/>
                <a:gd name="T28" fmla="*/ 49 w 199"/>
                <a:gd name="T29" fmla="*/ 1 h 67"/>
                <a:gd name="T30" fmla="*/ 49 w 199"/>
                <a:gd name="T31" fmla="*/ 5 h 67"/>
                <a:gd name="T32" fmla="*/ 82 w 199"/>
                <a:gd name="T33" fmla="*/ 15 h 67"/>
                <a:gd name="T34" fmla="*/ 64 w 199"/>
                <a:gd name="T35" fmla="*/ 60 h 67"/>
                <a:gd name="T36" fmla="*/ 49 w 199"/>
                <a:gd name="T37" fmla="*/ 63 h 67"/>
                <a:gd name="T38" fmla="*/ 49 w 199"/>
                <a:gd name="T39" fmla="*/ 67 h 67"/>
                <a:gd name="T40" fmla="*/ 83 w 199"/>
                <a:gd name="T41" fmla="*/ 46 h 67"/>
                <a:gd name="T42" fmla="*/ 100 w 199"/>
                <a:gd name="T43" fmla="*/ 24 h 67"/>
                <a:gd name="T44" fmla="*/ 117 w 199"/>
                <a:gd name="T45" fmla="*/ 46 h 67"/>
                <a:gd name="T46" fmla="*/ 150 w 199"/>
                <a:gd name="T47" fmla="*/ 67 h 67"/>
                <a:gd name="T48" fmla="*/ 150 w 199"/>
                <a:gd name="T49" fmla="*/ 63 h 67"/>
                <a:gd name="T50" fmla="*/ 135 w 199"/>
                <a:gd name="T51" fmla="*/ 60 h 67"/>
                <a:gd name="T52" fmla="*/ 117 w 199"/>
                <a:gd name="T53" fmla="*/ 15 h 67"/>
                <a:gd name="T54" fmla="*/ 150 w 199"/>
                <a:gd name="T55" fmla="*/ 5 h 67"/>
                <a:gd name="T56" fmla="*/ 150 w 199"/>
                <a:gd name="T57" fmla="*/ 1 h 67"/>
                <a:gd name="T58" fmla="*/ 147 w 199"/>
                <a:gd name="T59" fmla="*/ 1 h 67"/>
                <a:gd name="T60" fmla="*/ 100 w 199"/>
                <a:gd name="T61" fmla="*/ 9 h 67"/>
                <a:gd name="T62" fmla="*/ 49 w 199"/>
                <a:gd name="T63" fmla="*/ 1 h 67"/>
                <a:gd name="T64" fmla="*/ 6 w 199"/>
                <a:gd name="T65" fmla="*/ 3 h 67"/>
                <a:gd name="T66" fmla="*/ 1 w 199"/>
                <a:gd name="T67" fmla="*/ 9 h 67"/>
                <a:gd name="T68" fmla="*/ 4 w 199"/>
                <a:gd name="T69" fmla="*/ 18 h 67"/>
                <a:gd name="T70" fmla="*/ 11 w 199"/>
                <a:gd name="T71" fmla="*/ 40 h 67"/>
                <a:gd name="T72" fmla="*/ 46 w 199"/>
                <a:gd name="T73" fmla="*/ 66 h 67"/>
                <a:gd name="T74" fmla="*/ 49 w 199"/>
                <a:gd name="T75" fmla="*/ 67 h 67"/>
                <a:gd name="T76" fmla="*/ 49 w 199"/>
                <a:gd name="T77" fmla="*/ 63 h 67"/>
                <a:gd name="T78" fmla="*/ 19 w 199"/>
                <a:gd name="T79" fmla="*/ 50 h 67"/>
                <a:gd name="T80" fmla="*/ 20 w 199"/>
                <a:gd name="T81" fmla="*/ 8 h 67"/>
                <a:gd name="T82" fmla="*/ 49 w 199"/>
                <a:gd name="T83" fmla="*/ 5 h 67"/>
                <a:gd name="T84" fmla="*/ 49 w 199"/>
                <a:gd name="T85" fmla="*/ 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99" h="67">
                  <a:moveTo>
                    <a:pt x="150" y="67"/>
                  </a:moveTo>
                  <a:cubicBezTo>
                    <a:pt x="151" y="66"/>
                    <a:pt x="152" y="66"/>
                    <a:pt x="154" y="66"/>
                  </a:cubicBezTo>
                  <a:cubicBezTo>
                    <a:pt x="180" y="64"/>
                    <a:pt x="186" y="53"/>
                    <a:pt x="189" y="40"/>
                  </a:cubicBezTo>
                  <a:cubicBezTo>
                    <a:pt x="191" y="24"/>
                    <a:pt x="191" y="19"/>
                    <a:pt x="196" y="18"/>
                  </a:cubicBezTo>
                  <a:cubicBezTo>
                    <a:pt x="199" y="17"/>
                    <a:pt x="199" y="13"/>
                    <a:pt x="199" y="9"/>
                  </a:cubicBezTo>
                  <a:cubicBezTo>
                    <a:pt x="199" y="5"/>
                    <a:pt x="199" y="5"/>
                    <a:pt x="194" y="3"/>
                  </a:cubicBezTo>
                  <a:cubicBezTo>
                    <a:pt x="189" y="2"/>
                    <a:pt x="167" y="0"/>
                    <a:pt x="150" y="1"/>
                  </a:cubicBezTo>
                  <a:cubicBezTo>
                    <a:pt x="150" y="5"/>
                    <a:pt x="150" y="5"/>
                    <a:pt x="150" y="5"/>
                  </a:cubicBezTo>
                  <a:cubicBezTo>
                    <a:pt x="163" y="4"/>
                    <a:pt x="176" y="6"/>
                    <a:pt x="180" y="8"/>
                  </a:cubicBezTo>
                  <a:cubicBezTo>
                    <a:pt x="189" y="13"/>
                    <a:pt x="187" y="38"/>
                    <a:pt x="180" y="50"/>
                  </a:cubicBezTo>
                  <a:cubicBezTo>
                    <a:pt x="175" y="58"/>
                    <a:pt x="162" y="63"/>
                    <a:pt x="150" y="63"/>
                  </a:cubicBezTo>
                  <a:lnTo>
                    <a:pt x="150" y="67"/>
                  </a:lnTo>
                  <a:close/>
                  <a:moveTo>
                    <a:pt x="100" y="9"/>
                  </a:moveTo>
                  <a:cubicBezTo>
                    <a:pt x="94" y="9"/>
                    <a:pt x="70" y="2"/>
                    <a:pt x="53" y="1"/>
                  </a:cubicBezTo>
                  <a:cubicBezTo>
                    <a:pt x="52" y="1"/>
                    <a:pt x="51" y="1"/>
                    <a:pt x="49" y="1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63" y="6"/>
                    <a:pt x="77" y="9"/>
                    <a:pt x="82" y="15"/>
                  </a:cubicBezTo>
                  <a:cubicBezTo>
                    <a:pt x="91" y="26"/>
                    <a:pt x="77" y="54"/>
                    <a:pt x="64" y="60"/>
                  </a:cubicBezTo>
                  <a:cubicBezTo>
                    <a:pt x="60" y="62"/>
                    <a:pt x="55" y="63"/>
                    <a:pt x="49" y="63"/>
                  </a:cubicBezTo>
                  <a:cubicBezTo>
                    <a:pt x="49" y="67"/>
                    <a:pt x="49" y="67"/>
                    <a:pt x="49" y="67"/>
                  </a:cubicBezTo>
                  <a:cubicBezTo>
                    <a:pt x="73" y="67"/>
                    <a:pt x="81" y="51"/>
                    <a:pt x="83" y="46"/>
                  </a:cubicBezTo>
                  <a:cubicBezTo>
                    <a:pt x="88" y="37"/>
                    <a:pt x="87" y="24"/>
                    <a:pt x="100" y="24"/>
                  </a:cubicBezTo>
                  <a:cubicBezTo>
                    <a:pt x="113" y="24"/>
                    <a:pt x="112" y="37"/>
                    <a:pt x="117" y="46"/>
                  </a:cubicBezTo>
                  <a:cubicBezTo>
                    <a:pt x="119" y="51"/>
                    <a:pt x="127" y="67"/>
                    <a:pt x="150" y="67"/>
                  </a:cubicBezTo>
                  <a:cubicBezTo>
                    <a:pt x="150" y="63"/>
                    <a:pt x="150" y="63"/>
                    <a:pt x="150" y="63"/>
                  </a:cubicBezTo>
                  <a:cubicBezTo>
                    <a:pt x="145" y="63"/>
                    <a:pt x="139" y="62"/>
                    <a:pt x="135" y="60"/>
                  </a:cubicBezTo>
                  <a:cubicBezTo>
                    <a:pt x="122" y="54"/>
                    <a:pt x="109" y="26"/>
                    <a:pt x="117" y="15"/>
                  </a:cubicBezTo>
                  <a:cubicBezTo>
                    <a:pt x="122" y="9"/>
                    <a:pt x="137" y="6"/>
                    <a:pt x="150" y="5"/>
                  </a:cubicBezTo>
                  <a:cubicBezTo>
                    <a:pt x="150" y="1"/>
                    <a:pt x="150" y="1"/>
                    <a:pt x="150" y="1"/>
                  </a:cubicBezTo>
                  <a:cubicBezTo>
                    <a:pt x="149" y="1"/>
                    <a:pt x="148" y="1"/>
                    <a:pt x="147" y="1"/>
                  </a:cubicBezTo>
                  <a:cubicBezTo>
                    <a:pt x="132" y="2"/>
                    <a:pt x="113" y="8"/>
                    <a:pt x="100" y="9"/>
                  </a:cubicBezTo>
                  <a:close/>
                  <a:moveTo>
                    <a:pt x="49" y="1"/>
                  </a:moveTo>
                  <a:cubicBezTo>
                    <a:pt x="33" y="0"/>
                    <a:pt x="10" y="2"/>
                    <a:pt x="6" y="3"/>
                  </a:cubicBezTo>
                  <a:cubicBezTo>
                    <a:pt x="1" y="5"/>
                    <a:pt x="1" y="5"/>
                    <a:pt x="1" y="9"/>
                  </a:cubicBezTo>
                  <a:cubicBezTo>
                    <a:pt x="0" y="13"/>
                    <a:pt x="1" y="17"/>
                    <a:pt x="4" y="18"/>
                  </a:cubicBezTo>
                  <a:cubicBezTo>
                    <a:pt x="8" y="19"/>
                    <a:pt x="8" y="24"/>
                    <a:pt x="11" y="40"/>
                  </a:cubicBezTo>
                  <a:cubicBezTo>
                    <a:pt x="14" y="53"/>
                    <a:pt x="20" y="64"/>
                    <a:pt x="46" y="66"/>
                  </a:cubicBezTo>
                  <a:cubicBezTo>
                    <a:pt x="47" y="66"/>
                    <a:pt x="48" y="66"/>
                    <a:pt x="49" y="67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37" y="63"/>
                    <a:pt x="24" y="58"/>
                    <a:pt x="19" y="50"/>
                  </a:cubicBezTo>
                  <a:cubicBezTo>
                    <a:pt x="13" y="38"/>
                    <a:pt x="11" y="13"/>
                    <a:pt x="20" y="8"/>
                  </a:cubicBezTo>
                  <a:cubicBezTo>
                    <a:pt x="23" y="6"/>
                    <a:pt x="36" y="4"/>
                    <a:pt x="49" y="5"/>
                  </a:cubicBezTo>
                  <a:lnTo>
                    <a:pt x="49" y="1"/>
                  </a:ln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2" name="组合 241"/>
          <p:cNvGrpSpPr/>
          <p:nvPr/>
        </p:nvGrpSpPr>
        <p:grpSpPr>
          <a:xfrm>
            <a:off x="5005388" y="2405063"/>
            <a:ext cx="1963738" cy="1963738"/>
            <a:chOff x="5005388" y="2405063"/>
            <a:chExt cx="1963738" cy="1963738"/>
          </a:xfrm>
        </p:grpSpPr>
        <p:sp>
          <p:nvSpPr>
            <p:cNvPr id="140" name="Oval 107"/>
            <p:cNvSpPr>
              <a:spLocks noChangeArrowheads="1"/>
            </p:cNvSpPr>
            <p:nvPr/>
          </p:nvSpPr>
          <p:spPr bwMode="auto">
            <a:xfrm>
              <a:off x="5005388" y="2405063"/>
              <a:ext cx="1963738" cy="1963738"/>
            </a:xfrm>
            <a:prstGeom prst="ellipse">
              <a:avLst/>
            </a:prstGeom>
            <a:solidFill>
              <a:srgbClr val="6BB3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108"/>
            <p:cNvSpPr>
              <a:spLocks/>
            </p:cNvSpPr>
            <p:nvPr/>
          </p:nvSpPr>
          <p:spPr bwMode="auto">
            <a:xfrm>
              <a:off x="5426076" y="3703638"/>
              <a:ext cx="1122363" cy="665163"/>
            </a:xfrm>
            <a:custGeom>
              <a:avLst/>
              <a:gdLst>
                <a:gd name="T0" fmla="*/ 72 w 413"/>
                <a:gd name="T1" fmla="*/ 49 h 245"/>
                <a:gd name="T2" fmla="*/ 0 w 413"/>
                <a:gd name="T3" fmla="*/ 180 h 245"/>
                <a:gd name="T4" fmla="*/ 207 w 413"/>
                <a:gd name="T5" fmla="*/ 245 h 245"/>
                <a:gd name="T6" fmla="*/ 413 w 413"/>
                <a:gd name="T7" fmla="*/ 180 h 245"/>
                <a:gd name="T8" fmla="*/ 342 w 413"/>
                <a:gd name="T9" fmla="*/ 49 h 245"/>
                <a:gd name="T10" fmla="*/ 206 w 413"/>
                <a:gd name="T11" fmla="*/ 0 h 245"/>
                <a:gd name="T12" fmla="*/ 72 w 413"/>
                <a:gd name="T13" fmla="*/ 4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3" h="245">
                  <a:moveTo>
                    <a:pt x="72" y="49"/>
                  </a:moveTo>
                  <a:cubicBezTo>
                    <a:pt x="36" y="72"/>
                    <a:pt x="21" y="121"/>
                    <a:pt x="0" y="180"/>
                  </a:cubicBezTo>
                  <a:cubicBezTo>
                    <a:pt x="59" y="221"/>
                    <a:pt x="130" y="245"/>
                    <a:pt x="207" y="245"/>
                  </a:cubicBezTo>
                  <a:cubicBezTo>
                    <a:pt x="283" y="245"/>
                    <a:pt x="354" y="221"/>
                    <a:pt x="413" y="180"/>
                  </a:cubicBezTo>
                  <a:cubicBezTo>
                    <a:pt x="392" y="121"/>
                    <a:pt x="378" y="71"/>
                    <a:pt x="342" y="49"/>
                  </a:cubicBezTo>
                  <a:cubicBezTo>
                    <a:pt x="280" y="10"/>
                    <a:pt x="243" y="1"/>
                    <a:pt x="206" y="0"/>
                  </a:cubicBezTo>
                  <a:cubicBezTo>
                    <a:pt x="169" y="0"/>
                    <a:pt x="133" y="9"/>
                    <a:pt x="72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Freeform 109"/>
            <p:cNvSpPr>
              <a:spLocks/>
            </p:cNvSpPr>
            <p:nvPr/>
          </p:nvSpPr>
          <p:spPr bwMode="auto">
            <a:xfrm>
              <a:off x="5426076" y="3703638"/>
              <a:ext cx="563563" cy="665163"/>
            </a:xfrm>
            <a:custGeom>
              <a:avLst/>
              <a:gdLst>
                <a:gd name="T0" fmla="*/ 72 w 207"/>
                <a:gd name="T1" fmla="*/ 49 h 245"/>
                <a:gd name="T2" fmla="*/ 0 w 207"/>
                <a:gd name="T3" fmla="*/ 180 h 245"/>
                <a:gd name="T4" fmla="*/ 207 w 207"/>
                <a:gd name="T5" fmla="*/ 245 h 245"/>
                <a:gd name="T6" fmla="*/ 207 w 207"/>
                <a:gd name="T7" fmla="*/ 245 h 245"/>
                <a:gd name="T8" fmla="*/ 207 w 207"/>
                <a:gd name="T9" fmla="*/ 0 h 245"/>
                <a:gd name="T10" fmla="*/ 206 w 207"/>
                <a:gd name="T11" fmla="*/ 0 h 245"/>
                <a:gd name="T12" fmla="*/ 72 w 207"/>
                <a:gd name="T13" fmla="*/ 4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7" h="245">
                  <a:moveTo>
                    <a:pt x="72" y="49"/>
                  </a:moveTo>
                  <a:cubicBezTo>
                    <a:pt x="36" y="72"/>
                    <a:pt x="21" y="121"/>
                    <a:pt x="0" y="180"/>
                  </a:cubicBezTo>
                  <a:cubicBezTo>
                    <a:pt x="59" y="221"/>
                    <a:pt x="130" y="245"/>
                    <a:pt x="207" y="245"/>
                  </a:cubicBezTo>
                  <a:cubicBezTo>
                    <a:pt x="207" y="245"/>
                    <a:pt x="207" y="245"/>
                    <a:pt x="207" y="245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169" y="0"/>
                    <a:pt x="133" y="9"/>
                    <a:pt x="72" y="49"/>
                  </a:cubicBezTo>
                  <a:close/>
                </a:path>
              </a:pathLst>
            </a:custGeom>
            <a:solidFill>
              <a:srgbClr val="E1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Rectangle 110"/>
            <p:cNvSpPr>
              <a:spLocks noChangeArrowheads="1"/>
            </p:cNvSpPr>
            <p:nvPr/>
          </p:nvSpPr>
          <p:spPr bwMode="auto">
            <a:xfrm>
              <a:off x="5807076" y="3711576"/>
              <a:ext cx="393700" cy="441325"/>
            </a:xfrm>
            <a:prstGeom prst="rect">
              <a:avLst/>
            </a:pr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Freeform 111"/>
            <p:cNvSpPr>
              <a:spLocks/>
            </p:cNvSpPr>
            <p:nvPr/>
          </p:nvSpPr>
          <p:spPr bwMode="auto">
            <a:xfrm>
              <a:off x="5848351" y="3302001"/>
              <a:ext cx="279400" cy="550863"/>
            </a:xfrm>
            <a:custGeom>
              <a:avLst/>
              <a:gdLst>
                <a:gd name="T0" fmla="*/ 0 w 103"/>
                <a:gd name="T1" fmla="*/ 0 h 203"/>
                <a:gd name="T2" fmla="*/ 103 w 103"/>
                <a:gd name="T3" fmla="*/ 0 h 203"/>
                <a:gd name="T4" fmla="*/ 103 w 103"/>
                <a:gd name="T5" fmla="*/ 148 h 203"/>
                <a:gd name="T6" fmla="*/ 0 w 103"/>
                <a:gd name="T7" fmla="*/ 148 h 203"/>
                <a:gd name="T8" fmla="*/ 0 w 103"/>
                <a:gd name="T9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03">
                  <a:moveTo>
                    <a:pt x="0" y="0"/>
                  </a:moveTo>
                  <a:cubicBezTo>
                    <a:pt x="103" y="0"/>
                    <a:pt x="103" y="0"/>
                    <a:pt x="103" y="0"/>
                  </a:cubicBezTo>
                  <a:cubicBezTo>
                    <a:pt x="103" y="148"/>
                    <a:pt x="103" y="148"/>
                    <a:pt x="103" y="148"/>
                  </a:cubicBezTo>
                  <a:cubicBezTo>
                    <a:pt x="103" y="198"/>
                    <a:pt x="0" y="203"/>
                    <a:pt x="0" y="14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112"/>
            <p:cNvSpPr>
              <a:spLocks/>
            </p:cNvSpPr>
            <p:nvPr/>
          </p:nvSpPr>
          <p:spPr bwMode="auto">
            <a:xfrm>
              <a:off x="5848351" y="3535363"/>
              <a:ext cx="279400" cy="190500"/>
            </a:xfrm>
            <a:custGeom>
              <a:avLst/>
              <a:gdLst>
                <a:gd name="T0" fmla="*/ 176 w 176"/>
                <a:gd name="T1" fmla="*/ 33 h 120"/>
                <a:gd name="T2" fmla="*/ 176 w 176"/>
                <a:gd name="T3" fmla="*/ 0 h 120"/>
                <a:gd name="T4" fmla="*/ 0 w 176"/>
                <a:gd name="T5" fmla="*/ 0 h 120"/>
                <a:gd name="T6" fmla="*/ 0 w 176"/>
                <a:gd name="T7" fmla="*/ 120 h 120"/>
                <a:gd name="T8" fmla="*/ 176 w 176"/>
                <a:gd name="T9" fmla="*/ 3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6" h="120">
                  <a:moveTo>
                    <a:pt x="176" y="33"/>
                  </a:moveTo>
                  <a:lnTo>
                    <a:pt x="176" y="0"/>
                  </a:lnTo>
                  <a:lnTo>
                    <a:pt x="0" y="0"/>
                  </a:lnTo>
                  <a:lnTo>
                    <a:pt x="0" y="120"/>
                  </a:lnTo>
                  <a:lnTo>
                    <a:pt x="176" y="33"/>
                  </a:lnTo>
                  <a:close/>
                </a:path>
              </a:pathLst>
            </a:custGeom>
            <a:solidFill>
              <a:srgbClr val="E8C5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Freeform 113"/>
            <p:cNvSpPr>
              <a:spLocks/>
            </p:cNvSpPr>
            <p:nvPr/>
          </p:nvSpPr>
          <p:spPr bwMode="auto">
            <a:xfrm>
              <a:off x="5399088" y="2827338"/>
              <a:ext cx="1176338" cy="773113"/>
            </a:xfrm>
            <a:custGeom>
              <a:avLst/>
              <a:gdLst>
                <a:gd name="T0" fmla="*/ 217 w 433"/>
                <a:gd name="T1" fmla="*/ 0 h 285"/>
                <a:gd name="T2" fmla="*/ 217 w 433"/>
                <a:gd name="T3" fmla="*/ 285 h 285"/>
                <a:gd name="T4" fmla="*/ 217 w 433"/>
                <a:gd name="T5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3" h="285">
                  <a:moveTo>
                    <a:pt x="217" y="0"/>
                  </a:moveTo>
                  <a:cubicBezTo>
                    <a:pt x="433" y="0"/>
                    <a:pt x="345" y="285"/>
                    <a:pt x="217" y="285"/>
                  </a:cubicBezTo>
                  <a:cubicBezTo>
                    <a:pt x="88" y="285"/>
                    <a:pt x="0" y="0"/>
                    <a:pt x="217" y="0"/>
                  </a:cubicBezTo>
                  <a:close/>
                </a:path>
              </a:pathLst>
            </a:custGeom>
            <a:solidFill>
              <a:srgbClr val="F0CE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14"/>
            <p:cNvSpPr>
              <a:spLocks/>
            </p:cNvSpPr>
            <p:nvPr/>
          </p:nvSpPr>
          <p:spPr bwMode="auto">
            <a:xfrm>
              <a:off x="5989638" y="2827338"/>
              <a:ext cx="585788" cy="773113"/>
            </a:xfrm>
            <a:custGeom>
              <a:avLst/>
              <a:gdLst>
                <a:gd name="T0" fmla="*/ 0 w 216"/>
                <a:gd name="T1" fmla="*/ 0 h 285"/>
                <a:gd name="T2" fmla="*/ 0 w 216"/>
                <a:gd name="T3" fmla="*/ 285 h 285"/>
                <a:gd name="T4" fmla="*/ 0 w 216"/>
                <a:gd name="T5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" h="285">
                  <a:moveTo>
                    <a:pt x="0" y="0"/>
                  </a:moveTo>
                  <a:cubicBezTo>
                    <a:pt x="216" y="0"/>
                    <a:pt x="128" y="285"/>
                    <a:pt x="0" y="2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Freeform 115"/>
            <p:cNvSpPr>
              <a:spLocks/>
            </p:cNvSpPr>
            <p:nvPr/>
          </p:nvSpPr>
          <p:spPr bwMode="auto">
            <a:xfrm>
              <a:off x="5567363" y="2682876"/>
              <a:ext cx="839788" cy="633413"/>
            </a:xfrm>
            <a:custGeom>
              <a:avLst/>
              <a:gdLst>
                <a:gd name="T0" fmla="*/ 215 w 309"/>
                <a:gd name="T1" fmla="*/ 81 h 233"/>
                <a:gd name="T2" fmla="*/ 272 w 309"/>
                <a:gd name="T3" fmla="*/ 171 h 233"/>
                <a:gd name="T4" fmla="*/ 293 w 309"/>
                <a:gd name="T5" fmla="*/ 178 h 233"/>
                <a:gd name="T6" fmla="*/ 158 w 309"/>
                <a:gd name="T7" fmla="*/ 0 h 233"/>
                <a:gd name="T8" fmla="*/ 16 w 309"/>
                <a:gd name="T9" fmla="*/ 172 h 233"/>
                <a:gd name="T10" fmla="*/ 41 w 309"/>
                <a:gd name="T11" fmla="*/ 172 h 233"/>
                <a:gd name="T12" fmla="*/ 215 w 309"/>
                <a:gd name="T13" fmla="*/ 81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9" h="233">
                  <a:moveTo>
                    <a:pt x="215" y="81"/>
                  </a:moveTo>
                  <a:cubicBezTo>
                    <a:pt x="250" y="96"/>
                    <a:pt x="264" y="141"/>
                    <a:pt x="272" y="171"/>
                  </a:cubicBezTo>
                  <a:cubicBezTo>
                    <a:pt x="284" y="215"/>
                    <a:pt x="277" y="212"/>
                    <a:pt x="293" y="178"/>
                  </a:cubicBezTo>
                  <a:cubicBezTo>
                    <a:pt x="309" y="145"/>
                    <a:pt x="270" y="0"/>
                    <a:pt x="158" y="0"/>
                  </a:cubicBezTo>
                  <a:cubicBezTo>
                    <a:pt x="46" y="0"/>
                    <a:pt x="0" y="111"/>
                    <a:pt x="16" y="172"/>
                  </a:cubicBezTo>
                  <a:cubicBezTo>
                    <a:pt x="31" y="233"/>
                    <a:pt x="31" y="218"/>
                    <a:pt x="41" y="172"/>
                  </a:cubicBezTo>
                  <a:cubicBezTo>
                    <a:pt x="66" y="54"/>
                    <a:pt x="155" y="106"/>
                    <a:pt x="215" y="81"/>
                  </a:cubicBezTo>
                  <a:close/>
                </a:path>
              </a:pathLst>
            </a:cu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16"/>
            <p:cNvSpPr>
              <a:spLocks/>
            </p:cNvSpPr>
            <p:nvPr/>
          </p:nvSpPr>
          <p:spPr bwMode="auto">
            <a:xfrm>
              <a:off x="6296026" y="3087688"/>
              <a:ext cx="96838" cy="190500"/>
            </a:xfrm>
            <a:custGeom>
              <a:avLst/>
              <a:gdLst>
                <a:gd name="T0" fmla="*/ 25 w 36"/>
                <a:gd name="T1" fmla="*/ 2 h 70"/>
                <a:gd name="T2" fmla="*/ 32 w 36"/>
                <a:gd name="T3" fmla="*/ 38 h 70"/>
                <a:gd name="T4" fmla="*/ 11 w 36"/>
                <a:gd name="T5" fmla="*/ 68 h 70"/>
                <a:gd name="T6" fmla="*/ 4 w 36"/>
                <a:gd name="T7" fmla="*/ 32 h 70"/>
                <a:gd name="T8" fmla="*/ 25 w 36"/>
                <a:gd name="T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70">
                  <a:moveTo>
                    <a:pt x="25" y="2"/>
                  </a:moveTo>
                  <a:cubicBezTo>
                    <a:pt x="33" y="4"/>
                    <a:pt x="36" y="20"/>
                    <a:pt x="32" y="38"/>
                  </a:cubicBezTo>
                  <a:cubicBezTo>
                    <a:pt x="28" y="56"/>
                    <a:pt x="19" y="70"/>
                    <a:pt x="11" y="68"/>
                  </a:cubicBezTo>
                  <a:cubicBezTo>
                    <a:pt x="3" y="66"/>
                    <a:pt x="0" y="50"/>
                    <a:pt x="4" y="32"/>
                  </a:cubicBezTo>
                  <a:cubicBezTo>
                    <a:pt x="8" y="14"/>
                    <a:pt x="18" y="0"/>
                    <a:pt x="25" y="2"/>
                  </a:cubicBez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Freeform 117"/>
            <p:cNvSpPr>
              <a:spLocks/>
            </p:cNvSpPr>
            <p:nvPr/>
          </p:nvSpPr>
          <p:spPr bwMode="auto">
            <a:xfrm>
              <a:off x="5581651" y="3087688"/>
              <a:ext cx="96838" cy="190500"/>
            </a:xfrm>
            <a:custGeom>
              <a:avLst/>
              <a:gdLst>
                <a:gd name="T0" fmla="*/ 11 w 36"/>
                <a:gd name="T1" fmla="*/ 2 h 70"/>
                <a:gd name="T2" fmla="*/ 4 w 36"/>
                <a:gd name="T3" fmla="*/ 38 h 70"/>
                <a:gd name="T4" fmla="*/ 25 w 36"/>
                <a:gd name="T5" fmla="*/ 68 h 70"/>
                <a:gd name="T6" fmla="*/ 32 w 36"/>
                <a:gd name="T7" fmla="*/ 32 h 70"/>
                <a:gd name="T8" fmla="*/ 11 w 36"/>
                <a:gd name="T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70">
                  <a:moveTo>
                    <a:pt x="11" y="2"/>
                  </a:moveTo>
                  <a:cubicBezTo>
                    <a:pt x="3" y="4"/>
                    <a:pt x="0" y="20"/>
                    <a:pt x="4" y="38"/>
                  </a:cubicBezTo>
                  <a:cubicBezTo>
                    <a:pt x="8" y="56"/>
                    <a:pt x="18" y="70"/>
                    <a:pt x="25" y="68"/>
                  </a:cubicBezTo>
                  <a:cubicBezTo>
                    <a:pt x="33" y="66"/>
                    <a:pt x="36" y="50"/>
                    <a:pt x="32" y="32"/>
                  </a:cubicBezTo>
                  <a:cubicBezTo>
                    <a:pt x="28" y="14"/>
                    <a:pt x="19" y="0"/>
                    <a:pt x="11" y="2"/>
                  </a:cubicBezTo>
                  <a:close/>
                </a:path>
              </a:pathLst>
            </a:custGeom>
            <a:solidFill>
              <a:srgbClr val="F7D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118"/>
            <p:cNvSpPr>
              <a:spLocks/>
            </p:cNvSpPr>
            <p:nvPr/>
          </p:nvSpPr>
          <p:spPr bwMode="auto">
            <a:xfrm>
              <a:off x="5857876" y="3711576"/>
              <a:ext cx="258763" cy="657225"/>
            </a:xfrm>
            <a:custGeom>
              <a:avLst/>
              <a:gdLst>
                <a:gd name="T0" fmla="*/ 36 w 95"/>
                <a:gd name="T1" fmla="*/ 87 h 242"/>
                <a:gd name="T2" fmla="*/ 25 w 95"/>
                <a:gd name="T3" fmla="*/ 241 h 242"/>
                <a:gd name="T4" fmla="*/ 48 w 95"/>
                <a:gd name="T5" fmla="*/ 242 h 242"/>
                <a:gd name="T6" fmla="*/ 70 w 95"/>
                <a:gd name="T7" fmla="*/ 241 h 242"/>
                <a:gd name="T8" fmla="*/ 59 w 95"/>
                <a:gd name="T9" fmla="*/ 87 h 242"/>
                <a:gd name="T10" fmla="*/ 95 w 95"/>
                <a:gd name="T11" fmla="*/ 1 h 242"/>
                <a:gd name="T12" fmla="*/ 0 w 95"/>
                <a:gd name="T13" fmla="*/ 1 h 242"/>
                <a:gd name="T14" fmla="*/ 36 w 95"/>
                <a:gd name="T15" fmla="*/ 87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" h="242">
                  <a:moveTo>
                    <a:pt x="36" y="87"/>
                  </a:moveTo>
                  <a:cubicBezTo>
                    <a:pt x="25" y="241"/>
                    <a:pt x="25" y="241"/>
                    <a:pt x="25" y="241"/>
                  </a:cubicBezTo>
                  <a:cubicBezTo>
                    <a:pt x="33" y="241"/>
                    <a:pt x="40" y="242"/>
                    <a:pt x="48" y="242"/>
                  </a:cubicBezTo>
                  <a:cubicBezTo>
                    <a:pt x="55" y="242"/>
                    <a:pt x="62" y="241"/>
                    <a:pt x="70" y="241"/>
                  </a:cubicBezTo>
                  <a:cubicBezTo>
                    <a:pt x="59" y="87"/>
                    <a:pt x="59" y="87"/>
                    <a:pt x="59" y="87"/>
                  </a:cubicBezTo>
                  <a:cubicBezTo>
                    <a:pt x="95" y="1"/>
                    <a:pt x="95" y="1"/>
                    <a:pt x="95" y="1"/>
                  </a:cubicBezTo>
                  <a:cubicBezTo>
                    <a:pt x="61" y="0"/>
                    <a:pt x="34" y="0"/>
                    <a:pt x="0" y="1"/>
                  </a:cubicBezTo>
                  <a:lnTo>
                    <a:pt x="36" y="87"/>
                  </a:ln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Freeform 119"/>
            <p:cNvSpPr>
              <a:spLocks/>
            </p:cNvSpPr>
            <p:nvPr/>
          </p:nvSpPr>
          <p:spPr bwMode="auto">
            <a:xfrm>
              <a:off x="5589588" y="3690938"/>
              <a:ext cx="388938" cy="677863"/>
            </a:xfrm>
            <a:custGeom>
              <a:avLst/>
              <a:gdLst>
                <a:gd name="T0" fmla="*/ 123 w 143"/>
                <a:gd name="T1" fmla="*/ 249 h 250"/>
                <a:gd name="T2" fmla="*/ 31 w 143"/>
                <a:gd name="T3" fmla="*/ 167 h 250"/>
                <a:gd name="T4" fmla="*/ 41 w 143"/>
                <a:gd name="T5" fmla="*/ 98 h 250"/>
                <a:gd name="T6" fmla="*/ 0 w 143"/>
                <a:gd name="T7" fmla="*/ 101 h 250"/>
                <a:gd name="T8" fmla="*/ 89 w 143"/>
                <a:gd name="T9" fmla="*/ 0 h 250"/>
                <a:gd name="T10" fmla="*/ 109 w 143"/>
                <a:gd name="T11" fmla="*/ 102 h 250"/>
                <a:gd name="T12" fmla="*/ 143 w 143"/>
                <a:gd name="T13" fmla="*/ 250 h 250"/>
                <a:gd name="T14" fmla="*/ 123 w 143"/>
                <a:gd name="T15" fmla="*/ 24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3" h="250">
                  <a:moveTo>
                    <a:pt x="123" y="249"/>
                  </a:moveTo>
                  <a:cubicBezTo>
                    <a:pt x="100" y="207"/>
                    <a:pt x="65" y="163"/>
                    <a:pt x="31" y="167"/>
                  </a:cubicBezTo>
                  <a:cubicBezTo>
                    <a:pt x="23" y="141"/>
                    <a:pt x="30" y="121"/>
                    <a:pt x="41" y="98"/>
                  </a:cubicBezTo>
                  <a:cubicBezTo>
                    <a:pt x="27" y="96"/>
                    <a:pt x="17" y="92"/>
                    <a:pt x="0" y="101"/>
                  </a:cubicBezTo>
                  <a:cubicBezTo>
                    <a:pt x="23" y="51"/>
                    <a:pt x="48" y="14"/>
                    <a:pt x="89" y="0"/>
                  </a:cubicBezTo>
                  <a:cubicBezTo>
                    <a:pt x="89" y="24"/>
                    <a:pt x="87" y="71"/>
                    <a:pt x="109" y="102"/>
                  </a:cubicBezTo>
                  <a:cubicBezTo>
                    <a:pt x="125" y="124"/>
                    <a:pt x="137" y="193"/>
                    <a:pt x="143" y="250"/>
                  </a:cubicBezTo>
                  <a:cubicBezTo>
                    <a:pt x="136" y="250"/>
                    <a:pt x="130" y="249"/>
                    <a:pt x="123" y="249"/>
                  </a:cubicBezTo>
                  <a:close/>
                </a:path>
              </a:pathLst>
            </a:custGeom>
            <a:solidFill>
              <a:srgbClr val="D0D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120"/>
            <p:cNvSpPr>
              <a:spLocks/>
            </p:cNvSpPr>
            <p:nvPr/>
          </p:nvSpPr>
          <p:spPr bwMode="auto">
            <a:xfrm>
              <a:off x="5586413" y="3690938"/>
              <a:ext cx="393700" cy="677863"/>
            </a:xfrm>
            <a:custGeom>
              <a:avLst/>
              <a:gdLst>
                <a:gd name="T0" fmla="*/ 132 w 145"/>
                <a:gd name="T1" fmla="*/ 249 h 250"/>
                <a:gd name="T2" fmla="*/ 40 w 145"/>
                <a:gd name="T3" fmla="*/ 150 h 250"/>
                <a:gd name="T4" fmla="*/ 57 w 145"/>
                <a:gd name="T5" fmla="*/ 88 h 250"/>
                <a:gd name="T6" fmla="*/ 0 w 145"/>
                <a:gd name="T7" fmla="*/ 96 h 250"/>
                <a:gd name="T8" fmla="*/ 90 w 145"/>
                <a:gd name="T9" fmla="*/ 0 h 250"/>
                <a:gd name="T10" fmla="*/ 110 w 145"/>
                <a:gd name="T11" fmla="*/ 102 h 250"/>
                <a:gd name="T12" fmla="*/ 145 w 145"/>
                <a:gd name="T13" fmla="*/ 250 h 250"/>
                <a:gd name="T14" fmla="*/ 132 w 145"/>
                <a:gd name="T15" fmla="*/ 24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5" h="250">
                  <a:moveTo>
                    <a:pt x="132" y="249"/>
                  </a:moveTo>
                  <a:cubicBezTo>
                    <a:pt x="110" y="205"/>
                    <a:pt x="71" y="150"/>
                    <a:pt x="40" y="150"/>
                  </a:cubicBezTo>
                  <a:cubicBezTo>
                    <a:pt x="40" y="122"/>
                    <a:pt x="43" y="109"/>
                    <a:pt x="57" y="88"/>
                  </a:cubicBezTo>
                  <a:cubicBezTo>
                    <a:pt x="37" y="85"/>
                    <a:pt x="16" y="88"/>
                    <a:pt x="0" y="96"/>
                  </a:cubicBezTo>
                  <a:cubicBezTo>
                    <a:pt x="13" y="62"/>
                    <a:pt x="58" y="14"/>
                    <a:pt x="90" y="0"/>
                  </a:cubicBezTo>
                  <a:cubicBezTo>
                    <a:pt x="90" y="24"/>
                    <a:pt x="88" y="71"/>
                    <a:pt x="110" y="102"/>
                  </a:cubicBezTo>
                  <a:cubicBezTo>
                    <a:pt x="127" y="126"/>
                    <a:pt x="140" y="196"/>
                    <a:pt x="145" y="250"/>
                  </a:cubicBezTo>
                  <a:cubicBezTo>
                    <a:pt x="141" y="250"/>
                    <a:pt x="136" y="250"/>
                    <a:pt x="132" y="249"/>
                  </a:cubicBezTo>
                  <a:close/>
                </a:path>
              </a:pathLst>
            </a:custGeom>
            <a:solidFill>
              <a:srgbClr val="E1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Freeform 121"/>
            <p:cNvSpPr>
              <a:spLocks/>
            </p:cNvSpPr>
            <p:nvPr/>
          </p:nvSpPr>
          <p:spPr bwMode="auto">
            <a:xfrm>
              <a:off x="5975351" y="3690938"/>
              <a:ext cx="415925" cy="677863"/>
            </a:xfrm>
            <a:custGeom>
              <a:avLst/>
              <a:gdLst>
                <a:gd name="T0" fmla="*/ 28 w 153"/>
                <a:gd name="T1" fmla="*/ 249 h 250"/>
                <a:gd name="T2" fmla="*/ 121 w 153"/>
                <a:gd name="T3" fmla="*/ 167 h 250"/>
                <a:gd name="T4" fmla="*/ 111 w 153"/>
                <a:gd name="T5" fmla="*/ 98 h 250"/>
                <a:gd name="T6" fmla="*/ 153 w 153"/>
                <a:gd name="T7" fmla="*/ 102 h 250"/>
                <a:gd name="T8" fmla="*/ 62 w 153"/>
                <a:gd name="T9" fmla="*/ 0 h 250"/>
                <a:gd name="T10" fmla="*/ 46 w 153"/>
                <a:gd name="T11" fmla="*/ 103 h 250"/>
                <a:gd name="T12" fmla="*/ 0 w 153"/>
                <a:gd name="T13" fmla="*/ 250 h 250"/>
                <a:gd name="T14" fmla="*/ 5 w 153"/>
                <a:gd name="T15" fmla="*/ 250 h 250"/>
                <a:gd name="T16" fmla="*/ 28 w 153"/>
                <a:gd name="T17" fmla="*/ 24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3" h="250">
                  <a:moveTo>
                    <a:pt x="28" y="249"/>
                  </a:moveTo>
                  <a:cubicBezTo>
                    <a:pt x="51" y="207"/>
                    <a:pt x="86" y="163"/>
                    <a:pt x="121" y="167"/>
                  </a:cubicBezTo>
                  <a:cubicBezTo>
                    <a:pt x="128" y="141"/>
                    <a:pt x="122" y="121"/>
                    <a:pt x="111" y="98"/>
                  </a:cubicBezTo>
                  <a:cubicBezTo>
                    <a:pt x="124" y="96"/>
                    <a:pt x="136" y="93"/>
                    <a:pt x="153" y="102"/>
                  </a:cubicBezTo>
                  <a:cubicBezTo>
                    <a:pt x="136" y="72"/>
                    <a:pt x="103" y="14"/>
                    <a:pt x="62" y="0"/>
                  </a:cubicBezTo>
                  <a:cubicBezTo>
                    <a:pt x="62" y="24"/>
                    <a:pt x="82" y="75"/>
                    <a:pt x="46" y="103"/>
                  </a:cubicBezTo>
                  <a:cubicBezTo>
                    <a:pt x="20" y="123"/>
                    <a:pt x="3" y="192"/>
                    <a:pt x="0" y="250"/>
                  </a:cubicBezTo>
                  <a:cubicBezTo>
                    <a:pt x="2" y="250"/>
                    <a:pt x="3" y="250"/>
                    <a:pt x="5" y="250"/>
                  </a:cubicBezTo>
                  <a:cubicBezTo>
                    <a:pt x="13" y="250"/>
                    <a:pt x="20" y="250"/>
                    <a:pt x="28" y="249"/>
                  </a:cubicBezTo>
                  <a:close/>
                </a:path>
              </a:pathLst>
            </a:custGeom>
            <a:solidFill>
              <a:srgbClr val="E1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Freeform 122"/>
            <p:cNvSpPr>
              <a:spLocks/>
            </p:cNvSpPr>
            <p:nvPr/>
          </p:nvSpPr>
          <p:spPr bwMode="auto">
            <a:xfrm>
              <a:off x="5991226" y="3690938"/>
              <a:ext cx="400050" cy="677863"/>
            </a:xfrm>
            <a:custGeom>
              <a:avLst/>
              <a:gdLst>
                <a:gd name="T0" fmla="*/ 14 w 147"/>
                <a:gd name="T1" fmla="*/ 249 h 250"/>
                <a:gd name="T2" fmla="*/ 107 w 147"/>
                <a:gd name="T3" fmla="*/ 150 h 250"/>
                <a:gd name="T4" fmla="*/ 89 w 147"/>
                <a:gd name="T5" fmla="*/ 88 h 250"/>
                <a:gd name="T6" fmla="*/ 147 w 147"/>
                <a:gd name="T7" fmla="*/ 97 h 250"/>
                <a:gd name="T8" fmla="*/ 56 w 147"/>
                <a:gd name="T9" fmla="*/ 0 h 250"/>
                <a:gd name="T10" fmla="*/ 36 w 147"/>
                <a:gd name="T11" fmla="*/ 102 h 250"/>
                <a:gd name="T12" fmla="*/ 0 w 147"/>
                <a:gd name="T13" fmla="*/ 250 h 250"/>
                <a:gd name="T14" fmla="*/ 14 w 147"/>
                <a:gd name="T15" fmla="*/ 24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7" h="250">
                  <a:moveTo>
                    <a:pt x="14" y="249"/>
                  </a:moveTo>
                  <a:cubicBezTo>
                    <a:pt x="36" y="205"/>
                    <a:pt x="75" y="150"/>
                    <a:pt x="107" y="150"/>
                  </a:cubicBezTo>
                  <a:cubicBezTo>
                    <a:pt x="106" y="122"/>
                    <a:pt x="104" y="109"/>
                    <a:pt x="89" y="88"/>
                  </a:cubicBezTo>
                  <a:cubicBezTo>
                    <a:pt x="109" y="85"/>
                    <a:pt x="131" y="89"/>
                    <a:pt x="147" y="97"/>
                  </a:cubicBezTo>
                  <a:cubicBezTo>
                    <a:pt x="129" y="64"/>
                    <a:pt x="88" y="14"/>
                    <a:pt x="56" y="0"/>
                  </a:cubicBezTo>
                  <a:cubicBezTo>
                    <a:pt x="56" y="24"/>
                    <a:pt x="60" y="74"/>
                    <a:pt x="36" y="102"/>
                  </a:cubicBezTo>
                  <a:cubicBezTo>
                    <a:pt x="18" y="124"/>
                    <a:pt x="4" y="194"/>
                    <a:pt x="0" y="250"/>
                  </a:cubicBezTo>
                  <a:cubicBezTo>
                    <a:pt x="5" y="250"/>
                    <a:pt x="10" y="250"/>
                    <a:pt x="14" y="2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Freeform 123"/>
            <p:cNvSpPr>
              <a:spLocks/>
            </p:cNvSpPr>
            <p:nvPr/>
          </p:nvSpPr>
          <p:spPr bwMode="auto">
            <a:xfrm>
              <a:off x="5745163" y="3630613"/>
              <a:ext cx="238125" cy="258763"/>
            </a:xfrm>
            <a:custGeom>
              <a:avLst/>
              <a:gdLst>
                <a:gd name="T0" fmla="*/ 65 w 150"/>
                <a:gd name="T1" fmla="*/ 0 h 163"/>
                <a:gd name="T2" fmla="*/ 10 w 150"/>
                <a:gd name="T3" fmla="*/ 55 h 163"/>
                <a:gd name="T4" fmla="*/ 0 w 150"/>
                <a:gd name="T5" fmla="*/ 163 h 163"/>
                <a:gd name="T6" fmla="*/ 150 w 150"/>
                <a:gd name="T7" fmla="*/ 51 h 163"/>
                <a:gd name="T8" fmla="*/ 65 w 150"/>
                <a:gd name="T9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163">
                  <a:moveTo>
                    <a:pt x="65" y="0"/>
                  </a:moveTo>
                  <a:lnTo>
                    <a:pt x="10" y="55"/>
                  </a:lnTo>
                  <a:lnTo>
                    <a:pt x="0" y="163"/>
                  </a:lnTo>
                  <a:lnTo>
                    <a:pt x="150" y="51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DB4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124"/>
            <p:cNvSpPr>
              <a:spLocks/>
            </p:cNvSpPr>
            <p:nvPr/>
          </p:nvSpPr>
          <p:spPr bwMode="auto">
            <a:xfrm>
              <a:off x="5989638" y="3630613"/>
              <a:ext cx="238125" cy="258763"/>
            </a:xfrm>
            <a:custGeom>
              <a:avLst/>
              <a:gdLst>
                <a:gd name="T0" fmla="*/ 85 w 150"/>
                <a:gd name="T1" fmla="*/ 0 h 163"/>
                <a:gd name="T2" fmla="*/ 142 w 150"/>
                <a:gd name="T3" fmla="*/ 55 h 163"/>
                <a:gd name="T4" fmla="*/ 150 w 150"/>
                <a:gd name="T5" fmla="*/ 163 h 163"/>
                <a:gd name="T6" fmla="*/ 0 w 150"/>
                <a:gd name="T7" fmla="*/ 51 h 163"/>
                <a:gd name="T8" fmla="*/ 85 w 150"/>
                <a:gd name="T9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163">
                  <a:moveTo>
                    <a:pt x="85" y="0"/>
                  </a:moveTo>
                  <a:lnTo>
                    <a:pt x="142" y="55"/>
                  </a:lnTo>
                  <a:lnTo>
                    <a:pt x="150" y="163"/>
                  </a:lnTo>
                  <a:lnTo>
                    <a:pt x="0" y="51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Freeform 125"/>
            <p:cNvSpPr>
              <a:spLocks/>
            </p:cNvSpPr>
            <p:nvPr/>
          </p:nvSpPr>
          <p:spPr bwMode="auto">
            <a:xfrm>
              <a:off x="6127751" y="3595688"/>
              <a:ext cx="195263" cy="431800"/>
            </a:xfrm>
            <a:custGeom>
              <a:avLst/>
              <a:gdLst>
                <a:gd name="T0" fmla="*/ 55 w 72"/>
                <a:gd name="T1" fmla="*/ 151 h 159"/>
                <a:gd name="T2" fmla="*/ 62 w 72"/>
                <a:gd name="T3" fmla="*/ 159 h 159"/>
                <a:gd name="T4" fmla="*/ 69 w 72"/>
                <a:gd name="T5" fmla="*/ 152 h 159"/>
                <a:gd name="T6" fmla="*/ 50 w 72"/>
                <a:gd name="T7" fmla="*/ 63 h 159"/>
                <a:gd name="T8" fmla="*/ 0 w 72"/>
                <a:gd name="T9" fmla="*/ 0 h 159"/>
                <a:gd name="T10" fmla="*/ 0 w 72"/>
                <a:gd name="T11" fmla="*/ 0 h 159"/>
                <a:gd name="T12" fmla="*/ 0 w 72"/>
                <a:gd name="T13" fmla="*/ 15 h 159"/>
                <a:gd name="T14" fmla="*/ 37 w 72"/>
                <a:gd name="T15" fmla="*/ 68 h 159"/>
                <a:gd name="T16" fmla="*/ 55 w 72"/>
                <a:gd name="T17" fmla="*/ 15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159">
                  <a:moveTo>
                    <a:pt x="55" y="151"/>
                  </a:moveTo>
                  <a:cubicBezTo>
                    <a:pt x="55" y="155"/>
                    <a:pt x="58" y="158"/>
                    <a:pt x="62" y="159"/>
                  </a:cubicBezTo>
                  <a:cubicBezTo>
                    <a:pt x="65" y="159"/>
                    <a:pt x="69" y="156"/>
                    <a:pt x="69" y="152"/>
                  </a:cubicBezTo>
                  <a:cubicBezTo>
                    <a:pt x="72" y="126"/>
                    <a:pt x="63" y="92"/>
                    <a:pt x="50" y="63"/>
                  </a:cubicBezTo>
                  <a:cubicBezTo>
                    <a:pt x="36" y="30"/>
                    <a:pt x="16" y="4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1" y="21"/>
                    <a:pt x="26" y="42"/>
                    <a:pt x="37" y="68"/>
                  </a:cubicBezTo>
                  <a:cubicBezTo>
                    <a:pt x="49" y="95"/>
                    <a:pt x="58" y="127"/>
                    <a:pt x="55" y="151"/>
                  </a:cubicBez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126"/>
            <p:cNvSpPr>
              <a:spLocks/>
            </p:cNvSpPr>
            <p:nvPr/>
          </p:nvSpPr>
          <p:spPr bwMode="auto">
            <a:xfrm>
              <a:off x="5689601" y="3595688"/>
              <a:ext cx="158750" cy="225425"/>
            </a:xfrm>
            <a:custGeom>
              <a:avLst/>
              <a:gdLst>
                <a:gd name="T0" fmla="*/ 0 w 58"/>
                <a:gd name="T1" fmla="*/ 83 h 83"/>
                <a:gd name="T2" fmla="*/ 8 w 58"/>
                <a:gd name="T3" fmla="*/ 63 h 83"/>
                <a:gd name="T4" fmla="*/ 58 w 58"/>
                <a:gd name="T5" fmla="*/ 0 h 83"/>
                <a:gd name="T6" fmla="*/ 58 w 58"/>
                <a:gd name="T7" fmla="*/ 15 h 83"/>
                <a:gd name="T8" fmla="*/ 21 w 58"/>
                <a:gd name="T9" fmla="*/ 68 h 83"/>
                <a:gd name="T10" fmla="*/ 15 w 58"/>
                <a:gd name="T11" fmla="*/ 83 h 83"/>
                <a:gd name="T12" fmla="*/ 0 w 58"/>
                <a:gd name="T13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83">
                  <a:moveTo>
                    <a:pt x="0" y="83"/>
                  </a:moveTo>
                  <a:cubicBezTo>
                    <a:pt x="3" y="76"/>
                    <a:pt x="5" y="69"/>
                    <a:pt x="8" y="63"/>
                  </a:cubicBezTo>
                  <a:cubicBezTo>
                    <a:pt x="22" y="31"/>
                    <a:pt x="42" y="4"/>
                    <a:pt x="58" y="0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47" y="21"/>
                    <a:pt x="32" y="42"/>
                    <a:pt x="21" y="68"/>
                  </a:cubicBezTo>
                  <a:cubicBezTo>
                    <a:pt x="19" y="73"/>
                    <a:pt x="17" y="78"/>
                    <a:pt x="15" y="83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Oval 127"/>
            <p:cNvSpPr>
              <a:spLocks noChangeArrowheads="1"/>
            </p:cNvSpPr>
            <p:nvPr/>
          </p:nvSpPr>
          <p:spPr bwMode="auto">
            <a:xfrm>
              <a:off x="6224588" y="3978276"/>
              <a:ext cx="114300" cy="114300"/>
            </a:xfrm>
            <a:prstGeom prst="ellipse">
              <a:avLst/>
            </a:pr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Oval 128"/>
            <p:cNvSpPr>
              <a:spLocks noChangeArrowheads="1"/>
            </p:cNvSpPr>
            <p:nvPr/>
          </p:nvSpPr>
          <p:spPr bwMode="auto">
            <a:xfrm>
              <a:off x="6243638" y="4000501"/>
              <a:ext cx="74613" cy="73025"/>
            </a:xfrm>
            <a:prstGeom prst="ellipse">
              <a:avLst/>
            </a:pr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Freeform 129"/>
            <p:cNvSpPr>
              <a:spLocks/>
            </p:cNvSpPr>
            <p:nvPr/>
          </p:nvSpPr>
          <p:spPr bwMode="auto">
            <a:xfrm>
              <a:off x="5616576" y="3908426"/>
              <a:ext cx="122238" cy="322263"/>
            </a:xfrm>
            <a:custGeom>
              <a:avLst/>
              <a:gdLst>
                <a:gd name="T0" fmla="*/ 10 w 45"/>
                <a:gd name="T1" fmla="*/ 1 h 119"/>
                <a:gd name="T2" fmla="*/ 10 w 45"/>
                <a:gd name="T3" fmla="*/ 65 h 119"/>
                <a:gd name="T4" fmla="*/ 45 w 45"/>
                <a:gd name="T5" fmla="*/ 113 h 119"/>
                <a:gd name="T6" fmla="*/ 44 w 45"/>
                <a:gd name="T7" fmla="*/ 119 h 119"/>
                <a:gd name="T8" fmla="*/ 4 w 45"/>
                <a:gd name="T9" fmla="*/ 66 h 119"/>
                <a:gd name="T10" fmla="*/ 5 w 45"/>
                <a:gd name="T11" fmla="*/ 0 h 119"/>
                <a:gd name="T12" fmla="*/ 10 w 45"/>
                <a:gd name="T13" fmla="*/ 1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119">
                  <a:moveTo>
                    <a:pt x="10" y="1"/>
                  </a:moveTo>
                  <a:cubicBezTo>
                    <a:pt x="9" y="14"/>
                    <a:pt x="6" y="41"/>
                    <a:pt x="10" y="65"/>
                  </a:cubicBezTo>
                  <a:cubicBezTo>
                    <a:pt x="13" y="89"/>
                    <a:pt x="22" y="111"/>
                    <a:pt x="45" y="113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18" y="116"/>
                    <a:pt x="8" y="92"/>
                    <a:pt x="4" y="66"/>
                  </a:cubicBezTo>
                  <a:cubicBezTo>
                    <a:pt x="0" y="41"/>
                    <a:pt x="3" y="13"/>
                    <a:pt x="5" y="0"/>
                  </a:cubicBezTo>
                  <a:lnTo>
                    <a:pt x="10" y="1"/>
                  </a:ln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130"/>
            <p:cNvSpPr>
              <a:spLocks/>
            </p:cNvSpPr>
            <p:nvPr/>
          </p:nvSpPr>
          <p:spPr bwMode="auto">
            <a:xfrm>
              <a:off x="5734051" y="4206876"/>
              <a:ext cx="50800" cy="31750"/>
            </a:xfrm>
            <a:custGeom>
              <a:avLst/>
              <a:gdLst>
                <a:gd name="T0" fmla="*/ 6 w 19"/>
                <a:gd name="T1" fmla="*/ 1 h 12"/>
                <a:gd name="T2" fmla="*/ 14 w 19"/>
                <a:gd name="T3" fmla="*/ 2 h 12"/>
                <a:gd name="T4" fmla="*/ 18 w 19"/>
                <a:gd name="T5" fmla="*/ 7 h 12"/>
                <a:gd name="T6" fmla="*/ 18 w 19"/>
                <a:gd name="T7" fmla="*/ 7 h 12"/>
                <a:gd name="T8" fmla="*/ 13 w 19"/>
                <a:gd name="T9" fmla="*/ 12 h 12"/>
                <a:gd name="T10" fmla="*/ 5 w 19"/>
                <a:gd name="T11" fmla="*/ 11 h 12"/>
                <a:gd name="T12" fmla="*/ 0 w 19"/>
                <a:gd name="T13" fmla="*/ 5 h 12"/>
                <a:gd name="T14" fmla="*/ 0 w 19"/>
                <a:gd name="T15" fmla="*/ 5 h 12"/>
                <a:gd name="T16" fmla="*/ 6 w 19"/>
                <a:gd name="T17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12">
                  <a:moveTo>
                    <a:pt x="6" y="1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2"/>
                    <a:pt x="19" y="5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10"/>
                    <a:pt x="15" y="12"/>
                    <a:pt x="13" y="12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Freeform 131"/>
            <p:cNvSpPr>
              <a:spLocks/>
            </p:cNvSpPr>
            <p:nvPr/>
          </p:nvSpPr>
          <p:spPr bwMode="auto">
            <a:xfrm>
              <a:off x="5586413" y="3921126"/>
              <a:ext cx="177800" cy="301625"/>
            </a:xfrm>
            <a:custGeom>
              <a:avLst/>
              <a:gdLst>
                <a:gd name="T0" fmla="*/ 60 w 65"/>
                <a:gd name="T1" fmla="*/ 0 h 111"/>
                <a:gd name="T2" fmla="*/ 46 w 65"/>
                <a:gd name="T3" fmla="*/ 63 h 111"/>
                <a:gd name="T4" fmla="*/ 1 w 65"/>
                <a:gd name="T5" fmla="*/ 102 h 111"/>
                <a:gd name="T6" fmla="*/ 0 w 65"/>
                <a:gd name="T7" fmla="*/ 108 h 111"/>
                <a:gd name="T8" fmla="*/ 51 w 65"/>
                <a:gd name="T9" fmla="*/ 65 h 111"/>
                <a:gd name="T10" fmla="*/ 65 w 65"/>
                <a:gd name="T11" fmla="*/ 1 h 111"/>
                <a:gd name="T12" fmla="*/ 60 w 65"/>
                <a:gd name="T13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11">
                  <a:moveTo>
                    <a:pt x="60" y="0"/>
                  </a:moveTo>
                  <a:cubicBezTo>
                    <a:pt x="58" y="13"/>
                    <a:pt x="55" y="40"/>
                    <a:pt x="46" y="63"/>
                  </a:cubicBezTo>
                  <a:cubicBezTo>
                    <a:pt x="37" y="86"/>
                    <a:pt x="23" y="104"/>
                    <a:pt x="1" y="102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26" y="111"/>
                    <a:pt x="42" y="90"/>
                    <a:pt x="51" y="65"/>
                  </a:cubicBezTo>
                  <a:cubicBezTo>
                    <a:pt x="60" y="42"/>
                    <a:pt x="64" y="14"/>
                    <a:pt x="65" y="1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Freeform 132"/>
            <p:cNvSpPr>
              <a:spLocks/>
            </p:cNvSpPr>
            <p:nvPr/>
          </p:nvSpPr>
          <p:spPr bwMode="auto">
            <a:xfrm>
              <a:off x="5543551" y="4187826"/>
              <a:ext cx="50800" cy="31750"/>
            </a:xfrm>
            <a:custGeom>
              <a:avLst/>
              <a:gdLst>
                <a:gd name="T0" fmla="*/ 14 w 19"/>
                <a:gd name="T1" fmla="*/ 1 h 12"/>
                <a:gd name="T2" fmla="*/ 6 w 19"/>
                <a:gd name="T3" fmla="*/ 0 h 12"/>
                <a:gd name="T4" fmla="*/ 0 w 19"/>
                <a:gd name="T5" fmla="*/ 5 h 12"/>
                <a:gd name="T6" fmla="*/ 0 w 19"/>
                <a:gd name="T7" fmla="*/ 5 h 12"/>
                <a:gd name="T8" fmla="*/ 5 w 19"/>
                <a:gd name="T9" fmla="*/ 11 h 12"/>
                <a:gd name="T10" fmla="*/ 12 w 19"/>
                <a:gd name="T11" fmla="*/ 11 h 12"/>
                <a:gd name="T12" fmla="*/ 18 w 19"/>
                <a:gd name="T13" fmla="*/ 7 h 12"/>
                <a:gd name="T14" fmla="*/ 18 w 19"/>
                <a:gd name="T15" fmla="*/ 7 h 12"/>
                <a:gd name="T16" fmla="*/ 14 w 19"/>
                <a:gd name="T17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12">
                  <a:moveTo>
                    <a:pt x="14" y="1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8"/>
                    <a:pt x="2" y="10"/>
                    <a:pt x="5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5" y="12"/>
                    <a:pt x="18" y="10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4"/>
                    <a:pt x="17" y="1"/>
                    <a:pt x="14" y="1"/>
                  </a:cubicBez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6" name="Freeform 133"/>
            <p:cNvSpPr>
              <a:spLocks/>
            </p:cNvSpPr>
            <p:nvPr/>
          </p:nvSpPr>
          <p:spPr bwMode="auto">
            <a:xfrm>
              <a:off x="5608638" y="3779838"/>
              <a:ext cx="174625" cy="244475"/>
            </a:xfrm>
            <a:custGeom>
              <a:avLst/>
              <a:gdLst>
                <a:gd name="T0" fmla="*/ 14 w 64"/>
                <a:gd name="T1" fmla="*/ 79 h 90"/>
                <a:gd name="T2" fmla="*/ 6 w 64"/>
                <a:gd name="T3" fmla="*/ 84 h 90"/>
                <a:gd name="T4" fmla="*/ 1 w 64"/>
                <a:gd name="T5" fmla="*/ 77 h 90"/>
                <a:gd name="T6" fmla="*/ 7 w 64"/>
                <a:gd name="T7" fmla="*/ 26 h 90"/>
                <a:gd name="T8" fmla="*/ 17 w 64"/>
                <a:gd name="T9" fmla="*/ 7 h 90"/>
                <a:gd name="T10" fmla="*/ 38 w 64"/>
                <a:gd name="T11" fmla="*/ 1 h 90"/>
                <a:gd name="T12" fmla="*/ 57 w 64"/>
                <a:gd name="T13" fmla="*/ 12 h 90"/>
                <a:gd name="T14" fmla="*/ 63 w 64"/>
                <a:gd name="T15" fmla="*/ 33 h 90"/>
                <a:gd name="T16" fmla="*/ 57 w 64"/>
                <a:gd name="T17" fmla="*/ 84 h 90"/>
                <a:gd name="T18" fmla="*/ 50 w 64"/>
                <a:gd name="T19" fmla="*/ 89 h 90"/>
                <a:gd name="T20" fmla="*/ 45 w 64"/>
                <a:gd name="T21" fmla="*/ 82 h 90"/>
                <a:gd name="T22" fmla="*/ 50 w 64"/>
                <a:gd name="T23" fmla="*/ 31 h 90"/>
                <a:gd name="T24" fmla="*/ 47 w 64"/>
                <a:gd name="T25" fmla="*/ 20 h 90"/>
                <a:gd name="T26" fmla="*/ 37 w 64"/>
                <a:gd name="T27" fmla="*/ 14 h 90"/>
                <a:gd name="T28" fmla="*/ 25 w 64"/>
                <a:gd name="T29" fmla="*/ 17 h 90"/>
                <a:gd name="T30" fmla="*/ 19 w 64"/>
                <a:gd name="T31" fmla="*/ 28 h 90"/>
                <a:gd name="T32" fmla="*/ 14 w 64"/>
                <a:gd name="T33" fmla="*/ 7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4" h="90">
                  <a:moveTo>
                    <a:pt x="14" y="79"/>
                  </a:moveTo>
                  <a:cubicBezTo>
                    <a:pt x="13" y="82"/>
                    <a:pt x="10" y="85"/>
                    <a:pt x="6" y="84"/>
                  </a:cubicBezTo>
                  <a:cubicBezTo>
                    <a:pt x="3" y="84"/>
                    <a:pt x="0" y="81"/>
                    <a:pt x="1" y="7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19"/>
                    <a:pt x="11" y="12"/>
                    <a:pt x="17" y="7"/>
                  </a:cubicBezTo>
                  <a:cubicBezTo>
                    <a:pt x="23" y="3"/>
                    <a:pt x="30" y="0"/>
                    <a:pt x="38" y="1"/>
                  </a:cubicBezTo>
                  <a:cubicBezTo>
                    <a:pt x="46" y="2"/>
                    <a:pt x="53" y="6"/>
                    <a:pt x="57" y="12"/>
                  </a:cubicBezTo>
                  <a:cubicBezTo>
                    <a:pt x="62" y="18"/>
                    <a:pt x="64" y="25"/>
                    <a:pt x="63" y="33"/>
                  </a:cubicBezTo>
                  <a:cubicBezTo>
                    <a:pt x="57" y="84"/>
                    <a:pt x="57" y="84"/>
                    <a:pt x="57" y="84"/>
                  </a:cubicBezTo>
                  <a:cubicBezTo>
                    <a:pt x="57" y="87"/>
                    <a:pt x="54" y="90"/>
                    <a:pt x="50" y="89"/>
                  </a:cubicBezTo>
                  <a:cubicBezTo>
                    <a:pt x="47" y="89"/>
                    <a:pt x="44" y="86"/>
                    <a:pt x="45" y="82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1" y="27"/>
                    <a:pt x="50" y="23"/>
                    <a:pt x="47" y="20"/>
                  </a:cubicBezTo>
                  <a:cubicBezTo>
                    <a:pt x="45" y="17"/>
                    <a:pt x="41" y="15"/>
                    <a:pt x="37" y="14"/>
                  </a:cubicBezTo>
                  <a:cubicBezTo>
                    <a:pt x="32" y="14"/>
                    <a:pt x="28" y="15"/>
                    <a:pt x="25" y="17"/>
                  </a:cubicBezTo>
                  <a:cubicBezTo>
                    <a:pt x="22" y="20"/>
                    <a:pt x="20" y="24"/>
                    <a:pt x="19" y="28"/>
                  </a:cubicBezTo>
                  <a:lnTo>
                    <a:pt x="14" y="79"/>
                  </a:ln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6" name="组合 245"/>
          <p:cNvGrpSpPr/>
          <p:nvPr/>
        </p:nvGrpSpPr>
        <p:grpSpPr>
          <a:xfrm>
            <a:off x="2617788" y="4622801"/>
            <a:ext cx="1962150" cy="1963738"/>
            <a:chOff x="2617788" y="4622801"/>
            <a:chExt cx="1962150" cy="1963738"/>
          </a:xfrm>
        </p:grpSpPr>
        <p:sp>
          <p:nvSpPr>
            <p:cNvPr id="168" name="Oval 135"/>
            <p:cNvSpPr>
              <a:spLocks noChangeArrowheads="1"/>
            </p:cNvSpPr>
            <p:nvPr/>
          </p:nvSpPr>
          <p:spPr bwMode="auto">
            <a:xfrm>
              <a:off x="2617788" y="4622801"/>
              <a:ext cx="1962150" cy="1963738"/>
            </a:xfrm>
            <a:prstGeom prst="ellipse">
              <a:avLst/>
            </a:pr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Freeform 136"/>
            <p:cNvSpPr>
              <a:spLocks/>
            </p:cNvSpPr>
            <p:nvPr/>
          </p:nvSpPr>
          <p:spPr bwMode="auto">
            <a:xfrm>
              <a:off x="3460751" y="5553076"/>
              <a:ext cx="276225" cy="582613"/>
            </a:xfrm>
            <a:custGeom>
              <a:avLst/>
              <a:gdLst>
                <a:gd name="T0" fmla="*/ 0 w 102"/>
                <a:gd name="T1" fmla="*/ 0 h 214"/>
                <a:gd name="T2" fmla="*/ 102 w 102"/>
                <a:gd name="T3" fmla="*/ 0 h 214"/>
                <a:gd name="T4" fmla="*/ 102 w 102"/>
                <a:gd name="T5" fmla="*/ 158 h 214"/>
                <a:gd name="T6" fmla="*/ 0 w 102"/>
                <a:gd name="T7" fmla="*/ 158 h 214"/>
                <a:gd name="T8" fmla="*/ 0 w 102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214">
                  <a:moveTo>
                    <a:pt x="0" y="0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2" y="208"/>
                    <a:pt x="0" y="214"/>
                    <a:pt x="0" y="1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0" name="Freeform 137"/>
            <p:cNvSpPr>
              <a:spLocks/>
            </p:cNvSpPr>
            <p:nvPr/>
          </p:nvSpPr>
          <p:spPr bwMode="auto">
            <a:xfrm>
              <a:off x="3040063" y="5929313"/>
              <a:ext cx="1117600" cy="657225"/>
            </a:xfrm>
            <a:custGeom>
              <a:avLst/>
              <a:gdLst>
                <a:gd name="T0" fmla="*/ 71 w 412"/>
                <a:gd name="T1" fmla="*/ 46 h 242"/>
                <a:gd name="T2" fmla="*/ 0 w 412"/>
                <a:gd name="T3" fmla="*/ 177 h 242"/>
                <a:gd name="T4" fmla="*/ 206 w 412"/>
                <a:gd name="T5" fmla="*/ 242 h 242"/>
                <a:gd name="T6" fmla="*/ 412 w 412"/>
                <a:gd name="T7" fmla="*/ 177 h 242"/>
                <a:gd name="T8" fmla="*/ 341 w 412"/>
                <a:gd name="T9" fmla="*/ 46 h 242"/>
                <a:gd name="T10" fmla="*/ 205 w 412"/>
                <a:gd name="T11" fmla="*/ 0 h 242"/>
                <a:gd name="T12" fmla="*/ 71 w 412"/>
                <a:gd name="T13" fmla="*/ 46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242">
                  <a:moveTo>
                    <a:pt x="71" y="46"/>
                  </a:moveTo>
                  <a:cubicBezTo>
                    <a:pt x="36" y="69"/>
                    <a:pt x="21" y="118"/>
                    <a:pt x="0" y="177"/>
                  </a:cubicBezTo>
                  <a:cubicBezTo>
                    <a:pt x="58" y="218"/>
                    <a:pt x="130" y="242"/>
                    <a:pt x="206" y="242"/>
                  </a:cubicBezTo>
                  <a:cubicBezTo>
                    <a:pt x="283" y="242"/>
                    <a:pt x="354" y="218"/>
                    <a:pt x="412" y="177"/>
                  </a:cubicBezTo>
                  <a:cubicBezTo>
                    <a:pt x="392" y="118"/>
                    <a:pt x="377" y="68"/>
                    <a:pt x="341" y="46"/>
                  </a:cubicBezTo>
                  <a:cubicBezTo>
                    <a:pt x="279" y="7"/>
                    <a:pt x="242" y="1"/>
                    <a:pt x="205" y="0"/>
                  </a:cubicBezTo>
                  <a:cubicBezTo>
                    <a:pt x="168" y="0"/>
                    <a:pt x="132" y="6"/>
                    <a:pt x="71" y="46"/>
                  </a:cubicBez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Freeform 138"/>
            <p:cNvSpPr>
              <a:spLocks/>
            </p:cNvSpPr>
            <p:nvPr/>
          </p:nvSpPr>
          <p:spPr bwMode="auto">
            <a:xfrm>
              <a:off x="3460751" y="5751513"/>
              <a:ext cx="276225" cy="190500"/>
            </a:xfrm>
            <a:custGeom>
              <a:avLst/>
              <a:gdLst>
                <a:gd name="T0" fmla="*/ 174 w 174"/>
                <a:gd name="T1" fmla="*/ 33 h 120"/>
                <a:gd name="T2" fmla="*/ 174 w 174"/>
                <a:gd name="T3" fmla="*/ 0 h 120"/>
                <a:gd name="T4" fmla="*/ 0 w 174"/>
                <a:gd name="T5" fmla="*/ 0 h 120"/>
                <a:gd name="T6" fmla="*/ 0 w 174"/>
                <a:gd name="T7" fmla="*/ 120 h 120"/>
                <a:gd name="T8" fmla="*/ 174 w 174"/>
                <a:gd name="T9" fmla="*/ 3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120">
                  <a:moveTo>
                    <a:pt x="174" y="33"/>
                  </a:moveTo>
                  <a:lnTo>
                    <a:pt x="174" y="0"/>
                  </a:lnTo>
                  <a:lnTo>
                    <a:pt x="0" y="0"/>
                  </a:lnTo>
                  <a:lnTo>
                    <a:pt x="0" y="120"/>
                  </a:lnTo>
                  <a:lnTo>
                    <a:pt x="174" y="33"/>
                  </a:lnTo>
                  <a:close/>
                </a:path>
              </a:pathLst>
            </a:custGeom>
            <a:solidFill>
              <a:srgbClr val="E8C5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Freeform 139"/>
            <p:cNvSpPr>
              <a:spLocks/>
            </p:cNvSpPr>
            <p:nvPr/>
          </p:nvSpPr>
          <p:spPr bwMode="auto">
            <a:xfrm>
              <a:off x="3011488" y="5043488"/>
              <a:ext cx="1174750" cy="773113"/>
            </a:xfrm>
            <a:custGeom>
              <a:avLst/>
              <a:gdLst>
                <a:gd name="T0" fmla="*/ 216 w 432"/>
                <a:gd name="T1" fmla="*/ 0 h 285"/>
                <a:gd name="T2" fmla="*/ 216 w 432"/>
                <a:gd name="T3" fmla="*/ 285 h 285"/>
                <a:gd name="T4" fmla="*/ 216 w 432"/>
                <a:gd name="T5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" h="285">
                  <a:moveTo>
                    <a:pt x="216" y="0"/>
                  </a:moveTo>
                  <a:cubicBezTo>
                    <a:pt x="432" y="0"/>
                    <a:pt x="345" y="285"/>
                    <a:pt x="216" y="285"/>
                  </a:cubicBezTo>
                  <a:cubicBezTo>
                    <a:pt x="88" y="285"/>
                    <a:pt x="0" y="0"/>
                    <a:pt x="216" y="0"/>
                  </a:cubicBezTo>
                  <a:close/>
                </a:path>
              </a:pathLst>
            </a:custGeom>
            <a:solidFill>
              <a:srgbClr val="F0CE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140"/>
            <p:cNvSpPr>
              <a:spLocks/>
            </p:cNvSpPr>
            <p:nvPr/>
          </p:nvSpPr>
          <p:spPr bwMode="auto">
            <a:xfrm>
              <a:off x="3598863" y="5043488"/>
              <a:ext cx="587375" cy="773113"/>
            </a:xfrm>
            <a:custGeom>
              <a:avLst/>
              <a:gdLst>
                <a:gd name="T0" fmla="*/ 0 w 216"/>
                <a:gd name="T1" fmla="*/ 0 h 285"/>
                <a:gd name="T2" fmla="*/ 0 w 216"/>
                <a:gd name="T3" fmla="*/ 285 h 285"/>
                <a:gd name="T4" fmla="*/ 0 w 216"/>
                <a:gd name="T5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" h="285">
                  <a:moveTo>
                    <a:pt x="0" y="0"/>
                  </a:moveTo>
                  <a:cubicBezTo>
                    <a:pt x="216" y="0"/>
                    <a:pt x="129" y="285"/>
                    <a:pt x="0" y="2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Freeform 141"/>
            <p:cNvSpPr>
              <a:spLocks noEditPoints="1"/>
            </p:cNvSpPr>
            <p:nvPr/>
          </p:nvSpPr>
          <p:spPr bwMode="auto">
            <a:xfrm>
              <a:off x="3351213" y="5364163"/>
              <a:ext cx="495300" cy="187325"/>
            </a:xfrm>
            <a:custGeom>
              <a:avLst/>
              <a:gdLst>
                <a:gd name="T0" fmla="*/ 91 w 182"/>
                <a:gd name="T1" fmla="*/ 14 h 69"/>
                <a:gd name="T2" fmla="*/ 100 w 182"/>
                <a:gd name="T3" fmla="*/ 17 h 69"/>
                <a:gd name="T4" fmla="*/ 104 w 182"/>
                <a:gd name="T5" fmla="*/ 24 h 69"/>
                <a:gd name="T6" fmla="*/ 104 w 182"/>
                <a:gd name="T7" fmla="*/ 24 h 69"/>
                <a:gd name="T8" fmla="*/ 107 w 182"/>
                <a:gd name="T9" fmla="*/ 36 h 69"/>
                <a:gd name="T10" fmla="*/ 146 w 182"/>
                <a:gd name="T11" fmla="*/ 68 h 69"/>
                <a:gd name="T12" fmla="*/ 182 w 182"/>
                <a:gd name="T13" fmla="*/ 27 h 69"/>
                <a:gd name="T14" fmla="*/ 144 w 182"/>
                <a:gd name="T15" fmla="*/ 1 h 69"/>
                <a:gd name="T16" fmla="*/ 144 w 182"/>
                <a:gd name="T17" fmla="*/ 1 h 69"/>
                <a:gd name="T18" fmla="*/ 91 w 182"/>
                <a:gd name="T19" fmla="*/ 1 h 69"/>
                <a:gd name="T20" fmla="*/ 91 w 182"/>
                <a:gd name="T21" fmla="*/ 2 h 69"/>
                <a:gd name="T22" fmla="*/ 125 w 182"/>
                <a:gd name="T23" fmla="*/ 2 h 69"/>
                <a:gd name="T24" fmla="*/ 104 w 182"/>
                <a:gd name="T25" fmla="*/ 18 h 69"/>
                <a:gd name="T26" fmla="*/ 102 w 182"/>
                <a:gd name="T27" fmla="*/ 15 h 69"/>
                <a:gd name="T28" fmla="*/ 91 w 182"/>
                <a:gd name="T29" fmla="*/ 12 h 69"/>
                <a:gd name="T30" fmla="*/ 91 w 182"/>
                <a:gd name="T31" fmla="*/ 14 h 69"/>
                <a:gd name="T32" fmla="*/ 0 w 182"/>
                <a:gd name="T33" fmla="*/ 27 h 69"/>
                <a:gd name="T34" fmla="*/ 36 w 182"/>
                <a:gd name="T35" fmla="*/ 68 h 69"/>
                <a:gd name="T36" fmla="*/ 75 w 182"/>
                <a:gd name="T37" fmla="*/ 36 h 69"/>
                <a:gd name="T38" fmla="*/ 78 w 182"/>
                <a:gd name="T39" fmla="*/ 24 h 69"/>
                <a:gd name="T40" fmla="*/ 79 w 182"/>
                <a:gd name="T41" fmla="*/ 24 h 69"/>
                <a:gd name="T42" fmla="*/ 82 w 182"/>
                <a:gd name="T43" fmla="*/ 17 h 69"/>
                <a:gd name="T44" fmla="*/ 91 w 182"/>
                <a:gd name="T45" fmla="*/ 14 h 69"/>
                <a:gd name="T46" fmla="*/ 91 w 182"/>
                <a:gd name="T47" fmla="*/ 14 h 69"/>
                <a:gd name="T48" fmla="*/ 91 w 182"/>
                <a:gd name="T49" fmla="*/ 12 h 69"/>
                <a:gd name="T50" fmla="*/ 91 w 182"/>
                <a:gd name="T51" fmla="*/ 12 h 69"/>
                <a:gd name="T52" fmla="*/ 81 w 182"/>
                <a:gd name="T53" fmla="*/ 15 h 69"/>
                <a:gd name="T54" fmla="*/ 78 w 182"/>
                <a:gd name="T55" fmla="*/ 18 h 69"/>
                <a:gd name="T56" fmla="*/ 57 w 182"/>
                <a:gd name="T57" fmla="*/ 2 h 69"/>
                <a:gd name="T58" fmla="*/ 91 w 182"/>
                <a:gd name="T59" fmla="*/ 2 h 69"/>
                <a:gd name="T60" fmla="*/ 91 w 182"/>
                <a:gd name="T61" fmla="*/ 1 h 69"/>
                <a:gd name="T62" fmla="*/ 36 w 182"/>
                <a:gd name="T63" fmla="*/ 1 h 69"/>
                <a:gd name="T64" fmla="*/ 36 w 182"/>
                <a:gd name="T65" fmla="*/ 1 h 69"/>
                <a:gd name="T66" fmla="*/ 0 w 182"/>
                <a:gd name="T67" fmla="*/ 2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2" h="69">
                  <a:moveTo>
                    <a:pt x="91" y="14"/>
                  </a:moveTo>
                  <a:cubicBezTo>
                    <a:pt x="95" y="14"/>
                    <a:pt x="98" y="15"/>
                    <a:pt x="100" y="17"/>
                  </a:cubicBezTo>
                  <a:cubicBezTo>
                    <a:pt x="103" y="19"/>
                    <a:pt x="104" y="21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9"/>
                    <a:pt x="105" y="33"/>
                    <a:pt x="107" y="36"/>
                  </a:cubicBezTo>
                  <a:cubicBezTo>
                    <a:pt x="113" y="51"/>
                    <a:pt x="125" y="66"/>
                    <a:pt x="146" y="68"/>
                  </a:cubicBezTo>
                  <a:cubicBezTo>
                    <a:pt x="167" y="69"/>
                    <a:pt x="182" y="47"/>
                    <a:pt x="182" y="27"/>
                  </a:cubicBezTo>
                  <a:cubicBezTo>
                    <a:pt x="182" y="5"/>
                    <a:pt x="163" y="0"/>
                    <a:pt x="144" y="1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91" y="1"/>
                    <a:pt x="91" y="1"/>
                    <a:pt x="91" y="1"/>
                  </a:cubicBezTo>
                  <a:cubicBezTo>
                    <a:pt x="91" y="2"/>
                    <a:pt x="91" y="2"/>
                    <a:pt x="91" y="2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11" y="5"/>
                    <a:pt x="105" y="11"/>
                    <a:pt x="104" y="18"/>
                  </a:cubicBezTo>
                  <a:cubicBezTo>
                    <a:pt x="103" y="17"/>
                    <a:pt x="103" y="16"/>
                    <a:pt x="102" y="15"/>
                  </a:cubicBezTo>
                  <a:cubicBezTo>
                    <a:pt x="99" y="13"/>
                    <a:pt x="96" y="12"/>
                    <a:pt x="91" y="12"/>
                  </a:cubicBezTo>
                  <a:lnTo>
                    <a:pt x="91" y="14"/>
                  </a:lnTo>
                  <a:close/>
                  <a:moveTo>
                    <a:pt x="0" y="27"/>
                  </a:moveTo>
                  <a:cubicBezTo>
                    <a:pt x="0" y="47"/>
                    <a:pt x="15" y="69"/>
                    <a:pt x="36" y="68"/>
                  </a:cubicBezTo>
                  <a:cubicBezTo>
                    <a:pt x="57" y="66"/>
                    <a:pt x="69" y="51"/>
                    <a:pt x="75" y="36"/>
                  </a:cubicBezTo>
                  <a:cubicBezTo>
                    <a:pt x="77" y="33"/>
                    <a:pt x="78" y="29"/>
                    <a:pt x="78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1"/>
                    <a:pt x="80" y="19"/>
                    <a:pt x="82" y="17"/>
                  </a:cubicBezTo>
                  <a:cubicBezTo>
                    <a:pt x="84" y="15"/>
                    <a:pt x="87" y="14"/>
                    <a:pt x="91" y="14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86" y="12"/>
                    <a:pt x="83" y="13"/>
                    <a:pt x="81" y="15"/>
                  </a:cubicBezTo>
                  <a:cubicBezTo>
                    <a:pt x="80" y="16"/>
                    <a:pt x="79" y="17"/>
                    <a:pt x="78" y="18"/>
                  </a:cubicBezTo>
                  <a:cubicBezTo>
                    <a:pt x="77" y="11"/>
                    <a:pt x="72" y="5"/>
                    <a:pt x="57" y="2"/>
                  </a:cubicBezTo>
                  <a:cubicBezTo>
                    <a:pt x="91" y="2"/>
                    <a:pt x="91" y="2"/>
                    <a:pt x="91" y="2"/>
                  </a:cubicBezTo>
                  <a:cubicBezTo>
                    <a:pt x="91" y="1"/>
                    <a:pt x="91" y="1"/>
                    <a:pt x="91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18" y="1"/>
                    <a:pt x="0" y="6"/>
                    <a:pt x="0" y="27"/>
                  </a:cubicBez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142"/>
            <p:cNvSpPr>
              <a:spLocks/>
            </p:cNvSpPr>
            <p:nvPr/>
          </p:nvSpPr>
          <p:spPr bwMode="auto">
            <a:xfrm>
              <a:off x="3471863" y="5929313"/>
              <a:ext cx="254000" cy="657225"/>
            </a:xfrm>
            <a:custGeom>
              <a:avLst/>
              <a:gdLst>
                <a:gd name="T0" fmla="*/ 36 w 94"/>
                <a:gd name="T1" fmla="*/ 87 h 242"/>
                <a:gd name="T2" fmla="*/ 25 w 94"/>
                <a:gd name="T3" fmla="*/ 241 h 242"/>
                <a:gd name="T4" fmla="*/ 47 w 94"/>
                <a:gd name="T5" fmla="*/ 242 h 242"/>
                <a:gd name="T6" fmla="*/ 69 w 94"/>
                <a:gd name="T7" fmla="*/ 241 h 242"/>
                <a:gd name="T8" fmla="*/ 58 w 94"/>
                <a:gd name="T9" fmla="*/ 87 h 242"/>
                <a:gd name="T10" fmla="*/ 94 w 94"/>
                <a:gd name="T11" fmla="*/ 1 h 242"/>
                <a:gd name="T12" fmla="*/ 0 w 94"/>
                <a:gd name="T13" fmla="*/ 1 h 242"/>
                <a:gd name="T14" fmla="*/ 36 w 94"/>
                <a:gd name="T15" fmla="*/ 87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242">
                  <a:moveTo>
                    <a:pt x="36" y="87"/>
                  </a:moveTo>
                  <a:cubicBezTo>
                    <a:pt x="25" y="241"/>
                    <a:pt x="25" y="241"/>
                    <a:pt x="25" y="241"/>
                  </a:cubicBezTo>
                  <a:cubicBezTo>
                    <a:pt x="32" y="242"/>
                    <a:pt x="40" y="242"/>
                    <a:pt x="47" y="242"/>
                  </a:cubicBezTo>
                  <a:cubicBezTo>
                    <a:pt x="55" y="242"/>
                    <a:pt x="62" y="242"/>
                    <a:pt x="69" y="241"/>
                  </a:cubicBezTo>
                  <a:cubicBezTo>
                    <a:pt x="58" y="87"/>
                    <a:pt x="58" y="87"/>
                    <a:pt x="58" y="87"/>
                  </a:cubicBezTo>
                  <a:cubicBezTo>
                    <a:pt x="94" y="1"/>
                    <a:pt x="94" y="1"/>
                    <a:pt x="94" y="1"/>
                  </a:cubicBezTo>
                  <a:cubicBezTo>
                    <a:pt x="61" y="0"/>
                    <a:pt x="34" y="0"/>
                    <a:pt x="0" y="1"/>
                  </a:cubicBezTo>
                  <a:lnTo>
                    <a:pt x="36" y="87"/>
                  </a:ln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Freeform 143"/>
            <p:cNvSpPr>
              <a:spLocks/>
            </p:cNvSpPr>
            <p:nvPr/>
          </p:nvSpPr>
          <p:spPr bwMode="auto">
            <a:xfrm>
              <a:off x="3354388" y="5846763"/>
              <a:ext cx="241300" cy="296863"/>
            </a:xfrm>
            <a:custGeom>
              <a:avLst/>
              <a:gdLst>
                <a:gd name="T0" fmla="*/ 67 w 152"/>
                <a:gd name="T1" fmla="*/ 0 h 187"/>
                <a:gd name="T2" fmla="*/ 0 w 152"/>
                <a:gd name="T3" fmla="*/ 86 h 187"/>
                <a:gd name="T4" fmla="*/ 38 w 152"/>
                <a:gd name="T5" fmla="*/ 187 h 187"/>
                <a:gd name="T6" fmla="*/ 152 w 152"/>
                <a:gd name="T7" fmla="*/ 53 h 187"/>
                <a:gd name="T8" fmla="*/ 67 w 152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87">
                  <a:moveTo>
                    <a:pt x="67" y="0"/>
                  </a:moveTo>
                  <a:lnTo>
                    <a:pt x="0" y="86"/>
                  </a:lnTo>
                  <a:lnTo>
                    <a:pt x="38" y="187"/>
                  </a:lnTo>
                  <a:lnTo>
                    <a:pt x="152" y="53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Freeform 144"/>
            <p:cNvSpPr>
              <a:spLocks/>
            </p:cNvSpPr>
            <p:nvPr/>
          </p:nvSpPr>
          <p:spPr bwMode="auto">
            <a:xfrm>
              <a:off x="3354388" y="5846763"/>
              <a:ext cx="241300" cy="260350"/>
            </a:xfrm>
            <a:custGeom>
              <a:avLst/>
              <a:gdLst>
                <a:gd name="T0" fmla="*/ 67 w 152"/>
                <a:gd name="T1" fmla="*/ 0 h 164"/>
                <a:gd name="T2" fmla="*/ 0 w 152"/>
                <a:gd name="T3" fmla="*/ 86 h 164"/>
                <a:gd name="T4" fmla="*/ 41 w 152"/>
                <a:gd name="T5" fmla="*/ 164 h 164"/>
                <a:gd name="T6" fmla="*/ 152 w 152"/>
                <a:gd name="T7" fmla="*/ 53 h 164"/>
                <a:gd name="T8" fmla="*/ 67 w 152"/>
                <a:gd name="T9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64">
                  <a:moveTo>
                    <a:pt x="67" y="0"/>
                  </a:moveTo>
                  <a:lnTo>
                    <a:pt x="0" y="86"/>
                  </a:lnTo>
                  <a:lnTo>
                    <a:pt x="41" y="164"/>
                  </a:lnTo>
                  <a:lnTo>
                    <a:pt x="152" y="53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Freeform 145"/>
            <p:cNvSpPr>
              <a:spLocks/>
            </p:cNvSpPr>
            <p:nvPr/>
          </p:nvSpPr>
          <p:spPr bwMode="auto">
            <a:xfrm>
              <a:off x="3602038" y="5846763"/>
              <a:ext cx="241300" cy="296863"/>
            </a:xfrm>
            <a:custGeom>
              <a:avLst/>
              <a:gdLst>
                <a:gd name="T0" fmla="*/ 85 w 152"/>
                <a:gd name="T1" fmla="*/ 0 h 187"/>
                <a:gd name="T2" fmla="*/ 152 w 152"/>
                <a:gd name="T3" fmla="*/ 86 h 187"/>
                <a:gd name="T4" fmla="*/ 114 w 152"/>
                <a:gd name="T5" fmla="*/ 187 h 187"/>
                <a:gd name="T6" fmla="*/ 0 w 152"/>
                <a:gd name="T7" fmla="*/ 53 h 187"/>
                <a:gd name="T8" fmla="*/ 85 w 152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87">
                  <a:moveTo>
                    <a:pt x="85" y="0"/>
                  </a:moveTo>
                  <a:lnTo>
                    <a:pt x="152" y="86"/>
                  </a:lnTo>
                  <a:lnTo>
                    <a:pt x="114" y="187"/>
                  </a:lnTo>
                  <a:lnTo>
                    <a:pt x="0" y="53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Freeform 146"/>
            <p:cNvSpPr>
              <a:spLocks/>
            </p:cNvSpPr>
            <p:nvPr/>
          </p:nvSpPr>
          <p:spPr bwMode="auto">
            <a:xfrm>
              <a:off x="3602038" y="5846763"/>
              <a:ext cx="241300" cy="260350"/>
            </a:xfrm>
            <a:custGeom>
              <a:avLst/>
              <a:gdLst>
                <a:gd name="T0" fmla="*/ 85 w 152"/>
                <a:gd name="T1" fmla="*/ 0 h 164"/>
                <a:gd name="T2" fmla="*/ 152 w 152"/>
                <a:gd name="T3" fmla="*/ 86 h 164"/>
                <a:gd name="T4" fmla="*/ 111 w 152"/>
                <a:gd name="T5" fmla="*/ 164 h 164"/>
                <a:gd name="T6" fmla="*/ 0 w 152"/>
                <a:gd name="T7" fmla="*/ 53 h 164"/>
                <a:gd name="T8" fmla="*/ 85 w 152"/>
                <a:gd name="T9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64">
                  <a:moveTo>
                    <a:pt x="85" y="0"/>
                  </a:moveTo>
                  <a:lnTo>
                    <a:pt x="152" y="86"/>
                  </a:lnTo>
                  <a:lnTo>
                    <a:pt x="111" y="164"/>
                  </a:lnTo>
                  <a:lnTo>
                    <a:pt x="0" y="53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0" name="Freeform 147"/>
            <p:cNvSpPr>
              <a:spLocks/>
            </p:cNvSpPr>
            <p:nvPr/>
          </p:nvSpPr>
          <p:spPr bwMode="auto">
            <a:xfrm>
              <a:off x="3227388" y="5083176"/>
              <a:ext cx="741363" cy="411163"/>
            </a:xfrm>
            <a:custGeom>
              <a:avLst/>
              <a:gdLst>
                <a:gd name="T0" fmla="*/ 73 w 273"/>
                <a:gd name="T1" fmla="*/ 70 h 151"/>
                <a:gd name="T2" fmla="*/ 32 w 273"/>
                <a:gd name="T3" fmla="*/ 126 h 151"/>
                <a:gd name="T4" fmla="*/ 1 w 273"/>
                <a:gd name="T5" fmla="*/ 102 h 151"/>
                <a:gd name="T6" fmla="*/ 11 w 273"/>
                <a:gd name="T7" fmla="*/ 53 h 151"/>
                <a:gd name="T8" fmla="*/ 182 w 273"/>
                <a:gd name="T9" fmla="*/ 0 h 151"/>
                <a:gd name="T10" fmla="*/ 263 w 273"/>
                <a:gd name="T11" fmla="*/ 56 h 151"/>
                <a:gd name="T12" fmla="*/ 268 w 273"/>
                <a:gd name="T13" fmla="*/ 100 h 151"/>
                <a:gd name="T14" fmla="*/ 242 w 273"/>
                <a:gd name="T15" fmla="*/ 123 h 151"/>
                <a:gd name="T16" fmla="*/ 73 w 273"/>
                <a:gd name="T17" fmla="*/ 7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3" h="151">
                  <a:moveTo>
                    <a:pt x="73" y="70"/>
                  </a:moveTo>
                  <a:cubicBezTo>
                    <a:pt x="93" y="55"/>
                    <a:pt x="32" y="101"/>
                    <a:pt x="32" y="126"/>
                  </a:cubicBezTo>
                  <a:cubicBezTo>
                    <a:pt x="32" y="151"/>
                    <a:pt x="3" y="126"/>
                    <a:pt x="1" y="102"/>
                  </a:cubicBezTo>
                  <a:cubicBezTo>
                    <a:pt x="0" y="78"/>
                    <a:pt x="2" y="75"/>
                    <a:pt x="11" y="53"/>
                  </a:cubicBezTo>
                  <a:cubicBezTo>
                    <a:pt x="21" y="31"/>
                    <a:pt x="143" y="0"/>
                    <a:pt x="182" y="0"/>
                  </a:cubicBezTo>
                  <a:cubicBezTo>
                    <a:pt x="221" y="0"/>
                    <a:pt x="253" y="39"/>
                    <a:pt x="263" y="56"/>
                  </a:cubicBezTo>
                  <a:cubicBezTo>
                    <a:pt x="272" y="73"/>
                    <a:pt x="273" y="85"/>
                    <a:pt x="268" y="100"/>
                  </a:cubicBezTo>
                  <a:cubicBezTo>
                    <a:pt x="264" y="115"/>
                    <a:pt x="249" y="142"/>
                    <a:pt x="242" y="123"/>
                  </a:cubicBezTo>
                  <a:cubicBezTo>
                    <a:pt x="208" y="33"/>
                    <a:pt x="59" y="80"/>
                    <a:pt x="73" y="70"/>
                  </a:cubicBezTo>
                  <a:close/>
                </a:path>
              </a:pathLst>
            </a:custGeom>
            <a:solidFill>
              <a:srgbClr val="E3B5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Freeform 148"/>
            <p:cNvSpPr>
              <a:spLocks/>
            </p:cNvSpPr>
            <p:nvPr/>
          </p:nvSpPr>
          <p:spPr bwMode="auto">
            <a:xfrm>
              <a:off x="3905251" y="5303838"/>
              <a:ext cx="101600" cy="190500"/>
            </a:xfrm>
            <a:custGeom>
              <a:avLst/>
              <a:gdLst>
                <a:gd name="T0" fmla="*/ 26 w 37"/>
                <a:gd name="T1" fmla="*/ 2 h 70"/>
                <a:gd name="T2" fmla="*/ 33 w 37"/>
                <a:gd name="T3" fmla="*/ 38 h 70"/>
                <a:gd name="T4" fmla="*/ 11 w 37"/>
                <a:gd name="T5" fmla="*/ 68 h 70"/>
                <a:gd name="T6" fmla="*/ 4 w 37"/>
                <a:gd name="T7" fmla="*/ 32 h 70"/>
                <a:gd name="T8" fmla="*/ 26 w 37"/>
                <a:gd name="T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70">
                  <a:moveTo>
                    <a:pt x="26" y="2"/>
                  </a:moveTo>
                  <a:cubicBezTo>
                    <a:pt x="34" y="4"/>
                    <a:pt x="37" y="20"/>
                    <a:pt x="33" y="38"/>
                  </a:cubicBezTo>
                  <a:cubicBezTo>
                    <a:pt x="29" y="56"/>
                    <a:pt x="19" y="70"/>
                    <a:pt x="11" y="68"/>
                  </a:cubicBezTo>
                  <a:cubicBezTo>
                    <a:pt x="3" y="66"/>
                    <a:pt x="0" y="50"/>
                    <a:pt x="4" y="32"/>
                  </a:cubicBezTo>
                  <a:cubicBezTo>
                    <a:pt x="8" y="14"/>
                    <a:pt x="18" y="0"/>
                    <a:pt x="26" y="2"/>
                  </a:cubicBez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Freeform 149"/>
            <p:cNvSpPr>
              <a:spLocks/>
            </p:cNvSpPr>
            <p:nvPr/>
          </p:nvSpPr>
          <p:spPr bwMode="auto">
            <a:xfrm>
              <a:off x="3190876" y="5303838"/>
              <a:ext cx="101600" cy="190500"/>
            </a:xfrm>
            <a:custGeom>
              <a:avLst/>
              <a:gdLst>
                <a:gd name="T0" fmla="*/ 11 w 37"/>
                <a:gd name="T1" fmla="*/ 2 h 70"/>
                <a:gd name="T2" fmla="*/ 4 w 37"/>
                <a:gd name="T3" fmla="*/ 38 h 70"/>
                <a:gd name="T4" fmla="*/ 26 w 37"/>
                <a:gd name="T5" fmla="*/ 68 h 70"/>
                <a:gd name="T6" fmla="*/ 33 w 37"/>
                <a:gd name="T7" fmla="*/ 32 h 70"/>
                <a:gd name="T8" fmla="*/ 11 w 37"/>
                <a:gd name="T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70">
                  <a:moveTo>
                    <a:pt x="11" y="2"/>
                  </a:moveTo>
                  <a:cubicBezTo>
                    <a:pt x="3" y="4"/>
                    <a:pt x="0" y="20"/>
                    <a:pt x="4" y="38"/>
                  </a:cubicBezTo>
                  <a:cubicBezTo>
                    <a:pt x="8" y="56"/>
                    <a:pt x="18" y="70"/>
                    <a:pt x="26" y="68"/>
                  </a:cubicBezTo>
                  <a:cubicBezTo>
                    <a:pt x="34" y="66"/>
                    <a:pt x="37" y="50"/>
                    <a:pt x="33" y="32"/>
                  </a:cubicBezTo>
                  <a:cubicBezTo>
                    <a:pt x="29" y="14"/>
                    <a:pt x="19" y="0"/>
                    <a:pt x="11" y="2"/>
                  </a:cubicBezTo>
                  <a:close/>
                </a:path>
              </a:pathLst>
            </a:custGeom>
            <a:solidFill>
              <a:srgbClr val="F7D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Oval 150"/>
            <p:cNvSpPr>
              <a:spLocks noChangeArrowheads="1"/>
            </p:cNvSpPr>
            <p:nvPr/>
          </p:nvSpPr>
          <p:spPr bwMode="auto">
            <a:xfrm>
              <a:off x="3267076" y="5016501"/>
              <a:ext cx="663575" cy="366713"/>
            </a:xfrm>
            <a:prstGeom prst="ellipse">
              <a:avLst/>
            </a:pr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4" name="Freeform 151"/>
            <p:cNvSpPr>
              <a:spLocks/>
            </p:cNvSpPr>
            <p:nvPr/>
          </p:nvSpPr>
          <p:spPr bwMode="auto">
            <a:xfrm>
              <a:off x="3144838" y="4695826"/>
              <a:ext cx="909638" cy="409575"/>
            </a:xfrm>
            <a:custGeom>
              <a:avLst/>
              <a:gdLst>
                <a:gd name="T0" fmla="*/ 281 w 335"/>
                <a:gd name="T1" fmla="*/ 151 h 151"/>
                <a:gd name="T2" fmla="*/ 313 w 335"/>
                <a:gd name="T3" fmla="*/ 63 h 151"/>
                <a:gd name="T4" fmla="*/ 21 w 335"/>
                <a:gd name="T5" fmla="*/ 63 h 151"/>
                <a:gd name="T6" fmla="*/ 53 w 335"/>
                <a:gd name="T7" fmla="*/ 151 h 151"/>
                <a:gd name="T8" fmla="*/ 281 w 335"/>
                <a:gd name="T9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5" h="151">
                  <a:moveTo>
                    <a:pt x="281" y="151"/>
                  </a:moveTo>
                  <a:cubicBezTo>
                    <a:pt x="312" y="110"/>
                    <a:pt x="335" y="70"/>
                    <a:pt x="313" y="63"/>
                  </a:cubicBezTo>
                  <a:cubicBezTo>
                    <a:pt x="101" y="0"/>
                    <a:pt x="234" y="0"/>
                    <a:pt x="21" y="63"/>
                  </a:cubicBezTo>
                  <a:cubicBezTo>
                    <a:pt x="0" y="70"/>
                    <a:pt x="23" y="110"/>
                    <a:pt x="53" y="151"/>
                  </a:cubicBezTo>
                  <a:lnTo>
                    <a:pt x="281" y="151"/>
                  </a:ln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Freeform 152"/>
            <p:cNvSpPr>
              <a:spLocks/>
            </p:cNvSpPr>
            <p:nvPr/>
          </p:nvSpPr>
          <p:spPr bwMode="auto">
            <a:xfrm>
              <a:off x="3492501" y="4814888"/>
              <a:ext cx="212725" cy="187325"/>
            </a:xfrm>
            <a:custGeom>
              <a:avLst/>
              <a:gdLst>
                <a:gd name="T0" fmla="*/ 75 w 78"/>
                <a:gd name="T1" fmla="*/ 17 h 69"/>
                <a:gd name="T2" fmla="*/ 3 w 78"/>
                <a:gd name="T3" fmla="*/ 17 h 69"/>
                <a:gd name="T4" fmla="*/ 39 w 78"/>
                <a:gd name="T5" fmla="*/ 69 h 69"/>
                <a:gd name="T6" fmla="*/ 75 w 78"/>
                <a:gd name="T7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69">
                  <a:moveTo>
                    <a:pt x="75" y="17"/>
                  </a:moveTo>
                  <a:cubicBezTo>
                    <a:pt x="23" y="0"/>
                    <a:pt x="56" y="0"/>
                    <a:pt x="3" y="17"/>
                  </a:cubicBezTo>
                  <a:cubicBezTo>
                    <a:pt x="0" y="18"/>
                    <a:pt x="16" y="69"/>
                    <a:pt x="39" y="69"/>
                  </a:cubicBezTo>
                  <a:cubicBezTo>
                    <a:pt x="62" y="69"/>
                    <a:pt x="78" y="18"/>
                    <a:pt x="75" y="17"/>
                  </a:cubicBezTo>
                  <a:close/>
                </a:path>
              </a:pathLst>
            </a:custGeom>
            <a:solidFill>
              <a:srgbClr val="E1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Rectangle 153"/>
            <p:cNvSpPr>
              <a:spLocks noChangeArrowheads="1"/>
            </p:cNvSpPr>
            <p:nvPr/>
          </p:nvSpPr>
          <p:spPr bwMode="auto">
            <a:xfrm>
              <a:off x="3265488" y="5073651"/>
              <a:ext cx="666750" cy="138113"/>
            </a:xfrm>
            <a:prstGeom prst="rect">
              <a:avLst/>
            </a:prstGeom>
            <a:solidFill>
              <a:srgbClr val="4A77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Rectangle 154"/>
            <p:cNvSpPr>
              <a:spLocks noChangeArrowheads="1"/>
            </p:cNvSpPr>
            <p:nvPr/>
          </p:nvSpPr>
          <p:spPr bwMode="auto">
            <a:xfrm>
              <a:off x="3265488" y="5089526"/>
              <a:ext cx="666750" cy="106363"/>
            </a:xfrm>
            <a:prstGeom prst="rect">
              <a:avLst/>
            </a:pr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8" name="Freeform 155"/>
            <p:cNvSpPr>
              <a:spLocks/>
            </p:cNvSpPr>
            <p:nvPr/>
          </p:nvSpPr>
          <p:spPr bwMode="auto">
            <a:xfrm>
              <a:off x="3835401" y="6300788"/>
              <a:ext cx="114300" cy="100013"/>
            </a:xfrm>
            <a:custGeom>
              <a:avLst/>
              <a:gdLst>
                <a:gd name="T0" fmla="*/ 41 w 42"/>
                <a:gd name="T1" fmla="*/ 9 h 37"/>
                <a:gd name="T2" fmla="*/ 2 w 42"/>
                <a:gd name="T3" fmla="*/ 9 h 37"/>
                <a:gd name="T4" fmla="*/ 21 w 42"/>
                <a:gd name="T5" fmla="*/ 37 h 37"/>
                <a:gd name="T6" fmla="*/ 41 w 42"/>
                <a:gd name="T7" fmla="*/ 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37">
                  <a:moveTo>
                    <a:pt x="41" y="9"/>
                  </a:moveTo>
                  <a:cubicBezTo>
                    <a:pt x="12" y="0"/>
                    <a:pt x="30" y="0"/>
                    <a:pt x="2" y="9"/>
                  </a:cubicBezTo>
                  <a:cubicBezTo>
                    <a:pt x="0" y="10"/>
                    <a:pt x="9" y="37"/>
                    <a:pt x="21" y="37"/>
                  </a:cubicBezTo>
                  <a:cubicBezTo>
                    <a:pt x="34" y="37"/>
                    <a:pt x="42" y="10"/>
                    <a:pt x="41" y="9"/>
                  </a:cubicBezTo>
                  <a:close/>
                </a:path>
              </a:pathLst>
            </a:custGeom>
            <a:solidFill>
              <a:srgbClr val="E1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Rectangle 156"/>
            <p:cNvSpPr>
              <a:spLocks noChangeArrowheads="1"/>
            </p:cNvSpPr>
            <p:nvPr/>
          </p:nvSpPr>
          <p:spPr bwMode="auto">
            <a:xfrm>
              <a:off x="3262313" y="6330951"/>
              <a:ext cx="171450" cy="34925"/>
            </a:xfrm>
            <a:prstGeom prst="rect">
              <a:avLst/>
            </a:prstGeom>
            <a:solidFill>
              <a:srgbClr val="E1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39" name="组合 238"/>
          <p:cNvGrpSpPr/>
          <p:nvPr/>
        </p:nvGrpSpPr>
        <p:grpSpPr>
          <a:xfrm>
            <a:off x="5005388" y="192088"/>
            <a:ext cx="1963738" cy="1960563"/>
            <a:chOff x="5005388" y="192088"/>
            <a:chExt cx="1963738" cy="1960563"/>
          </a:xfrm>
        </p:grpSpPr>
        <p:sp>
          <p:nvSpPr>
            <p:cNvPr id="190" name="Oval 157"/>
            <p:cNvSpPr>
              <a:spLocks noChangeArrowheads="1"/>
            </p:cNvSpPr>
            <p:nvPr/>
          </p:nvSpPr>
          <p:spPr bwMode="auto">
            <a:xfrm>
              <a:off x="5005388" y="192088"/>
              <a:ext cx="1963738" cy="1960563"/>
            </a:xfrm>
            <a:prstGeom prst="ellipse">
              <a:avLst/>
            </a:pr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Freeform 158"/>
            <p:cNvSpPr>
              <a:spLocks/>
            </p:cNvSpPr>
            <p:nvPr/>
          </p:nvSpPr>
          <p:spPr bwMode="auto">
            <a:xfrm>
              <a:off x="5584826" y="250826"/>
              <a:ext cx="849313" cy="927100"/>
            </a:xfrm>
            <a:custGeom>
              <a:avLst/>
              <a:gdLst>
                <a:gd name="T0" fmla="*/ 149 w 313"/>
                <a:gd name="T1" fmla="*/ 310 h 341"/>
                <a:gd name="T2" fmla="*/ 12 w 313"/>
                <a:gd name="T3" fmla="*/ 260 h 341"/>
                <a:gd name="T4" fmla="*/ 50 w 313"/>
                <a:gd name="T5" fmla="*/ 66 h 341"/>
                <a:gd name="T6" fmla="*/ 56 w 313"/>
                <a:gd name="T7" fmla="*/ 115 h 341"/>
                <a:gd name="T8" fmla="*/ 108 w 313"/>
                <a:gd name="T9" fmla="*/ 26 h 341"/>
                <a:gd name="T10" fmla="*/ 96 w 313"/>
                <a:gd name="T11" fmla="*/ 94 h 341"/>
                <a:gd name="T12" fmla="*/ 166 w 313"/>
                <a:gd name="T13" fmla="*/ 0 h 341"/>
                <a:gd name="T14" fmla="*/ 207 w 313"/>
                <a:gd name="T15" fmla="*/ 90 h 341"/>
                <a:gd name="T16" fmla="*/ 185 w 313"/>
                <a:gd name="T17" fmla="*/ 25 h 341"/>
                <a:gd name="T18" fmla="*/ 254 w 313"/>
                <a:gd name="T19" fmla="*/ 112 h 341"/>
                <a:gd name="T20" fmla="*/ 252 w 313"/>
                <a:gd name="T21" fmla="*/ 60 h 341"/>
                <a:gd name="T22" fmla="*/ 286 w 313"/>
                <a:gd name="T23" fmla="*/ 260 h 341"/>
                <a:gd name="T24" fmla="*/ 149 w 313"/>
                <a:gd name="T25" fmla="*/ 31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3" h="341">
                  <a:moveTo>
                    <a:pt x="149" y="310"/>
                  </a:moveTo>
                  <a:cubicBezTo>
                    <a:pt x="131" y="341"/>
                    <a:pt x="14" y="268"/>
                    <a:pt x="12" y="260"/>
                  </a:cubicBezTo>
                  <a:cubicBezTo>
                    <a:pt x="0" y="224"/>
                    <a:pt x="3" y="114"/>
                    <a:pt x="50" y="66"/>
                  </a:cubicBezTo>
                  <a:cubicBezTo>
                    <a:pt x="46" y="81"/>
                    <a:pt x="39" y="103"/>
                    <a:pt x="56" y="115"/>
                  </a:cubicBezTo>
                  <a:cubicBezTo>
                    <a:pt x="58" y="84"/>
                    <a:pt x="61" y="42"/>
                    <a:pt x="108" y="26"/>
                  </a:cubicBezTo>
                  <a:cubicBezTo>
                    <a:pt x="92" y="42"/>
                    <a:pt x="84" y="66"/>
                    <a:pt x="96" y="94"/>
                  </a:cubicBezTo>
                  <a:cubicBezTo>
                    <a:pt x="131" y="69"/>
                    <a:pt x="114" y="3"/>
                    <a:pt x="166" y="0"/>
                  </a:cubicBezTo>
                  <a:cubicBezTo>
                    <a:pt x="137" y="54"/>
                    <a:pt x="181" y="95"/>
                    <a:pt x="207" y="90"/>
                  </a:cubicBezTo>
                  <a:cubicBezTo>
                    <a:pt x="223" y="64"/>
                    <a:pt x="201" y="41"/>
                    <a:pt x="185" y="25"/>
                  </a:cubicBezTo>
                  <a:cubicBezTo>
                    <a:pt x="217" y="23"/>
                    <a:pt x="254" y="83"/>
                    <a:pt x="254" y="112"/>
                  </a:cubicBezTo>
                  <a:cubicBezTo>
                    <a:pt x="268" y="97"/>
                    <a:pt x="262" y="82"/>
                    <a:pt x="252" y="60"/>
                  </a:cubicBezTo>
                  <a:cubicBezTo>
                    <a:pt x="313" y="105"/>
                    <a:pt x="295" y="214"/>
                    <a:pt x="286" y="260"/>
                  </a:cubicBezTo>
                  <a:cubicBezTo>
                    <a:pt x="284" y="268"/>
                    <a:pt x="166" y="341"/>
                    <a:pt x="149" y="310"/>
                  </a:cubicBezTo>
                  <a:close/>
                </a:path>
              </a:pathLst>
            </a:custGeom>
            <a:solidFill>
              <a:srgbClr val="F5C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2" name="Freeform 159"/>
            <p:cNvSpPr>
              <a:spLocks/>
            </p:cNvSpPr>
            <p:nvPr/>
          </p:nvSpPr>
          <p:spPr bwMode="auto">
            <a:xfrm>
              <a:off x="5426076" y="1487488"/>
              <a:ext cx="1122363" cy="665163"/>
            </a:xfrm>
            <a:custGeom>
              <a:avLst/>
              <a:gdLst>
                <a:gd name="T0" fmla="*/ 71 w 413"/>
                <a:gd name="T1" fmla="*/ 49 h 245"/>
                <a:gd name="T2" fmla="*/ 0 w 413"/>
                <a:gd name="T3" fmla="*/ 181 h 245"/>
                <a:gd name="T4" fmla="*/ 207 w 413"/>
                <a:gd name="T5" fmla="*/ 245 h 245"/>
                <a:gd name="T6" fmla="*/ 413 w 413"/>
                <a:gd name="T7" fmla="*/ 181 h 245"/>
                <a:gd name="T8" fmla="*/ 341 w 413"/>
                <a:gd name="T9" fmla="*/ 49 h 245"/>
                <a:gd name="T10" fmla="*/ 206 w 413"/>
                <a:gd name="T11" fmla="*/ 1 h 245"/>
                <a:gd name="T12" fmla="*/ 71 w 413"/>
                <a:gd name="T13" fmla="*/ 4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3" h="245">
                  <a:moveTo>
                    <a:pt x="71" y="49"/>
                  </a:moveTo>
                  <a:cubicBezTo>
                    <a:pt x="36" y="72"/>
                    <a:pt x="21" y="122"/>
                    <a:pt x="0" y="181"/>
                  </a:cubicBezTo>
                  <a:cubicBezTo>
                    <a:pt x="59" y="222"/>
                    <a:pt x="130" y="245"/>
                    <a:pt x="207" y="245"/>
                  </a:cubicBezTo>
                  <a:cubicBezTo>
                    <a:pt x="283" y="245"/>
                    <a:pt x="354" y="222"/>
                    <a:pt x="413" y="181"/>
                  </a:cubicBezTo>
                  <a:cubicBezTo>
                    <a:pt x="392" y="122"/>
                    <a:pt x="377" y="72"/>
                    <a:pt x="341" y="49"/>
                  </a:cubicBezTo>
                  <a:cubicBezTo>
                    <a:pt x="280" y="11"/>
                    <a:pt x="243" y="1"/>
                    <a:pt x="206" y="1"/>
                  </a:cubicBezTo>
                  <a:cubicBezTo>
                    <a:pt x="169" y="0"/>
                    <a:pt x="133" y="9"/>
                    <a:pt x="71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Freeform 160"/>
            <p:cNvSpPr>
              <a:spLocks/>
            </p:cNvSpPr>
            <p:nvPr/>
          </p:nvSpPr>
          <p:spPr bwMode="auto">
            <a:xfrm>
              <a:off x="5426076" y="1487488"/>
              <a:ext cx="560388" cy="665163"/>
            </a:xfrm>
            <a:custGeom>
              <a:avLst/>
              <a:gdLst>
                <a:gd name="T0" fmla="*/ 71 w 206"/>
                <a:gd name="T1" fmla="*/ 49 h 245"/>
                <a:gd name="T2" fmla="*/ 0 w 206"/>
                <a:gd name="T3" fmla="*/ 181 h 245"/>
                <a:gd name="T4" fmla="*/ 206 w 206"/>
                <a:gd name="T5" fmla="*/ 245 h 245"/>
                <a:gd name="T6" fmla="*/ 206 w 206"/>
                <a:gd name="T7" fmla="*/ 1 h 245"/>
                <a:gd name="T8" fmla="*/ 206 w 206"/>
                <a:gd name="T9" fmla="*/ 1 h 245"/>
                <a:gd name="T10" fmla="*/ 71 w 206"/>
                <a:gd name="T11" fmla="*/ 4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6" h="245">
                  <a:moveTo>
                    <a:pt x="71" y="49"/>
                  </a:moveTo>
                  <a:cubicBezTo>
                    <a:pt x="36" y="72"/>
                    <a:pt x="21" y="122"/>
                    <a:pt x="0" y="181"/>
                  </a:cubicBezTo>
                  <a:cubicBezTo>
                    <a:pt x="59" y="221"/>
                    <a:pt x="130" y="245"/>
                    <a:pt x="206" y="245"/>
                  </a:cubicBezTo>
                  <a:cubicBezTo>
                    <a:pt x="206" y="1"/>
                    <a:pt x="206" y="1"/>
                    <a:pt x="206" y="1"/>
                  </a:cubicBezTo>
                  <a:cubicBezTo>
                    <a:pt x="206" y="1"/>
                    <a:pt x="206" y="1"/>
                    <a:pt x="206" y="1"/>
                  </a:cubicBezTo>
                  <a:cubicBezTo>
                    <a:pt x="169" y="0"/>
                    <a:pt x="133" y="9"/>
                    <a:pt x="71" y="49"/>
                  </a:cubicBezTo>
                  <a:close/>
                </a:path>
              </a:pathLst>
            </a:custGeom>
            <a:solidFill>
              <a:srgbClr val="E1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4" name="Freeform 161"/>
            <p:cNvSpPr>
              <a:spLocks/>
            </p:cNvSpPr>
            <p:nvPr/>
          </p:nvSpPr>
          <p:spPr bwMode="auto">
            <a:xfrm>
              <a:off x="5848351" y="1120776"/>
              <a:ext cx="276225" cy="931863"/>
            </a:xfrm>
            <a:custGeom>
              <a:avLst/>
              <a:gdLst>
                <a:gd name="T0" fmla="*/ 0 w 102"/>
                <a:gd name="T1" fmla="*/ 0 h 343"/>
                <a:gd name="T2" fmla="*/ 102 w 102"/>
                <a:gd name="T3" fmla="*/ 0 h 343"/>
                <a:gd name="T4" fmla="*/ 102 w 102"/>
                <a:gd name="T5" fmla="*/ 148 h 343"/>
                <a:gd name="T6" fmla="*/ 51 w 102"/>
                <a:gd name="T7" fmla="*/ 343 h 343"/>
                <a:gd name="T8" fmla="*/ 0 w 102"/>
                <a:gd name="T9" fmla="*/ 148 h 343"/>
                <a:gd name="T10" fmla="*/ 0 w 102"/>
                <a:gd name="T11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2" h="343">
                  <a:moveTo>
                    <a:pt x="0" y="0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102" y="148"/>
                    <a:pt x="102" y="148"/>
                    <a:pt x="102" y="148"/>
                  </a:cubicBezTo>
                  <a:cubicBezTo>
                    <a:pt x="102" y="173"/>
                    <a:pt x="63" y="263"/>
                    <a:pt x="51" y="343"/>
                  </a:cubicBezTo>
                  <a:cubicBezTo>
                    <a:pt x="43" y="294"/>
                    <a:pt x="0" y="175"/>
                    <a:pt x="0" y="14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Freeform 162"/>
            <p:cNvSpPr>
              <a:spLocks/>
            </p:cNvSpPr>
            <p:nvPr/>
          </p:nvSpPr>
          <p:spPr bwMode="auto">
            <a:xfrm>
              <a:off x="5907088" y="1758951"/>
              <a:ext cx="152400" cy="293688"/>
            </a:xfrm>
            <a:custGeom>
              <a:avLst/>
              <a:gdLst>
                <a:gd name="T0" fmla="*/ 56 w 56"/>
                <a:gd name="T1" fmla="*/ 1 h 108"/>
                <a:gd name="T2" fmla="*/ 29 w 56"/>
                <a:gd name="T3" fmla="*/ 108 h 108"/>
                <a:gd name="T4" fmla="*/ 0 w 56"/>
                <a:gd name="T5" fmla="*/ 0 h 108"/>
                <a:gd name="T6" fmla="*/ 30 w 56"/>
                <a:gd name="T7" fmla="*/ 4 h 108"/>
                <a:gd name="T8" fmla="*/ 56 w 56"/>
                <a:gd name="T9" fmla="*/ 1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108">
                  <a:moveTo>
                    <a:pt x="56" y="1"/>
                  </a:moveTo>
                  <a:cubicBezTo>
                    <a:pt x="45" y="34"/>
                    <a:pt x="35" y="72"/>
                    <a:pt x="29" y="108"/>
                  </a:cubicBezTo>
                  <a:cubicBezTo>
                    <a:pt x="25" y="83"/>
                    <a:pt x="12" y="40"/>
                    <a:pt x="0" y="0"/>
                  </a:cubicBezTo>
                  <a:cubicBezTo>
                    <a:pt x="9" y="2"/>
                    <a:pt x="19" y="4"/>
                    <a:pt x="30" y="4"/>
                  </a:cubicBezTo>
                  <a:cubicBezTo>
                    <a:pt x="39" y="4"/>
                    <a:pt x="47" y="3"/>
                    <a:pt x="56" y="1"/>
                  </a:cubicBezTo>
                  <a:close/>
                </a:path>
              </a:pathLst>
            </a:custGeom>
            <a:solidFill>
              <a:srgbClr val="FF56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6" name="Freeform 163"/>
            <p:cNvSpPr>
              <a:spLocks/>
            </p:cNvSpPr>
            <p:nvPr/>
          </p:nvSpPr>
          <p:spPr bwMode="auto">
            <a:xfrm>
              <a:off x="5848351" y="1322388"/>
              <a:ext cx="276225" cy="187325"/>
            </a:xfrm>
            <a:custGeom>
              <a:avLst/>
              <a:gdLst>
                <a:gd name="T0" fmla="*/ 174 w 174"/>
                <a:gd name="T1" fmla="*/ 32 h 118"/>
                <a:gd name="T2" fmla="*/ 174 w 174"/>
                <a:gd name="T3" fmla="*/ 0 h 118"/>
                <a:gd name="T4" fmla="*/ 0 w 174"/>
                <a:gd name="T5" fmla="*/ 0 h 118"/>
                <a:gd name="T6" fmla="*/ 0 w 174"/>
                <a:gd name="T7" fmla="*/ 118 h 118"/>
                <a:gd name="T8" fmla="*/ 174 w 174"/>
                <a:gd name="T9" fmla="*/ 32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118">
                  <a:moveTo>
                    <a:pt x="174" y="32"/>
                  </a:moveTo>
                  <a:lnTo>
                    <a:pt x="174" y="0"/>
                  </a:lnTo>
                  <a:lnTo>
                    <a:pt x="0" y="0"/>
                  </a:lnTo>
                  <a:lnTo>
                    <a:pt x="0" y="118"/>
                  </a:lnTo>
                  <a:lnTo>
                    <a:pt x="174" y="32"/>
                  </a:lnTo>
                  <a:close/>
                </a:path>
              </a:pathLst>
            </a:custGeom>
            <a:solidFill>
              <a:srgbClr val="E8C5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Freeform 164"/>
            <p:cNvSpPr>
              <a:spLocks/>
            </p:cNvSpPr>
            <p:nvPr/>
          </p:nvSpPr>
          <p:spPr bwMode="auto">
            <a:xfrm>
              <a:off x="5399088" y="609601"/>
              <a:ext cx="1176338" cy="777875"/>
            </a:xfrm>
            <a:custGeom>
              <a:avLst/>
              <a:gdLst>
                <a:gd name="T0" fmla="*/ 216 w 433"/>
                <a:gd name="T1" fmla="*/ 0 h 286"/>
                <a:gd name="T2" fmla="*/ 216 w 433"/>
                <a:gd name="T3" fmla="*/ 286 h 286"/>
                <a:gd name="T4" fmla="*/ 216 w 433"/>
                <a:gd name="T5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3" h="286">
                  <a:moveTo>
                    <a:pt x="216" y="0"/>
                  </a:moveTo>
                  <a:cubicBezTo>
                    <a:pt x="433" y="0"/>
                    <a:pt x="345" y="286"/>
                    <a:pt x="216" y="286"/>
                  </a:cubicBezTo>
                  <a:cubicBezTo>
                    <a:pt x="88" y="286"/>
                    <a:pt x="0" y="0"/>
                    <a:pt x="216" y="0"/>
                  </a:cubicBezTo>
                  <a:close/>
                </a:path>
              </a:pathLst>
            </a:custGeom>
            <a:solidFill>
              <a:srgbClr val="F7D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8" name="Freeform 165"/>
            <p:cNvSpPr>
              <a:spLocks/>
            </p:cNvSpPr>
            <p:nvPr/>
          </p:nvSpPr>
          <p:spPr bwMode="auto">
            <a:xfrm>
              <a:off x="5986463" y="609601"/>
              <a:ext cx="588963" cy="777875"/>
            </a:xfrm>
            <a:custGeom>
              <a:avLst/>
              <a:gdLst>
                <a:gd name="T0" fmla="*/ 0 w 217"/>
                <a:gd name="T1" fmla="*/ 0 h 286"/>
                <a:gd name="T2" fmla="*/ 0 w 217"/>
                <a:gd name="T3" fmla="*/ 286 h 286"/>
                <a:gd name="T4" fmla="*/ 0 w 217"/>
                <a:gd name="T5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7" h="286">
                  <a:moveTo>
                    <a:pt x="0" y="0"/>
                  </a:moveTo>
                  <a:cubicBezTo>
                    <a:pt x="217" y="0"/>
                    <a:pt x="129" y="286"/>
                    <a:pt x="0" y="2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Freeform 166"/>
            <p:cNvSpPr>
              <a:spLocks/>
            </p:cNvSpPr>
            <p:nvPr/>
          </p:nvSpPr>
          <p:spPr bwMode="auto">
            <a:xfrm>
              <a:off x="5567363" y="468313"/>
              <a:ext cx="839788" cy="630238"/>
            </a:xfrm>
            <a:custGeom>
              <a:avLst/>
              <a:gdLst>
                <a:gd name="T0" fmla="*/ 152 w 309"/>
                <a:gd name="T1" fmla="*/ 87 h 232"/>
                <a:gd name="T2" fmla="*/ 272 w 309"/>
                <a:gd name="T3" fmla="*/ 171 h 232"/>
                <a:gd name="T4" fmla="*/ 293 w 309"/>
                <a:gd name="T5" fmla="*/ 178 h 232"/>
                <a:gd name="T6" fmla="*/ 158 w 309"/>
                <a:gd name="T7" fmla="*/ 0 h 232"/>
                <a:gd name="T8" fmla="*/ 16 w 309"/>
                <a:gd name="T9" fmla="*/ 172 h 232"/>
                <a:gd name="T10" fmla="*/ 41 w 309"/>
                <a:gd name="T11" fmla="*/ 172 h 232"/>
                <a:gd name="T12" fmla="*/ 152 w 309"/>
                <a:gd name="T13" fmla="*/ 87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9" h="232">
                  <a:moveTo>
                    <a:pt x="152" y="87"/>
                  </a:moveTo>
                  <a:cubicBezTo>
                    <a:pt x="225" y="87"/>
                    <a:pt x="260" y="127"/>
                    <a:pt x="272" y="171"/>
                  </a:cubicBezTo>
                  <a:cubicBezTo>
                    <a:pt x="284" y="215"/>
                    <a:pt x="277" y="211"/>
                    <a:pt x="293" y="178"/>
                  </a:cubicBezTo>
                  <a:cubicBezTo>
                    <a:pt x="309" y="144"/>
                    <a:pt x="270" y="0"/>
                    <a:pt x="158" y="0"/>
                  </a:cubicBezTo>
                  <a:cubicBezTo>
                    <a:pt x="46" y="0"/>
                    <a:pt x="0" y="111"/>
                    <a:pt x="16" y="172"/>
                  </a:cubicBezTo>
                  <a:cubicBezTo>
                    <a:pt x="31" y="232"/>
                    <a:pt x="31" y="218"/>
                    <a:pt x="41" y="172"/>
                  </a:cubicBezTo>
                  <a:cubicBezTo>
                    <a:pt x="51" y="126"/>
                    <a:pt x="72" y="89"/>
                    <a:pt x="152" y="87"/>
                  </a:cubicBezTo>
                  <a:close/>
                </a:path>
              </a:pathLst>
            </a:custGeom>
            <a:solidFill>
              <a:srgbClr val="F5C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0" name="Freeform 167"/>
            <p:cNvSpPr>
              <a:spLocks/>
            </p:cNvSpPr>
            <p:nvPr/>
          </p:nvSpPr>
          <p:spPr bwMode="auto">
            <a:xfrm>
              <a:off x="5597526" y="468313"/>
              <a:ext cx="785813" cy="647700"/>
            </a:xfrm>
            <a:custGeom>
              <a:avLst/>
              <a:gdLst>
                <a:gd name="T0" fmla="*/ 144 w 289"/>
                <a:gd name="T1" fmla="*/ 87 h 238"/>
                <a:gd name="T2" fmla="*/ 39 w 289"/>
                <a:gd name="T3" fmla="*/ 216 h 238"/>
                <a:gd name="T4" fmla="*/ 29 w 289"/>
                <a:gd name="T5" fmla="*/ 216 h 238"/>
                <a:gd name="T6" fmla="*/ 2 w 289"/>
                <a:gd name="T7" fmla="*/ 169 h 238"/>
                <a:gd name="T8" fmla="*/ 63 w 289"/>
                <a:gd name="T9" fmla="*/ 49 h 238"/>
                <a:gd name="T10" fmla="*/ 68 w 289"/>
                <a:gd name="T11" fmla="*/ 84 h 238"/>
                <a:gd name="T12" fmla="*/ 110 w 289"/>
                <a:gd name="T13" fmla="*/ 19 h 238"/>
                <a:gd name="T14" fmla="*/ 101 w 289"/>
                <a:gd name="T15" fmla="*/ 69 h 238"/>
                <a:gd name="T16" fmla="*/ 158 w 289"/>
                <a:gd name="T17" fmla="*/ 0 h 238"/>
                <a:gd name="T18" fmla="*/ 192 w 289"/>
                <a:gd name="T19" fmla="*/ 66 h 238"/>
                <a:gd name="T20" fmla="*/ 174 w 289"/>
                <a:gd name="T21" fmla="*/ 19 h 238"/>
                <a:gd name="T22" fmla="*/ 231 w 289"/>
                <a:gd name="T23" fmla="*/ 82 h 238"/>
                <a:gd name="T24" fmla="*/ 229 w 289"/>
                <a:gd name="T25" fmla="*/ 44 h 238"/>
                <a:gd name="T26" fmla="*/ 286 w 289"/>
                <a:gd name="T27" fmla="*/ 160 h 238"/>
                <a:gd name="T28" fmla="*/ 256 w 289"/>
                <a:gd name="T29" fmla="*/ 214 h 238"/>
                <a:gd name="T30" fmla="*/ 245 w 289"/>
                <a:gd name="T31" fmla="*/ 217 h 238"/>
                <a:gd name="T32" fmla="*/ 144 w 289"/>
                <a:gd name="T33" fmla="*/ 87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9" h="238">
                  <a:moveTo>
                    <a:pt x="144" y="87"/>
                  </a:moveTo>
                  <a:cubicBezTo>
                    <a:pt x="60" y="87"/>
                    <a:pt x="30" y="148"/>
                    <a:pt x="39" y="216"/>
                  </a:cubicBezTo>
                  <a:cubicBezTo>
                    <a:pt x="42" y="232"/>
                    <a:pt x="29" y="229"/>
                    <a:pt x="29" y="216"/>
                  </a:cubicBezTo>
                  <a:cubicBezTo>
                    <a:pt x="28" y="201"/>
                    <a:pt x="18" y="168"/>
                    <a:pt x="2" y="169"/>
                  </a:cubicBezTo>
                  <a:cubicBezTo>
                    <a:pt x="0" y="136"/>
                    <a:pt x="33" y="75"/>
                    <a:pt x="63" y="49"/>
                  </a:cubicBezTo>
                  <a:cubicBezTo>
                    <a:pt x="59" y="60"/>
                    <a:pt x="54" y="76"/>
                    <a:pt x="68" y="84"/>
                  </a:cubicBezTo>
                  <a:cubicBezTo>
                    <a:pt x="69" y="61"/>
                    <a:pt x="72" y="31"/>
                    <a:pt x="110" y="19"/>
                  </a:cubicBezTo>
                  <a:cubicBezTo>
                    <a:pt x="97" y="31"/>
                    <a:pt x="91" y="48"/>
                    <a:pt x="101" y="69"/>
                  </a:cubicBezTo>
                  <a:cubicBezTo>
                    <a:pt x="130" y="51"/>
                    <a:pt x="116" y="3"/>
                    <a:pt x="158" y="0"/>
                  </a:cubicBezTo>
                  <a:cubicBezTo>
                    <a:pt x="135" y="40"/>
                    <a:pt x="170" y="69"/>
                    <a:pt x="192" y="66"/>
                  </a:cubicBezTo>
                  <a:cubicBezTo>
                    <a:pt x="206" y="47"/>
                    <a:pt x="187" y="30"/>
                    <a:pt x="174" y="19"/>
                  </a:cubicBezTo>
                  <a:cubicBezTo>
                    <a:pt x="200" y="17"/>
                    <a:pt x="231" y="61"/>
                    <a:pt x="231" y="82"/>
                  </a:cubicBezTo>
                  <a:cubicBezTo>
                    <a:pt x="242" y="71"/>
                    <a:pt x="237" y="60"/>
                    <a:pt x="229" y="44"/>
                  </a:cubicBezTo>
                  <a:cubicBezTo>
                    <a:pt x="266" y="68"/>
                    <a:pt x="289" y="127"/>
                    <a:pt x="286" y="160"/>
                  </a:cubicBezTo>
                  <a:cubicBezTo>
                    <a:pt x="278" y="153"/>
                    <a:pt x="263" y="155"/>
                    <a:pt x="256" y="214"/>
                  </a:cubicBezTo>
                  <a:cubicBezTo>
                    <a:pt x="253" y="238"/>
                    <a:pt x="242" y="230"/>
                    <a:pt x="245" y="217"/>
                  </a:cubicBezTo>
                  <a:cubicBezTo>
                    <a:pt x="268" y="130"/>
                    <a:pt x="219" y="86"/>
                    <a:pt x="144" y="87"/>
                  </a:cubicBezTo>
                  <a:close/>
                </a:path>
              </a:pathLst>
            </a:custGeom>
            <a:solidFill>
              <a:srgbClr val="E3B5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Freeform 168"/>
            <p:cNvSpPr>
              <a:spLocks/>
            </p:cNvSpPr>
            <p:nvPr/>
          </p:nvSpPr>
          <p:spPr bwMode="auto">
            <a:xfrm>
              <a:off x="6296026" y="873126"/>
              <a:ext cx="96838" cy="187325"/>
            </a:xfrm>
            <a:custGeom>
              <a:avLst/>
              <a:gdLst>
                <a:gd name="T0" fmla="*/ 25 w 36"/>
                <a:gd name="T1" fmla="*/ 2 h 69"/>
                <a:gd name="T2" fmla="*/ 32 w 36"/>
                <a:gd name="T3" fmla="*/ 38 h 69"/>
                <a:gd name="T4" fmla="*/ 11 w 36"/>
                <a:gd name="T5" fmla="*/ 68 h 69"/>
                <a:gd name="T6" fmla="*/ 4 w 36"/>
                <a:gd name="T7" fmla="*/ 31 h 69"/>
                <a:gd name="T8" fmla="*/ 25 w 36"/>
                <a:gd name="T9" fmla="*/ 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9">
                  <a:moveTo>
                    <a:pt x="25" y="2"/>
                  </a:moveTo>
                  <a:cubicBezTo>
                    <a:pt x="33" y="3"/>
                    <a:pt x="36" y="20"/>
                    <a:pt x="32" y="38"/>
                  </a:cubicBezTo>
                  <a:cubicBezTo>
                    <a:pt x="28" y="56"/>
                    <a:pt x="19" y="69"/>
                    <a:pt x="11" y="68"/>
                  </a:cubicBezTo>
                  <a:cubicBezTo>
                    <a:pt x="3" y="66"/>
                    <a:pt x="0" y="50"/>
                    <a:pt x="4" y="31"/>
                  </a:cubicBezTo>
                  <a:cubicBezTo>
                    <a:pt x="8" y="13"/>
                    <a:pt x="17" y="0"/>
                    <a:pt x="25" y="2"/>
                  </a:cubicBez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2" name="Freeform 169"/>
            <p:cNvSpPr>
              <a:spLocks/>
            </p:cNvSpPr>
            <p:nvPr/>
          </p:nvSpPr>
          <p:spPr bwMode="auto">
            <a:xfrm>
              <a:off x="5581651" y="873126"/>
              <a:ext cx="96838" cy="187325"/>
            </a:xfrm>
            <a:custGeom>
              <a:avLst/>
              <a:gdLst>
                <a:gd name="T0" fmla="*/ 11 w 36"/>
                <a:gd name="T1" fmla="*/ 2 h 69"/>
                <a:gd name="T2" fmla="*/ 4 w 36"/>
                <a:gd name="T3" fmla="*/ 38 h 69"/>
                <a:gd name="T4" fmla="*/ 25 w 36"/>
                <a:gd name="T5" fmla="*/ 68 h 69"/>
                <a:gd name="T6" fmla="*/ 32 w 36"/>
                <a:gd name="T7" fmla="*/ 31 h 69"/>
                <a:gd name="T8" fmla="*/ 11 w 36"/>
                <a:gd name="T9" fmla="*/ 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9">
                  <a:moveTo>
                    <a:pt x="11" y="2"/>
                  </a:moveTo>
                  <a:cubicBezTo>
                    <a:pt x="3" y="3"/>
                    <a:pt x="0" y="20"/>
                    <a:pt x="4" y="38"/>
                  </a:cubicBezTo>
                  <a:cubicBezTo>
                    <a:pt x="8" y="56"/>
                    <a:pt x="17" y="69"/>
                    <a:pt x="25" y="68"/>
                  </a:cubicBezTo>
                  <a:cubicBezTo>
                    <a:pt x="33" y="66"/>
                    <a:pt x="36" y="50"/>
                    <a:pt x="32" y="31"/>
                  </a:cubicBezTo>
                  <a:cubicBezTo>
                    <a:pt x="28" y="13"/>
                    <a:pt x="18" y="0"/>
                    <a:pt x="11" y="2"/>
                  </a:cubicBezTo>
                  <a:close/>
                </a:path>
              </a:pathLst>
            </a:custGeom>
            <a:solidFill>
              <a:srgbClr val="F7D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Freeform 170"/>
            <p:cNvSpPr>
              <a:spLocks noEditPoints="1"/>
            </p:cNvSpPr>
            <p:nvPr/>
          </p:nvSpPr>
          <p:spPr bwMode="auto">
            <a:xfrm>
              <a:off x="5719763" y="890588"/>
              <a:ext cx="538163" cy="203200"/>
            </a:xfrm>
            <a:custGeom>
              <a:avLst/>
              <a:gdLst>
                <a:gd name="T0" fmla="*/ 99 w 198"/>
                <a:gd name="T1" fmla="*/ 26 h 75"/>
                <a:gd name="T2" fmla="*/ 107 w 198"/>
                <a:gd name="T3" fmla="*/ 26 h 75"/>
                <a:gd name="T4" fmla="*/ 112 w 198"/>
                <a:gd name="T5" fmla="*/ 46 h 75"/>
                <a:gd name="T6" fmla="*/ 158 w 198"/>
                <a:gd name="T7" fmla="*/ 73 h 75"/>
                <a:gd name="T8" fmla="*/ 193 w 198"/>
                <a:gd name="T9" fmla="*/ 41 h 75"/>
                <a:gd name="T10" fmla="*/ 179 w 198"/>
                <a:gd name="T11" fmla="*/ 4 h 75"/>
                <a:gd name="T12" fmla="*/ 156 w 198"/>
                <a:gd name="T13" fmla="*/ 0 h 75"/>
                <a:gd name="T14" fmla="*/ 156 w 198"/>
                <a:gd name="T15" fmla="*/ 0 h 75"/>
                <a:gd name="T16" fmla="*/ 101 w 198"/>
                <a:gd name="T17" fmla="*/ 0 h 75"/>
                <a:gd name="T18" fmla="*/ 99 w 198"/>
                <a:gd name="T19" fmla="*/ 0 h 75"/>
                <a:gd name="T20" fmla="*/ 99 w 198"/>
                <a:gd name="T21" fmla="*/ 3 h 75"/>
                <a:gd name="T22" fmla="*/ 101 w 198"/>
                <a:gd name="T23" fmla="*/ 3 h 75"/>
                <a:gd name="T24" fmla="*/ 130 w 198"/>
                <a:gd name="T25" fmla="*/ 3 h 75"/>
                <a:gd name="T26" fmla="*/ 119 w 198"/>
                <a:gd name="T27" fmla="*/ 7 h 75"/>
                <a:gd name="T28" fmla="*/ 108 w 198"/>
                <a:gd name="T29" fmla="*/ 23 h 75"/>
                <a:gd name="T30" fmla="*/ 99 w 198"/>
                <a:gd name="T31" fmla="*/ 23 h 75"/>
                <a:gd name="T32" fmla="*/ 99 w 198"/>
                <a:gd name="T33" fmla="*/ 26 h 75"/>
                <a:gd name="T34" fmla="*/ 18 w 198"/>
                <a:gd name="T35" fmla="*/ 4 h 75"/>
                <a:gd name="T36" fmla="*/ 4 w 198"/>
                <a:gd name="T37" fmla="*/ 41 h 75"/>
                <a:gd name="T38" fmla="*/ 39 w 198"/>
                <a:gd name="T39" fmla="*/ 73 h 75"/>
                <a:gd name="T40" fmla="*/ 85 w 198"/>
                <a:gd name="T41" fmla="*/ 46 h 75"/>
                <a:gd name="T42" fmla="*/ 90 w 198"/>
                <a:gd name="T43" fmla="*/ 26 h 75"/>
                <a:gd name="T44" fmla="*/ 99 w 198"/>
                <a:gd name="T45" fmla="*/ 26 h 75"/>
                <a:gd name="T46" fmla="*/ 99 w 198"/>
                <a:gd name="T47" fmla="*/ 23 h 75"/>
                <a:gd name="T48" fmla="*/ 90 w 198"/>
                <a:gd name="T49" fmla="*/ 23 h 75"/>
                <a:gd name="T50" fmla="*/ 78 w 198"/>
                <a:gd name="T51" fmla="*/ 7 h 75"/>
                <a:gd name="T52" fmla="*/ 67 w 198"/>
                <a:gd name="T53" fmla="*/ 3 h 75"/>
                <a:gd name="T54" fmla="*/ 96 w 198"/>
                <a:gd name="T55" fmla="*/ 3 h 75"/>
                <a:gd name="T56" fmla="*/ 99 w 198"/>
                <a:gd name="T57" fmla="*/ 3 h 75"/>
                <a:gd name="T58" fmla="*/ 99 w 198"/>
                <a:gd name="T59" fmla="*/ 0 h 75"/>
                <a:gd name="T60" fmla="*/ 96 w 198"/>
                <a:gd name="T61" fmla="*/ 0 h 75"/>
                <a:gd name="T62" fmla="*/ 41 w 198"/>
                <a:gd name="T63" fmla="*/ 0 h 75"/>
                <a:gd name="T64" fmla="*/ 41 w 198"/>
                <a:gd name="T65" fmla="*/ 0 h 75"/>
                <a:gd name="T66" fmla="*/ 18 w 198"/>
                <a:gd name="T67" fmla="*/ 4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98" h="75">
                  <a:moveTo>
                    <a:pt x="99" y="26"/>
                  </a:moveTo>
                  <a:cubicBezTo>
                    <a:pt x="107" y="26"/>
                    <a:pt x="107" y="26"/>
                    <a:pt x="107" y="26"/>
                  </a:cubicBezTo>
                  <a:cubicBezTo>
                    <a:pt x="106" y="33"/>
                    <a:pt x="108" y="40"/>
                    <a:pt x="112" y="46"/>
                  </a:cubicBezTo>
                  <a:cubicBezTo>
                    <a:pt x="121" y="59"/>
                    <a:pt x="141" y="71"/>
                    <a:pt x="158" y="73"/>
                  </a:cubicBezTo>
                  <a:cubicBezTo>
                    <a:pt x="175" y="75"/>
                    <a:pt x="189" y="64"/>
                    <a:pt x="193" y="41"/>
                  </a:cubicBezTo>
                  <a:cubicBezTo>
                    <a:pt x="198" y="18"/>
                    <a:pt x="187" y="7"/>
                    <a:pt x="179" y="4"/>
                  </a:cubicBezTo>
                  <a:cubicBezTo>
                    <a:pt x="173" y="1"/>
                    <a:pt x="165" y="0"/>
                    <a:pt x="156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3"/>
                    <a:pt x="99" y="3"/>
                    <a:pt x="99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30" y="3"/>
                    <a:pt x="130" y="3"/>
                    <a:pt x="130" y="3"/>
                  </a:cubicBezTo>
                  <a:cubicBezTo>
                    <a:pt x="126" y="4"/>
                    <a:pt x="122" y="6"/>
                    <a:pt x="119" y="7"/>
                  </a:cubicBezTo>
                  <a:cubicBezTo>
                    <a:pt x="113" y="10"/>
                    <a:pt x="109" y="16"/>
                    <a:pt x="108" y="23"/>
                  </a:cubicBezTo>
                  <a:cubicBezTo>
                    <a:pt x="99" y="23"/>
                    <a:pt x="99" y="23"/>
                    <a:pt x="99" y="23"/>
                  </a:cubicBezTo>
                  <a:lnTo>
                    <a:pt x="99" y="26"/>
                  </a:lnTo>
                  <a:close/>
                  <a:moveTo>
                    <a:pt x="18" y="4"/>
                  </a:moveTo>
                  <a:cubicBezTo>
                    <a:pt x="10" y="7"/>
                    <a:pt x="0" y="18"/>
                    <a:pt x="4" y="41"/>
                  </a:cubicBezTo>
                  <a:cubicBezTo>
                    <a:pt x="8" y="64"/>
                    <a:pt x="22" y="75"/>
                    <a:pt x="39" y="73"/>
                  </a:cubicBezTo>
                  <a:cubicBezTo>
                    <a:pt x="56" y="71"/>
                    <a:pt x="76" y="59"/>
                    <a:pt x="85" y="46"/>
                  </a:cubicBezTo>
                  <a:cubicBezTo>
                    <a:pt x="89" y="40"/>
                    <a:pt x="91" y="33"/>
                    <a:pt x="90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0" y="23"/>
                    <a:pt x="90" y="23"/>
                    <a:pt x="90" y="23"/>
                  </a:cubicBezTo>
                  <a:cubicBezTo>
                    <a:pt x="88" y="16"/>
                    <a:pt x="84" y="10"/>
                    <a:pt x="78" y="7"/>
                  </a:cubicBezTo>
                  <a:cubicBezTo>
                    <a:pt x="75" y="6"/>
                    <a:pt x="72" y="4"/>
                    <a:pt x="67" y="3"/>
                  </a:cubicBezTo>
                  <a:cubicBezTo>
                    <a:pt x="96" y="3"/>
                    <a:pt x="96" y="3"/>
                    <a:pt x="96" y="3"/>
                  </a:cubicBezTo>
                  <a:cubicBezTo>
                    <a:pt x="99" y="3"/>
                    <a:pt x="99" y="3"/>
                    <a:pt x="99" y="3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3" y="0"/>
                    <a:pt x="24" y="1"/>
                    <a:pt x="18" y="4"/>
                  </a:cubicBezTo>
                  <a:close/>
                </a:path>
              </a:pathLst>
            </a:custGeom>
            <a:solidFill>
              <a:srgbClr val="6BB3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4" name="Freeform 171"/>
            <p:cNvSpPr>
              <a:spLocks/>
            </p:cNvSpPr>
            <p:nvPr/>
          </p:nvSpPr>
          <p:spPr bwMode="auto">
            <a:xfrm>
              <a:off x="5735638" y="898526"/>
              <a:ext cx="225425" cy="180975"/>
            </a:xfrm>
            <a:custGeom>
              <a:avLst/>
              <a:gdLst>
                <a:gd name="T0" fmla="*/ 13 w 83"/>
                <a:gd name="T1" fmla="*/ 4 h 67"/>
                <a:gd name="T2" fmla="*/ 4 w 83"/>
                <a:gd name="T3" fmla="*/ 14 h 67"/>
                <a:gd name="T4" fmla="*/ 1 w 83"/>
                <a:gd name="T5" fmla="*/ 37 h 67"/>
                <a:gd name="T6" fmla="*/ 20 w 83"/>
                <a:gd name="T7" fmla="*/ 65 h 67"/>
                <a:gd name="T8" fmla="*/ 32 w 83"/>
                <a:gd name="T9" fmla="*/ 67 h 67"/>
                <a:gd name="T10" fmla="*/ 76 w 83"/>
                <a:gd name="T11" fmla="*/ 41 h 67"/>
                <a:gd name="T12" fmla="*/ 76 w 83"/>
                <a:gd name="T13" fmla="*/ 11 h 67"/>
                <a:gd name="T14" fmla="*/ 70 w 83"/>
                <a:gd name="T15" fmla="*/ 7 h 67"/>
                <a:gd name="T16" fmla="*/ 40 w 83"/>
                <a:gd name="T17" fmla="*/ 0 h 67"/>
                <a:gd name="T18" fmla="*/ 13 w 83"/>
                <a:gd name="T19" fmla="*/ 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" h="67">
                  <a:moveTo>
                    <a:pt x="13" y="4"/>
                  </a:moveTo>
                  <a:cubicBezTo>
                    <a:pt x="9" y="6"/>
                    <a:pt x="6" y="10"/>
                    <a:pt x="4" y="14"/>
                  </a:cubicBezTo>
                  <a:cubicBezTo>
                    <a:pt x="0" y="21"/>
                    <a:pt x="0" y="29"/>
                    <a:pt x="1" y="37"/>
                  </a:cubicBezTo>
                  <a:cubicBezTo>
                    <a:pt x="3" y="48"/>
                    <a:pt x="9" y="60"/>
                    <a:pt x="20" y="65"/>
                  </a:cubicBezTo>
                  <a:cubicBezTo>
                    <a:pt x="24" y="67"/>
                    <a:pt x="28" y="67"/>
                    <a:pt x="32" y="67"/>
                  </a:cubicBezTo>
                  <a:cubicBezTo>
                    <a:pt x="48" y="65"/>
                    <a:pt x="68" y="54"/>
                    <a:pt x="76" y="41"/>
                  </a:cubicBezTo>
                  <a:cubicBezTo>
                    <a:pt x="82" y="32"/>
                    <a:pt x="83" y="19"/>
                    <a:pt x="76" y="11"/>
                  </a:cubicBezTo>
                  <a:cubicBezTo>
                    <a:pt x="74" y="10"/>
                    <a:pt x="73" y="8"/>
                    <a:pt x="70" y="7"/>
                  </a:cubicBezTo>
                  <a:cubicBezTo>
                    <a:pt x="62" y="3"/>
                    <a:pt x="50" y="1"/>
                    <a:pt x="40" y="0"/>
                  </a:cubicBezTo>
                  <a:cubicBezTo>
                    <a:pt x="32" y="0"/>
                    <a:pt x="21" y="0"/>
                    <a:pt x="13" y="4"/>
                  </a:cubicBezTo>
                  <a:close/>
                </a:path>
              </a:pathLst>
            </a:custGeom>
            <a:solidFill>
              <a:srgbClr val="B5C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Freeform 172"/>
            <p:cNvSpPr>
              <a:spLocks/>
            </p:cNvSpPr>
            <p:nvPr/>
          </p:nvSpPr>
          <p:spPr bwMode="auto">
            <a:xfrm>
              <a:off x="6013451" y="898526"/>
              <a:ext cx="225425" cy="180975"/>
            </a:xfrm>
            <a:custGeom>
              <a:avLst/>
              <a:gdLst>
                <a:gd name="T0" fmla="*/ 70 w 83"/>
                <a:gd name="T1" fmla="*/ 4 h 67"/>
                <a:gd name="T2" fmla="*/ 80 w 83"/>
                <a:gd name="T3" fmla="*/ 14 h 67"/>
                <a:gd name="T4" fmla="*/ 82 w 83"/>
                <a:gd name="T5" fmla="*/ 37 h 67"/>
                <a:gd name="T6" fmla="*/ 63 w 83"/>
                <a:gd name="T7" fmla="*/ 65 h 67"/>
                <a:gd name="T8" fmla="*/ 51 w 83"/>
                <a:gd name="T9" fmla="*/ 67 h 67"/>
                <a:gd name="T10" fmla="*/ 7 w 83"/>
                <a:gd name="T11" fmla="*/ 41 h 67"/>
                <a:gd name="T12" fmla="*/ 7 w 83"/>
                <a:gd name="T13" fmla="*/ 11 h 67"/>
                <a:gd name="T14" fmla="*/ 13 w 83"/>
                <a:gd name="T15" fmla="*/ 7 h 67"/>
                <a:gd name="T16" fmla="*/ 43 w 83"/>
                <a:gd name="T17" fmla="*/ 0 h 67"/>
                <a:gd name="T18" fmla="*/ 70 w 83"/>
                <a:gd name="T19" fmla="*/ 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" h="67">
                  <a:moveTo>
                    <a:pt x="70" y="4"/>
                  </a:moveTo>
                  <a:cubicBezTo>
                    <a:pt x="74" y="6"/>
                    <a:pt x="77" y="10"/>
                    <a:pt x="80" y="14"/>
                  </a:cubicBezTo>
                  <a:cubicBezTo>
                    <a:pt x="83" y="21"/>
                    <a:pt x="83" y="29"/>
                    <a:pt x="82" y="37"/>
                  </a:cubicBezTo>
                  <a:cubicBezTo>
                    <a:pt x="80" y="48"/>
                    <a:pt x="75" y="60"/>
                    <a:pt x="63" y="65"/>
                  </a:cubicBezTo>
                  <a:cubicBezTo>
                    <a:pt x="59" y="67"/>
                    <a:pt x="55" y="67"/>
                    <a:pt x="51" y="67"/>
                  </a:cubicBezTo>
                  <a:cubicBezTo>
                    <a:pt x="35" y="65"/>
                    <a:pt x="16" y="54"/>
                    <a:pt x="7" y="41"/>
                  </a:cubicBezTo>
                  <a:cubicBezTo>
                    <a:pt x="1" y="32"/>
                    <a:pt x="0" y="19"/>
                    <a:pt x="7" y="11"/>
                  </a:cubicBezTo>
                  <a:cubicBezTo>
                    <a:pt x="9" y="10"/>
                    <a:pt x="11" y="8"/>
                    <a:pt x="13" y="7"/>
                  </a:cubicBezTo>
                  <a:cubicBezTo>
                    <a:pt x="21" y="3"/>
                    <a:pt x="34" y="1"/>
                    <a:pt x="43" y="0"/>
                  </a:cubicBezTo>
                  <a:cubicBezTo>
                    <a:pt x="51" y="0"/>
                    <a:pt x="62" y="0"/>
                    <a:pt x="70" y="4"/>
                  </a:cubicBezTo>
                  <a:close/>
                </a:path>
              </a:pathLst>
            </a:custGeom>
            <a:solidFill>
              <a:srgbClr val="B5C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6" name="Freeform 173"/>
            <p:cNvSpPr>
              <a:spLocks/>
            </p:cNvSpPr>
            <p:nvPr/>
          </p:nvSpPr>
          <p:spPr bwMode="auto">
            <a:xfrm>
              <a:off x="5608638" y="1312863"/>
              <a:ext cx="377825" cy="739775"/>
            </a:xfrm>
            <a:custGeom>
              <a:avLst/>
              <a:gdLst>
                <a:gd name="T0" fmla="*/ 139 w 139"/>
                <a:gd name="T1" fmla="*/ 272 h 272"/>
                <a:gd name="T2" fmla="*/ 90 w 139"/>
                <a:gd name="T3" fmla="*/ 13 h 272"/>
                <a:gd name="T4" fmla="*/ 72 w 139"/>
                <a:gd name="T5" fmla="*/ 0 h 272"/>
                <a:gd name="T6" fmla="*/ 0 w 139"/>
                <a:gd name="T7" fmla="*/ 84 h 272"/>
                <a:gd name="T8" fmla="*/ 139 w 139"/>
                <a:gd name="T9" fmla="*/ 27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272">
                  <a:moveTo>
                    <a:pt x="139" y="272"/>
                  </a:moveTo>
                  <a:cubicBezTo>
                    <a:pt x="139" y="193"/>
                    <a:pt x="80" y="100"/>
                    <a:pt x="90" y="13"/>
                  </a:cubicBezTo>
                  <a:cubicBezTo>
                    <a:pt x="84" y="9"/>
                    <a:pt x="78" y="5"/>
                    <a:pt x="72" y="0"/>
                  </a:cubicBezTo>
                  <a:cubicBezTo>
                    <a:pt x="38" y="15"/>
                    <a:pt x="12" y="62"/>
                    <a:pt x="0" y="84"/>
                  </a:cubicBezTo>
                  <a:cubicBezTo>
                    <a:pt x="102" y="86"/>
                    <a:pt x="112" y="205"/>
                    <a:pt x="139" y="272"/>
                  </a:cubicBezTo>
                  <a:close/>
                </a:path>
              </a:pathLst>
            </a:custGeom>
            <a:solidFill>
              <a:srgbClr val="D0D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Freeform 174"/>
            <p:cNvSpPr>
              <a:spLocks/>
            </p:cNvSpPr>
            <p:nvPr/>
          </p:nvSpPr>
          <p:spPr bwMode="auto">
            <a:xfrm>
              <a:off x="5986463" y="1312863"/>
              <a:ext cx="377825" cy="739775"/>
            </a:xfrm>
            <a:custGeom>
              <a:avLst/>
              <a:gdLst>
                <a:gd name="T0" fmla="*/ 0 w 139"/>
                <a:gd name="T1" fmla="*/ 272 h 272"/>
                <a:gd name="T2" fmla="*/ 50 w 139"/>
                <a:gd name="T3" fmla="*/ 13 h 272"/>
                <a:gd name="T4" fmla="*/ 68 w 139"/>
                <a:gd name="T5" fmla="*/ 0 h 272"/>
                <a:gd name="T6" fmla="*/ 139 w 139"/>
                <a:gd name="T7" fmla="*/ 84 h 272"/>
                <a:gd name="T8" fmla="*/ 0 w 139"/>
                <a:gd name="T9" fmla="*/ 27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272">
                  <a:moveTo>
                    <a:pt x="0" y="272"/>
                  </a:moveTo>
                  <a:cubicBezTo>
                    <a:pt x="0" y="158"/>
                    <a:pt x="50" y="167"/>
                    <a:pt x="50" y="13"/>
                  </a:cubicBezTo>
                  <a:cubicBezTo>
                    <a:pt x="56" y="9"/>
                    <a:pt x="62" y="5"/>
                    <a:pt x="68" y="0"/>
                  </a:cubicBezTo>
                  <a:cubicBezTo>
                    <a:pt x="102" y="15"/>
                    <a:pt x="128" y="62"/>
                    <a:pt x="139" y="84"/>
                  </a:cubicBezTo>
                  <a:cubicBezTo>
                    <a:pt x="38" y="86"/>
                    <a:pt x="28" y="205"/>
                    <a:pt x="0" y="272"/>
                  </a:cubicBezTo>
                  <a:close/>
                </a:path>
              </a:pathLst>
            </a:custGeom>
            <a:solidFill>
              <a:srgbClr val="E1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5" name="组合 244"/>
          <p:cNvGrpSpPr/>
          <p:nvPr/>
        </p:nvGrpSpPr>
        <p:grpSpPr>
          <a:xfrm>
            <a:off x="5005388" y="4622801"/>
            <a:ext cx="1963738" cy="1963738"/>
            <a:chOff x="5005388" y="4622801"/>
            <a:chExt cx="1963738" cy="1963738"/>
          </a:xfrm>
        </p:grpSpPr>
        <p:sp>
          <p:nvSpPr>
            <p:cNvPr id="209" name="Oval 176"/>
            <p:cNvSpPr>
              <a:spLocks noChangeArrowheads="1"/>
            </p:cNvSpPr>
            <p:nvPr/>
          </p:nvSpPr>
          <p:spPr bwMode="auto">
            <a:xfrm>
              <a:off x="5005388" y="4622801"/>
              <a:ext cx="1963738" cy="1963738"/>
            </a:xfrm>
            <a:prstGeom prst="ellipse">
              <a:avLst/>
            </a:prstGeom>
            <a:solidFill>
              <a:srgbClr val="7B82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0" name="Freeform 177"/>
            <p:cNvSpPr>
              <a:spLocks/>
            </p:cNvSpPr>
            <p:nvPr/>
          </p:nvSpPr>
          <p:spPr bwMode="auto">
            <a:xfrm>
              <a:off x="5464176" y="5064126"/>
              <a:ext cx="733425" cy="1503363"/>
            </a:xfrm>
            <a:custGeom>
              <a:avLst/>
              <a:gdLst>
                <a:gd name="T0" fmla="*/ 62 w 270"/>
                <a:gd name="T1" fmla="*/ 30 h 553"/>
                <a:gd name="T2" fmla="*/ 59 w 270"/>
                <a:gd name="T3" fmla="*/ 420 h 553"/>
                <a:gd name="T4" fmla="*/ 267 w 270"/>
                <a:gd name="T5" fmla="*/ 480 h 553"/>
                <a:gd name="T6" fmla="*/ 62 w 270"/>
                <a:gd name="T7" fmla="*/ 30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0" h="553">
                  <a:moveTo>
                    <a:pt x="62" y="30"/>
                  </a:moveTo>
                  <a:cubicBezTo>
                    <a:pt x="42" y="67"/>
                    <a:pt x="0" y="291"/>
                    <a:pt x="59" y="420"/>
                  </a:cubicBezTo>
                  <a:cubicBezTo>
                    <a:pt x="117" y="549"/>
                    <a:pt x="264" y="553"/>
                    <a:pt x="267" y="480"/>
                  </a:cubicBezTo>
                  <a:cubicBezTo>
                    <a:pt x="270" y="406"/>
                    <a:pt x="101" y="0"/>
                    <a:pt x="62" y="30"/>
                  </a:cubicBezTo>
                  <a:close/>
                </a:path>
              </a:pathLst>
            </a:custGeom>
            <a:solidFill>
              <a:srgbClr val="F5C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Freeform 178"/>
            <p:cNvSpPr>
              <a:spLocks/>
            </p:cNvSpPr>
            <p:nvPr/>
          </p:nvSpPr>
          <p:spPr bwMode="auto">
            <a:xfrm>
              <a:off x="5757863" y="5064126"/>
              <a:ext cx="728663" cy="1503363"/>
            </a:xfrm>
            <a:custGeom>
              <a:avLst/>
              <a:gdLst>
                <a:gd name="T0" fmla="*/ 210 w 268"/>
                <a:gd name="T1" fmla="*/ 29 h 553"/>
                <a:gd name="T2" fmla="*/ 210 w 268"/>
                <a:gd name="T3" fmla="*/ 406 h 553"/>
                <a:gd name="T4" fmla="*/ 4 w 268"/>
                <a:gd name="T5" fmla="*/ 480 h 553"/>
                <a:gd name="T6" fmla="*/ 210 w 268"/>
                <a:gd name="T7" fmla="*/ 29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" h="553">
                  <a:moveTo>
                    <a:pt x="210" y="29"/>
                  </a:moveTo>
                  <a:cubicBezTo>
                    <a:pt x="230" y="67"/>
                    <a:pt x="268" y="277"/>
                    <a:pt x="210" y="406"/>
                  </a:cubicBezTo>
                  <a:cubicBezTo>
                    <a:pt x="152" y="535"/>
                    <a:pt x="7" y="553"/>
                    <a:pt x="4" y="480"/>
                  </a:cubicBezTo>
                  <a:cubicBezTo>
                    <a:pt x="0" y="406"/>
                    <a:pt x="170" y="0"/>
                    <a:pt x="210" y="29"/>
                  </a:cubicBezTo>
                  <a:close/>
                </a:path>
              </a:pathLst>
            </a:custGeom>
            <a:solidFill>
              <a:srgbClr val="F5C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2" name="Freeform 179"/>
            <p:cNvSpPr>
              <a:spLocks/>
            </p:cNvSpPr>
            <p:nvPr/>
          </p:nvSpPr>
          <p:spPr bwMode="auto">
            <a:xfrm>
              <a:off x="5426076" y="5919788"/>
              <a:ext cx="1122363" cy="666750"/>
            </a:xfrm>
            <a:custGeom>
              <a:avLst/>
              <a:gdLst>
                <a:gd name="T0" fmla="*/ 72 w 413"/>
                <a:gd name="T1" fmla="*/ 49 h 245"/>
                <a:gd name="T2" fmla="*/ 0 w 413"/>
                <a:gd name="T3" fmla="*/ 180 h 245"/>
                <a:gd name="T4" fmla="*/ 207 w 413"/>
                <a:gd name="T5" fmla="*/ 245 h 245"/>
                <a:gd name="T6" fmla="*/ 413 w 413"/>
                <a:gd name="T7" fmla="*/ 180 h 245"/>
                <a:gd name="T8" fmla="*/ 342 w 413"/>
                <a:gd name="T9" fmla="*/ 49 h 245"/>
                <a:gd name="T10" fmla="*/ 206 w 413"/>
                <a:gd name="T11" fmla="*/ 0 h 245"/>
                <a:gd name="T12" fmla="*/ 72 w 413"/>
                <a:gd name="T13" fmla="*/ 4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3" h="245">
                  <a:moveTo>
                    <a:pt x="72" y="49"/>
                  </a:moveTo>
                  <a:cubicBezTo>
                    <a:pt x="36" y="72"/>
                    <a:pt x="21" y="121"/>
                    <a:pt x="0" y="180"/>
                  </a:cubicBezTo>
                  <a:cubicBezTo>
                    <a:pt x="59" y="221"/>
                    <a:pt x="130" y="245"/>
                    <a:pt x="207" y="245"/>
                  </a:cubicBezTo>
                  <a:cubicBezTo>
                    <a:pt x="283" y="245"/>
                    <a:pt x="354" y="221"/>
                    <a:pt x="413" y="180"/>
                  </a:cubicBezTo>
                  <a:cubicBezTo>
                    <a:pt x="392" y="121"/>
                    <a:pt x="378" y="71"/>
                    <a:pt x="342" y="49"/>
                  </a:cubicBezTo>
                  <a:cubicBezTo>
                    <a:pt x="280" y="10"/>
                    <a:pt x="243" y="1"/>
                    <a:pt x="206" y="0"/>
                  </a:cubicBezTo>
                  <a:cubicBezTo>
                    <a:pt x="169" y="0"/>
                    <a:pt x="133" y="9"/>
                    <a:pt x="72" y="49"/>
                  </a:cubicBez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Freeform 180"/>
            <p:cNvSpPr>
              <a:spLocks/>
            </p:cNvSpPr>
            <p:nvPr/>
          </p:nvSpPr>
          <p:spPr bwMode="auto">
            <a:xfrm>
              <a:off x="5848351" y="5553076"/>
              <a:ext cx="279400" cy="552450"/>
            </a:xfrm>
            <a:custGeom>
              <a:avLst/>
              <a:gdLst>
                <a:gd name="T0" fmla="*/ 0 w 103"/>
                <a:gd name="T1" fmla="*/ 0 h 203"/>
                <a:gd name="T2" fmla="*/ 103 w 103"/>
                <a:gd name="T3" fmla="*/ 0 h 203"/>
                <a:gd name="T4" fmla="*/ 103 w 103"/>
                <a:gd name="T5" fmla="*/ 147 h 203"/>
                <a:gd name="T6" fmla="*/ 0 w 103"/>
                <a:gd name="T7" fmla="*/ 147 h 203"/>
                <a:gd name="T8" fmla="*/ 0 w 103"/>
                <a:gd name="T9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03">
                  <a:moveTo>
                    <a:pt x="0" y="0"/>
                  </a:moveTo>
                  <a:cubicBezTo>
                    <a:pt x="103" y="0"/>
                    <a:pt x="103" y="0"/>
                    <a:pt x="103" y="0"/>
                  </a:cubicBezTo>
                  <a:cubicBezTo>
                    <a:pt x="103" y="147"/>
                    <a:pt x="103" y="147"/>
                    <a:pt x="103" y="147"/>
                  </a:cubicBezTo>
                  <a:cubicBezTo>
                    <a:pt x="103" y="197"/>
                    <a:pt x="0" y="203"/>
                    <a:pt x="0" y="1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4" name="Freeform 181"/>
            <p:cNvSpPr>
              <a:spLocks/>
            </p:cNvSpPr>
            <p:nvPr/>
          </p:nvSpPr>
          <p:spPr bwMode="auto">
            <a:xfrm>
              <a:off x="5848351" y="5751513"/>
              <a:ext cx="279400" cy="190500"/>
            </a:xfrm>
            <a:custGeom>
              <a:avLst/>
              <a:gdLst>
                <a:gd name="T0" fmla="*/ 176 w 176"/>
                <a:gd name="T1" fmla="*/ 33 h 120"/>
                <a:gd name="T2" fmla="*/ 176 w 176"/>
                <a:gd name="T3" fmla="*/ 0 h 120"/>
                <a:gd name="T4" fmla="*/ 0 w 176"/>
                <a:gd name="T5" fmla="*/ 0 h 120"/>
                <a:gd name="T6" fmla="*/ 0 w 176"/>
                <a:gd name="T7" fmla="*/ 120 h 120"/>
                <a:gd name="T8" fmla="*/ 176 w 176"/>
                <a:gd name="T9" fmla="*/ 3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6" h="120">
                  <a:moveTo>
                    <a:pt x="176" y="33"/>
                  </a:moveTo>
                  <a:lnTo>
                    <a:pt x="176" y="0"/>
                  </a:lnTo>
                  <a:lnTo>
                    <a:pt x="0" y="0"/>
                  </a:lnTo>
                  <a:lnTo>
                    <a:pt x="0" y="120"/>
                  </a:lnTo>
                  <a:lnTo>
                    <a:pt x="176" y="33"/>
                  </a:lnTo>
                  <a:close/>
                </a:path>
              </a:pathLst>
            </a:custGeom>
            <a:solidFill>
              <a:srgbClr val="E8C5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Freeform 182"/>
            <p:cNvSpPr>
              <a:spLocks/>
            </p:cNvSpPr>
            <p:nvPr/>
          </p:nvSpPr>
          <p:spPr bwMode="auto">
            <a:xfrm>
              <a:off x="5399088" y="5043488"/>
              <a:ext cx="1176338" cy="773113"/>
            </a:xfrm>
            <a:custGeom>
              <a:avLst/>
              <a:gdLst>
                <a:gd name="T0" fmla="*/ 217 w 433"/>
                <a:gd name="T1" fmla="*/ 0 h 285"/>
                <a:gd name="T2" fmla="*/ 217 w 433"/>
                <a:gd name="T3" fmla="*/ 285 h 285"/>
                <a:gd name="T4" fmla="*/ 217 w 433"/>
                <a:gd name="T5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3" h="285">
                  <a:moveTo>
                    <a:pt x="217" y="0"/>
                  </a:moveTo>
                  <a:cubicBezTo>
                    <a:pt x="433" y="0"/>
                    <a:pt x="345" y="285"/>
                    <a:pt x="217" y="285"/>
                  </a:cubicBezTo>
                  <a:cubicBezTo>
                    <a:pt x="88" y="285"/>
                    <a:pt x="0" y="0"/>
                    <a:pt x="217" y="0"/>
                  </a:cubicBezTo>
                  <a:close/>
                </a:path>
              </a:pathLst>
            </a:custGeom>
            <a:solidFill>
              <a:srgbClr val="F0CE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6" name="Freeform 183"/>
            <p:cNvSpPr>
              <a:spLocks/>
            </p:cNvSpPr>
            <p:nvPr/>
          </p:nvSpPr>
          <p:spPr bwMode="auto">
            <a:xfrm>
              <a:off x="5989638" y="5043488"/>
              <a:ext cx="585788" cy="773113"/>
            </a:xfrm>
            <a:custGeom>
              <a:avLst/>
              <a:gdLst>
                <a:gd name="T0" fmla="*/ 0 w 216"/>
                <a:gd name="T1" fmla="*/ 0 h 285"/>
                <a:gd name="T2" fmla="*/ 0 w 216"/>
                <a:gd name="T3" fmla="*/ 285 h 285"/>
                <a:gd name="T4" fmla="*/ 0 w 216"/>
                <a:gd name="T5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" h="285">
                  <a:moveTo>
                    <a:pt x="0" y="0"/>
                  </a:moveTo>
                  <a:cubicBezTo>
                    <a:pt x="216" y="0"/>
                    <a:pt x="128" y="285"/>
                    <a:pt x="0" y="2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Freeform 184"/>
            <p:cNvSpPr>
              <a:spLocks/>
            </p:cNvSpPr>
            <p:nvPr/>
          </p:nvSpPr>
          <p:spPr bwMode="auto">
            <a:xfrm>
              <a:off x="5567363" y="4899026"/>
              <a:ext cx="839788" cy="633413"/>
            </a:xfrm>
            <a:custGeom>
              <a:avLst/>
              <a:gdLst>
                <a:gd name="T0" fmla="*/ 199 w 309"/>
                <a:gd name="T1" fmla="*/ 80 h 233"/>
                <a:gd name="T2" fmla="*/ 264 w 309"/>
                <a:gd name="T3" fmla="*/ 173 h 233"/>
                <a:gd name="T4" fmla="*/ 293 w 309"/>
                <a:gd name="T5" fmla="*/ 178 h 233"/>
                <a:gd name="T6" fmla="*/ 158 w 309"/>
                <a:gd name="T7" fmla="*/ 0 h 233"/>
                <a:gd name="T8" fmla="*/ 16 w 309"/>
                <a:gd name="T9" fmla="*/ 172 h 233"/>
                <a:gd name="T10" fmla="*/ 54 w 309"/>
                <a:gd name="T11" fmla="*/ 167 h 233"/>
                <a:gd name="T12" fmla="*/ 199 w 309"/>
                <a:gd name="T13" fmla="*/ 8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9" h="233">
                  <a:moveTo>
                    <a:pt x="199" y="80"/>
                  </a:moveTo>
                  <a:cubicBezTo>
                    <a:pt x="234" y="98"/>
                    <a:pt x="256" y="127"/>
                    <a:pt x="264" y="173"/>
                  </a:cubicBezTo>
                  <a:cubicBezTo>
                    <a:pt x="272" y="218"/>
                    <a:pt x="277" y="212"/>
                    <a:pt x="293" y="178"/>
                  </a:cubicBezTo>
                  <a:cubicBezTo>
                    <a:pt x="309" y="145"/>
                    <a:pt x="270" y="0"/>
                    <a:pt x="158" y="0"/>
                  </a:cubicBezTo>
                  <a:cubicBezTo>
                    <a:pt x="46" y="0"/>
                    <a:pt x="0" y="111"/>
                    <a:pt x="16" y="172"/>
                  </a:cubicBezTo>
                  <a:cubicBezTo>
                    <a:pt x="31" y="233"/>
                    <a:pt x="44" y="213"/>
                    <a:pt x="54" y="167"/>
                  </a:cubicBezTo>
                  <a:cubicBezTo>
                    <a:pt x="63" y="121"/>
                    <a:pt x="111" y="76"/>
                    <a:pt x="199" y="80"/>
                  </a:cubicBezTo>
                  <a:close/>
                </a:path>
              </a:pathLst>
            </a:custGeom>
            <a:solidFill>
              <a:srgbClr val="F5C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8" name="Freeform 185"/>
            <p:cNvSpPr>
              <a:spLocks/>
            </p:cNvSpPr>
            <p:nvPr/>
          </p:nvSpPr>
          <p:spPr bwMode="auto">
            <a:xfrm>
              <a:off x="6105526" y="5086351"/>
              <a:ext cx="385763" cy="977900"/>
            </a:xfrm>
            <a:custGeom>
              <a:avLst/>
              <a:gdLst>
                <a:gd name="T0" fmla="*/ 58 w 142"/>
                <a:gd name="T1" fmla="*/ 360 h 360"/>
                <a:gd name="T2" fmla="*/ 0 w 142"/>
                <a:gd name="T3" fmla="*/ 11 h 360"/>
                <a:gd name="T4" fmla="*/ 58 w 142"/>
                <a:gd name="T5" fmla="*/ 36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360">
                  <a:moveTo>
                    <a:pt x="58" y="360"/>
                  </a:moveTo>
                  <a:cubicBezTo>
                    <a:pt x="121" y="146"/>
                    <a:pt x="22" y="12"/>
                    <a:pt x="0" y="11"/>
                  </a:cubicBezTo>
                  <a:cubicBezTo>
                    <a:pt x="42" y="0"/>
                    <a:pt x="142" y="133"/>
                    <a:pt x="58" y="360"/>
                  </a:cubicBezTo>
                  <a:close/>
                </a:path>
              </a:pathLst>
            </a:custGeom>
            <a:solidFill>
              <a:srgbClr val="FFF2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Freeform 186"/>
            <p:cNvSpPr>
              <a:spLocks/>
            </p:cNvSpPr>
            <p:nvPr/>
          </p:nvSpPr>
          <p:spPr bwMode="auto">
            <a:xfrm>
              <a:off x="5849938" y="5938838"/>
              <a:ext cx="277813" cy="354013"/>
            </a:xfrm>
            <a:custGeom>
              <a:avLst/>
              <a:gdLst>
                <a:gd name="T0" fmla="*/ 102 w 102"/>
                <a:gd name="T1" fmla="*/ 0 h 130"/>
                <a:gd name="T2" fmla="*/ 51 w 102"/>
                <a:gd name="T3" fmla="*/ 130 h 130"/>
                <a:gd name="T4" fmla="*/ 0 w 102"/>
                <a:gd name="T5" fmla="*/ 0 h 130"/>
                <a:gd name="T6" fmla="*/ 102 w 102"/>
                <a:gd name="T7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2" h="130">
                  <a:moveTo>
                    <a:pt x="102" y="0"/>
                  </a:moveTo>
                  <a:cubicBezTo>
                    <a:pt x="97" y="49"/>
                    <a:pt x="51" y="91"/>
                    <a:pt x="51" y="130"/>
                  </a:cubicBezTo>
                  <a:cubicBezTo>
                    <a:pt x="51" y="91"/>
                    <a:pt x="4" y="49"/>
                    <a:pt x="0" y="0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0" name="Freeform 187"/>
            <p:cNvSpPr>
              <a:spLocks/>
            </p:cNvSpPr>
            <p:nvPr/>
          </p:nvSpPr>
          <p:spPr bwMode="auto">
            <a:xfrm>
              <a:off x="5986463" y="5884863"/>
              <a:ext cx="341313" cy="358775"/>
            </a:xfrm>
            <a:custGeom>
              <a:avLst/>
              <a:gdLst>
                <a:gd name="T0" fmla="*/ 1 w 126"/>
                <a:gd name="T1" fmla="*/ 132 h 132"/>
                <a:gd name="T2" fmla="*/ 75 w 126"/>
                <a:gd name="T3" fmla="*/ 71 h 132"/>
                <a:gd name="T4" fmla="*/ 126 w 126"/>
                <a:gd name="T5" fmla="*/ 68 h 132"/>
                <a:gd name="T6" fmla="*/ 52 w 126"/>
                <a:gd name="T7" fmla="*/ 0 h 132"/>
                <a:gd name="T8" fmla="*/ 1 w 126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32">
                  <a:moveTo>
                    <a:pt x="1" y="132"/>
                  </a:moveTo>
                  <a:cubicBezTo>
                    <a:pt x="23" y="99"/>
                    <a:pt x="47" y="80"/>
                    <a:pt x="75" y="71"/>
                  </a:cubicBezTo>
                  <a:cubicBezTo>
                    <a:pt x="88" y="67"/>
                    <a:pt x="113" y="62"/>
                    <a:pt x="126" y="68"/>
                  </a:cubicBezTo>
                  <a:cubicBezTo>
                    <a:pt x="101" y="40"/>
                    <a:pt x="75" y="26"/>
                    <a:pt x="52" y="0"/>
                  </a:cubicBezTo>
                  <a:cubicBezTo>
                    <a:pt x="52" y="76"/>
                    <a:pt x="0" y="89"/>
                    <a:pt x="1" y="132"/>
                  </a:cubicBezTo>
                  <a:close/>
                </a:path>
              </a:pathLst>
            </a:custGeom>
            <a:solidFill>
              <a:srgbClr val="E1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1" name="Freeform 188"/>
            <p:cNvSpPr>
              <a:spLocks/>
            </p:cNvSpPr>
            <p:nvPr/>
          </p:nvSpPr>
          <p:spPr bwMode="auto">
            <a:xfrm>
              <a:off x="5986463" y="5884863"/>
              <a:ext cx="303213" cy="358775"/>
            </a:xfrm>
            <a:custGeom>
              <a:avLst/>
              <a:gdLst>
                <a:gd name="T0" fmla="*/ 1 w 112"/>
                <a:gd name="T1" fmla="*/ 132 h 132"/>
                <a:gd name="T2" fmla="*/ 72 w 112"/>
                <a:gd name="T3" fmla="*/ 58 h 132"/>
                <a:gd name="T4" fmla="*/ 112 w 112"/>
                <a:gd name="T5" fmla="*/ 61 h 132"/>
                <a:gd name="T6" fmla="*/ 52 w 112"/>
                <a:gd name="T7" fmla="*/ 0 h 132"/>
                <a:gd name="T8" fmla="*/ 1 w 11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132">
                  <a:moveTo>
                    <a:pt x="1" y="132"/>
                  </a:moveTo>
                  <a:cubicBezTo>
                    <a:pt x="18" y="97"/>
                    <a:pt x="44" y="67"/>
                    <a:pt x="72" y="58"/>
                  </a:cubicBezTo>
                  <a:cubicBezTo>
                    <a:pt x="85" y="54"/>
                    <a:pt x="99" y="55"/>
                    <a:pt x="112" y="61"/>
                  </a:cubicBezTo>
                  <a:cubicBezTo>
                    <a:pt x="87" y="33"/>
                    <a:pt x="75" y="17"/>
                    <a:pt x="52" y="0"/>
                  </a:cubicBezTo>
                  <a:cubicBezTo>
                    <a:pt x="52" y="76"/>
                    <a:pt x="0" y="89"/>
                    <a:pt x="1" y="1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2" name="Freeform 189"/>
            <p:cNvSpPr>
              <a:spLocks/>
            </p:cNvSpPr>
            <p:nvPr/>
          </p:nvSpPr>
          <p:spPr bwMode="auto">
            <a:xfrm>
              <a:off x="5649913" y="5884863"/>
              <a:ext cx="339725" cy="358775"/>
            </a:xfrm>
            <a:custGeom>
              <a:avLst/>
              <a:gdLst>
                <a:gd name="T0" fmla="*/ 125 w 125"/>
                <a:gd name="T1" fmla="*/ 132 h 132"/>
                <a:gd name="T2" fmla="*/ 51 w 125"/>
                <a:gd name="T3" fmla="*/ 71 h 132"/>
                <a:gd name="T4" fmla="*/ 0 w 125"/>
                <a:gd name="T5" fmla="*/ 68 h 132"/>
                <a:gd name="T6" fmla="*/ 74 w 125"/>
                <a:gd name="T7" fmla="*/ 0 h 132"/>
                <a:gd name="T8" fmla="*/ 125 w 125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32">
                  <a:moveTo>
                    <a:pt x="125" y="132"/>
                  </a:moveTo>
                  <a:cubicBezTo>
                    <a:pt x="103" y="99"/>
                    <a:pt x="79" y="80"/>
                    <a:pt x="51" y="71"/>
                  </a:cubicBezTo>
                  <a:cubicBezTo>
                    <a:pt x="37" y="67"/>
                    <a:pt x="13" y="62"/>
                    <a:pt x="0" y="68"/>
                  </a:cubicBezTo>
                  <a:cubicBezTo>
                    <a:pt x="25" y="40"/>
                    <a:pt x="51" y="26"/>
                    <a:pt x="74" y="0"/>
                  </a:cubicBezTo>
                  <a:cubicBezTo>
                    <a:pt x="74" y="76"/>
                    <a:pt x="125" y="89"/>
                    <a:pt x="125" y="132"/>
                  </a:cubicBezTo>
                  <a:close/>
                </a:path>
              </a:pathLst>
            </a:custGeom>
            <a:solidFill>
              <a:srgbClr val="E1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3" name="Freeform 190"/>
            <p:cNvSpPr>
              <a:spLocks/>
            </p:cNvSpPr>
            <p:nvPr/>
          </p:nvSpPr>
          <p:spPr bwMode="auto">
            <a:xfrm>
              <a:off x="5688013" y="5884863"/>
              <a:ext cx="301625" cy="358775"/>
            </a:xfrm>
            <a:custGeom>
              <a:avLst/>
              <a:gdLst>
                <a:gd name="T0" fmla="*/ 111 w 111"/>
                <a:gd name="T1" fmla="*/ 132 h 132"/>
                <a:gd name="T2" fmla="*/ 40 w 111"/>
                <a:gd name="T3" fmla="*/ 58 h 132"/>
                <a:gd name="T4" fmla="*/ 0 w 111"/>
                <a:gd name="T5" fmla="*/ 61 h 132"/>
                <a:gd name="T6" fmla="*/ 60 w 111"/>
                <a:gd name="T7" fmla="*/ 0 h 132"/>
                <a:gd name="T8" fmla="*/ 111 w 111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132">
                  <a:moveTo>
                    <a:pt x="111" y="132"/>
                  </a:moveTo>
                  <a:cubicBezTo>
                    <a:pt x="94" y="97"/>
                    <a:pt x="68" y="67"/>
                    <a:pt x="40" y="58"/>
                  </a:cubicBezTo>
                  <a:cubicBezTo>
                    <a:pt x="26" y="54"/>
                    <a:pt x="13" y="55"/>
                    <a:pt x="0" y="61"/>
                  </a:cubicBezTo>
                  <a:cubicBezTo>
                    <a:pt x="25" y="33"/>
                    <a:pt x="37" y="17"/>
                    <a:pt x="60" y="0"/>
                  </a:cubicBezTo>
                  <a:cubicBezTo>
                    <a:pt x="60" y="76"/>
                    <a:pt x="111" y="89"/>
                    <a:pt x="111" y="1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4" name="Freeform 191"/>
            <p:cNvSpPr>
              <a:spLocks/>
            </p:cNvSpPr>
            <p:nvPr/>
          </p:nvSpPr>
          <p:spPr bwMode="auto">
            <a:xfrm>
              <a:off x="5360988" y="4964113"/>
              <a:ext cx="744538" cy="1214438"/>
            </a:xfrm>
            <a:custGeom>
              <a:avLst/>
              <a:gdLst>
                <a:gd name="T0" fmla="*/ 136 w 274"/>
                <a:gd name="T1" fmla="*/ 447 h 447"/>
                <a:gd name="T2" fmla="*/ 274 w 274"/>
                <a:gd name="T3" fmla="*/ 57 h 447"/>
                <a:gd name="T4" fmla="*/ 136 w 274"/>
                <a:gd name="T5" fmla="*/ 447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4" h="447">
                  <a:moveTo>
                    <a:pt x="136" y="447"/>
                  </a:moveTo>
                  <a:cubicBezTo>
                    <a:pt x="65" y="11"/>
                    <a:pt x="241" y="55"/>
                    <a:pt x="274" y="57"/>
                  </a:cubicBezTo>
                  <a:cubicBezTo>
                    <a:pt x="225" y="4"/>
                    <a:pt x="0" y="0"/>
                    <a:pt x="136" y="447"/>
                  </a:cubicBezTo>
                  <a:close/>
                </a:path>
              </a:pathLst>
            </a:custGeom>
            <a:solidFill>
              <a:srgbClr val="FFF2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Freeform 192"/>
            <p:cNvSpPr>
              <a:spLocks/>
            </p:cNvSpPr>
            <p:nvPr/>
          </p:nvSpPr>
          <p:spPr bwMode="auto">
            <a:xfrm>
              <a:off x="5608638" y="6015038"/>
              <a:ext cx="293688" cy="565150"/>
            </a:xfrm>
            <a:custGeom>
              <a:avLst/>
              <a:gdLst>
                <a:gd name="T0" fmla="*/ 29 w 108"/>
                <a:gd name="T1" fmla="*/ 0 h 208"/>
                <a:gd name="T2" fmla="*/ 0 w 108"/>
                <a:gd name="T3" fmla="*/ 58 h 208"/>
                <a:gd name="T4" fmla="*/ 84 w 108"/>
                <a:gd name="T5" fmla="*/ 82 h 208"/>
                <a:gd name="T6" fmla="*/ 34 w 108"/>
                <a:gd name="T7" fmla="*/ 131 h 208"/>
                <a:gd name="T8" fmla="*/ 98 w 108"/>
                <a:gd name="T9" fmla="*/ 207 h 208"/>
                <a:gd name="T10" fmla="*/ 108 w 108"/>
                <a:gd name="T11" fmla="*/ 208 h 208"/>
                <a:gd name="T12" fmla="*/ 46 w 108"/>
                <a:gd name="T13" fmla="*/ 129 h 208"/>
                <a:gd name="T14" fmla="*/ 99 w 108"/>
                <a:gd name="T15" fmla="*/ 84 h 208"/>
                <a:gd name="T16" fmla="*/ 9 w 108"/>
                <a:gd name="T17" fmla="*/ 44 h 208"/>
                <a:gd name="T18" fmla="*/ 29 w 108"/>
                <a:gd name="T1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208">
                  <a:moveTo>
                    <a:pt x="29" y="0"/>
                  </a:moveTo>
                  <a:cubicBezTo>
                    <a:pt x="11" y="11"/>
                    <a:pt x="3" y="38"/>
                    <a:pt x="0" y="58"/>
                  </a:cubicBezTo>
                  <a:cubicBezTo>
                    <a:pt x="36" y="51"/>
                    <a:pt x="77" y="72"/>
                    <a:pt x="84" y="82"/>
                  </a:cubicBezTo>
                  <a:cubicBezTo>
                    <a:pt x="56" y="97"/>
                    <a:pt x="49" y="111"/>
                    <a:pt x="34" y="131"/>
                  </a:cubicBezTo>
                  <a:cubicBezTo>
                    <a:pt x="47" y="148"/>
                    <a:pt x="74" y="174"/>
                    <a:pt x="98" y="207"/>
                  </a:cubicBezTo>
                  <a:cubicBezTo>
                    <a:pt x="101" y="208"/>
                    <a:pt x="104" y="208"/>
                    <a:pt x="108" y="208"/>
                  </a:cubicBezTo>
                  <a:cubicBezTo>
                    <a:pt x="86" y="173"/>
                    <a:pt x="60" y="147"/>
                    <a:pt x="46" y="129"/>
                  </a:cubicBezTo>
                  <a:cubicBezTo>
                    <a:pt x="61" y="110"/>
                    <a:pt x="72" y="99"/>
                    <a:pt x="99" y="84"/>
                  </a:cubicBezTo>
                  <a:cubicBezTo>
                    <a:pt x="92" y="74"/>
                    <a:pt x="45" y="36"/>
                    <a:pt x="9" y="44"/>
                  </a:cubicBezTo>
                  <a:cubicBezTo>
                    <a:pt x="13" y="23"/>
                    <a:pt x="15" y="15"/>
                    <a:pt x="29" y="0"/>
                  </a:cubicBez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Freeform 193"/>
            <p:cNvSpPr>
              <a:spLocks/>
            </p:cNvSpPr>
            <p:nvPr/>
          </p:nvSpPr>
          <p:spPr bwMode="auto">
            <a:xfrm>
              <a:off x="6078538" y="6015038"/>
              <a:ext cx="290513" cy="565150"/>
            </a:xfrm>
            <a:custGeom>
              <a:avLst/>
              <a:gdLst>
                <a:gd name="T0" fmla="*/ 79 w 107"/>
                <a:gd name="T1" fmla="*/ 0 h 208"/>
                <a:gd name="T2" fmla="*/ 107 w 107"/>
                <a:gd name="T3" fmla="*/ 58 h 208"/>
                <a:gd name="T4" fmla="*/ 24 w 107"/>
                <a:gd name="T5" fmla="*/ 82 h 208"/>
                <a:gd name="T6" fmla="*/ 74 w 107"/>
                <a:gd name="T7" fmla="*/ 131 h 208"/>
                <a:gd name="T8" fmla="*/ 10 w 107"/>
                <a:gd name="T9" fmla="*/ 207 h 208"/>
                <a:gd name="T10" fmla="*/ 0 w 107"/>
                <a:gd name="T11" fmla="*/ 208 h 208"/>
                <a:gd name="T12" fmla="*/ 61 w 107"/>
                <a:gd name="T13" fmla="*/ 129 h 208"/>
                <a:gd name="T14" fmla="*/ 8 w 107"/>
                <a:gd name="T15" fmla="*/ 84 h 208"/>
                <a:gd name="T16" fmla="*/ 98 w 107"/>
                <a:gd name="T17" fmla="*/ 44 h 208"/>
                <a:gd name="T18" fmla="*/ 79 w 107"/>
                <a:gd name="T1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" h="208">
                  <a:moveTo>
                    <a:pt x="79" y="0"/>
                  </a:moveTo>
                  <a:cubicBezTo>
                    <a:pt x="97" y="11"/>
                    <a:pt x="105" y="38"/>
                    <a:pt x="107" y="58"/>
                  </a:cubicBezTo>
                  <a:cubicBezTo>
                    <a:pt x="71" y="51"/>
                    <a:pt x="31" y="72"/>
                    <a:pt x="24" y="82"/>
                  </a:cubicBezTo>
                  <a:cubicBezTo>
                    <a:pt x="51" y="97"/>
                    <a:pt x="59" y="111"/>
                    <a:pt x="74" y="131"/>
                  </a:cubicBezTo>
                  <a:cubicBezTo>
                    <a:pt x="61" y="148"/>
                    <a:pt x="34" y="174"/>
                    <a:pt x="10" y="207"/>
                  </a:cubicBezTo>
                  <a:cubicBezTo>
                    <a:pt x="6" y="208"/>
                    <a:pt x="3" y="208"/>
                    <a:pt x="0" y="208"/>
                  </a:cubicBezTo>
                  <a:cubicBezTo>
                    <a:pt x="22" y="173"/>
                    <a:pt x="48" y="147"/>
                    <a:pt x="61" y="129"/>
                  </a:cubicBezTo>
                  <a:cubicBezTo>
                    <a:pt x="46" y="110"/>
                    <a:pt x="36" y="99"/>
                    <a:pt x="8" y="84"/>
                  </a:cubicBezTo>
                  <a:cubicBezTo>
                    <a:pt x="15" y="74"/>
                    <a:pt x="62" y="36"/>
                    <a:pt x="98" y="44"/>
                  </a:cubicBezTo>
                  <a:cubicBezTo>
                    <a:pt x="95" y="23"/>
                    <a:pt x="93" y="15"/>
                    <a:pt x="79" y="0"/>
                  </a:cubicBez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7" name="Freeform 194"/>
            <p:cNvSpPr>
              <a:spLocks/>
            </p:cNvSpPr>
            <p:nvPr/>
          </p:nvSpPr>
          <p:spPr bwMode="auto">
            <a:xfrm>
              <a:off x="5967413" y="6259513"/>
              <a:ext cx="26988" cy="327025"/>
            </a:xfrm>
            <a:custGeom>
              <a:avLst/>
              <a:gdLst>
                <a:gd name="T0" fmla="*/ 7 w 10"/>
                <a:gd name="T1" fmla="*/ 120 h 120"/>
                <a:gd name="T2" fmla="*/ 10 w 10"/>
                <a:gd name="T3" fmla="*/ 0 h 120"/>
                <a:gd name="T4" fmla="*/ 2 w 10"/>
                <a:gd name="T5" fmla="*/ 120 h 120"/>
                <a:gd name="T6" fmla="*/ 7 w 10"/>
                <a:gd name="T7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20">
                  <a:moveTo>
                    <a:pt x="7" y="120"/>
                  </a:moveTo>
                  <a:cubicBezTo>
                    <a:pt x="6" y="79"/>
                    <a:pt x="7" y="29"/>
                    <a:pt x="10" y="0"/>
                  </a:cubicBezTo>
                  <a:cubicBezTo>
                    <a:pt x="1" y="31"/>
                    <a:pt x="0" y="80"/>
                    <a:pt x="2" y="120"/>
                  </a:cubicBezTo>
                  <a:cubicBezTo>
                    <a:pt x="4" y="120"/>
                    <a:pt x="5" y="120"/>
                    <a:pt x="7" y="120"/>
                  </a:cubicBez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8" name="Freeform 195"/>
            <p:cNvSpPr>
              <a:spLocks noEditPoints="1"/>
            </p:cNvSpPr>
            <p:nvPr/>
          </p:nvSpPr>
          <p:spPr bwMode="auto">
            <a:xfrm>
              <a:off x="5726113" y="5383213"/>
              <a:ext cx="523875" cy="122238"/>
            </a:xfrm>
            <a:custGeom>
              <a:avLst/>
              <a:gdLst>
                <a:gd name="T0" fmla="*/ 146 w 193"/>
                <a:gd name="T1" fmla="*/ 44 h 45"/>
                <a:gd name="T2" fmla="*/ 156 w 193"/>
                <a:gd name="T3" fmla="*/ 43 h 45"/>
                <a:gd name="T4" fmla="*/ 193 w 193"/>
                <a:gd name="T5" fmla="*/ 28 h 45"/>
                <a:gd name="T6" fmla="*/ 193 w 193"/>
                <a:gd name="T7" fmla="*/ 3 h 45"/>
                <a:gd name="T8" fmla="*/ 146 w 193"/>
                <a:gd name="T9" fmla="*/ 3 h 45"/>
                <a:gd name="T10" fmla="*/ 146 w 193"/>
                <a:gd name="T11" fmla="*/ 7 h 45"/>
                <a:gd name="T12" fmla="*/ 185 w 193"/>
                <a:gd name="T13" fmla="*/ 10 h 45"/>
                <a:gd name="T14" fmla="*/ 181 w 193"/>
                <a:gd name="T15" fmla="*/ 30 h 45"/>
                <a:gd name="T16" fmla="*/ 150 w 193"/>
                <a:gd name="T17" fmla="*/ 40 h 45"/>
                <a:gd name="T18" fmla="*/ 146 w 193"/>
                <a:gd name="T19" fmla="*/ 41 h 45"/>
                <a:gd name="T20" fmla="*/ 146 w 193"/>
                <a:gd name="T21" fmla="*/ 44 h 45"/>
                <a:gd name="T22" fmla="*/ 47 w 193"/>
                <a:gd name="T23" fmla="*/ 44 h 45"/>
                <a:gd name="T24" fmla="*/ 78 w 193"/>
                <a:gd name="T25" fmla="*/ 42 h 45"/>
                <a:gd name="T26" fmla="*/ 88 w 193"/>
                <a:gd name="T27" fmla="*/ 24 h 45"/>
                <a:gd name="T28" fmla="*/ 105 w 193"/>
                <a:gd name="T29" fmla="*/ 25 h 45"/>
                <a:gd name="T30" fmla="*/ 115 w 193"/>
                <a:gd name="T31" fmla="*/ 42 h 45"/>
                <a:gd name="T32" fmla="*/ 146 w 193"/>
                <a:gd name="T33" fmla="*/ 44 h 45"/>
                <a:gd name="T34" fmla="*/ 146 w 193"/>
                <a:gd name="T35" fmla="*/ 41 h 45"/>
                <a:gd name="T36" fmla="*/ 119 w 193"/>
                <a:gd name="T37" fmla="*/ 38 h 45"/>
                <a:gd name="T38" fmla="*/ 109 w 193"/>
                <a:gd name="T39" fmla="*/ 18 h 45"/>
                <a:gd name="T40" fmla="*/ 144 w 193"/>
                <a:gd name="T41" fmla="*/ 8 h 45"/>
                <a:gd name="T42" fmla="*/ 146 w 193"/>
                <a:gd name="T43" fmla="*/ 7 h 45"/>
                <a:gd name="T44" fmla="*/ 146 w 193"/>
                <a:gd name="T45" fmla="*/ 3 h 45"/>
                <a:gd name="T46" fmla="*/ 141 w 193"/>
                <a:gd name="T47" fmla="*/ 4 h 45"/>
                <a:gd name="T48" fmla="*/ 98 w 193"/>
                <a:gd name="T49" fmla="*/ 11 h 45"/>
                <a:gd name="T50" fmla="*/ 52 w 193"/>
                <a:gd name="T51" fmla="*/ 4 h 45"/>
                <a:gd name="T52" fmla="*/ 47 w 193"/>
                <a:gd name="T53" fmla="*/ 3 h 45"/>
                <a:gd name="T54" fmla="*/ 47 w 193"/>
                <a:gd name="T55" fmla="*/ 7 h 45"/>
                <a:gd name="T56" fmla="*/ 49 w 193"/>
                <a:gd name="T57" fmla="*/ 7 h 45"/>
                <a:gd name="T58" fmla="*/ 84 w 193"/>
                <a:gd name="T59" fmla="*/ 18 h 45"/>
                <a:gd name="T60" fmla="*/ 74 w 193"/>
                <a:gd name="T61" fmla="*/ 38 h 45"/>
                <a:gd name="T62" fmla="*/ 47 w 193"/>
                <a:gd name="T63" fmla="*/ 40 h 45"/>
                <a:gd name="T64" fmla="*/ 47 w 193"/>
                <a:gd name="T65" fmla="*/ 44 h 45"/>
                <a:gd name="T66" fmla="*/ 0 w 193"/>
                <a:gd name="T67" fmla="*/ 3 h 45"/>
                <a:gd name="T68" fmla="*/ 0 w 193"/>
                <a:gd name="T69" fmla="*/ 28 h 45"/>
                <a:gd name="T70" fmla="*/ 37 w 193"/>
                <a:gd name="T71" fmla="*/ 43 h 45"/>
                <a:gd name="T72" fmla="*/ 47 w 193"/>
                <a:gd name="T73" fmla="*/ 44 h 45"/>
                <a:gd name="T74" fmla="*/ 47 w 193"/>
                <a:gd name="T75" fmla="*/ 40 h 45"/>
                <a:gd name="T76" fmla="*/ 43 w 193"/>
                <a:gd name="T77" fmla="*/ 40 h 45"/>
                <a:gd name="T78" fmla="*/ 12 w 193"/>
                <a:gd name="T79" fmla="*/ 30 h 45"/>
                <a:gd name="T80" fmla="*/ 8 w 193"/>
                <a:gd name="T81" fmla="*/ 10 h 45"/>
                <a:gd name="T82" fmla="*/ 47 w 193"/>
                <a:gd name="T83" fmla="*/ 7 h 45"/>
                <a:gd name="T84" fmla="*/ 47 w 193"/>
                <a:gd name="T85" fmla="*/ 3 h 45"/>
                <a:gd name="T86" fmla="*/ 0 w 193"/>
                <a:gd name="T8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3" h="45">
                  <a:moveTo>
                    <a:pt x="146" y="44"/>
                  </a:moveTo>
                  <a:cubicBezTo>
                    <a:pt x="150" y="44"/>
                    <a:pt x="153" y="43"/>
                    <a:pt x="156" y="43"/>
                  </a:cubicBezTo>
                  <a:cubicBezTo>
                    <a:pt x="172" y="42"/>
                    <a:pt x="192" y="32"/>
                    <a:pt x="193" y="28"/>
                  </a:cubicBezTo>
                  <a:cubicBezTo>
                    <a:pt x="193" y="24"/>
                    <a:pt x="192" y="7"/>
                    <a:pt x="193" y="3"/>
                  </a:cubicBezTo>
                  <a:cubicBezTo>
                    <a:pt x="193" y="0"/>
                    <a:pt x="164" y="1"/>
                    <a:pt x="146" y="3"/>
                  </a:cubicBezTo>
                  <a:cubicBezTo>
                    <a:pt x="146" y="7"/>
                    <a:pt x="146" y="7"/>
                    <a:pt x="146" y="7"/>
                  </a:cubicBezTo>
                  <a:cubicBezTo>
                    <a:pt x="160" y="6"/>
                    <a:pt x="185" y="5"/>
                    <a:pt x="185" y="10"/>
                  </a:cubicBezTo>
                  <a:cubicBezTo>
                    <a:pt x="185" y="13"/>
                    <a:pt x="185" y="26"/>
                    <a:pt x="181" y="30"/>
                  </a:cubicBezTo>
                  <a:cubicBezTo>
                    <a:pt x="177" y="35"/>
                    <a:pt x="163" y="38"/>
                    <a:pt x="150" y="40"/>
                  </a:cubicBezTo>
                  <a:cubicBezTo>
                    <a:pt x="149" y="40"/>
                    <a:pt x="148" y="40"/>
                    <a:pt x="146" y="41"/>
                  </a:cubicBezTo>
                  <a:lnTo>
                    <a:pt x="146" y="44"/>
                  </a:lnTo>
                  <a:close/>
                  <a:moveTo>
                    <a:pt x="47" y="44"/>
                  </a:moveTo>
                  <a:cubicBezTo>
                    <a:pt x="60" y="45"/>
                    <a:pt x="75" y="45"/>
                    <a:pt x="78" y="42"/>
                  </a:cubicBezTo>
                  <a:cubicBezTo>
                    <a:pt x="81" y="39"/>
                    <a:pt x="87" y="27"/>
                    <a:pt x="88" y="24"/>
                  </a:cubicBezTo>
                  <a:cubicBezTo>
                    <a:pt x="89" y="21"/>
                    <a:pt x="104" y="21"/>
                    <a:pt x="105" y="25"/>
                  </a:cubicBezTo>
                  <a:cubicBezTo>
                    <a:pt x="106" y="28"/>
                    <a:pt x="112" y="39"/>
                    <a:pt x="115" y="42"/>
                  </a:cubicBezTo>
                  <a:cubicBezTo>
                    <a:pt x="118" y="45"/>
                    <a:pt x="133" y="45"/>
                    <a:pt x="146" y="44"/>
                  </a:cubicBezTo>
                  <a:cubicBezTo>
                    <a:pt x="146" y="41"/>
                    <a:pt x="146" y="41"/>
                    <a:pt x="146" y="41"/>
                  </a:cubicBezTo>
                  <a:cubicBezTo>
                    <a:pt x="135" y="42"/>
                    <a:pt x="124" y="41"/>
                    <a:pt x="119" y="38"/>
                  </a:cubicBezTo>
                  <a:cubicBezTo>
                    <a:pt x="113" y="36"/>
                    <a:pt x="107" y="22"/>
                    <a:pt x="109" y="18"/>
                  </a:cubicBezTo>
                  <a:cubicBezTo>
                    <a:pt x="111" y="14"/>
                    <a:pt x="131" y="9"/>
                    <a:pt x="144" y="8"/>
                  </a:cubicBezTo>
                  <a:cubicBezTo>
                    <a:pt x="145" y="7"/>
                    <a:pt x="146" y="7"/>
                    <a:pt x="146" y="7"/>
                  </a:cubicBezTo>
                  <a:cubicBezTo>
                    <a:pt x="146" y="3"/>
                    <a:pt x="146" y="3"/>
                    <a:pt x="146" y="3"/>
                  </a:cubicBezTo>
                  <a:cubicBezTo>
                    <a:pt x="144" y="3"/>
                    <a:pt x="142" y="4"/>
                    <a:pt x="141" y="4"/>
                  </a:cubicBezTo>
                  <a:cubicBezTo>
                    <a:pt x="121" y="7"/>
                    <a:pt x="108" y="10"/>
                    <a:pt x="98" y="11"/>
                  </a:cubicBezTo>
                  <a:cubicBezTo>
                    <a:pt x="86" y="11"/>
                    <a:pt x="75" y="7"/>
                    <a:pt x="52" y="4"/>
                  </a:cubicBezTo>
                  <a:cubicBezTo>
                    <a:pt x="51" y="4"/>
                    <a:pt x="49" y="3"/>
                    <a:pt x="47" y="3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8" y="7"/>
                    <a:pt x="49" y="7"/>
                  </a:cubicBezTo>
                  <a:cubicBezTo>
                    <a:pt x="62" y="9"/>
                    <a:pt x="82" y="13"/>
                    <a:pt x="84" y="18"/>
                  </a:cubicBezTo>
                  <a:cubicBezTo>
                    <a:pt x="87" y="22"/>
                    <a:pt x="80" y="35"/>
                    <a:pt x="74" y="38"/>
                  </a:cubicBezTo>
                  <a:cubicBezTo>
                    <a:pt x="69" y="40"/>
                    <a:pt x="58" y="41"/>
                    <a:pt x="47" y="40"/>
                  </a:cubicBezTo>
                  <a:lnTo>
                    <a:pt x="47" y="44"/>
                  </a:lnTo>
                  <a:close/>
                  <a:moveTo>
                    <a:pt x="0" y="3"/>
                  </a:moveTo>
                  <a:cubicBezTo>
                    <a:pt x="1" y="7"/>
                    <a:pt x="0" y="24"/>
                    <a:pt x="0" y="28"/>
                  </a:cubicBezTo>
                  <a:cubicBezTo>
                    <a:pt x="1" y="32"/>
                    <a:pt x="21" y="42"/>
                    <a:pt x="37" y="43"/>
                  </a:cubicBezTo>
                  <a:cubicBezTo>
                    <a:pt x="40" y="43"/>
                    <a:pt x="43" y="44"/>
                    <a:pt x="47" y="44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5" y="40"/>
                    <a:pt x="44" y="40"/>
                    <a:pt x="43" y="40"/>
                  </a:cubicBezTo>
                  <a:cubicBezTo>
                    <a:pt x="30" y="38"/>
                    <a:pt x="17" y="35"/>
                    <a:pt x="12" y="30"/>
                  </a:cubicBezTo>
                  <a:cubicBezTo>
                    <a:pt x="8" y="26"/>
                    <a:pt x="8" y="13"/>
                    <a:pt x="8" y="10"/>
                  </a:cubicBezTo>
                  <a:cubicBezTo>
                    <a:pt x="8" y="5"/>
                    <a:pt x="33" y="6"/>
                    <a:pt x="47" y="7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29" y="1"/>
                    <a:pt x="0" y="0"/>
                    <a:pt x="0" y="3"/>
                  </a:cubicBezTo>
                  <a:close/>
                </a:path>
              </a:pathLst>
            </a:custGeom>
            <a:solidFill>
              <a:srgbClr val="C74A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9" name="Freeform 196"/>
            <p:cNvSpPr>
              <a:spLocks/>
            </p:cNvSpPr>
            <p:nvPr/>
          </p:nvSpPr>
          <p:spPr bwMode="auto">
            <a:xfrm>
              <a:off x="5641976" y="5029201"/>
              <a:ext cx="692150" cy="331788"/>
            </a:xfrm>
            <a:custGeom>
              <a:avLst/>
              <a:gdLst>
                <a:gd name="T0" fmla="*/ 0 w 255"/>
                <a:gd name="T1" fmla="*/ 122 h 122"/>
                <a:gd name="T2" fmla="*/ 38 w 255"/>
                <a:gd name="T3" fmla="*/ 36 h 122"/>
                <a:gd name="T4" fmla="*/ 128 w 255"/>
                <a:gd name="T5" fmla="*/ 0 h 122"/>
                <a:gd name="T6" fmla="*/ 218 w 255"/>
                <a:gd name="T7" fmla="*/ 36 h 122"/>
                <a:gd name="T8" fmla="*/ 255 w 255"/>
                <a:gd name="T9" fmla="*/ 122 h 122"/>
                <a:gd name="T10" fmla="*/ 246 w 255"/>
                <a:gd name="T11" fmla="*/ 122 h 122"/>
                <a:gd name="T12" fmla="*/ 212 w 255"/>
                <a:gd name="T13" fmla="*/ 42 h 122"/>
                <a:gd name="T14" fmla="*/ 128 w 255"/>
                <a:gd name="T15" fmla="*/ 9 h 122"/>
                <a:gd name="T16" fmla="*/ 43 w 255"/>
                <a:gd name="T17" fmla="*/ 42 h 122"/>
                <a:gd name="T18" fmla="*/ 9 w 255"/>
                <a:gd name="T19" fmla="*/ 122 h 122"/>
                <a:gd name="T20" fmla="*/ 0 w 255"/>
                <a:gd name="T21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5" h="122">
                  <a:moveTo>
                    <a:pt x="0" y="122"/>
                  </a:moveTo>
                  <a:cubicBezTo>
                    <a:pt x="0" y="88"/>
                    <a:pt x="14" y="58"/>
                    <a:pt x="38" y="36"/>
                  </a:cubicBezTo>
                  <a:cubicBezTo>
                    <a:pt x="61" y="14"/>
                    <a:pt x="92" y="0"/>
                    <a:pt x="128" y="0"/>
                  </a:cubicBezTo>
                  <a:cubicBezTo>
                    <a:pt x="163" y="0"/>
                    <a:pt x="195" y="14"/>
                    <a:pt x="218" y="36"/>
                  </a:cubicBezTo>
                  <a:cubicBezTo>
                    <a:pt x="241" y="58"/>
                    <a:pt x="255" y="88"/>
                    <a:pt x="255" y="122"/>
                  </a:cubicBezTo>
                  <a:cubicBezTo>
                    <a:pt x="246" y="122"/>
                    <a:pt x="246" y="122"/>
                    <a:pt x="246" y="122"/>
                  </a:cubicBezTo>
                  <a:cubicBezTo>
                    <a:pt x="246" y="91"/>
                    <a:pt x="233" y="63"/>
                    <a:pt x="212" y="42"/>
                  </a:cubicBezTo>
                  <a:cubicBezTo>
                    <a:pt x="190" y="22"/>
                    <a:pt x="160" y="9"/>
                    <a:pt x="128" y="9"/>
                  </a:cubicBezTo>
                  <a:cubicBezTo>
                    <a:pt x="95" y="9"/>
                    <a:pt x="65" y="22"/>
                    <a:pt x="43" y="42"/>
                  </a:cubicBezTo>
                  <a:cubicBezTo>
                    <a:pt x="22" y="63"/>
                    <a:pt x="9" y="91"/>
                    <a:pt x="9" y="122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0" name="Freeform 197"/>
            <p:cNvSpPr>
              <a:spLocks/>
            </p:cNvSpPr>
            <p:nvPr/>
          </p:nvSpPr>
          <p:spPr bwMode="auto">
            <a:xfrm>
              <a:off x="5619751" y="5353051"/>
              <a:ext cx="57150" cy="144463"/>
            </a:xfrm>
            <a:custGeom>
              <a:avLst/>
              <a:gdLst>
                <a:gd name="T0" fmla="*/ 11 w 21"/>
                <a:gd name="T1" fmla="*/ 0 h 53"/>
                <a:gd name="T2" fmla="*/ 11 w 21"/>
                <a:gd name="T3" fmla="*/ 0 h 53"/>
                <a:gd name="T4" fmla="*/ 21 w 21"/>
                <a:gd name="T5" fmla="*/ 10 h 53"/>
                <a:gd name="T6" fmla="*/ 21 w 21"/>
                <a:gd name="T7" fmla="*/ 42 h 53"/>
                <a:gd name="T8" fmla="*/ 11 w 21"/>
                <a:gd name="T9" fmla="*/ 53 h 53"/>
                <a:gd name="T10" fmla="*/ 11 w 21"/>
                <a:gd name="T11" fmla="*/ 53 h 53"/>
                <a:gd name="T12" fmla="*/ 0 w 21"/>
                <a:gd name="T13" fmla="*/ 42 h 53"/>
                <a:gd name="T14" fmla="*/ 0 w 21"/>
                <a:gd name="T15" fmla="*/ 10 h 53"/>
                <a:gd name="T16" fmla="*/ 11 w 21"/>
                <a:gd name="T1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53"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7" y="0"/>
                    <a:pt x="21" y="5"/>
                    <a:pt x="21" y="10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1" y="48"/>
                    <a:pt x="17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5" y="53"/>
                    <a:pt x="0" y="48"/>
                    <a:pt x="0" y="4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5" y="0"/>
                    <a:pt x="11" y="0"/>
                  </a:cubicBez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1" name="Freeform 198"/>
            <p:cNvSpPr>
              <a:spLocks/>
            </p:cNvSpPr>
            <p:nvPr/>
          </p:nvSpPr>
          <p:spPr bwMode="auto">
            <a:xfrm>
              <a:off x="6299201" y="5353051"/>
              <a:ext cx="57150" cy="144463"/>
            </a:xfrm>
            <a:custGeom>
              <a:avLst/>
              <a:gdLst>
                <a:gd name="T0" fmla="*/ 10 w 21"/>
                <a:gd name="T1" fmla="*/ 0 h 53"/>
                <a:gd name="T2" fmla="*/ 10 w 21"/>
                <a:gd name="T3" fmla="*/ 0 h 53"/>
                <a:gd name="T4" fmla="*/ 21 w 21"/>
                <a:gd name="T5" fmla="*/ 10 h 53"/>
                <a:gd name="T6" fmla="*/ 21 w 21"/>
                <a:gd name="T7" fmla="*/ 42 h 53"/>
                <a:gd name="T8" fmla="*/ 10 w 21"/>
                <a:gd name="T9" fmla="*/ 53 h 53"/>
                <a:gd name="T10" fmla="*/ 10 w 21"/>
                <a:gd name="T11" fmla="*/ 53 h 53"/>
                <a:gd name="T12" fmla="*/ 0 w 21"/>
                <a:gd name="T13" fmla="*/ 42 h 53"/>
                <a:gd name="T14" fmla="*/ 0 w 21"/>
                <a:gd name="T15" fmla="*/ 10 h 53"/>
                <a:gd name="T16" fmla="*/ 10 w 21"/>
                <a:gd name="T1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53"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6" y="0"/>
                    <a:pt x="21" y="5"/>
                    <a:pt x="21" y="10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1" y="48"/>
                    <a:pt x="16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5" y="53"/>
                    <a:pt x="0" y="48"/>
                    <a:pt x="0" y="4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2" name="Freeform 199"/>
            <p:cNvSpPr>
              <a:spLocks/>
            </p:cNvSpPr>
            <p:nvPr/>
          </p:nvSpPr>
          <p:spPr bwMode="auto">
            <a:xfrm>
              <a:off x="5635626" y="5497513"/>
              <a:ext cx="266700" cy="233363"/>
            </a:xfrm>
            <a:custGeom>
              <a:avLst/>
              <a:gdLst>
                <a:gd name="T0" fmla="*/ 9 w 98"/>
                <a:gd name="T1" fmla="*/ 0 h 86"/>
                <a:gd name="T2" fmla="*/ 37 w 98"/>
                <a:gd name="T3" fmla="*/ 53 h 86"/>
                <a:gd name="T4" fmla="*/ 98 w 98"/>
                <a:gd name="T5" fmla="*/ 78 h 86"/>
                <a:gd name="T6" fmla="*/ 98 w 98"/>
                <a:gd name="T7" fmla="*/ 86 h 86"/>
                <a:gd name="T8" fmla="*/ 32 w 98"/>
                <a:gd name="T9" fmla="*/ 60 h 86"/>
                <a:gd name="T10" fmla="*/ 0 w 98"/>
                <a:gd name="T11" fmla="*/ 0 h 86"/>
                <a:gd name="T12" fmla="*/ 9 w 98"/>
                <a:gd name="T13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86">
                  <a:moveTo>
                    <a:pt x="9" y="0"/>
                  </a:moveTo>
                  <a:cubicBezTo>
                    <a:pt x="9" y="18"/>
                    <a:pt x="20" y="38"/>
                    <a:pt x="37" y="53"/>
                  </a:cubicBezTo>
                  <a:cubicBezTo>
                    <a:pt x="53" y="67"/>
                    <a:pt x="74" y="77"/>
                    <a:pt x="98" y="78"/>
                  </a:cubicBezTo>
                  <a:cubicBezTo>
                    <a:pt x="98" y="86"/>
                    <a:pt x="98" y="86"/>
                    <a:pt x="98" y="86"/>
                  </a:cubicBezTo>
                  <a:cubicBezTo>
                    <a:pt x="72" y="86"/>
                    <a:pt x="49" y="75"/>
                    <a:pt x="32" y="60"/>
                  </a:cubicBezTo>
                  <a:cubicBezTo>
                    <a:pt x="12" y="43"/>
                    <a:pt x="0" y="20"/>
                    <a:pt x="0" y="0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3" name="Freeform 200"/>
            <p:cNvSpPr>
              <a:spLocks/>
            </p:cNvSpPr>
            <p:nvPr/>
          </p:nvSpPr>
          <p:spPr bwMode="auto">
            <a:xfrm>
              <a:off x="5829301" y="5694363"/>
              <a:ext cx="131763" cy="68263"/>
            </a:xfrm>
            <a:custGeom>
              <a:avLst/>
              <a:gdLst>
                <a:gd name="T0" fmla="*/ 30 w 49"/>
                <a:gd name="T1" fmla="*/ 21 h 25"/>
                <a:gd name="T2" fmla="*/ 9 w 49"/>
                <a:gd name="T3" fmla="*/ 14 h 25"/>
                <a:gd name="T4" fmla="*/ 12 w 49"/>
                <a:gd name="T5" fmla="*/ 0 h 25"/>
                <a:gd name="T6" fmla="*/ 34 w 49"/>
                <a:gd name="T7" fmla="*/ 1 h 25"/>
                <a:gd name="T8" fmla="*/ 30 w 49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5">
                  <a:moveTo>
                    <a:pt x="30" y="21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0" y="11"/>
                    <a:pt x="3" y="0"/>
                    <a:pt x="12" y="0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49" y="2"/>
                    <a:pt x="45" y="25"/>
                    <a:pt x="30" y="21"/>
                  </a:cubicBez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4" name="组合 243"/>
          <p:cNvGrpSpPr/>
          <p:nvPr/>
        </p:nvGrpSpPr>
        <p:grpSpPr>
          <a:xfrm>
            <a:off x="7464426" y="4622801"/>
            <a:ext cx="1960563" cy="1963738"/>
            <a:chOff x="7464426" y="4622801"/>
            <a:chExt cx="1960563" cy="1963738"/>
          </a:xfrm>
        </p:grpSpPr>
        <p:sp>
          <p:nvSpPr>
            <p:cNvPr id="235" name="Oval 202"/>
            <p:cNvSpPr>
              <a:spLocks noChangeArrowheads="1"/>
            </p:cNvSpPr>
            <p:nvPr/>
          </p:nvSpPr>
          <p:spPr bwMode="auto">
            <a:xfrm>
              <a:off x="7464426" y="4622801"/>
              <a:ext cx="1960563" cy="1963738"/>
            </a:xfrm>
            <a:prstGeom prst="ellipse">
              <a:avLst/>
            </a:prstGeom>
            <a:solidFill>
              <a:srgbClr val="6BB3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6" name="Freeform 203"/>
            <p:cNvSpPr>
              <a:spLocks/>
            </p:cNvSpPr>
            <p:nvPr/>
          </p:nvSpPr>
          <p:spPr bwMode="auto">
            <a:xfrm>
              <a:off x="7881938" y="5919788"/>
              <a:ext cx="1122363" cy="647700"/>
            </a:xfrm>
            <a:custGeom>
              <a:avLst/>
              <a:gdLst>
                <a:gd name="T0" fmla="*/ 72 w 413"/>
                <a:gd name="T1" fmla="*/ 49 h 238"/>
                <a:gd name="T2" fmla="*/ 0 w 413"/>
                <a:gd name="T3" fmla="*/ 180 h 238"/>
                <a:gd name="T4" fmla="*/ 88 w 413"/>
                <a:gd name="T5" fmla="*/ 225 h 238"/>
                <a:gd name="T6" fmla="*/ 207 w 413"/>
                <a:gd name="T7" fmla="*/ 226 h 238"/>
                <a:gd name="T8" fmla="*/ 324 w 413"/>
                <a:gd name="T9" fmla="*/ 225 h 238"/>
                <a:gd name="T10" fmla="*/ 413 w 413"/>
                <a:gd name="T11" fmla="*/ 180 h 238"/>
                <a:gd name="T12" fmla="*/ 342 w 413"/>
                <a:gd name="T13" fmla="*/ 49 h 238"/>
                <a:gd name="T14" fmla="*/ 206 w 413"/>
                <a:gd name="T15" fmla="*/ 0 h 238"/>
                <a:gd name="T16" fmla="*/ 72 w 413"/>
                <a:gd name="T17" fmla="*/ 49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3" h="238">
                  <a:moveTo>
                    <a:pt x="72" y="49"/>
                  </a:moveTo>
                  <a:cubicBezTo>
                    <a:pt x="36" y="72"/>
                    <a:pt x="21" y="121"/>
                    <a:pt x="0" y="180"/>
                  </a:cubicBezTo>
                  <a:cubicBezTo>
                    <a:pt x="27" y="199"/>
                    <a:pt x="57" y="214"/>
                    <a:pt x="88" y="225"/>
                  </a:cubicBezTo>
                  <a:cubicBezTo>
                    <a:pt x="125" y="238"/>
                    <a:pt x="165" y="226"/>
                    <a:pt x="207" y="226"/>
                  </a:cubicBezTo>
                  <a:cubicBezTo>
                    <a:pt x="248" y="226"/>
                    <a:pt x="288" y="238"/>
                    <a:pt x="324" y="225"/>
                  </a:cubicBezTo>
                  <a:cubicBezTo>
                    <a:pt x="356" y="214"/>
                    <a:pt x="386" y="199"/>
                    <a:pt x="413" y="180"/>
                  </a:cubicBezTo>
                  <a:cubicBezTo>
                    <a:pt x="392" y="121"/>
                    <a:pt x="378" y="71"/>
                    <a:pt x="342" y="49"/>
                  </a:cubicBezTo>
                  <a:cubicBezTo>
                    <a:pt x="280" y="10"/>
                    <a:pt x="243" y="1"/>
                    <a:pt x="206" y="0"/>
                  </a:cubicBezTo>
                  <a:cubicBezTo>
                    <a:pt x="169" y="0"/>
                    <a:pt x="133" y="9"/>
                    <a:pt x="72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7" name="Freeform 204"/>
            <p:cNvSpPr>
              <a:spLocks/>
            </p:cNvSpPr>
            <p:nvPr/>
          </p:nvSpPr>
          <p:spPr bwMode="auto">
            <a:xfrm>
              <a:off x="8305801" y="5553076"/>
              <a:ext cx="276225" cy="552450"/>
            </a:xfrm>
            <a:custGeom>
              <a:avLst/>
              <a:gdLst>
                <a:gd name="T0" fmla="*/ 0 w 102"/>
                <a:gd name="T1" fmla="*/ 0 h 203"/>
                <a:gd name="T2" fmla="*/ 102 w 102"/>
                <a:gd name="T3" fmla="*/ 0 h 203"/>
                <a:gd name="T4" fmla="*/ 102 w 102"/>
                <a:gd name="T5" fmla="*/ 147 h 203"/>
                <a:gd name="T6" fmla="*/ 0 w 102"/>
                <a:gd name="T7" fmla="*/ 147 h 203"/>
                <a:gd name="T8" fmla="*/ 0 w 102"/>
                <a:gd name="T9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203">
                  <a:moveTo>
                    <a:pt x="0" y="0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102" y="147"/>
                    <a:pt x="102" y="147"/>
                    <a:pt x="102" y="147"/>
                  </a:cubicBezTo>
                  <a:cubicBezTo>
                    <a:pt x="102" y="197"/>
                    <a:pt x="0" y="203"/>
                    <a:pt x="0" y="1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206"/>
            <p:cNvSpPr>
              <a:spLocks/>
            </p:cNvSpPr>
            <p:nvPr/>
          </p:nvSpPr>
          <p:spPr bwMode="auto">
            <a:xfrm>
              <a:off x="8305801" y="5751513"/>
              <a:ext cx="276225" cy="190500"/>
            </a:xfrm>
            <a:custGeom>
              <a:avLst/>
              <a:gdLst>
                <a:gd name="T0" fmla="*/ 174 w 174"/>
                <a:gd name="T1" fmla="*/ 33 h 120"/>
                <a:gd name="T2" fmla="*/ 174 w 174"/>
                <a:gd name="T3" fmla="*/ 0 h 120"/>
                <a:gd name="T4" fmla="*/ 0 w 174"/>
                <a:gd name="T5" fmla="*/ 0 h 120"/>
                <a:gd name="T6" fmla="*/ 0 w 174"/>
                <a:gd name="T7" fmla="*/ 120 h 120"/>
                <a:gd name="T8" fmla="*/ 174 w 174"/>
                <a:gd name="T9" fmla="*/ 3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120">
                  <a:moveTo>
                    <a:pt x="174" y="33"/>
                  </a:moveTo>
                  <a:lnTo>
                    <a:pt x="174" y="0"/>
                  </a:lnTo>
                  <a:lnTo>
                    <a:pt x="0" y="0"/>
                  </a:lnTo>
                  <a:lnTo>
                    <a:pt x="0" y="120"/>
                  </a:lnTo>
                  <a:lnTo>
                    <a:pt x="174" y="33"/>
                  </a:lnTo>
                  <a:close/>
                </a:path>
              </a:pathLst>
            </a:custGeom>
            <a:solidFill>
              <a:srgbClr val="E8C5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207"/>
            <p:cNvSpPr>
              <a:spLocks/>
            </p:cNvSpPr>
            <p:nvPr/>
          </p:nvSpPr>
          <p:spPr bwMode="auto">
            <a:xfrm>
              <a:off x="7854951" y="5043488"/>
              <a:ext cx="1176338" cy="773113"/>
            </a:xfrm>
            <a:custGeom>
              <a:avLst/>
              <a:gdLst>
                <a:gd name="T0" fmla="*/ 217 w 433"/>
                <a:gd name="T1" fmla="*/ 0 h 285"/>
                <a:gd name="T2" fmla="*/ 217 w 433"/>
                <a:gd name="T3" fmla="*/ 285 h 285"/>
                <a:gd name="T4" fmla="*/ 217 w 433"/>
                <a:gd name="T5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3" h="285">
                  <a:moveTo>
                    <a:pt x="217" y="0"/>
                  </a:moveTo>
                  <a:cubicBezTo>
                    <a:pt x="433" y="0"/>
                    <a:pt x="345" y="285"/>
                    <a:pt x="217" y="285"/>
                  </a:cubicBezTo>
                  <a:cubicBezTo>
                    <a:pt x="88" y="285"/>
                    <a:pt x="0" y="0"/>
                    <a:pt x="217" y="0"/>
                  </a:cubicBezTo>
                  <a:close/>
                </a:path>
              </a:pathLst>
            </a:custGeom>
            <a:solidFill>
              <a:srgbClr val="F0CE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208"/>
            <p:cNvSpPr>
              <a:spLocks/>
            </p:cNvSpPr>
            <p:nvPr/>
          </p:nvSpPr>
          <p:spPr bwMode="auto">
            <a:xfrm>
              <a:off x="8443913" y="5043488"/>
              <a:ext cx="587375" cy="773113"/>
            </a:xfrm>
            <a:custGeom>
              <a:avLst/>
              <a:gdLst>
                <a:gd name="T0" fmla="*/ 0 w 216"/>
                <a:gd name="T1" fmla="*/ 0 h 285"/>
                <a:gd name="T2" fmla="*/ 0 w 216"/>
                <a:gd name="T3" fmla="*/ 285 h 285"/>
                <a:gd name="T4" fmla="*/ 0 w 216"/>
                <a:gd name="T5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" h="285">
                  <a:moveTo>
                    <a:pt x="0" y="0"/>
                  </a:moveTo>
                  <a:cubicBezTo>
                    <a:pt x="216" y="0"/>
                    <a:pt x="128" y="285"/>
                    <a:pt x="0" y="2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209"/>
            <p:cNvSpPr>
              <a:spLocks/>
            </p:cNvSpPr>
            <p:nvPr/>
          </p:nvSpPr>
          <p:spPr bwMode="auto">
            <a:xfrm>
              <a:off x="8023226" y="4899026"/>
              <a:ext cx="839788" cy="633413"/>
            </a:xfrm>
            <a:custGeom>
              <a:avLst/>
              <a:gdLst>
                <a:gd name="T0" fmla="*/ 152 w 309"/>
                <a:gd name="T1" fmla="*/ 87 h 233"/>
                <a:gd name="T2" fmla="*/ 203 w 309"/>
                <a:gd name="T3" fmla="*/ 84 h 233"/>
                <a:gd name="T4" fmla="*/ 272 w 309"/>
                <a:gd name="T5" fmla="*/ 171 h 233"/>
                <a:gd name="T6" fmla="*/ 293 w 309"/>
                <a:gd name="T7" fmla="*/ 178 h 233"/>
                <a:gd name="T8" fmla="*/ 158 w 309"/>
                <a:gd name="T9" fmla="*/ 0 h 233"/>
                <a:gd name="T10" fmla="*/ 16 w 309"/>
                <a:gd name="T11" fmla="*/ 172 h 233"/>
                <a:gd name="T12" fmla="*/ 41 w 309"/>
                <a:gd name="T13" fmla="*/ 172 h 233"/>
                <a:gd name="T14" fmla="*/ 152 w 309"/>
                <a:gd name="T15" fmla="*/ 8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9" h="233">
                  <a:moveTo>
                    <a:pt x="152" y="87"/>
                  </a:moveTo>
                  <a:cubicBezTo>
                    <a:pt x="177" y="87"/>
                    <a:pt x="187" y="76"/>
                    <a:pt x="203" y="84"/>
                  </a:cubicBezTo>
                  <a:cubicBezTo>
                    <a:pt x="236" y="99"/>
                    <a:pt x="264" y="142"/>
                    <a:pt x="272" y="171"/>
                  </a:cubicBezTo>
                  <a:cubicBezTo>
                    <a:pt x="284" y="215"/>
                    <a:pt x="277" y="212"/>
                    <a:pt x="293" y="178"/>
                  </a:cubicBezTo>
                  <a:cubicBezTo>
                    <a:pt x="309" y="145"/>
                    <a:pt x="270" y="0"/>
                    <a:pt x="158" y="0"/>
                  </a:cubicBezTo>
                  <a:cubicBezTo>
                    <a:pt x="46" y="0"/>
                    <a:pt x="0" y="111"/>
                    <a:pt x="16" y="172"/>
                  </a:cubicBezTo>
                  <a:cubicBezTo>
                    <a:pt x="32" y="233"/>
                    <a:pt x="32" y="218"/>
                    <a:pt x="41" y="172"/>
                  </a:cubicBezTo>
                  <a:cubicBezTo>
                    <a:pt x="51" y="126"/>
                    <a:pt x="72" y="89"/>
                    <a:pt x="152" y="87"/>
                  </a:cubicBezTo>
                  <a:close/>
                </a:path>
              </a:pathLst>
            </a:cu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210"/>
            <p:cNvSpPr>
              <a:spLocks/>
            </p:cNvSpPr>
            <p:nvPr/>
          </p:nvSpPr>
          <p:spPr bwMode="auto">
            <a:xfrm>
              <a:off x="8077201" y="5029201"/>
              <a:ext cx="733425" cy="465138"/>
            </a:xfrm>
            <a:custGeom>
              <a:avLst/>
              <a:gdLst>
                <a:gd name="T0" fmla="*/ 192 w 270"/>
                <a:gd name="T1" fmla="*/ 38 h 171"/>
                <a:gd name="T2" fmla="*/ 91 w 270"/>
                <a:gd name="T3" fmla="*/ 84 h 171"/>
                <a:gd name="T4" fmla="*/ 108 w 270"/>
                <a:gd name="T5" fmla="*/ 61 h 171"/>
                <a:gd name="T6" fmla="*/ 46 w 270"/>
                <a:gd name="T7" fmla="*/ 95 h 171"/>
                <a:gd name="T8" fmla="*/ 58 w 270"/>
                <a:gd name="T9" fmla="*/ 73 h 171"/>
                <a:gd name="T10" fmla="*/ 29 w 270"/>
                <a:gd name="T11" fmla="*/ 146 h 171"/>
                <a:gd name="T12" fmla="*/ 17 w 270"/>
                <a:gd name="T13" fmla="*/ 136 h 171"/>
                <a:gd name="T14" fmla="*/ 10 w 270"/>
                <a:gd name="T15" fmla="*/ 52 h 171"/>
                <a:gd name="T16" fmla="*/ 180 w 270"/>
                <a:gd name="T17" fmla="*/ 0 h 171"/>
                <a:gd name="T18" fmla="*/ 261 w 270"/>
                <a:gd name="T19" fmla="*/ 56 h 171"/>
                <a:gd name="T20" fmla="*/ 253 w 270"/>
                <a:gd name="T21" fmla="*/ 135 h 171"/>
                <a:gd name="T22" fmla="*/ 241 w 270"/>
                <a:gd name="T23" fmla="*/ 135 h 171"/>
                <a:gd name="T24" fmla="*/ 192 w 270"/>
                <a:gd name="T25" fmla="*/ 3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0" h="171">
                  <a:moveTo>
                    <a:pt x="192" y="38"/>
                  </a:moveTo>
                  <a:cubicBezTo>
                    <a:pt x="177" y="52"/>
                    <a:pt x="123" y="83"/>
                    <a:pt x="91" y="84"/>
                  </a:cubicBezTo>
                  <a:cubicBezTo>
                    <a:pt x="99" y="77"/>
                    <a:pt x="105" y="70"/>
                    <a:pt x="108" y="61"/>
                  </a:cubicBezTo>
                  <a:cubicBezTo>
                    <a:pt x="110" y="53"/>
                    <a:pt x="65" y="93"/>
                    <a:pt x="46" y="95"/>
                  </a:cubicBezTo>
                  <a:cubicBezTo>
                    <a:pt x="56" y="83"/>
                    <a:pt x="58" y="79"/>
                    <a:pt x="58" y="73"/>
                  </a:cubicBezTo>
                  <a:cubicBezTo>
                    <a:pt x="28" y="89"/>
                    <a:pt x="29" y="120"/>
                    <a:pt x="29" y="146"/>
                  </a:cubicBezTo>
                  <a:cubicBezTo>
                    <a:pt x="29" y="171"/>
                    <a:pt x="15" y="164"/>
                    <a:pt x="17" y="136"/>
                  </a:cubicBezTo>
                  <a:cubicBezTo>
                    <a:pt x="19" y="108"/>
                    <a:pt x="0" y="74"/>
                    <a:pt x="10" y="52"/>
                  </a:cubicBezTo>
                  <a:cubicBezTo>
                    <a:pt x="19" y="30"/>
                    <a:pt x="142" y="0"/>
                    <a:pt x="180" y="0"/>
                  </a:cubicBezTo>
                  <a:cubicBezTo>
                    <a:pt x="219" y="0"/>
                    <a:pt x="252" y="39"/>
                    <a:pt x="261" y="56"/>
                  </a:cubicBezTo>
                  <a:cubicBezTo>
                    <a:pt x="270" y="73"/>
                    <a:pt x="252" y="120"/>
                    <a:pt x="253" y="135"/>
                  </a:cubicBezTo>
                  <a:cubicBezTo>
                    <a:pt x="253" y="151"/>
                    <a:pt x="241" y="167"/>
                    <a:pt x="241" y="135"/>
                  </a:cubicBezTo>
                  <a:cubicBezTo>
                    <a:pt x="240" y="103"/>
                    <a:pt x="222" y="69"/>
                    <a:pt x="192" y="38"/>
                  </a:cubicBezTo>
                  <a:close/>
                </a:path>
              </a:pathLst>
            </a:cu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211"/>
            <p:cNvSpPr>
              <a:spLocks/>
            </p:cNvSpPr>
            <p:nvPr/>
          </p:nvSpPr>
          <p:spPr bwMode="auto">
            <a:xfrm>
              <a:off x="8750301" y="5303838"/>
              <a:ext cx="101600" cy="190500"/>
            </a:xfrm>
            <a:custGeom>
              <a:avLst/>
              <a:gdLst>
                <a:gd name="T0" fmla="*/ 26 w 37"/>
                <a:gd name="T1" fmla="*/ 2 h 70"/>
                <a:gd name="T2" fmla="*/ 32 w 37"/>
                <a:gd name="T3" fmla="*/ 38 h 70"/>
                <a:gd name="T4" fmla="*/ 11 w 37"/>
                <a:gd name="T5" fmla="*/ 68 h 70"/>
                <a:gd name="T6" fmla="*/ 4 w 37"/>
                <a:gd name="T7" fmla="*/ 32 h 70"/>
                <a:gd name="T8" fmla="*/ 26 w 37"/>
                <a:gd name="T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70">
                  <a:moveTo>
                    <a:pt x="26" y="2"/>
                  </a:moveTo>
                  <a:cubicBezTo>
                    <a:pt x="33" y="4"/>
                    <a:pt x="37" y="20"/>
                    <a:pt x="32" y="38"/>
                  </a:cubicBezTo>
                  <a:cubicBezTo>
                    <a:pt x="28" y="56"/>
                    <a:pt x="19" y="70"/>
                    <a:pt x="11" y="68"/>
                  </a:cubicBezTo>
                  <a:cubicBezTo>
                    <a:pt x="3" y="66"/>
                    <a:pt x="0" y="50"/>
                    <a:pt x="4" y="32"/>
                  </a:cubicBezTo>
                  <a:cubicBezTo>
                    <a:pt x="8" y="14"/>
                    <a:pt x="18" y="0"/>
                    <a:pt x="26" y="2"/>
                  </a:cubicBez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212"/>
            <p:cNvSpPr>
              <a:spLocks/>
            </p:cNvSpPr>
            <p:nvPr/>
          </p:nvSpPr>
          <p:spPr bwMode="auto">
            <a:xfrm>
              <a:off x="8037513" y="5303838"/>
              <a:ext cx="96838" cy="190500"/>
            </a:xfrm>
            <a:custGeom>
              <a:avLst/>
              <a:gdLst>
                <a:gd name="T0" fmla="*/ 11 w 36"/>
                <a:gd name="T1" fmla="*/ 2 h 70"/>
                <a:gd name="T2" fmla="*/ 4 w 36"/>
                <a:gd name="T3" fmla="*/ 38 h 70"/>
                <a:gd name="T4" fmla="*/ 25 w 36"/>
                <a:gd name="T5" fmla="*/ 68 h 70"/>
                <a:gd name="T6" fmla="*/ 32 w 36"/>
                <a:gd name="T7" fmla="*/ 32 h 70"/>
                <a:gd name="T8" fmla="*/ 11 w 36"/>
                <a:gd name="T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70">
                  <a:moveTo>
                    <a:pt x="11" y="2"/>
                  </a:moveTo>
                  <a:cubicBezTo>
                    <a:pt x="3" y="4"/>
                    <a:pt x="0" y="20"/>
                    <a:pt x="4" y="38"/>
                  </a:cubicBezTo>
                  <a:cubicBezTo>
                    <a:pt x="8" y="56"/>
                    <a:pt x="18" y="70"/>
                    <a:pt x="25" y="68"/>
                  </a:cubicBezTo>
                  <a:cubicBezTo>
                    <a:pt x="33" y="66"/>
                    <a:pt x="36" y="50"/>
                    <a:pt x="32" y="32"/>
                  </a:cubicBezTo>
                  <a:cubicBezTo>
                    <a:pt x="28" y="14"/>
                    <a:pt x="19" y="0"/>
                    <a:pt x="11" y="2"/>
                  </a:cubicBezTo>
                  <a:close/>
                </a:path>
              </a:pathLst>
            </a:custGeom>
            <a:solidFill>
              <a:srgbClr val="F7D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213"/>
            <p:cNvSpPr>
              <a:spLocks/>
            </p:cNvSpPr>
            <p:nvPr/>
          </p:nvSpPr>
          <p:spPr bwMode="auto">
            <a:xfrm>
              <a:off x="8248651" y="5919788"/>
              <a:ext cx="192088" cy="182563"/>
            </a:xfrm>
            <a:custGeom>
              <a:avLst/>
              <a:gdLst>
                <a:gd name="T0" fmla="*/ 61 w 71"/>
                <a:gd name="T1" fmla="*/ 28 h 67"/>
                <a:gd name="T2" fmla="*/ 4 w 71"/>
                <a:gd name="T3" fmla="*/ 15 h 67"/>
                <a:gd name="T4" fmla="*/ 4 w 71"/>
                <a:gd name="T5" fmla="*/ 53 h 67"/>
                <a:gd name="T6" fmla="*/ 60 w 71"/>
                <a:gd name="T7" fmla="*/ 51 h 67"/>
                <a:gd name="T8" fmla="*/ 61 w 71"/>
                <a:gd name="T9" fmla="*/ 2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67">
                  <a:moveTo>
                    <a:pt x="61" y="28"/>
                  </a:moveTo>
                  <a:cubicBezTo>
                    <a:pt x="41" y="5"/>
                    <a:pt x="2" y="0"/>
                    <a:pt x="4" y="15"/>
                  </a:cubicBezTo>
                  <a:cubicBezTo>
                    <a:pt x="7" y="30"/>
                    <a:pt x="9" y="40"/>
                    <a:pt x="4" y="53"/>
                  </a:cubicBezTo>
                  <a:cubicBezTo>
                    <a:pt x="0" y="67"/>
                    <a:pt x="48" y="63"/>
                    <a:pt x="60" y="51"/>
                  </a:cubicBezTo>
                  <a:cubicBezTo>
                    <a:pt x="71" y="39"/>
                    <a:pt x="71" y="36"/>
                    <a:pt x="61" y="28"/>
                  </a:cubicBez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214"/>
            <p:cNvSpPr>
              <a:spLocks/>
            </p:cNvSpPr>
            <p:nvPr/>
          </p:nvSpPr>
          <p:spPr bwMode="auto">
            <a:xfrm>
              <a:off x="8428038" y="5919788"/>
              <a:ext cx="192088" cy="182563"/>
            </a:xfrm>
            <a:custGeom>
              <a:avLst/>
              <a:gdLst>
                <a:gd name="T0" fmla="*/ 10 w 71"/>
                <a:gd name="T1" fmla="*/ 28 h 67"/>
                <a:gd name="T2" fmla="*/ 67 w 71"/>
                <a:gd name="T3" fmla="*/ 15 h 67"/>
                <a:gd name="T4" fmla="*/ 67 w 71"/>
                <a:gd name="T5" fmla="*/ 53 h 67"/>
                <a:gd name="T6" fmla="*/ 11 w 71"/>
                <a:gd name="T7" fmla="*/ 51 h 67"/>
                <a:gd name="T8" fmla="*/ 10 w 71"/>
                <a:gd name="T9" fmla="*/ 2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67">
                  <a:moveTo>
                    <a:pt x="10" y="28"/>
                  </a:moveTo>
                  <a:cubicBezTo>
                    <a:pt x="30" y="5"/>
                    <a:pt x="69" y="0"/>
                    <a:pt x="67" y="15"/>
                  </a:cubicBezTo>
                  <a:cubicBezTo>
                    <a:pt x="64" y="30"/>
                    <a:pt x="63" y="40"/>
                    <a:pt x="67" y="53"/>
                  </a:cubicBezTo>
                  <a:cubicBezTo>
                    <a:pt x="71" y="67"/>
                    <a:pt x="23" y="63"/>
                    <a:pt x="11" y="51"/>
                  </a:cubicBezTo>
                  <a:cubicBezTo>
                    <a:pt x="0" y="39"/>
                    <a:pt x="0" y="36"/>
                    <a:pt x="10" y="28"/>
                  </a:cubicBez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215"/>
            <p:cNvSpPr>
              <a:spLocks/>
            </p:cNvSpPr>
            <p:nvPr/>
          </p:nvSpPr>
          <p:spPr bwMode="auto">
            <a:xfrm>
              <a:off x="8370888" y="5953126"/>
              <a:ext cx="136525" cy="130175"/>
            </a:xfrm>
            <a:custGeom>
              <a:avLst/>
              <a:gdLst>
                <a:gd name="T0" fmla="*/ 7 w 50"/>
                <a:gd name="T1" fmla="*/ 4 h 48"/>
                <a:gd name="T2" fmla="*/ 43 w 50"/>
                <a:gd name="T3" fmla="*/ 4 h 48"/>
                <a:gd name="T4" fmla="*/ 46 w 50"/>
                <a:gd name="T5" fmla="*/ 25 h 48"/>
                <a:gd name="T6" fmla="*/ 43 w 50"/>
                <a:gd name="T7" fmla="*/ 44 h 48"/>
                <a:gd name="T8" fmla="*/ 7 w 50"/>
                <a:gd name="T9" fmla="*/ 44 h 48"/>
                <a:gd name="T10" fmla="*/ 5 w 50"/>
                <a:gd name="T11" fmla="*/ 24 h 48"/>
                <a:gd name="T12" fmla="*/ 7 w 50"/>
                <a:gd name="T13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48">
                  <a:moveTo>
                    <a:pt x="7" y="4"/>
                  </a:moveTo>
                  <a:cubicBezTo>
                    <a:pt x="16" y="0"/>
                    <a:pt x="34" y="0"/>
                    <a:pt x="43" y="4"/>
                  </a:cubicBezTo>
                  <a:cubicBezTo>
                    <a:pt x="50" y="7"/>
                    <a:pt x="46" y="17"/>
                    <a:pt x="46" y="25"/>
                  </a:cubicBezTo>
                  <a:cubicBezTo>
                    <a:pt x="46" y="32"/>
                    <a:pt x="50" y="42"/>
                    <a:pt x="43" y="44"/>
                  </a:cubicBezTo>
                  <a:cubicBezTo>
                    <a:pt x="34" y="48"/>
                    <a:pt x="17" y="48"/>
                    <a:pt x="7" y="44"/>
                  </a:cubicBezTo>
                  <a:cubicBezTo>
                    <a:pt x="0" y="42"/>
                    <a:pt x="5" y="32"/>
                    <a:pt x="5" y="24"/>
                  </a:cubicBezTo>
                  <a:cubicBezTo>
                    <a:pt x="5" y="17"/>
                    <a:pt x="1" y="8"/>
                    <a:pt x="7" y="4"/>
                  </a:cubicBez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216"/>
            <p:cNvSpPr>
              <a:spLocks/>
            </p:cNvSpPr>
            <p:nvPr/>
          </p:nvSpPr>
          <p:spPr bwMode="auto">
            <a:xfrm>
              <a:off x="8099426" y="5975351"/>
              <a:ext cx="687388" cy="611188"/>
            </a:xfrm>
            <a:custGeom>
              <a:avLst/>
              <a:gdLst>
                <a:gd name="T0" fmla="*/ 9 w 253"/>
                <a:gd name="T1" fmla="*/ 205 h 225"/>
                <a:gd name="T2" fmla="*/ 0 w 253"/>
                <a:gd name="T3" fmla="*/ 23 h 225"/>
                <a:gd name="T4" fmla="*/ 41 w 253"/>
                <a:gd name="T5" fmla="*/ 0 h 225"/>
                <a:gd name="T6" fmla="*/ 127 w 253"/>
                <a:gd name="T7" fmla="*/ 127 h 225"/>
                <a:gd name="T8" fmla="*/ 213 w 253"/>
                <a:gd name="T9" fmla="*/ 1 h 225"/>
                <a:gd name="T10" fmla="*/ 253 w 253"/>
                <a:gd name="T11" fmla="*/ 23 h 225"/>
                <a:gd name="T12" fmla="*/ 245 w 253"/>
                <a:gd name="T13" fmla="*/ 205 h 225"/>
                <a:gd name="T14" fmla="*/ 127 w 253"/>
                <a:gd name="T15" fmla="*/ 225 h 225"/>
                <a:gd name="T16" fmla="*/ 9 w 253"/>
                <a:gd name="T17" fmla="*/ 20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3" h="225">
                  <a:moveTo>
                    <a:pt x="9" y="205"/>
                  </a:moveTo>
                  <a:cubicBezTo>
                    <a:pt x="32" y="154"/>
                    <a:pt x="28" y="71"/>
                    <a:pt x="0" y="23"/>
                  </a:cubicBezTo>
                  <a:cubicBezTo>
                    <a:pt x="15" y="14"/>
                    <a:pt x="28" y="6"/>
                    <a:pt x="41" y="0"/>
                  </a:cubicBezTo>
                  <a:cubicBezTo>
                    <a:pt x="49" y="52"/>
                    <a:pt x="85" y="106"/>
                    <a:pt x="127" y="127"/>
                  </a:cubicBezTo>
                  <a:cubicBezTo>
                    <a:pt x="168" y="106"/>
                    <a:pt x="204" y="52"/>
                    <a:pt x="213" y="1"/>
                  </a:cubicBezTo>
                  <a:cubicBezTo>
                    <a:pt x="225" y="7"/>
                    <a:pt x="239" y="14"/>
                    <a:pt x="253" y="23"/>
                  </a:cubicBezTo>
                  <a:cubicBezTo>
                    <a:pt x="226" y="71"/>
                    <a:pt x="221" y="155"/>
                    <a:pt x="245" y="205"/>
                  </a:cubicBezTo>
                  <a:cubicBezTo>
                    <a:pt x="208" y="218"/>
                    <a:pt x="169" y="225"/>
                    <a:pt x="127" y="225"/>
                  </a:cubicBezTo>
                  <a:cubicBezTo>
                    <a:pt x="84" y="195"/>
                    <a:pt x="41" y="179"/>
                    <a:pt x="9" y="205"/>
                  </a:cubicBez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217"/>
            <p:cNvSpPr>
              <a:spLocks/>
            </p:cNvSpPr>
            <p:nvPr/>
          </p:nvSpPr>
          <p:spPr bwMode="auto">
            <a:xfrm>
              <a:off x="8370888" y="5956301"/>
              <a:ext cx="73025" cy="123825"/>
            </a:xfrm>
            <a:custGeom>
              <a:avLst/>
              <a:gdLst>
                <a:gd name="T0" fmla="*/ 7 w 27"/>
                <a:gd name="T1" fmla="*/ 3 h 46"/>
                <a:gd name="T2" fmla="*/ 27 w 27"/>
                <a:gd name="T3" fmla="*/ 0 h 46"/>
                <a:gd name="T4" fmla="*/ 27 w 27"/>
                <a:gd name="T5" fmla="*/ 46 h 46"/>
                <a:gd name="T6" fmla="*/ 7 w 27"/>
                <a:gd name="T7" fmla="*/ 43 h 46"/>
                <a:gd name="T8" fmla="*/ 5 w 27"/>
                <a:gd name="T9" fmla="*/ 23 h 46"/>
                <a:gd name="T10" fmla="*/ 7 w 27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46">
                  <a:moveTo>
                    <a:pt x="7" y="3"/>
                  </a:moveTo>
                  <a:cubicBezTo>
                    <a:pt x="12" y="1"/>
                    <a:pt x="19" y="0"/>
                    <a:pt x="27" y="0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19" y="46"/>
                    <a:pt x="12" y="45"/>
                    <a:pt x="7" y="43"/>
                  </a:cubicBezTo>
                  <a:cubicBezTo>
                    <a:pt x="0" y="41"/>
                    <a:pt x="5" y="31"/>
                    <a:pt x="5" y="23"/>
                  </a:cubicBezTo>
                  <a:cubicBezTo>
                    <a:pt x="5" y="16"/>
                    <a:pt x="1" y="7"/>
                    <a:pt x="7" y="3"/>
                  </a:cubicBezTo>
                  <a:close/>
                </a:path>
              </a:pathLst>
            </a:custGeom>
            <a:solidFill>
              <a:srgbClr val="1B37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18"/>
            <p:cNvSpPr>
              <a:spLocks/>
            </p:cNvSpPr>
            <p:nvPr/>
          </p:nvSpPr>
          <p:spPr bwMode="auto">
            <a:xfrm>
              <a:off x="8099426" y="5975351"/>
              <a:ext cx="344488" cy="611188"/>
            </a:xfrm>
            <a:custGeom>
              <a:avLst/>
              <a:gdLst>
                <a:gd name="T0" fmla="*/ 9 w 127"/>
                <a:gd name="T1" fmla="*/ 205 h 225"/>
                <a:gd name="T2" fmla="*/ 0 w 127"/>
                <a:gd name="T3" fmla="*/ 23 h 225"/>
                <a:gd name="T4" fmla="*/ 41 w 127"/>
                <a:gd name="T5" fmla="*/ 0 h 225"/>
                <a:gd name="T6" fmla="*/ 127 w 127"/>
                <a:gd name="T7" fmla="*/ 127 h 225"/>
                <a:gd name="T8" fmla="*/ 127 w 127"/>
                <a:gd name="T9" fmla="*/ 225 h 225"/>
                <a:gd name="T10" fmla="*/ 9 w 127"/>
                <a:gd name="T11" fmla="*/ 20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7" h="225">
                  <a:moveTo>
                    <a:pt x="9" y="205"/>
                  </a:moveTo>
                  <a:cubicBezTo>
                    <a:pt x="32" y="154"/>
                    <a:pt x="28" y="71"/>
                    <a:pt x="0" y="23"/>
                  </a:cubicBezTo>
                  <a:cubicBezTo>
                    <a:pt x="15" y="14"/>
                    <a:pt x="28" y="6"/>
                    <a:pt x="41" y="0"/>
                  </a:cubicBezTo>
                  <a:cubicBezTo>
                    <a:pt x="49" y="52"/>
                    <a:pt x="85" y="106"/>
                    <a:pt x="127" y="127"/>
                  </a:cubicBezTo>
                  <a:cubicBezTo>
                    <a:pt x="127" y="225"/>
                    <a:pt x="127" y="225"/>
                    <a:pt x="127" y="225"/>
                  </a:cubicBezTo>
                  <a:cubicBezTo>
                    <a:pt x="85" y="225"/>
                    <a:pt x="46" y="218"/>
                    <a:pt x="9" y="205"/>
                  </a:cubicBez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38" name="组合 237"/>
          <p:cNvGrpSpPr/>
          <p:nvPr/>
        </p:nvGrpSpPr>
        <p:grpSpPr>
          <a:xfrm>
            <a:off x="7464426" y="192088"/>
            <a:ext cx="1960563" cy="1960563"/>
            <a:chOff x="7464426" y="192088"/>
            <a:chExt cx="1960563" cy="1960563"/>
          </a:xfrm>
        </p:grpSpPr>
        <p:sp>
          <p:nvSpPr>
            <p:cNvPr id="21" name="Oval 219"/>
            <p:cNvSpPr>
              <a:spLocks noChangeArrowheads="1"/>
            </p:cNvSpPr>
            <p:nvPr/>
          </p:nvSpPr>
          <p:spPr bwMode="auto">
            <a:xfrm>
              <a:off x="7464426" y="192088"/>
              <a:ext cx="1960563" cy="1960563"/>
            </a:xfrm>
            <a:prstGeom prst="ellipse">
              <a:avLst/>
            </a:prstGeom>
            <a:solidFill>
              <a:srgbClr val="6BB3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0"/>
            <p:cNvSpPr>
              <a:spLocks/>
            </p:cNvSpPr>
            <p:nvPr/>
          </p:nvSpPr>
          <p:spPr bwMode="auto">
            <a:xfrm>
              <a:off x="7885113" y="1487488"/>
              <a:ext cx="1119188" cy="619125"/>
            </a:xfrm>
            <a:custGeom>
              <a:avLst/>
              <a:gdLst>
                <a:gd name="T0" fmla="*/ 71 w 412"/>
                <a:gd name="T1" fmla="*/ 49 h 228"/>
                <a:gd name="T2" fmla="*/ 0 w 412"/>
                <a:gd name="T3" fmla="*/ 181 h 228"/>
                <a:gd name="T4" fmla="*/ 93 w 412"/>
                <a:gd name="T5" fmla="*/ 228 h 228"/>
                <a:gd name="T6" fmla="*/ 206 w 412"/>
                <a:gd name="T7" fmla="*/ 211 h 228"/>
                <a:gd name="T8" fmla="*/ 319 w 412"/>
                <a:gd name="T9" fmla="*/ 228 h 228"/>
                <a:gd name="T10" fmla="*/ 412 w 412"/>
                <a:gd name="T11" fmla="*/ 181 h 228"/>
                <a:gd name="T12" fmla="*/ 341 w 412"/>
                <a:gd name="T13" fmla="*/ 49 h 228"/>
                <a:gd name="T14" fmla="*/ 206 w 412"/>
                <a:gd name="T15" fmla="*/ 1 h 228"/>
                <a:gd name="T16" fmla="*/ 71 w 412"/>
                <a:gd name="T17" fmla="*/ 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2" h="228">
                  <a:moveTo>
                    <a:pt x="71" y="49"/>
                  </a:moveTo>
                  <a:cubicBezTo>
                    <a:pt x="35" y="72"/>
                    <a:pt x="20" y="122"/>
                    <a:pt x="0" y="181"/>
                  </a:cubicBezTo>
                  <a:cubicBezTo>
                    <a:pt x="28" y="201"/>
                    <a:pt x="60" y="217"/>
                    <a:pt x="93" y="228"/>
                  </a:cubicBezTo>
                  <a:cubicBezTo>
                    <a:pt x="125" y="201"/>
                    <a:pt x="167" y="211"/>
                    <a:pt x="206" y="211"/>
                  </a:cubicBezTo>
                  <a:cubicBezTo>
                    <a:pt x="239" y="159"/>
                    <a:pt x="283" y="195"/>
                    <a:pt x="319" y="228"/>
                  </a:cubicBezTo>
                  <a:cubicBezTo>
                    <a:pt x="352" y="217"/>
                    <a:pt x="384" y="201"/>
                    <a:pt x="412" y="181"/>
                  </a:cubicBezTo>
                  <a:cubicBezTo>
                    <a:pt x="391" y="122"/>
                    <a:pt x="377" y="72"/>
                    <a:pt x="341" y="49"/>
                  </a:cubicBezTo>
                  <a:cubicBezTo>
                    <a:pt x="279" y="11"/>
                    <a:pt x="242" y="1"/>
                    <a:pt x="206" y="1"/>
                  </a:cubicBezTo>
                  <a:cubicBezTo>
                    <a:pt x="168" y="0"/>
                    <a:pt x="132" y="9"/>
                    <a:pt x="71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21"/>
            <p:cNvSpPr>
              <a:spLocks/>
            </p:cNvSpPr>
            <p:nvPr/>
          </p:nvSpPr>
          <p:spPr bwMode="auto">
            <a:xfrm>
              <a:off x="7885113" y="1487488"/>
              <a:ext cx="558800" cy="649288"/>
            </a:xfrm>
            <a:custGeom>
              <a:avLst/>
              <a:gdLst>
                <a:gd name="T0" fmla="*/ 71 w 206"/>
                <a:gd name="T1" fmla="*/ 49 h 239"/>
                <a:gd name="T2" fmla="*/ 0 w 206"/>
                <a:gd name="T3" fmla="*/ 181 h 239"/>
                <a:gd name="T4" fmla="*/ 93 w 206"/>
                <a:gd name="T5" fmla="*/ 227 h 239"/>
                <a:gd name="T6" fmla="*/ 206 w 206"/>
                <a:gd name="T7" fmla="*/ 213 h 239"/>
                <a:gd name="T8" fmla="*/ 206 w 206"/>
                <a:gd name="T9" fmla="*/ 1 h 239"/>
                <a:gd name="T10" fmla="*/ 206 w 206"/>
                <a:gd name="T11" fmla="*/ 1 h 239"/>
                <a:gd name="T12" fmla="*/ 71 w 206"/>
                <a:gd name="T13" fmla="*/ 4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" h="239">
                  <a:moveTo>
                    <a:pt x="71" y="49"/>
                  </a:moveTo>
                  <a:cubicBezTo>
                    <a:pt x="35" y="72"/>
                    <a:pt x="20" y="122"/>
                    <a:pt x="0" y="181"/>
                  </a:cubicBezTo>
                  <a:cubicBezTo>
                    <a:pt x="28" y="201"/>
                    <a:pt x="59" y="216"/>
                    <a:pt x="93" y="227"/>
                  </a:cubicBezTo>
                  <a:cubicBezTo>
                    <a:pt x="129" y="239"/>
                    <a:pt x="166" y="213"/>
                    <a:pt x="206" y="213"/>
                  </a:cubicBezTo>
                  <a:cubicBezTo>
                    <a:pt x="206" y="1"/>
                    <a:pt x="206" y="1"/>
                    <a:pt x="206" y="1"/>
                  </a:cubicBezTo>
                  <a:cubicBezTo>
                    <a:pt x="206" y="1"/>
                    <a:pt x="206" y="1"/>
                    <a:pt x="206" y="1"/>
                  </a:cubicBezTo>
                  <a:cubicBezTo>
                    <a:pt x="168" y="0"/>
                    <a:pt x="132" y="9"/>
                    <a:pt x="71" y="49"/>
                  </a:cubicBezTo>
                  <a:close/>
                </a:path>
              </a:pathLst>
            </a:custGeom>
            <a:solidFill>
              <a:srgbClr val="E1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22"/>
            <p:cNvSpPr>
              <a:spLocks/>
            </p:cNvSpPr>
            <p:nvPr/>
          </p:nvSpPr>
          <p:spPr bwMode="auto">
            <a:xfrm>
              <a:off x="8137526" y="1538288"/>
              <a:ext cx="612775" cy="614363"/>
            </a:xfrm>
            <a:custGeom>
              <a:avLst/>
              <a:gdLst>
                <a:gd name="T0" fmla="*/ 32 w 226"/>
                <a:gd name="T1" fmla="*/ 0 h 226"/>
                <a:gd name="T2" fmla="*/ 32 w 226"/>
                <a:gd name="T3" fmla="*/ 157 h 226"/>
                <a:gd name="T4" fmla="*/ 194 w 226"/>
                <a:gd name="T5" fmla="*/ 157 h 226"/>
                <a:gd name="T6" fmla="*/ 194 w 226"/>
                <a:gd name="T7" fmla="*/ 1 h 226"/>
                <a:gd name="T8" fmla="*/ 226 w 226"/>
                <a:gd name="T9" fmla="*/ 17 h 226"/>
                <a:gd name="T10" fmla="*/ 226 w 226"/>
                <a:gd name="T11" fmla="*/ 209 h 226"/>
                <a:gd name="T12" fmla="*/ 113 w 226"/>
                <a:gd name="T13" fmla="*/ 226 h 226"/>
                <a:gd name="T14" fmla="*/ 0 w 226"/>
                <a:gd name="T15" fmla="*/ 186 h 226"/>
                <a:gd name="T16" fmla="*/ 0 w 226"/>
                <a:gd name="T17" fmla="*/ 16 h 226"/>
                <a:gd name="T18" fmla="*/ 32 w 226"/>
                <a:gd name="T1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" h="226">
                  <a:moveTo>
                    <a:pt x="32" y="0"/>
                  </a:moveTo>
                  <a:cubicBezTo>
                    <a:pt x="32" y="157"/>
                    <a:pt x="32" y="157"/>
                    <a:pt x="32" y="157"/>
                  </a:cubicBezTo>
                  <a:cubicBezTo>
                    <a:pt x="194" y="157"/>
                    <a:pt x="194" y="157"/>
                    <a:pt x="194" y="157"/>
                  </a:cubicBezTo>
                  <a:cubicBezTo>
                    <a:pt x="194" y="1"/>
                    <a:pt x="194" y="1"/>
                    <a:pt x="194" y="1"/>
                  </a:cubicBezTo>
                  <a:cubicBezTo>
                    <a:pt x="204" y="5"/>
                    <a:pt x="214" y="11"/>
                    <a:pt x="226" y="17"/>
                  </a:cubicBezTo>
                  <a:cubicBezTo>
                    <a:pt x="226" y="209"/>
                    <a:pt x="226" y="209"/>
                    <a:pt x="226" y="209"/>
                  </a:cubicBezTo>
                  <a:cubicBezTo>
                    <a:pt x="189" y="220"/>
                    <a:pt x="151" y="226"/>
                    <a:pt x="113" y="226"/>
                  </a:cubicBezTo>
                  <a:cubicBezTo>
                    <a:pt x="85" y="201"/>
                    <a:pt x="36" y="198"/>
                    <a:pt x="0" y="18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1" y="10"/>
                    <a:pt x="22" y="4"/>
                    <a:pt x="32" y="0"/>
                  </a:cubicBezTo>
                  <a:close/>
                </a:path>
              </a:pathLst>
            </a:custGeom>
            <a:solidFill>
              <a:srgbClr val="2E5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23"/>
            <p:cNvSpPr>
              <a:spLocks/>
            </p:cNvSpPr>
            <p:nvPr/>
          </p:nvSpPr>
          <p:spPr bwMode="auto">
            <a:xfrm>
              <a:off x="8137526" y="1538288"/>
              <a:ext cx="306388" cy="614363"/>
            </a:xfrm>
            <a:custGeom>
              <a:avLst/>
              <a:gdLst>
                <a:gd name="T0" fmla="*/ 32 w 113"/>
                <a:gd name="T1" fmla="*/ 0 h 226"/>
                <a:gd name="T2" fmla="*/ 32 w 113"/>
                <a:gd name="T3" fmla="*/ 157 h 226"/>
                <a:gd name="T4" fmla="*/ 113 w 113"/>
                <a:gd name="T5" fmla="*/ 157 h 226"/>
                <a:gd name="T6" fmla="*/ 113 w 113"/>
                <a:gd name="T7" fmla="*/ 226 h 226"/>
                <a:gd name="T8" fmla="*/ 0 w 113"/>
                <a:gd name="T9" fmla="*/ 208 h 226"/>
                <a:gd name="T10" fmla="*/ 0 w 113"/>
                <a:gd name="T11" fmla="*/ 16 h 226"/>
                <a:gd name="T12" fmla="*/ 32 w 113"/>
                <a:gd name="T1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226">
                  <a:moveTo>
                    <a:pt x="32" y="0"/>
                  </a:moveTo>
                  <a:cubicBezTo>
                    <a:pt x="32" y="157"/>
                    <a:pt x="32" y="157"/>
                    <a:pt x="32" y="157"/>
                  </a:cubicBezTo>
                  <a:cubicBezTo>
                    <a:pt x="113" y="157"/>
                    <a:pt x="113" y="157"/>
                    <a:pt x="113" y="157"/>
                  </a:cubicBezTo>
                  <a:cubicBezTo>
                    <a:pt x="113" y="226"/>
                    <a:pt x="113" y="226"/>
                    <a:pt x="113" y="226"/>
                  </a:cubicBezTo>
                  <a:cubicBezTo>
                    <a:pt x="74" y="226"/>
                    <a:pt x="36" y="220"/>
                    <a:pt x="0" y="20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1" y="10"/>
                    <a:pt x="22" y="4"/>
                    <a:pt x="32" y="0"/>
                  </a:cubicBezTo>
                  <a:close/>
                </a:path>
              </a:pathLst>
            </a:custGeom>
            <a:solidFill>
              <a:srgbClr val="214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24"/>
            <p:cNvSpPr>
              <a:spLocks/>
            </p:cNvSpPr>
            <p:nvPr/>
          </p:nvSpPr>
          <p:spPr bwMode="auto">
            <a:xfrm>
              <a:off x="8305801" y="1120776"/>
              <a:ext cx="276225" cy="550863"/>
            </a:xfrm>
            <a:custGeom>
              <a:avLst/>
              <a:gdLst>
                <a:gd name="T0" fmla="*/ 0 w 102"/>
                <a:gd name="T1" fmla="*/ 0 h 203"/>
                <a:gd name="T2" fmla="*/ 102 w 102"/>
                <a:gd name="T3" fmla="*/ 0 h 203"/>
                <a:gd name="T4" fmla="*/ 102 w 102"/>
                <a:gd name="T5" fmla="*/ 148 h 203"/>
                <a:gd name="T6" fmla="*/ 0 w 102"/>
                <a:gd name="T7" fmla="*/ 148 h 203"/>
                <a:gd name="T8" fmla="*/ 0 w 102"/>
                <a:gd name="T9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203">
                  <a:moveTo>
                    <a:pt x="0" y="0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102" y="148"/>
                    <a:pt x="102" y="148"/>
                    <a:pt x="102" y="148"/>
                  </a:cubicBezTo>
                  <a:cubicBezTo>
                    <a:pt x="102" y="198"/>
                    <a:pt x="0" y="203"/>
                    <a:pt x="0" y="14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25"/>
            <p:cNvSpPr>
              <a:spLocks/>
            </p:cNvSpPr>
            <p:nvPr/>
          </p:nvSpPr>
          <p:spPr bwMode="auto">
            <a:xfrm>
              <a:off x="8305801" y="1322388"/>
              <a:ext cx="276225" cy="187325"/>
            </a:xfrm>
            <a:custGeom>
              <a:avLst/>
              <a:gdLst>
                <a:gd name="T0" fmla="*/ 174 w 174"/>
                <a:gd name="T1" fmla="*/ 32 h 118"/>
                <a:gd name="T2" fmla="*/ 174 w 174"/>
                <a:gd name="T3" fmla="*/ 0 h 118"/>
                <a:gd name="T4" fmla="*/ 0 w 174"/>
                <a:gd name="T5" fmla="*/ 0 h 118"/>
                <a:gd name="T6" fmla="*/ 0 w 174"/>
                <a:gd name="T7" fmla="*/ 118 h 118"/>
                <a:gd name="T8" fmla="*/ 174 w 174"/>
                <a:gd name="T9" fmla="*/ 32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118">
                  <a:moveTo>
                    <a:pt x="174" y="32"/>
                  </a:moveTo>
                  <a:lnTo>
                    <a:pt x="174" y="0"/>
                  </a:lnTo>
                  <a:lnTo>
                    <a:pt x="0" y="0"/>
                  </a:lnTo>
                  <a:lnTo>
                    <a:pt x="0" y="118"/>
                  </a:lnTo>
                  <a:lnTo>
                    <a:pt x="174" y="32"/>
                  </a:lnTo>
                  <a:close/>
                </a:path>
              </a:pathLst>
            </a:custGeom>
            <a:solidFill>
              <a:srgbClr val="E8C5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26"/>
            <p:cNvSpPr>
              <a:spLocks/>
            </p:cNvSpPr>
            <p:nvPr/>
          </p:nvSpPr>
          <p:spPr bwMode="auto">
            <a:xfrm>
              <a:off x="7858126" y="609601"/>
              <a:ext cx="1173163" cy="777875"/>
            </a:xfrm>
            <a:custGeom>
              <a:avLst/>
              <a:gdLst>
                <a:gd name="T0" fmla="*/ 216 w 432"/>
                <a:gd name="T1" fmla="*/ 0 h 286"/>
                <a:gd name="T2" fmla="*/ 216 w 432"/>
                <a:gd name="T3" fmla="*/ 286 h 286"/>
                <a:gd name="T4" fmla="*/ 216 w 432"/>
                <a:gd name="T5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" h="286">
                  <a:moveTo>
                    <a:pt x="216" y="0"/>
                  </a:moveTo>
                  <a:cubicBezTo>
                    <a:pt x="432" y="0"/>
                    <a:pt x="344" y="286"/>
                    <a:pt x="216" y="286"/>
                  </a:cubicBezTo>
                  <a:cubicBezTo>
                    <a:pt x="87" y="286"/>
                    <a:pt x="0" y="0"/>
                    <a:pt x="216" y="0"/>
                  </a:cubicBezTo>
                  <a:close/>
                </a:path>
              </a:pathLst>
            </a:custGeom>
            <a:solidFill>
              <a:srgbClr val="F7D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27"/>
            <p:cNvSpPr>
              <a:spLocks/>
            </p:cNvSpPr>
            <p:nvPr/>
          </p:nvSpPr>
          <p:spPr bwMode="auto">
            <a:xfrm>
              <a:off x="8443913" y="609601"/>
              <a:ext cx="587375" cy="777875"/>
            </a:xfrm>
            <a:custGeom>
              <a:avLst/>
              <a:gdLst>
                <a:gd name="T0" fmla="*/ 0 w 216"/>
                <a:gd name="T1" fmla="*/ 0 h 286"/>
                <a:gd name="T2" fmla="*/ 0 w 216"/>
                <a:gd name="T3" fmla="*/ 286 h 286"/>
                <a:gd name="T4" fmla="*/ 0 w 216"/>
                <a:gd name="T5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" h="286">
                  <a:moveTo>
                    <a:pt x="0" y="0"/>
                  </a:moveTo>
                  <a:cubicBezTo>
                    <a:pt x="216" y="0"/>
                    <a:pt x="128" y="286"/>
                    <a:pt x="0" y="2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28"/>
            <p:cNvSpPr>
              <a:spLocks/>
            </p:cNvSpPr>
            <p:nvPr/>
          </p:nvSpPr>
          <p:spPr bwMode="auto">
            <a:xfrm>
              <a:off x="8072438" y="647701"/>
              <a:ext cx="744538" cy="393700"/>
            </a:xfrm>
            <a:custGeom>
              <a:avLst/>
              <a:gdLst>
                <a:gd name="T0" fmla="*/ 30 w 274"/>
                <a:gd name="T1" fmla="*/ 119 h 145"/>
                <a:gd name="T2" fmla="*/ 2 w 274"/>
                <a:gd name="T3" fmla="*/ 104 h 145"/>
                <a:gd name="T4" fmla="*/ 12 w 274"/>
                <a:gd name="T5" fmla="*/ 55 h 145"/>
                <a:gd name="T6" fmla="*/ 138 w 274"/>
                <a:gd name="T7" fmla="*/ 0 h 145"/>
                <a:gd name="T8" fmla="*/ 263 w 274"/>
                <a:gd name="T9" fmla="*/ 58 h 145"/>
                <a:gd name="T10" fmla="*/ 270 w 274"/>
                <a:gd name="T11" fmla="*/ 108 h 145"/>
                <a:gd name="T12" fmla="*/ 251 w 274"/>
                <a:gd name="T13" fmla="*/ 116 h 145"/>
                <a:gd name="T14" fmla="*/ 139 w 274"/>
                <a:gd name="T15" fmla="*/ 38 h 145"/>
                <a:gd name="T16" fmla="*/ 30 w 274"/>
                <a:gd name="T17" fmla="*/ 11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4" h="145">
                  <a:moveTo>
                    <a:pt x="30" y="119"/>
                  </a:moveTo>
                  <a:cubicBezTo>
                    <a:pt x="27" y="145"/>
                    <a:pt x="4" y="128"/>
                    <a:pt x="2" y="104"/>
                  </a:cubicBezTo>
                  <a:cubicBezTo>
                    <a:pt x="0" y="81"/>
                    <a:pt x="2" y="77"/>
                    <a:pt x="12" y="55"/>
                  </a:cubicBezTo>
                  <a:cubicBezTo>
                    <a:pt x="21" y="33"/>
                    <a:pt x="75" y="0"/>
                    <a:pt x="138" y="0"/>
                  </a:cubicBezTo>
                  <a:cubicBezTo>
                    <a:pt x="200" y="0"/>
                    <a:pt x="254" y="41"/>
                    <a:pt x="263" y="58"/>
                  </a:cubicBezTo>
                  <a:cubicBezTo>
                    <a:pt x="272" y="75"/>
                    <a:pt x="274" y="93"/>
                    <a:pt x="270" y="108"/>
                  </a:cubicBezTo>
                  <a:cubicBezTo>
                    <a:pt x="266" y="124"/>
                    <a:pt x="256" y="134"/>
                    <a:pt x="251" y="116"/>
                  </a:cubicBezTo>
                  <a:cubicBezTo>
                    <a:pt x="233" y="51"/>
                    <a:pt x="186" y="39"/>
                    <a:pt x="139" y="38"/>
                  </a:cubicBezTo>
                  <a:cubicBezTo>
                    <a:pt x="82" y="37"/>
                    <a:pt x="37" y="73"/>
                    <a:pt x="30" y="119"/>
                  </a:cubicBezTo>
                  <a:close/>
                </a:path>
              </a:pathLst>
            </a:custGeom>
            <a:solidFill>
              <a:srgbClr val="7D5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29"/>
            <p:cNvSpPr>
              <a:spLocks/>
            </p:cNvSpPr>
            <p:nvPr/>
          </p:nvSpPr>
          <p:spPr bwMode="auto">
            <a:xfrm>
              <a:off x="8750301" y="873126"/>
              <a:ext cx="101600" cy="187325"/>
            </a:xfrm>
            <a:custGeom>
              <a:avLst/>
              <a:gdLst>
                <a:gd name="T0" fmla="*/ 26 w 37"/>
                <a:gd name="T1" fmla="*/ 2 h 69"/>
                <a:gd name="T2" fmla="*/ 33 w 37"/>
                <a:gd name="T3" fmla="*/ 38 h 69"/>
                <a:gd name="T4" fmla="*/ 11 w 37"/>
                <a:gd name="T5" fmla="*/ 68 h 69"/>
                <a:gd name="T6" fmla="*/ 4 w 37"/>
                <a:gd name="T7" fmla="*/ 31 h 69"/>
                <a:gd name="T8" fmla="*/ 26 w 37"/>
                <a:gd name="T9" fmla="*/ 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69">
                  <a:moveTo>
                    <a:pt x="26" y="2"/>
                  </a:moveTo>
                  <a:cubicBezTo>
                    <a:pt x="34" y="3"/>
                    <a:pt x="37" y="20"/>
                    <a:pt x="33" y="38"/>
                  </a:cubicBezTo>
                  <a:cubicBezTo>
                    <a:pt x="29" y="56"/>
                    <a:pt x="19" y="69"/>
                    <a:pt x="11" y="68"/>
                  </a:cubicBezTo>
                  <a:cubicBezTo>
                    <a:pt x="3" y="66"/>
                    <a:pt x="0" y="50"/>
                    <a:pt x="4" y="31"/>
                  </a:cubicBezTo>
                  <a:cubicBezTo>
                    <a:pt x="8" y="13"/>
                    <a:pt x="18" y="0"/>
                    <a:pt x="26" y="2"/>
                  </a:cubicBezTo>
                  <a:close/>
                </a:path>
              </a:pathLst>
            </a:custGeom>
            <a:solidFill>
              <a:srgbClr val="FF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230"/>
            <p:cNvSpPr>
              <a:spLocks/>
            </p:cNvSpPr>
            <p:nvPr/>
          </p:nvSpPr>
          <p:spPr bwMode="auto">
            <a:xfrm>
              <a:off x="8037513" y="873126"/>
              <a:ext cx="100013" cy="187325"/>
            </a:xfrm>
            <a:custGeom>
              <a:avLst/>
              <a:gdLst>
                <a:gd name="T0" fmla="*/ 11 w 37"/>
                <a:gd name="T1" fmla="*/ 2 h 69"/>
                <a:gd name="T2" fmla="*/ 4 w 37"/>
                <a:gd name="T3" fmla="*/ 38 h 69"/>
                <a:gd name="T4" fmla="*/ 26 w 37"/>
                <a:gd name="T5" fmla="*/ 68 h 69"/>
                <a:gd name="T6" fmla="*/ 33 w 37"/>
                <a:gd name="T7" fmla="*/ 31 h 69"/>
                <a:gd name="T8" fmla="*/ 11 w 37"/>
                <a:gd name="T9" fmla="*/ 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69">
                  <a:moveTo>
                    <a:pt x="11" y="2"/>
                  </a:moveTo>
                  <a:cubicBezTo>
                    <a:pt x="3" y="3"/>
                    <a:pt x="0" y="20"/>
                    <a:pt x="4" y="38"/>
                  </a:cubicBezTo>
                  <a:cubicBezTo>
                    <a:pt x="8" y="56"/>
                    <a:pt x="18" y="69"/>
                    <a:pt x="26" y="68"/>
                  </a:cubicBezTo>
                  <a:cubicBezTo>
                    <a:pt x="33" y="66"/>
                    <a:pt x="37" y="50"/>
                    <a:pt x="33" y="31"/>
                  </a:cubicBezTo>
                  <a:cubicBezTo>
                    <a:pt x="28" y="13"/>
                    <a:pt x="19" y="0"/>
                    <a:pt x="11" y="2"/>
                  </a:cubicBezTo>
                  <a:close/>
                </a:path>
              </a:pathLst>
            </a:custGeom>
            <a:solidFill>
              <a:srgbClr val="F7D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231"/>
            <p:cNvSpPr>
              <a:spLocks/>
            </p:cNvSpPr>
            <p:nvPr/>
          </p:nvSpPr>
          <p:spPr bwMode="auto">
            <a:xfrm>
              <a:off x="8015288" y="382588"/>
              <a:ext cx="844550" cy="563563"/>
            </a:xfrm>
            <a:custGeom>
              <a:avLst/>
              <a:gdLst>
                <a:gd name="T0" fmla="*/ 158 w 311"/>
                <a:gd name="T1" fmla="*/ 0 h 208"/>
                <a:gd name="T2" fmla="*/ 283 w 311"/>
                <a:gd name="T3" fmla="*/ 108 h 208"/>
                <a:gd name="T4" fmla="*/ 291 w 311"/>
                <a:gd name="T5" fmla="*/ 144 h 208"/>
                <a:gd name="T6" fmla="*/ 21 w 311"/>
                <a:gd name="T7" fmla="*/ 151 h 208"/>
                <a:gd name="T8" fmla="*/ 33 w 311"/>
                <a:gd name="T9" fmla="*/ 108 h 208"/>
                <a:gd name="T10" fmla="*/ 158 w 311"/>
                <a:gd name="T1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1" h="208">
                  <a:moveTo>
                    <a:pt x="158" y="0"/>
                  </a:moveTo>
                  <a:cubicBezTo>
                    <a:pt x="227" y="0"/>
                    <a:pt x="283" y="48"/>
                    <a:pt x="283" y="108"/>
                  </a:cubicBezTo>
                  <a:cubicBezTo>
                    <a:pt x="283" y="116"/>
                    <a:pt x="289" y="137"/>
                    <a:pt x="291" y="144"/>
                  </a:cubicBezTo>
                  <a:cubicBezTo>
                    <a:pt x="311" y="208"/>
                    <a:pt x="0" y="201"/>
                    <a:pt x="21" y="151"/>
                  </a:cubicBezTo>
                  <a:cubicBezTo>
                    <a:pt x="25" y="141"/>
                    <a:pt x="33" y="116"/>
                    <a:pt x="33" y="108"/>
                  </a:cubicBezTo>
                  <a:cubicBezTo>
                    <a:pt x="33" y="48"/>
                    <a:pt x="89" y="0"/>
                    <a:pt x="158" y="0"/>
                  </a:cubicBezTo>
                  <a:close/>
                </a:path>
              </a:pathLst>
            </a:custGeom>
            <a:solidFill>
              <a:srgbClr val="F5C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Oval 232"/>
            <p:cNvSpPr>
              <a:spLocks noChangeArrowheads="1"/>
            </p:cNvSpPr>
            <p:nvPr/>
          </p:nvSpPr>
          <p:spPr bwMode="auto">
            <a:xfrm>
              <a:off x="8142288" y="746126"/>
              <a:ext cx="600075" cy="122238"/>
            </a:xfrm>
            <a:prstGeom prst="ellipse">
              <a:avLst/>
            </a:prstGeom>
            <a:solidFill>
              <a:srgbClr val="E3B5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Oval 233"/>
            <p:cNvSpPr>
              <a:spLocks noChangeArrowheads="1"/>
            </p:cNvSpPr>
            <p:nvPr/>
          </p:nvSpPr>
          <p:spPr bwMode="auto">
            <a:xfrm>
              <a:off x="8351838" y="311151"/>
              <a:ext cx="173038" cy="176213"/>
            </a:xfrm>
            <a:prstGeom prst="ellipse">
              <a:avLst/>
            </a:prstGeom>
            <a:solidFill>
              <a:srgbClr val="F5C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234"/>
            <p:cNvSpPr>
              <a:spLocks/>
            </p:cNvSpPr>
            <p:nvPr/>
          </p:nvSpPr>
          <p:spPr bwMode="auto">
            <a:xfrm>
              <a:off x="8243888" y="392113"/>
              <a:ext cx="104775" cy="309563"/>
            </a:xfrm>
            <a:custGeom>
              <a:avLst/>
              <a:gdLst>
                <a:gd name="T0" fmla="*/ 0 w 39"/>
                <a:gd name="T1" fmla="*/ 17 h 114"/>
                <a:gd name="T2" fmla="*/ 38 w 39"/>
                <a:gd name="T3" fmla="*/ 0 h 114"/>
                <a:gd name="T4" fmla="*/ 39 w 39"/>
                <a:gd name="T5" fmla="*/ 7 h 114"/>
                <a:gd name="T6" fmla="*/ 39 w 39"/>
                <a:gd name="T7" fmla="*/ 95 h 114"/>
                <a:gd name="T8" fmla="*/ 19 w 39"/>
                <a:gd name="T9" fmla="*/ 114 h 114"/>
                <a:gd name="T10" fmla="*/ 19 w 39"/>
                <a:gd name="T11" fmla="*/ 114 h 114"/>
                <a:gd name="T12" fmla="*/ 0 w 39"/>
                <a:gd name="T13" fmla="*/ 95 h 114"/>
                <a:gd name="T14" fmla="*/ 0 w 39"/>
                <a:gd name="T15" fmla="*/ 17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114">
                  <a:moveTo>
                    <a:pt x="0" y="17"/>
                  </a:moveTo>
                  <a:cubicBezTo>
                    <a:pt x="11" y="9"/>
                    <a:pt x="24" y="4"/>
                    <a:pt x="38" y="0"/>
                  </a:cubicBezTo>
                  <a:cubicBezTo>
                    <a:pt x="38" y="2"/>
                    <a:pt x="39" y="5"/>
                    <a:pt x="39" y="7"/>
                  </a:cubicBezTo>
                  <a:cubicBezTo>
                    <a:pt x="39" y="95"/>
                    <a:pt x="39" y="95"/>
                    <a:pt x="39" y="95"/>
                  </a:cubicBezTo>
                  <a:cubicBezTo>
                    <a:pt x="39" y="105"/>
                    <a:pt x="30" y="114"/>
                    <a:pt x="19" y="114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9" y="114"/>
                    <a:pt x="0" y="105"/>
                    <a:pt x="0" y="95"/>
                  </a:cubicBezTo>
                  <a:lnTo>
                    <a:pt x="0" y="17"/>
                  </a:lnTo>
                  <a:close/>
                </a:path>
              </a:pathLst>
            </a:custGeom>
            <a:solidFill>
              <a:srgbClr val="E3B5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235"/>
            <p:cNvSpPr>
              <a:spLocks/>
            </p:cNvSpPr>
            <p:nvPr/>
          </p:nvSpPr>
          <p:spPr bwMode="auto">
            <a:xfrm>
              <a:off x="8528051" y="390526"/>
              <a:ext cx="106363" cy="311150"/>
            </a:xfrm>
            <a:custGeom>
              <a:avLst/>
              <a:gdLst>
                <a:gd name="T0" fmla="*/ 2 w 39"/>
                <a:gd name="T1" fmla="*/ 0 h 115"/>
                <a:gd name="T2" fmla="*/ 39 w 39"/>
                <a:gd name="T3" fmla="*/ 15 h 115"/>
                <a:gd name="T4" fmla="*/ 39 w 39"/>
                <a:gd name="T5" fmla="*/ 96 h 115"/>
                <a:gd name="T6" fmla="*/ 19 w 39"/>
                <a:gd name="T7" fmla="*/ 115 h 115"/>
                <a:gd name="T8" fmla="*/ 19 w 39"/>
                <a:gd name="T9" fmla="*/ 115 h 115"/>
                <a:gd name="T10" fmla="*/ 0 w 39"/>
                <a:gd name="T11" fmla="*/ 96 h 115"/>
                <a:gd name="T12" fmla="*/ 0 w 39"/>
                <a:gd name="T13" fmla="*/ 8 h 115"/>
                <a:gd name="T14" fmla="*/ 2 w 39"/>
                <a:gd name="T1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115">
                  <a:moveTo>
                    <a:pt x="2" y="0"/>
                  </a:moveTo>
                  <a:cubicBezTo>
                    <a:pt x="15" y="4"/>
                    <a:pt x="28" y="9"/>
                    <a:pt x="39" y="15"/>
                  </a:cubicBezTo>
                  <a:cubicBezTo>
                    <a:pt x="39" y="96"/>
                    <a:pt x="39" y="96"/>
                    <a:pt x="39" y="96"/>
                  </a:cubicBezTo>
                  <a:cubicBezTo>
                    <a:pt x="39" y="106"/>
                    <a:pt x="30" y="115"/>
                    <a:pt x="19" y="115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9" y="115"/>
                    <a:pt x="0" y="106"/>
                    <a:pt x="0" y="9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6"/>
                    <a:pt x="1" y="3"/>
                    <a:pt x="2" y="0"/>
                  </a:cubicBezTo>
                  <a:close/>
                </a:path>
              </a:pathLst>
            </a:custGeom>
            <a:solidFill>
              <a:srgbClr val="E3B5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710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1841500" y="230188"/>
            <a:ext cx="8515350" cy="6391275"/>
            <a:chOff x="1160" y="145"/>
            <a:chExt cx="5364" cy="4026"/>
          </a:xfrm>
        </p:grpSpPr>
        <p:grpSp>
          <p:nvGrpSpPr>
            <p:cNvPr id="7" name="Group 205"/>
            <p:cNvGrpSpPr>
              <a:grpSpLocks/>
            </p:cNvGrpSpPr>
            <p:nvPr/>
          </p:nvGrpSpPr>
          <p:grpSpPr bwMode="auto">
            <a:xfrm>
              <a:off x="1160" y="145"/>
              <a:ext cx="4023" cy="4026"/>
              <a:chOff x="1160" y="145"/>
              <a:chExt cx="4023" cy="4026"/>
            </a:xfrm>
          </p:grpSpPr>
          <p:sp>
            <p:nvSpPr>
              <p:cNvPr id="177" name="Freeform 5"/>
              <p:cNvSpPr>
                <a:spLocks/>
              </p:cNvSpPr>
              <p:nvPr/>
            </p:nvSpPr>
            <p:spPr bwMode="auto">
              <a:xfrm>
                <a:off x="3842" y="1487"/>
                <a:ext cx="1341" cy="1342"/>
              </a:xfrm>
              <a:custGeom>
                <a:avLst/>
                <a:gdLst>
                  <a:gd name="T0" fmla="*/ 1341 w 1341"/>
                  <a:gd name="T1" fmla="*/ 0 h 1342"/>
                  <a:gd name="T2" fmla="*/ 1341 w 1341"/>
                  <a:gd name="T3" fmla="*/ 1342 h 1342"/>
                  <a:gd name="T4" fmla="*/ 0 w 1341"/>
                  <a:gd name="T5" fmla="*/ 1342 h 1342"/>
                  <a:gd name="T6" fmla="*/ 0 w 1341"/>
                  <a:gd name="T7" fmla="*/ 0 h 1342"/>
                  <a:gd name="T8" fmla="*/ 1341 w 1341"/>
                  <a:gd name="T9" fmla="*/ 0 h 1342"/>
                  <a:gd name="T10" fmla="*/ 1341 w 1341"/>
                  <a:gd name="T11" fmla="*/ 0 h 1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41" h="1342">
                    <a:moveTo>
                      <a:pt x="1341" y="0"/>
                    </a:moveTo>
                    <a:lnTo>
                      <a:pt x="1341" y="1342"/>
                    </a:lnTo>
                    <a:lnTo>
                      <a:pt x="0" y="1342"/>
                    </a:lnTo>
                    <a:lnTo>
                      <a:pt x="0" y="0"/>
                    </a:lnTo>
                    <a:lnTo>
                      <a:pt x="1341" y="0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5BA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8" name="Freeform 6"/>
              <p:cNvSpPr>
                <a:spLocks/>
              </p:cNvSpPr>
              <p:nvPr/>
            </p:nvSpPr>
            <p:spPr bwMode="auto">
              <a:xfrm>
                <a:off x="4531" y="1783"/>
                <a:ext cx="652" cy="1046"/>
              </a:xfrm>
              <a:custGeom>
                <a:avLst/>
                <a:gdLst>
                  <a:gd name="T0" fmla="*/ 652 w 652"/>
                  <a:gd name="T1" fmla="*/ 1046 h 1046"/>
                  <a:gd name="T2" fmla="*/ 0 w 652"/>
                  <a:gd name="T3" fmla="*/ 1046 h 1046"/>
                  <a:gd name="T4" fmla="*/ 201 w 652"/>
                  <a:gd name="T5" fmla="*/ 0 h 1046"/>
                  <a:gd name="T6" fmla="*/ 652 w 652"/>
                  <a:gd name="T7" fmla="*/ 452 h 1046"/>
                  <a:gd name="T8" fmla="*/ 652 w 652"/>
                  <a:gd name="T9" fmla="*/ 1046 h 1046"/>
                  <a:gd name="T10" fmla="*/ 652 w 652"/>
                  <a:gd name="T11" fmla="*/ 1046 h 10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2" h="1046">
                    <a:moveTo>
                      <a:pt x="652" y="1046"/>
                    </a:moveTo>
                    <a:lnTo>
                      <a:pt x="0" y="1046"/>
                    </a:lnTo>
                    <a:lnTo>
                      <a:pt x="201" y="0"/>
                    </a:lnTo>
                    <a:lnTo>
                      <a:pt x="652" y="452"/>
                    </a:lnTo>
                    <a:lnTo>
                      <a:pt x="652" y="1046"/>
                    </a:lnTo>
                    <a:lnTo>
                      <a:pt x="652" y="1046"/>
                    </a:lnTo>
                    <a:close/>
                  </a:path>
                </a:pathLst>
              </a:custGeom>
              <a:solidFill>
                <a:srgbClr val="3678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9" name="Freeform 7"/>
              <p:cNvSpPr>
                <a:spLocks/>
              </p:cNvSpPr>
              <p:nvPr/>
            </p:nvSpPr>
            <p:spPr bwMode="auto">
              <a:xfrm>
                <a:off x="4202" y="1693"/>
                <a:ext cx="620" cy="946"/>
              </a:xfrm>
              <a:custGeom>
                <a:avLst/>
                <a:gdLst>
                  <a:gd name="T0" fmla="*/ 0 w 262"/>
                  <a:gd name="T1" fmla="*/ 400 h 400"/>
                  <a:gd name="T2" fmla="*/ 0 w 262"/>
                  <a:gd name="T3" fmla="*/ 131 h 400"/>
                  <a:gd name="T4" fmla="*/ 131 w 262"/>
                  <a:gd name="T5" fmla="*/ 0 h 400"/>
                  <a:gd name="T6" fmla="*/ 262 w 262"/>
                  <a:gd name="T7" fmla="*/ 131 h 400"/>
                  <a:gd name="T8" fmla="*/ 262 w 262"/>
                  <a:gd name="T9" fmla="*/ 131 h 400"/>
                  <a:gd name="T10" fmla="*/ 262 w 262"/>
                  <a:gd name="T11" fmla="*/ 400 h 400"/>
                  <a:gd name="T12" fmla="*/ 0 w 262"/>
                  <a:gd name="T13" fmla="*/ 400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2" h="400">
                    <a:moveTo>
                      <a:pt x="0" y="400"/>
                    </a:moveTo>
                    <a:cubicBezTo>
                      <a:pt x="0" y="131"/>
                      <a:pt x="0" y="131"/>
                      <a:pt x="0" y="131"/>
                    </a:cubicBezTo>
                    <a:cubicBezTo>
                      <a:pt x="0" y="59"/>
                      <a:pt x="59" y="0"/>
                      <a:pt x="131" y="0"/>
                    </a:cubicBezTo>
                    <a:cubicBezTo>
                      <a:pt x="204" y="0"/>
                      <a:pt x="262" y="59"/>
                      <a:pt x="262" y="131"/>
                    </a:cubicBezTo>
                    <a:cubicBezTo>
                      <a:pt x="262" y="131"/>
                      <a:pt x="262" y="131"/>
                      <a:pt x="262" y="131"/>
                    </a:cubicBezTo>
                    <a:cubicBezTo>
                      <a:pt x="262" y="400"/>
                      <a:pt x="262" y="400"/>
                      <a:pt x="262" y="400"/>
                    </a:cubicBezTo>
                    <a:cubicBezTo>
                      <a:pt x="0" y="400"/>
                      <a:pt x="0" y="400"/>
                      <a:pt x="0" y="400"/>
                    </a:cubicBezTo>
                    <a:close/>
                  </a:path>
                </a:pathLst>
              </a:custGeom>
              <a:solidFill>
                <a:srgbClr val="424F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0" name="Freeform 8"/>
              <p:cNvSpPr>
                <a:spLocks/>
              </p:cNvSpPr>
              <p:nvPr/>
            </p:nvSpPr>
            <p:spPr bwMode="auto">
              <a:xfrm>
                <a:off x="4512" y="1693"/>
                <a:ext cx="310" cy="946"/>
              </a:xfrm>
              <a:custGeom>
                <a:avLst/>
                <a:gdLst>
                  <a:gd name="T0" fmla="*/ 0 w 131"/>
                  <a:gd name="T1" fmla="*/ 0 h 400"/>
                  <a:gd name="T2" fmla="*/ 0 w 131"/>
                  <a:gd name="T3" fmla="*/ 0 h 400"/>
                  <a:gd name="T4" fmla="*/ 131 w 131"/>
                  <a:gd name="T5" fmla="*/ 131 h 400"/>
                  <a:gd name="T6" fmla="*/ 131 w 131"/>
                  <a:gd name="T7" fmla="*/ 131 h 400"/>
                  <a:gd name="T8" fmla="*/ 131 w 131"/>
                  <a:gd name="T9" fmla="*/ 400 h 400"/>
                  <a:gd name="T10" fmla="*/ 0 w 131"/>
                  <a:gd name="T11" fmla="*/ 400 h 400"/>
                  <a:gd name="T12" fmla="*/ 0 w 131"/>
                  <a:gd name="T13" fmla="*/ 0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1" h="4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73" y="0"/>
                      <a:pt x="131" y="59"/>
                      <a:pt x="131" y="131"/>
                    </a:cubicBezTo>
                    <a:cubicBezTo>
                      <a:pt x="131" y="131"/>
                      <a:pt x="131" y="131"/>
                      <a:pt x="131" y="131"/>
                    </a:cubicBezTo>
                    <a:cubicBezTo>
                      <a:pt x="131" y="400"/>
                      <a:pt x="131" y="400"/>
                      <a:pt x="131" y="400"/>
                    </a:cubicBezTo>
                    <a:cubicBezTo>
                      <a:pt x="0" y="400"/>
                      <a:pt x="0" y="400"/>
                      <a:pt x="0" y="40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222C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1" name="Freeform 9"/>
              <p:cNvSpPr>
                <a:spLocks/>
              </p:cNvSpPr>
              <p:nvPr/>
            </p:nvSpPr>
            <p:spPr bwMode="auto">
              <a:xfrm>
                <a:off x="4216" y="2365"/>
                <a:ext cx="594" cy="464"/>
              </a:xfrm>
              <a:custGeom>
                <a:avLst/>
                <a:gdLst>
                  <a:gd name="T0" fmla="*/ 71 w 251"/>
                  <a:gd name="T1" fmla="*/ 0 h 196"/>
                  <a:gd name="T2" fmla="*/ 180 w 251"/>
                  <a:gd name="T3" fmla="*/ 0 h 196"/>
                  <a:gd name="T4" fmla="*/ 180 w 251"/>
                  <a:gd name="T5" fmla="*/ 87 h 196"/>
                  <a:gd name="T6" fmla="*/ 234 w 251"/>
                  <a:gd name="T7" fmla="*/ 99 h 196"/>
                  <a:gd name="T8" fmla="*/ 251 w 251"/>
                  <a:gd name="T9" fmla="*/ 103 h 196"/>
                  <a:gd name="T10" fmla="*/ 125 w 251"/>
                  <a:gd name="T11" fmla="*/ 196 h 196"/>
                  <a:gd name="T12" fmla="*/ 125 w 251"/>
                  <a:gd name="T13" fmla="*/ 196 h 196"/>
                  <a:gd name="T14" fmla="*/ 0 w 251"/>
                  <a:gd name="T15" fmla="*/ 103 h 196"/>
                  <a:gd name="T16" fmla="*/ 21 w 251"/>
                  <a:gd name="T17" fmla="*/ 98 h 196"/>
                  <a:gd name="T18" fmla="*/ 71 w 251"/>
                  <a:gd name="T19" fmla="*/ 87 h 196"/>
                  <a:gd name="T20" fmla="*/ 71 w 251"/>
                  <a:gd name="T21" fmla="*/ 0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1" h="196">
                    <a:moveTo>
                      <a:pt x="71" y="0"/>
                    </a:move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87"/>
                      <a:pt x="180" y="87"/>
                      <a:pt x="180" y="87"/>
                    </a:cubicBezTo>
                    <a:cubicBezTo>
                      <a:pt x="234" y="99"/>
                      <a:pt x="234" y="99"/>
                      <a:pt x="234" y="99"/>
                    </a:cubicBezTo>
                    <a:cubicBezTo>
                      <a:pt x="251" y="103"/>
                      <a:pt x="251" y="103"/>
                      <a:pt x="251" y="103"/>
                    </a:cubicBezTo>
                    <a:cubicBezTo>
                      <a:pt x="235" y="156"/>
                      <a:pt x="185" y="196"/>
                      <a:pt x="125" y="196"/>
                    </a:cubicBezTo>
                    <a:cubicBezTo>
                      <a:pt x="125" y="196"/>
                      <a:pt x="125" y="196"/>
                      <a:pt x="125" y="196"/>
                    </a:cubicBezTo>
                    <a:cubicBezTo>
                      <a:pt x="66" y="196"/>
                      <a:pt x="16" y="156"/>
                      <a:pt x="0" y="103"/>
                    </a:cubicBezTo>
                    <a:cubicBezTo>
                      <a:pt x="21" y="98"/>
                      <a:pt x="21" y="98"/>
                      <a:pt x="21" y="98"/>
                    </a:cubicBezTo>
                    <a:cubicBezTo>
                      <a:pt x="71" y="87"/>
                      <a:pt x="71" y="87"/>
                      <a:pt x="71" y="87"/>
                    </a:cubicBezTo>
                    <a:cubicBezTo>
                      <a:pt x="71" y="0"/>
                      <a:pt x="71" y="0"/>
                      <a:pt x="71" y="0"/>
                    </a:cubicBezTo>
                    <a:close/>
                  </a:path>
                </a:pathLst>
              </a:custGeom>
              <a:solidFill>
                <a:srgbClr val="FCD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2" name="Freeform 10"/>
              <p:cNvSpPr>
                <a:spLocks/>
              </p:cNvSpPr>
              <p:nvPr/>
            </p:nvSpPr>
            <p:spPr bwMode="auto">
              <a:xfrm>
                <a:off x="4384" y="2417"/>
                <a:ext cx="426" cy="357"/>
              </a:xfrm>
              <a:custGeom>
                <a:avLst/>
                <a:gdLst>
                  <a:gd name="T0" fmla="*/ 109 w 180"/>
                  <a:gd name="T1" fmla="*/ 0 h 151"/>
                  <a:gd name="T2" fmla="*/ 109 w 180"/>
                  <a:gd name="T3" fmla="*/ 65 h 151"/>
                  <a:gd name="T4" fmla="*/ 180 w 180"/>
                  <a:gd name="T5" fmla="*/ 81 h 151"/>
                  <a:gd name="T6" fmla="*/ 128 w 180"/>
                  <a:gd name="T7" fmla="*/ 151 h 151"/>
                  <a:gd name="T8" fmla="*/ 0 w 180"/>
                  <a:gd name="T9" fmla="*/ 23 h 151"/>
                  <a:gd name="T10" fmla="*/ 0 w 180"/>
                  <a:gd name="T11" fmla="*/ 0 h 151"/>
                  <a:gd name="T12" fmla="*/ 109 w 180"/>
                  <a:gd name="T13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0" h="151">
                    <a:moveTo>
                      <a:pt x="109" y="0"/>
                    </a:moveTo>
                    <a:cubicBezTo>
                      <a:pt x="109" y="65"/>
                      <a:pt x="109" y="65"/>
                      <a:pt x="109" y="65"/>
                    </a:cubicBezTo>
                    <a:cubicBezTo>
                      <a:pt x="180" y="81"/>
                      <a:pt x="180" y="81"/>
                      <a:pt x="180" y="81"/>
                    </a:cubicBezTo>
                    <a:cubicBezTo>
                      <a:pt x="171" y="110"/>
                      <a:pt x="153" y="134"/>
                      <a:pt x="128" y="151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9" y="0"/>
                      <a:pt x="109" y="0"/>
                      <a:pt x="109" y="0"/>
                    </a:cubicBezTo>
                    <a:close/>
                  </a:path>
                </a:pathLst>
              </a:custGeom>
              <a:solidFill>
                <a:srgbClr val="EDBA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3" name="Oval 11"/>
              <p:cNvSpPr>
                <a:spLocks noChangeArrowheads="1"/>
              </p:cNvSpPr>
              <p:nvPr/>
            </p:nvSpPr>
            <p:spPr bwMode="auto">
              <a:xfrm>
                <a:off x="4720" y="2055"/>
                <a:ext cx="102" cy="102"/>
              </a:xfrm>
              <a:prstGeom prst="ellipse">
                <a:avLst/>
              </a:prstGeom>
              <a:solidFill>
                <a:srgbClr val="EDBA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4" name="Oval 12"/>
              <p:cNvSpPr>
                <a:spLocks noChangeArrowheads="1"/>
              </p:cNvSpPr>
              <p:nvPr/>
            </p:nvSpPr>
            <p:spPr bwMode="auto">
              <a:xfrm>
                <a:off x="4744" y="2081"/>
                <a:ext cx="52" cy="49"/>
              </a:xfrm>
              <a:prstGeom prst="ellipse">
                <a:avLst/>
              </a:prstGeom>
              <a:solidFill>
                <a:srgbClr val="AD7B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5" name="Oval 13"/>
              <p:cNvSpPr>
                <a:spLocks noChangeArrowheads="1"/>
              </p:cNvSpPr>
              <p:nvPr/>
            </p:nvSpPr>
            <p:spPr bwMode="auto">
              <a:xfrm>
                <a:off x="4202" y="2055"/>
                <a:ext cx="104" cy="102"/>
              </a:xfrm>
              <a:prstGeom prst="ellipse">
                <a:avLst/>
              </a:prstGeom>
              <a:solidFill>
                <a:srgbClr val="FCD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6" name="Oval 14"/>
              <p:cNvSpPr>
                <a:spLocks noChangeArrowheads="1"/>
              </p:cNvSpPr>
              <p:nvPr/>
            </p:nvSpPr>
            <p:spPr bwMode="auto">
              <a:xfrm>
                <a:off x="4228" y="2081"/>
                <a:ext cx="52" cy="49"/>
              </a:xfrm>
              <a:prstGeom prst="ellipse">
                <a:avLst/>
              </a:prstGeom>
              <a:solidFill>
                <a:srgbClr val="AD7B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7" name="Freeform 15"/>
              <p:cNvSpPr>
                <a:spLocks/>
              </p:cNvSpPr>
              <p:nvPr/>
            </p:nvSpPr>
            <p:spPr bwMode="auto">
              <a:xfrm>
                <a:off x="4254" y="2003"/>
                <a:ext cx="516" cy="490"/>
              </a:xfrm>
              <a:custGeom>
                <a:avLst/>
                <a:gdLst>
                  <a:gd name="T0" fmla="*/ 218 w 218"/>
                  <a:gd name="T1" fmla="*/ 0 h 207"/>
                  <a:gd name="T2" fmla="*/ 218 w 218"/>
                  <a:gd name="T3" fmla="*/ 98 h 207"/>
                  <a:gd name="T4" fmla="*/ 109 w 218"/>
                  <a:gd name="T5" fmla="*/ 207 h 207"/>
                  <a:gd name="T6" fmla="*/ 0 w 218"/>
                  <a:gd name="T7" fmla="*/ 98 h 207"/>
                  <a:gd name="T8" fmla="*/ 0 w 218"/>
                  <a:gd name="T9" fmla="*/ 0 h 207"/>
                  <a:gd name="T10" fmla="*/ 153 w 218"/>
                  <a:gd name="T11" fmla="*/ 0 h 207"/>
                  <a:gd name="T12" fmla="*/ 218 w 218"/>
                  <a:gd name="T13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8" h="207">
                    <a:moveTo>
                      <a:pt x="218" y="0"/>
                    </a:moveTo>
                    <a:cubicBezTo>
                      <a:pt x="218" y="98"/>
                      <a:pt x="218" y="98"/>
                      <a:pt x="218" y="98"/>
                    </a:cubicBezTo>
                    <a:cubicBezTo>
                      <a:pt x="218" y="158"/>
                      <a:pt x="169" y="207"/>
                      <a:pt x="109" y="207"/>
                    </a:cubicBezTo>
                    <a:cubicBezTo>
                      <a:pt x="49" y="207"/>
                      <a:pt x="0" y="158"/>
                      <a:pt x="0" y="9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218" y="0"/>
                      <a:pt x="218" y="0"/>
                      <a:pt x="218" y="0"/>
                    </a:cubicBezTo>
                    <a:close/>
                  </a:path>
                </a:pathLst>
              </a:custGeom>
              <a:solidFill>
                <a:srgbClr val="FCD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8" name="Freeform 16"/>
              <p:cNvSpPr>
                <a:spLocks/>
              </p:cNvSpPr>
              <p:nvPr/>
            </p:nvSpPr>
            <p:spPr bwMode="auto">
              <a:xfrm>
                <a:off x="4254" y="2003"/>
                <a:ext cx="516" cy="426"/>
              </a:xfrm>
              <a:custGeom>
                <a:avLst/>
                <a:gdLst>
                  <a:gd name="T0" fmla="*/ 218 w 218"/>
                  <a:gd name="T1" fmla="*/ 0 h 180"/>
                  <a:gd name="T2" fmla="*/ 218 w 218"/>
                  <a:gd name="T3" fmla="*/ 98 h 180"/>
                  <a:gd name="T4" fmla="*/ 181 w 218"/>
                  <a:gd name="T5" fmla="*/ 180 h 180"/>
                  <a:gd name="T6" fmla="*/ 0 w 218"/>
                  <a:gd name="T7" fmla="*/ 0 h 180"/>
                  <a:gd name="T8" fmla="*/ 153 w 218"/>
                  <a:gd name="T9" fmla="*/ 0 h 180"/>
                  <a:gd name="T10" fmla="*/ 218 w 218"/>
                  <a:gd name="T11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8" h="180">
                    <a:moveTo>
                      <a:pt x="218" y="0"/>
                    </a:moveTo>
                    <a:cubicBezTo>
                      <a:pt x="218" y="98"/>
                      <a:pt x="218" y="98"/>
                      <a:pt x="218" y="98"/>
                    </a:cubicBezTo>
                    <a:cubicBezTo>
                      <a:pt x="218" y="131"/>
                      <a:pt x="204" y="160"/>
                      <a:pt x="181" y="18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218" y="0"/>
                      <a:pt x="218" y="0"/>
                      <a:pt x="218" y="0"/>
                    </a:cubicBezTo>
                    <a:close/>
                  </a:path>
                </a:pathLst>
              </a:custGeom>
              <a:solidFill>
                <a:srgbClr val="EDBA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9" name="Freeform 17"/>
              <p:cNvSpPr>
                <a:spLocks/>
              </p:cNvSpPr>
              <p:nvPr/>
            </p:nvSpPr>
            <p:spPr bwMode="auto">
              <a:xfrm>
                <a:off x="4410" y="2261"/>
                <a:ext cx="206" cy="90"/>
              </a:xfrm>
              <a:custGeom>
                <a:avLst/>
                <a:gdLst>
                  <a:gd name="T0" fmla="*/ 64 w 87"/>
                  <a:gd name="T1" fmla="*/ 38 h 38"/>
                  <a:gd name="T2" fmla="*/ 87 w 87"/>
                  <a:gd name="T3" fmla="*/ 0 h 38"/>
                  <a:gd name="T4" fmla="*/ 0 w 87"/>
                  <a:gd name="T5" fmla="*/ 0 h 38"/>
                  <a:gd name="T6" fmla="*/ 22 w 87"/>
                  <a:gd name="T7" fmla="*/ 38 h 38"/>
                  <a:gd name="T8" fmla="*/ 22 w 87"/>
                  <a:gd name="T9" fmla="*/ 38 h 38"/>
                  <a:gd name="T10" fmla="*/ 64 w 87"/>
                  <a:gd name="T11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7" h="38">
                    <a:moveTo>
                      <a:pt x="64" y="38"/>
                    </a:moveTo>
                    <a:cubicBezTo>
                      <a:pt x="78" y="31"/>
                      <a:pt x="87" y="16"/>
                      <a:pt x="8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9" y="31"/>
                      <a:pt x="22" y="38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64" y="38"/>
                      <a:pt x="64" y="38"/>
                      <a:pt x="64" y="38"/>
                    </a:cubicBezTo>
                    <a:close/>
                  </a:path>
                </a:pathLst>
              </a:custGeom>
              <a:solidFill>
                <a:srgbClr val="222C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0" name="Freeform 18"/>
              <p:cNvSpPr>
                <a:spLocks/>
              </p:cNvSpPr>
              <p:nvPr/>
            </p:nvSpPr>
            <p:spPr bwMode="auto">
              <a:xfrm>
                <a:off x="4462" y="2339"/>
                <a:ext cx="99" cy="26"/>
              </a:xfrm>
              <a:custGeom>
                <a:avLst/>
                <a:gdLst>
                  <a:gd name="T0" fmla="*/ 21 w 42"/>
                  <a:gd name="T1" fmla="*/ 11 h 11"/>
                  <a:gd name="T2" fmla="*/ 42 w 42"/>
                  <a:gd name="T3" fmla="*/ 5 h 11"/>
                  <a:gd name="T4" fmla="*/ 21 w 42"/>
                  <a:gd name="T5" fmla="*/ 0 h 11"/>
                  <a:gd name="T6" fmla="*/ 0 w 42"/>
                  <a:gd name="T7" fmla="*/ 5 h 11"/>
                  <a:gd name="T8" fmla="*/ 21 w 42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11">
                    <a:moveTo>
                      <a:pt x="21" y="11"/>
                    </a:moveTo>
                    <a:cubicBezTo>
                      <a:pt x="29" y="11"/>
                      <a:pt x="36" y="9"/>
                      <a:pt x="42" y="5"/>
                    </a:cubicBezTo>
                    <a:cubicBezTo>
                      <a:pt x="36" y="2"/>
                      <a:pt x="29" y="0"/>
                      <a:pt x="21" y="0"/>
                    </a:cubicBezTo>
                    <a:cubicBezTo>
                      <a:pt x="14" y="0"/>
                      <a:pt x="6" y="2"/>
                      <a:pt x="0" y="5"/>
                    </a:cubicBezTo>
                    <a:cubicBezTo>
                      <a:pt x="6" y="9"/>
                      <a:pt x="14" y="11"/>
                      <a:pt x="21" y="11"/>
                    </a:cubicBezTo>
                    <a:close/>
                  </a:path>
                </a:pathLst>
              </a:custGeom>
              <a:solidFill>
                <a:srgbClr val="DE31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1" name="Freeform 19"/>
              <p:cNvSpPr>
                <a:spLocks/>
              </p:cNvSpPr>
              <p:nvPr/>
            </p:nvSpPr>
            <p:spPr bwMode="auto">
              <a:xfrm>
                <a:off x="4436" y="2261"/>
                <a:ext cx="154" cy="26"/>
              </a:xfrm>
              <a:custGeom>
                <a:avLst/>
                <a:gdLst>
                  <a:gd name="T0" fmla="*/ 65 w 65"/>
                  <a:gd name="T1" fmla="*/ 0 h 11"/>
                  <a:gd name="T2" fmla="*/ 54 w 65"/>
                  <a:gd name="T3" fmla="*/ 11 h 11"/>
                  <a:gd name="T4" fmla="*/ 11 w 65"/>
                  <a:gd name="T5" fmla="*/ 11 h 11"/>
                  <a:gd name="T6" fmla="*/ 0 w 65"/>
                  <a:gd name="T7" fmla="*/ 0 h 11"/>
                  <a:gd name="T8" fmla="*/ 65 w 65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11">
                    <a:moveTo>
                      <a:pt x="65" y="0"/>
                    </a:moveTo>
                    <a:cubicBezTo>
                      <a:pt x="65" y="6"/>
                      <a:pt x="60" y="11"/>
                      <a:pt x="54" y="1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5" y="11"/>
                      <a:pt x="0" y="6"/>
                      <a:pt x="0" y="0"/>
                    </a:cubicBezTo>
                    <a:cubicBezTo>
                      <a:pt x="65" y="0"/>
                      <a:pt x="65" y="0"/>
                      <a:pt x="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2" name="Freeform 20"/>
              <p:cNvSpPr>
                <a:spLocks noEditPoints="1"/>
              </p:cNvSpPr>
              <p:nvPr/>
            </p:nvSpPr>
            <p:spPr bwMode="auto">
              <a:xfrm>
                <a:off x="4500" y="2041"/>
                <a:ext cx="296" cy="160"/>
              </a:xfrm>
              <a:custGeom>
                <a:avLst/>
                <a:gdLst>
                  <a:gd name="T0" fmla="*/ 49 w 125"/>
                  <a:gd name="T1" fmla="*/ 11 h 68"/>
                  <a:gd name="T2" fmla="*/ 33 w 125"/>
                  <a:gd name="T3" fmla="*/ 28 h 68"/>
                  <a:gd name="T4" fmla="*/ 63 w 125"/>
                  <a:gd name="T5" fmla="*/ 57 h 68"/>
                  <a:gd name="T6" fmla="*/ 93 w 125"/>
                  <a:gd name="T7" fmla="*/ 28 h 68"/>
                  <a:gd name="T8" fmla="*/ 93 w 125"/>
                  <a:gd name="T9" fmla="*/ 11 h 68"/>
                  <a:gd name="T10" fmla="*/ 49 w 125"/>
                  <a:gd name="T11" fmla="*/ 11 h 68"/>
                  <a:gd name="T12" fmla="*/ 5 w 125"/>
                  <a:gd name="T13" fmla="*/ 11 h 68"/>
                  <a:gd name="T14" fmla="*/ 0 w 125"/>
                  <a:gd name="T15" fmla="*/ 6 h 68"/>
                  <a:gd name="T16" fmla="*/ 5 w 125"/>
                  <a:gd name="T17" fmla="*/ 0 h 68"/>
                  <a:gd name="T18" fmla="*/ 27 w 125"/>
                  <a:gd name="T19" fmla="*/ 11 h 68"/>
                  <a:gd name="T20" fmla="*/ 49 w 125"/>
                  <a:gd name="T21" fmla="*/ 0 h 68"/>
                  <a:gd name="T22" fmla="*/ 120 w 125"/>
                  <a:gd name="T23" fmla="*/ 0 h 68"/>
                  <a:gd name="T24" fmla="*/ 125 w 125"/>
                  <a:gd name="T25" fmla="*/ 6 h 68"/>
                  <a:gd name="T26" fmla="*/ 120 w 125"/>
                  <a:gd name="T27" fmla="*/ 11 h 68"/>
                  <a:gd name="T28" fmla="*/ 103 w 125"/>
                  <a:gd name="T29" fmla="*/ 11 h 68"/>
                  <a:gd name="T30" fmla="*/ 103 w 125"/>
                  <a:gd name="T31" fmla="*/ 28 h 68"/>
                  <a:gd name="T32" fmla="*/ 63 w 125"/>
                  <a:gd name="T33" fmla="*/ 68 h 68"/>
                  <a:gd name="T34" fmla="*/ 22 w 125"/>
                  <a:gd name="T35" fmla="*/ 28 h 68"/>
                  <a:gd name="T36" fmla="*/ 5 w 125"/>
                  <a:gd name="T37" fmla="*/ 1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5" h="68">
                    <a:moveTo>
                      <a:pt x="49" y="11"/>
                    </a:moveTo>
                    <a:cubicBezTo>
                      <a:pt x="40" y="11"/>
                      <a:pt x="33" y="19"/>
                      <a:pt x="33" y="28"/>
                    </a:cubicBezTo>
                    <a:cubicBezTo>
                      <a:pt x="33" y="44"/>
                      <a:pt x="46" y="57"/>
                      <a:pt x="63" y="57"/>
                    </a:cubicBezTo>
                    <a:cubicBezTo>
                      <a:pt x="79" y="57"/>
                      <a:pt x="93" y="44"/>
                      <a:pt x="93" y="28"/>
                    </a:cubicBezTo>
                    <a:cubicBezTo>
                      <a:pt x="93" y="11"/>
                      <a:pt x="93" y="11"/>
                      <a:pt x="93" y="11"/>
                    </a:cubicBezTo>
                    <a:cubicBezTo>
                      <a:pt x="49" y="11"/>
                      <a:pt x="49" y="11"/>
                      <a:pt x="49" y="11"/>
                    </a:cubicBezTo>
                    <a:close/>
                    <a:moveTo>
                      <a:pt x="5" y="11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4" y="0"/>
                      <a:pt x="22" y="4"/>
                      <a:pt x="27" y="11"/>
                    </a:cubicBezTo>
                    <a:cubicBezTo>
                      <a:pt x="32" y="4"/>
                      <a:pt x="40" y="0"/>
                      <a:pt x="49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3" y="0"/>
                      <a:pt x="125" y="3"/>
                      <a:pt x="125" y="6"/>
                    </a:cubicBezTo>
                    <a:cubicBezTo>
                      <a:pt x="125" y="9"/>
                      <a:pt x="123" y="11"/>
                      <a:pt x="120" y="11"/>
                    </a:cubicBezTo>
                    <a:cubicBezTo>
                      <a:pt x="103" y="11"/>
                      <a:pt x="103" y="11"/>
                      <a:pt x="103" y="11"/>
                    </a:cubicBezTo>
                    <a:cubicBezTo>
                      <a:pt x="103" y="28"/>
                      <a:pt x="103" y="28"/>
                      <a:pt x="103" y="28"/>
                    </a:cubicBezTo>
                    <a:cubicBezTo>
                      <a:pt x="103" y="50"/>
                      <a:pt x="85" y="68"/>
                      <a:pt x="63" y="68"/>
                    </a:cubicBezTo>
                    <a:cubicBezTo>
                      <a:pt x="40" y="68"/>
                      <a:pt x="22" y="50"/>
                      <a:pt x="22" y="28"/>
                    </a:cubicBezTo>
                    <a:cubicBezTo>
                      <a:pt x="22" y="18"/>
                      <a:pt x="14" y="11"/>
                      <a:pt x="5" y="11"/>
                    </a:cubicBezTo>
                    <a:close/>
                  </a:path>
                </a:pathLst>
              </a:custGeom>
              <a:solidFill>
                <a:srgbClr val="99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3" name="Freeform 21"/>
              <p:cNvSpPr>
                <a:spLocks/>
              </p:cNvSpPr>
              <p:nvPr/>
            </p:nvSpPr>
            <p:spPr bwMode="auto">
              <a:xfrm>
                <a:off x="4313" y="2086"/>
                <a:ext cx="114" cy="40"/>
              </a:xfrm>
              <a:custGeom>
                <a:avLst/>
                <a:gdLst>
                  <a:gd name="T0" fmla="*/ 9 w 48"/>
                  <a:gd name="T1" fmla="*/ 16 h 17"/>
                  <a:gd name="T2" fmla="*/ 1 w 48"/>
                  <a:gd name="T3" fmla="*/ 14 h 17"/>
                  <a:gd name="T4" fmla="*/ 3 w 48"/>
                  <a:gd name="T5" fmla="*/ 7 h 17"/>
                  <a:gd name="T6" fmla="*/ 24 w 48"/>
                  <a:gd name="T7" fmla="*/ 0 h 17"/>
                  <a:gd name="T8" fmla="*/ 45 w 48"/>
                  <a:gd name="T9" fmla="*/ 7 h 17"/>
                  <a:gd name="T10" fmla="*/ 46 w 48"/>
                  <a:gd name="T11" fmla="*/ 14 h 17"/>
                  <a:gd name="T12" fmla="*/ 39 w 48"/>
                  <a:gd name="T13" fmla="*/ 16 h 17"/>
                  <a:gd name="T14" fmla="*/ 24 w 48"/>
                  <a:gd name="T15" fmla="*/ 11 h 17"/>
                  <a:gd name="T16" fmla="*/ 9 w 48"/>
                  <a:gd name="T17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7">
                    <a:moveTo>
                      <a:pt x="9" y="16"/>
                    </a:moveTo>
                    <a:cubicBezTo>
                      <a:pt x="6" y="17"/>
                      <a:pt x="3" y="17"/>
                      <a:pt x="1" y="14"/>
                    </a:cubicBezTo>
                    <a:cubicBezTo>
                      <a:pt x="0" y="12"/>
                      <a:pt x="0" y="8"/>
                      <a:pt x="3" y="7"/>
                    </a:cubicBezTo>
                    <a:cubicBezTo>
                      <a:pt x="9" y="2"/>
                      <a:pt x="16" y="0"/>
                      <a:pt x="24" y="0"/>
                    </a:cubicBezTo>
                    <a:cubicBezTo>
                      <a:pt x="31" y="0"/>
                      <a:pt x="39" y="2"/>
                      <a:pt x="45" y="7"/>
                    </a:cubicBezTo>
                    <a:cubicBezTo>
                      <a:pt x="47" y="8"/>
                      <a:pt x="48" y="12"/>
                      <a:pt x="46" y="14"/>
                    </a:cubicBezTo>
                    <a:cubicBezTo>
                      <a:pt x="45" y="17"/>
                      <a:pt x="41" y="17"/>
                      <a:pt x="39" y="16"/>
                    </a:cubicBezTo>
                    <a:cubicBezTo>
                      <a:pt x="34" y="13"/>
                      <a:pt x="29" y="11"/>
                      <a:pt x="24" y="11"/>
                    </a:cubicBezTo>
                    <a:cubicBezTo>
                      <a:pt x="18" y="11"/>
                      <a:pt x="13" y="13"/>
                      <a:pt x="9" y="16"/>
                    </a:cubicBezTo>
                    <a:close/>
                  </a:path>
                </a:pathLst>
              </a:custGeom>
              <a:solidFill>
                <a:srgbClr val="222C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4" name="Freeform 22"/>
              <p:cNvSpPr>
                <a:spLocks/>
              </p:cNvSpPr>
              <p:nvPr/>
            </p:nvSpPr>
            <p:spPr bwMode="auto">
              <a:xfrm>
                <a:off x="4599" y="2086"/>
                <a:ext cx="114" cy="40"/>
              </a:xfrm>
              <a:custGeom>
                <a:avLst/>
                <a:gdLst>
                  <a:gd name="T0" fmla="*/ 9 w 48"/>
                  <a:gd name="T1" fmla="*/ 16 h 17"/>
                  <a:gd name="T2" fmla="*/ 1 w 48"/>
                  <a:gd name="T3" fmla="*/ 14 h 17"/>
                  <a:gd name="T4" fmla="*/ 3 w 48"/>
                  <a:gd name="T5" fmla="*/ 7 h 17"/>
                  <a:gd name="T6" fmla="*/ 24 w 48"/>
                  <a:gd name="T7" fmla="*/ 0 h 17"/>
                  <a:gd name="T8" fmla="*/ 45 w 48"/>
                  <a:gd name="T9" fmla="*/ 7 h 17"/>
                  <a:gd name="T10" fmla="*/ 46 w 48"/>
                  <a:gd name="T11" fmla="*/ 14 h 17"/>
                  <a:gd name="T12" fmla="*/ 39 w 48"/>
                  <a:gd name="T13" fmla="*/ 16 h 17"/>
                  <a:gd name="T14" fmla="*/ 24 w 48"/>
                  <a:gd name="T15" fmla="*/ 11 h 17"/>
                  <a:gd name="T16" fmla="*/ 9 w 48"/>
                  <a:gd name="T17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7">
                    <a:moveTo>
                      <a:pt x="9" y="16"/>
                    </a:moveTo>
                    <a:cubicBezTo>
                      <a:pt x="6" y="17"/>
                      <a:pt x="3" y="17"/>
                      <a:pt x="1" y="14"/>
                    </a:cubicBezTo>
                    <a:cubicBezTo>
                      <a:pt x="0" y="12"/>
                      <a:pt x="0" y="8"/>
                      <a:pt x="3" y="7"/>
                    </a:cubicBezTo>
                    <a:cubicBezTo>
                      <a:pt x="9" y="2"/>
                      <a:pt x="16" y="0"/>
                      <a:pt x="24" y="0"/>
                    </a:cubicBezTo>
                    <a:cubicBezTo>
                      <a:pt x="31" y="0"/>
                      <a:pt x="39" y="2"/>
                      <a:pt x="45" y="7"/>
                    </a:cubicBezTo>
                    <a:cubicBezTo>
                      <a:pt x="47" y="8"/>
                      <a:pt x="48" y="12"/>
                      <a:pt x="46" y="14"/>
                    </a:cubicBezTo>
                    <a:cubicBezTo>
                      <a:pt x="45" y="17"/>
                      <a:pt x="41" y="17"/>
                      <a:pt x="39" y="16"/>
                    </a:cubicBezTo>
                    <a:cubicBezTo>
                      <a:pt x="34" y="13"/>
                      <a:pt x="29" y="11"/>
                      <a:pt x="24" y="11"/>
                    </a:cubicBezTo>
                    <a:cubicBezTo>
                      <a:pt x="18" y="11"/>
                      <a:pt x="13" y="13"/>
                      <a:pt x="9" y="16"/>
                    </a:cubicBezTo>
                    <a:close/>
                  </a:path>
                </a:pathLst>
              </a:custGeom>
              <a:solidFill>
                <a:srgbClr val="222C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5" name="Freeform 23"/>
              <p:cNvSpPr>
                <a:spLocks/>
              </p:cNvSpPr>
              <p:nvPr/>
            </p:nvSpPr>
            <p:spPr bwMode="auto">
              <a:xfrm>
                <a:off x="4100" y="2601"/>
                <a:ext cx="826" cy="228"/>
              </a:xfrm>
              <a:custGeom>
                <a:avLst/>
                <a:gdLst>
                  <a:gd name="T0" fmla="*/ 289 w 349"/>
                  <a:gd name="T1" fmla="*/ 0 h 96"/>
                  <a:gd name="T2" fmla="*/ 327 w 349"/>
                  <a:gd name="T3" fmla="*/ 9 h 96"/>
                  <a:gd name="T4" fmla="*/ 349 w 349"/>
                  <a:gd name="T5" fmla="*/ 41 h 96"/>
                  <a:gd name="T6" fmla="*/ 349 w 349"/>
                  <a:gd name="T7" fmla="*/ 96 h 96"/>
                  <a:gd name="T8" fmla="*/ 0 w 349"/>
                  <a:gd name="T9" fmla="*/ 96 h 96"/>
                  <a:gd name="T10" fmla="*/ 0 w 349"/>
                  <a:gd name="T11" fmla="*/ 41 h 96"/>
                  <a:gd name="T12" fmla="*/ 22 w 349"/>
                  <a:gd name="T13" fmla="*/ 9 h 96"/>
                  <a:gd name="T14" fmla="*/ 60 w 349"/>
                  <a:gd name="T15" fmla="*/ 0 h 96"/>
                  <a:gd name="T16" fmla="*/ 174 w 349"/>
                  <a:gd name="T17" fmla="*/ 85 h 96"/>
                  <a:gd name="T18" fmla="*/ 289 w 349"/>
                  <a:gd name="T1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9" h="96">
                    <a:moveTo>
                      <a:pt x="289" y="0"/>
                    </a:moveTo>
                    <a:cubicBezTo>
                      <a:pt x="327" y="9"/>
                      <a:pt x="327" y="9"/>
                      <a:pt x="327" y="9"/>
                    </a:cubicBezTo>
                    <a:cubicBezTo>
                      <a:pt x="339" y="11"/>
                      <a:pt x="349" y="19"/>
                      <a:pt x="349" y="41"/>
                    </a:cubicBezTo>
                    <a:cubicBezTo>
                      <a:pt x="349" y="96"/>
                      <a:pt x="349" y="96"/>
                      <a:pt x="349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19"/>
                      <a:pt x="10" y="11"/>
                      <a:pt x="22" y="9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75" y="49"/>
                      <a:pt x="120" y="85"/>
                      <a:pt x="174" y="85"/>
                    </a:cubicBezTo>
                    <a:cubicBezTo>
                      <a:pt x="228" y="85"/>
                      <a:pt x="274" y="49"/>
                      <a:pt x="289" y="0"/>
                    </a:cubicBezTo>
                    <a:close/>
                  </a:path>
                </a:pathLst>
              </a:custGeom>
              <a:solidFill>
                <a:srgbClr val="BA17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6" name="Freeform 24"/>
              <p:cNvSpPr>
                <a:spLocks/>
              </p:cNvSpPr>
              <p:nvPr/>
            </p:nvSpPr>
            <p:spPr bwMode="auto">
              <a:xfrm>
                <a:off x="4668" y="2601"/>
                <a:ext cx="258" cy="228"/>
              </a:xfrm>
              <a:custGeom>
                <a:avLst/>
                <a:gdLst>
                  <a:gd name="T0" fmla="*/ 49 w 109"/>
                  <a:gd name="T1" fmla="*/ 0 h 96"/>
                  <a:gd name="T2" fmla="*/ 87 w 109"/>
                  <a:gd name="T3" fmla="*/ 9 h 96"/>
                  <a:gd name="T4" fmla="*/ 109 w 109"/>
                  <a:gd name="T5" fmla="*/ 41 h 96"/>
                  <a:gd name="T6" fmla="*/ 109 w 109"/>
                  <a:gd name="T7" fmla="*/ 96 h 96"/>
                  <a:gd name="T8" fmla="*/ 31 w 109"/>
                  <a:gd name="T9" fmla="*/ 96 h 96"/>
                  <a:gd name="T10" fmla="*/ 0 w 109"/>
                  <a:gd name="T11" fmla="*/ 65 h 96"/>
                  <a:gd name="T12" fmla="*/ 49 w 109"/>
                  <a:gd name="T13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9" h="96">
                    <a:moveTo>
                      <a:pt x="49" y="0"/>
                    </a:moveTo>
                    <a:cubicBezTo>
                      <a:pt x="87" y="9"/>
                      <a:pt x="87" y="9"/>
                      <a:pt x="87" y="9"/>
                    </a:cubicBezTo>
                    <a:cubicBezTo>
                      <a:pt x="99" y="11"/>
                      <a:pt x="109" y="19"/>
                      <a:pt x="109" y="41"/>
                    </a:cubicBezTo>
                    <a:cubicBezTo>
                      <a:pt x="109" y="96"/>
                      <a:pt x="109" y="96"/>
                      <a:pt x="109" y="96"/>
                    </a:cubicBezTo>
                    <a:cubicBezTo>
                      <a:pt x="31" y="96"/>
                      <a:pt x="31" y="96"/>
                      <a:pt x="31" y="96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23" y="50"/>
                      <a:pt x="41" y="27"/>
                      <a:pt x="49" y="0"/>
                    </a:cubicBezTo>
                    <a:close/>
                  </a:path>
                </a:pathLst>
              </a:custGeom>
              <a:solidFill>
                <a:srgbClr val="99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7" name="Freeform 25"/>
              <p:cNvSpPr>
                <a:spLocks noEditPoints="1"/>
              </p:cNvSpPr>
              <p:nvPr/>
            </p:nvSpPr>
            <p:spPr bwMode="auto">
              <a:xfrm>
                <a:off x="4228" y="2041"/>
                <a:ext cx="284" cy="160"/>
              </a:xfrm>
              <a:custGeom>
                <a:avLst/>
                <a:gdLst>
                  <a:gd name="T0" fmla="*/ 120 w 120"/>
                  <a:gd name="T1" fmla="*/ 11 h 68"/>
                  <a:gd name="T2" fmla="*/ 104 w 120"/>
                  <a:gd name="T3" fmla="*/ 28 h 68"/>
                  <a:gd name="T4" fmla="*/ 63 w 120"/>
                  <a:gd name="T5" fmla="*/ 68 h 68"/>
                  <a:gd name="T6" fmla="*/ 22 w 120"/>
                  <a:gd name="T7" fmla="*/ 28 h 68"/>
                  <a:gd name="T8" fmla="*/ 22 w 120"/>
                  <a:gd name="T9" fmla="*/ 11 h 68"/>
                  <a:gd name="T10" fmla="*/ 6 w 120"/>
                  <a:gd name="T11" fmla="*/ 11 h 68"/>
                  <a:gd name="T12" fmla="*/ 0 w 120"/>
                  <a:gd name="T13" fmla="*/ 6 h 68"/>
                  <a:gd name="T14" fmla="*/ 6 w 120"/>
                  <a:gd name="T15" fmla="*/ 0 h 68"/>
                  <a:gd name="T16" fmla="*/ 77 w 120"/>
                  <a:gd name="T17" fmla="*/ 0 h 68"/>
                  <a:gd name="T18" fmla="*/ 99 w 120"/>
                  <a:gd name="T19" fmla="*/ 11 h 68"/>
                  <a:gd name="T20" fmla="*/ 120 w 120"/>
                  <a:gd name="T21" fmla="*/ 0 h 68"/>
                  <a:gd name="T22" fmla="*/ 120 w 120"/>
                  <a:gd name="T23" fmla="*/ 11 h 68"/>
                  <a:gd name="T24" fmla="*/ 77 w 120"/>
                  <a:gd name="T25" fmla="*/ 11 h 68"/>
                  <a:gd name="T26" fmla="*/ 33 w 120"/>
                  <a:gd name="T27" fmla="*/ 11 h 68"/>
                  <a:gd name="T28" fmla="*/ 33 w 120"/>
                  <a:gd name="T29" fmla="*/ 28 h 68"/>
                  <a:gd name="T30" fmla="*/ 63 w 120"/>
                  <a:gd name="T31" fmla="*/ 57 h 68"/>
                  <a:gd name="T32" fmla="*/ 93 w 120"/>
                  <a:gd name="T33" fmla="*/ 28 h 68"/>
                  <a:gd name="T34" fmla="*/ 77 w 120"/>
                  <a:gd name="T35" fmla="*/ 1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0" h="68">
                    <a:moveTo>
                      <a:pt x="120" y="11"/>
                    </a:moveTo>
                    <a:cubicBezTo>
                      <a:pt x="111" y="11"/>
                      <a:pt x="104" y="18"/>
                      <a:pt x="104" y="28"/>
                    </a:cubicBezTo>
                    <a:cubicBezTo>
                      <a:pt x="104" y="50"/>
                      <a:pt x="86" y="68"/>
                      <a:pt x="63" y="68"/>
                    </a:cubicBezTo>
                    <a:cubicBezTo>
                      <a:pt x="40" y="68"/>
                      <a:pt x="22" y="50"/>
                      <a:pt x="22" y="28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3" y="11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85" y="0"/>
                      <a:pt x="93" y="4"/>
                      <a:pt x="99" y="11"/>
                    </a:cubicBezTo>
                    <a:cubicBezTo>
                      <a:pt x="104" y="4"/>
                      <a:pt x="112" y="0"/>
                      <a:pt x="120" y="0"/>
                    </a:cubicBezTo>
                    <a:cubicBezTo>
                      <a:pt x="120" y="11"/>
                      <a:pt x="120" y="11"/>
                      <a:pt x="120" y="11"/>
                    </a:cubicBezTo>
                    <a:close/>
                    <a:moveTo>
                      <a:pt x="77" y="11"/>
                    </a:move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28"/>
                      <a:pt x="33" y="28"/>
                      <a:pt x="33" y="28"/>
                    </a:cubicBezTo>
                    <a:cubicBezTo>
                      <a:pt x="33" y="44"/>
                      <a:pt x="47" y="57"/>
                      <a:pt x="63" y="57"/>
                    </a:cubicBezTo>
                    <a:cubicBezTo>
                      <a:pt x="80" y="57"/>
                      <a:pt x="93" y="44"/>
                      <a:pt x="93" y="28"/>
                    </a:cubicBezTo>
                    <a:cubicBezTo>
                      <a:pt x="93" y="19"/>
                      <a:pt x="86" y="11"/>
                      <a:pt x="77" y="11"/>
                    </a:cubicBezTo>
                    <a:close/>
                  </a:path>
                </a:pathLst>
              </a:custGeom>
              <a:solidFill>
                <a:srgbClr val="BA17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8" name="Freeform 26"/>
              <p:cNvSpPr>
                <a:spLocks/>
              </p:cNvSpPr>
              <p:nvPr/>
            </p:nvSpPr>
            <p:spPr bwMode="auto">
              <a:xfrm>
                <a:off x="4448" y="2093"/>
                <a:ext cx="78" cy="130"/>
              </a:xfrm>
              <a:custGeom>
                <a:avLst/>
                <a:gdLst>
                  <a:gd name="T0" fmla="*/ 22 w 33"/>
                  <a:gd name="T1" fmla="*/ 6 h 55"/>
                  <a:gd name="T2" fmla="*/ 27 w 33"/>
                  <a:gd name="T3" fmla="*/ 0 h 55"/>
                  <a:gd name="T4" fmla="*/ 33 w 33"/>
                  <a:gd name="T5" fmla="*/ 6 h 55"/>
                  <a:gd name="T6" fmla="*/ 33 w 33"/>
                  <a:gd name="T7" fmla="*/ 27 h 55"/>
                  <a:gd name="T8" fmla="*/ 27 w 33"/>
                  <a:gd name="T9" fmla="*/ 33 h 55"/>
                  <a:gd name="T10" fmla="*/ 16 w 33"/>
                  <a:gd name="T11" fmla="*/ 33 h 55"/>
                  <a:gd name="T12" fmla="*/ 11 w 33"/>
                  <a:gd name="T13" fmla="*/ 38 h 55"/>
                  <a:gd name="T14" fmla="*/ 16 w 33"/>
                  <a:gd name="T15" fmla="*/ 44 h 55"/>
                  <a:gd name="T16" fmla="*/ 27 w 33"/>
                  <a:gd name="T17" fmla="*/ 44 h 55"/>
                  <a:gd name="T18" fmla="*/ 33 w 33"/>
                  <a:gd name="T19" fmla="*/ 49 h 55"/>
                  <a:gd name="T20" fmla="*/ 27 w 33"/>
                  <a:gd name="T21" fmla="*/ 55 h 55"/>
                  <a:gd name="T22" fmla="*/ 16 w 33"/>
                  <a:gd name="T23" fmla="*/ 55 h 55"/>
                  <a:gd name="T24" fmla="*/ 0 w 33"/>
                  <a:gd name="T25" fmla="*/ 38 h 55"/>
                  <a:gd name="T26" fmla="*/ 16 w 33"/>
                  <a:gd name="T27" fmla="*/ 22 h 55"/>
                  <a:gd name="T28" fmla="*/ 22 w 33"/>
                  <a:gd name="T29" fmla="*/ 22 h 55"/>
                  <a:gd name="T30" fmla="*/ 22 w 33"/>
                  <a:gd name="T31" fmla="*/ 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3" h="55">
                    <a:moveTo>
                      <a:pt x="22" y="6"/>
                    </a:moveTo>
                    <a:cubicBezTo>
                      <a:pt x="22" y="3"/>
                      <a:pt x="24" y="0"/>
                      <a:pt x="27" y="0"/>
                    </a:cubicBezTo>
                    <a:cubicBezTo>
                      <a:pt x="30" y="0"/>
                      <a:pt x="33" y="3"/>
                      <a:pt x="33" y="6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33" y="30"/>
                      <a:pt x="30" y="33"/>
                      <a:pt x="27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3" y="33"/>
                      <a:pt x="11" y="35"/>
                      <a:pt x="11" y="38"/>
                    </a:cubicBezTo>
                    <a:cubicBezTo>
                      <a:pt x="11" y="41"/>
                      <a:pt x="13" y="44"/>
                      <a:pt x="16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30" y="44"/>
                      <a:pt x="33" y="46"/>
                      <a:pt x="33" y="49"/>
                    </a:cubicBezTo>
                    <a:cubicBezTo>
                      <a:pt x="33" y="52"/>
                      <a:pt x="30" y="55"/>
                      <a:pt x="27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7" y="55"/>
                      <a:pt x="0" y="47"/>
                      <a:pt x="0" y="38"/>
                    </a:cubicBezTo>
                    <a:cubicBezTo>
                      <a:pt x="0" y="29"/>
                      <a:pt x="7" y="22"/>
                      <a:pt x="16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6"/>
                      <a:pt x="22" y="6"/>
                      <a:pt x="22" y="6"/>
                    </a:cubicBezTo>
                    <a:close/>
                  </a:path>
                </a:pathLst>
              </a:custGeom>
              <a:solidFill>
                <a:srgbClr val="AD7B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9" name="Freeform 27"/>
              <p:cNvSpPr>
                <a:spLocks/>
              </p:cNvSpPr>
              <p:nvPr/>
            </p:nvSpPr>
            <p:spPr bwMode="auto">
              <a:xfrm>
                <a:off x="2501" y="145"/>
                <a:ext cx="1341" cy="1342"/>
              </a:xfrm>
              <a:custGeom>
                <a:avLst/>
                <a:gdLst>
                  <a:gd name="T0" fmla="*/ 1341 w 1341"/>
                  <a:gd name="T1" fmla="*/ 0 h 1342"/>
                  <a:gd name="T2" fmla="*/ 1341 w 1341"/>
                  <a:gd name="T3" fmla="*/ 1342 h 1342"/>
                  <a:gd name="T4" fmla="*/ 0 w 1341"/>
                  <a:gd name="T5" fmla="*/ 1342 h 1342"/>
                  <a:gd name="T6" fmla="*/ 0 w 1341"/>
                  <a:gd name="T7" fmla="*/ 0 h 1342"/>
                  <a:gd name="T8" fmla="*/ 1341 w 1341"/>
                  <a:gd name="T9" fmla="*/ 0 h 1342"/>
                  <a:gd name="T10" fmla="*/ 1341 w 1341"/>
                  <a:gd name="T11" fmla="*/ 0 h 1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41" h="1342">
                    <a:moveTo>
                      <a:pt x="1341" y="0"/>
                    </a:moveTo>
                    <a:lnTo>
                      <a:pt x="1341" y="1342"/>
                    </a:lnTo>
                    <a:lnTo>
                      <a:pt x="0" y="1342"/>
                    </a:lnTo>
                    <a:lnTo>
                      <a:pt x="0" y="0"/>
                    </a:lnTo>
                    <a:lnTo>
                      <a:pt x="1341" y="0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0" name="Freeform 28"/>
              <p:cNvSpPr>
                <a:spLocks/>
              </p:cNvSpPr>
              <p:nvPr/>
            </p:nvSpPr>
            <p:spPr bwMode="auto">
              <a:xfrm>
                <a:off x="3171" y="460"/>
                <a:ext cx="671" cy="1027"/>
              </a:xfrm>
              <a:custGeom>
                <a:avLst/>
                <a:gdLst>
                  <a:gd name="T0" fmla="*/ 671 w 671"/>
                  <a:gd name="T1" fmla="*/ 1027 h 1027"/>
                  <a:gd name="T2" fmla="*/ 0 w 671"/>
                  <a:gd name="T3" fmla="*/ 1027 h 1027"/>
                  <a:gd name="T4" fmla="*/ 0 w 671"/>
                  <a:gd name="T5" fmla="*/ 201 h 1027"/>
                  <a:gd name="T6" fmla="*/ 201 w 671"/>
                  <a:gd name="T7" fmla="*/ 0 h 1027"/>
                  <a:gd name="T8" fmla="*/ 671 w 671"/>
                  <a:gd name="T9" fmla="*/ 471 h 1027"/>
                  <a:gd name="T10" fmla="*/ 671 w 671"/>
                  <a:gd name="T11" fmla="*/ 1027 h 1027"/>
                  <a:gd name="T12" fmla="*/ 671 w 671"/>
                  <a:gd name="T13" fmla="*/ 1027 h 10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1" h="1027">
                    <a:moveTo>
                      <a:pt x="671" y="1027"/>
                    </a:moveTo>
                    <a:lnTo>
                      <a:pt x="0" y="1027"/>
                    </a:lnTo>
                    <a:lnTo>
                      <a:pt x="0" y="201"/>
                    </a:lnTo>
                    <a:lnTo>
                      <a:pt x="201" y="0"/>
                    </a:lnTo>
                    <a:lnTo>
                      <a:pt x="671" y="471"/>
                    </a:lnTo>
                    <a:lnTo>
                      <a:pt x="671" y="1027"/>
                    </a:lnTo>
                    <a:lnTo>
                      <a:pt x="671" y="1027"/>
                    </a:lnTo>
                    <a:close/>
                  </a:path>
                </a:pathLst>
              </a:custGeom>
              <a:solidFill>
                <a:srgbClr val="BA9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1" name="Freeform 29"/>
              <p:cNvSpPr>
                <a:spLocks/>
              </p:cNvSpPr>
              <p:nvPr/>
            </p:nvSpPr>
            <p:spPr bwMode="auto">
              <a:xfrm>
                <a:off x="2707" y="1177"/>
                <a:ext cx="930" cy="310"/>
              </a:xfrm>
              <a:custGeom>
                <a:avLst/>
                <a:gdLst>
                  <a:gd name="T0" fmla="*/ 0 w 393"/>
                  <a:gd name="T1" fmla="*/ 131 h 131"/>
                  <a:gd name="T2" fmla="*/ 0 w 393"/>
                  <a:gd name="T3" fmla="*/ 87 h 131"/>
                  <a:gd name="T4" fmla="*/ 22 w 393"/>
                  <a:gd name="T5" fmla="*/ 55 h 131"/>
                  <a:gd name="T6" fmla="*/ 131 w 393"/>
                  <a:gd name="T7" fmla="*/ 0 h 131"/>
                  <a:gd name="T8" fmla="*/ 153 w 393"/>
                  <a:gd name="T9" fmla="*/ 49 h 131"/>
                  <a:gd name="T10" fmla="*/ 196 w 393"/>
                  <a:gd name="T11" fmla="*/ 92 h 131"/>
                  <a:gd name="T12" fmla="*/ 240 w 393"/>
                  <a:gd name="T13" fmla="*/ 49 h 131"/>
                  <a:gd name="T14" fmla="*/ 262 w 393"/>
                  <a:gd name="T15" fmla="*/ 0 h 131"/>
                  <a:gd name="T16" fmla="*/ 371 w 393"/>
                  <a:gd name="T17" fmla="*/ 55 h 131"/>
                  <a:gd name="T18" fmla="*/ 393 w 393"/>
                  <a:gd name="T19" fmla="*/ 87 h 131"/>
                  <a:gd name="T20" fmla="*/ 393 w 393"/>
                  <a:gd name="T21" fmla="*/ 131 h 131"/>
                  <a:gd name="T22" fmla="*/ 0 w 393"/>
                  <a:gd name="T23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93" h="131">
                    <a:moveTo>
                      <a:pt x="0" y="131"/>
                    </a:moveTo>
                    <a:cubicBezTo>
                      <a:pt x="0" y="87"/>
                      <a:pt x="0" y="87"/>
                      <a:pt x="0" y="87"/>
                    </a:cubicBezTo>
                    <a:cubicBezTo>
                      <a:pt x="0" y="65"/>
                      <a:pt x="11" y="60"/>
                      <a:pt x="22" y="55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131" y="20"/>
                      <a:pt x="140" y="37"/>
                      <a:pt x="153" y="49"/>
                    </a:cubicBezTo>
                    <a:cubicBezTo>
                      <a:pt x="196" y="92"/>
                      <a:pt x="196" y="92"/>
                      <a:pt x="196" y="92"/>
                    </a:cubicBezTo>
                    <a:cubicBezTo>
                      <a:pt x="240" y="49"/>
                      <a:pt x="240" y="49"/>
                      <a:pt x="240" y="49"/>
                    </a:cubicBezTo>
                    <a:cubicBezTo>
                      <a:pt x="253" y="37"/>
                      <a:pt x="262" y="20"/>
                      <a:pt x="262" y="0"/>
                    </a:cubicBezTo>
                    <a:cubicBezTo>
                      <a:pt x="371" y="55"/>
                      <a:pt x="371" y="55"/>
                      <a:pt x="371" y="55"/>
                    </a:cubicBezTo>
                    <a:cubicBezTo>
                      <a:pt x="382" y="60"/>
                      <a:pt x="393" y="65"/>
                      <a:pt x="393" y="87"/>
                    </a:cubicBezTo>
                    <a:cubicBezTo>
                      <a:pt x="393" y="131"/>
                      <a:pt x="393" y="131"/>
                      <a:pt x="393" y="131"/>
                    </a:cubicBezTo>
                    <a:cubicBezTo>
                      <a:pt x="0" y="131"/>
                      <a:pt x="0" y="131"/>
                      <a:pt x="0" y="131"/>
                    </a:cubicBezTo>
                    <a:close/>
                  </a:path>
                </a:pathLst>
              </a:custGeom>
              <a:solidFill>
                <a:srgbClr val="A0B3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2" name="Freeform 30"/>
              <p:cNvSpPr>
                <a:spLocks/>
              </p:cNvSpPr>
              <p:nvPr/>
            </p:nvSpPr>
            <p:spPr bwMode="auto">
              <a:xfrm>
                <a:off x="2989" y="1177"/>
                <a:ext cx="648" cy="310"/>
              </a:xfrm>
              <a:custGeom>
                <a:avLst/>
                <a:gdLst>
                  <a:gd name="T0" fmla="*/ 31 w 274"/>
                  <a:gd name="T1" fmla="*/ 46 h 131"/>
                  <a:gd name="T2" fmla="*/ 34 w 274"/>
                  <a:gd name="T3" fmla="*/ 49 h 131"/>
                  <a:gd name="T4" fmla="*/ 77 w 274"/>
                  <a:gd name="T5" fmla="*/ 92 h 131"/>
                  <a:gd name="T6" fmla="*/ 121 w 274"/>
                  <a:gd name="T7" fmla="*/ 49 h 131"/>
                  <a:gd name="T8" fmla="*/ 143 w 274"/>
                  <a:gd name="T9" fmla="*/ 0 h 131"/>
                  <a:gd name="T10" fmla="*/ 252 w 274"/>
                  <a:gd name="T11" fmla="*/ 55 h 131"/>
                  <a:gd name="T12" fmla="*/ 274 w 274"/>
                  <a:gd name="T13" fmla="*/ 87 h 131"/>
                  <a:gd name="T14" fmla="*/ 274 w 274"/>
                  <a:gd name="T15" fmla="*/ 131 h 131"/>
                  <a:gd name="T16" fmla="*/ 54 w 274"/>
                  <a:gd name="T17" fmla="*/ 131 h 131"/>
                  <a:gd name="T18" fmla="*/ 0 w 274"/>
                  <a:gd name="T19" fmla="*/ 77 h 131"/>
                  <a:gd name="T20" fmla="*/ 31 w 274"/>
                  <a:gd name="T21" fmla="*/ 46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4" h="131">
                    <a:moveTo>
                      <a:pt x="31" y="46"/>
                    </a:moveTo>
                    <a:cubicBezTo>
                      <a:pt x="32" y="47"/>
                      <a:pt x="33" y="48"/>
                      <a:pt x="34" y="49"/>
                    </a:cubicBezTo>
                    <a:cubicBezTo>
                      <a:pt x="77" y="92"/>
                      <a:pt x="77" y="92"/>
                      <a:pt x="77" y="92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34" y="37"/>
                      <a:pt x="143" y="20"/>
                      <a:pt x="143" y="0"/>
                    </a:cubicBezTo>
                    <a:cubicBezTo>
                      <a:pt x="252" y="55"/>
                      <a:pt x="252" y="55"/>
                      <a:pt x="252" y="55"/>
                    </a:cubicBezTo>
                    <a:cubicBezTo>
                      <a:pt x="263" y="60"/>
                      <a:pt x="274" y="65"/>
                      <a:pt x="274" y="87"/>
                    </a:cubicBezTo>
                    <a:cubicBezTo>
                      <a:pt x="274" y="131"/>
                      <a:pt x="274" y="131"/>
                      <a:pt x="274" y="131"/>
                    </a:cubicBezTo>
                    <a:cubicBezTo>
                      <a:pt x="54" y="131"/>
                      <a:pt x="54" y="131"/>
                      <a:pt x="54" y="131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31" y="46"/>
                      <a:pt x="31" y="46"/>
                      <a:pt x="31" y="46"/>
                    </a:cubicBezTo>
                    <a:close/>
                  </a:path>
                </a:pathLst>
              </a:custGeom>
              <a:solidFill>
                <a:srgbClr val="6472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3" name="Freeform 31"/>
              <p:cNvSpPr>
                <a:spLocks/>
              </p:cNvSpPr>
              <p:nvPr/>
            </p:nvSpPr>
            <p:spPr bwMode="auto">
              <a:xfrm>
                <a:off x="2889" y="994"/>
                <a:ext cx="407" cy="462"/>
              </a:xfrm>
              <a:custGeom>
                <a:avLst/>
                <a:gdLst>
                  <a:gd name="T0" fmla="*/ 42 w 172"/>
                  <a:gd name="T1" fmla="*/ 0 h 195"/>
                  <a:gd name="T2" fmla="*/ 172 w 172"/>
                  <a:gd name="T3" fmla="*/ 173 h 195"/>
                  <a:gd name="T4" fmla="*/ 42 w 172"/>
                  <a:gd name="T5" fmla="*/ 154 h 195"/>
                  <a:gd name="T6" fmla="*/ 42 w 172"/>
                  <a:gd name="T7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2" h="195">
                    <a:moveTo>
                      <a:pt x="42" y="0"/>
                    </a:moveTo>
                    <a:cubicBezTo>
                      <a:pt x="172" y="173"/>
                      <a:pt x="172" y="173"/>
                      <a:pt x="172" y="173"/>
                    </a:cubicBezTo>
                    <a:cubicBezTo>
                      <a:pt x="130" y="195"/>
                      <a:pt x="77" y="189"/>
                      <a:pt x="42" y="154"/>
                    </a:cubicBezTo>
                    <a:cubicBezTo>
                      <a:pt x="0" y="112"/>
                      <a:pt x="0" y="43"/>
                      <a:pt x="42" y="0"/>
                    </a:cubicBezTo>
                    <a:close/>
                  </a:path>
                </a:pathLst>
              </a:custGeom>
              <a:solidFill>
                <a:srgbClr val="A0B3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4" name="Freeform 32"/>
              <p:cNvSpPr>
                <a:spLocks/>
              </p:cNvSpPr>
              <p:nvPr/>
            </p:nvSpPr>
            <p:spPr bwMode="auto">
              <a:xfrm>
                <a:off x="3081" y="959"/>
                <a:ext cx="374" cy="445"/>
              </a:xfrm>
              <a:custGeom>
                <a:avLst/>
                <a:gdLst>
                  <a:gd name="T0" fmla="*/ 97 w 158"/>
                  <a:gd name="T1" fmla="*/ 0 h 188"/>
                  <a:gd name="T2" fmla="*/ 115 w 158"/>
                  <a:gd name="T3" fmla="*/ 15 h 188"/>
                  <a:gd name="T4" fmla="*/ 115 w 158"/>
                  <a:gd name="T5" fmla="*/ 169 h 188"/>
                  <a:gd name="T6" fmla="*/ 91 w 158"/>
                  <a:gd name="T7" fmla="*/ 188 h 188"/>
                  <a:gd name="T8" fmla="*/ 0 w 158"/>
                  <a:gd name="T9" fmla="*/ 97 h 188"/>
                  <a:gd name="T10" fmla="*/ 97 w 158"/>
                  <a:gd name="T11" fmla="*/ 0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" h="188">
                    <a:moveTo>
                      <a:pt x="97" y="0"/>
                    </a:moveTo>
                    <a:cubicBezTo>
                      <a:pt x="104" y="4"/>
                      <a:pt x="110" y="9"/>
                      <a:pt x="115" y="15"/>
                    </a:cubicBezTo>
                    <a:cubicBezTo>
                      <a:pt x="158" y="58"/>
                      <a:pt x="158" y="127"/>
                      <a:pt x="115" y="169"/>
                    </a:cubicBezTo>
                    <a:cubicBezTo>
                      <a:pt x="108" y="177"/>
                      <a:pt x="100" y="183"/>
                      <a:pt x="91" y="188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97" y="0"/>
                      <a:pt x="97" y="0"/>
                      <a:pt x="97" y="0"/>
                    </a:cubicBezTo>
                    <a:close/>
                  </a:path>
                </a:pathLst>
              </a:custGeom>
              <a:solidFill>
                <a:srgbClr val="6472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5" name="Freeform 33"/>
              <p:cNvSpPr>
                <a:spLocks/>
              </p:cNvSpPr>
              <p:nvPr/>
            </p:nvSpPr>
            <p:spPr bwMode="auto">
              <a:xfrm>
                <a:off x="3017" y="1023"/>
                <a:ext cx="310" cy="371"/>
              </a:xfrm>
              <a:custGeom>
                <a:avLst/>
                <a:gdLst>
                  <a:gd name="T0" fmla="*/ 0 w 131"/>
                  <a:gd name="T1" fmla="*/ 0 h 157"/>
                  <a:gd name="T2" fmla="*/ 131 w 131"/>
                  <a:gd name="T3" fmla="*/ 0 h 157"/>
                  <a:gd name="T4" fmla="*/ 131 w 131"/>
                  <a:gd name="T5" fmla="*/ 65 h 157"/>
                  <a:gd name="T6" fmla="*/ 131 w 131"/>
                  <a:gd name="T7" fmla="*/ 65 h 157"/>
                  <a:gd name="T8" fmla="*/ 109 w 131"/>
                  <a:gd name="T9" fmla="*/ 114 h 157"/>
                  <a:gd name="T10" fmla="*/ 65 w 131"/>
                  <a:gd name="T11" fmla="*/ 157 h 157"/>
                  <a:gd name="T12" fmla="*/ 22 w 131"/>
                  <a:gd name="T13" fmla="*/ 114 h 157"/>
                  <a:gd name="T14" fmla="*/ 0 w 131"/>
                  <a:gd name="T15" fmla="*/ 65 h 157"/>
                  <a:gd name="T16" fmla="*/ 0 w 131"/>
                  <a:gd name="T17" fmla="*/ 0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1" h="157">
                    <a:moveTo>
                      <a:pt x="0" y="0"/>
                    </a:moveTo>
                    <a:cubicBezTo>
                      <a:pt x="131" y="0"/>
                      <a:pt x="131" y="0"/>
                      <a:pt x="131" y="0"/>
                    </a:cubicBezTo>
                    <a:cubicBezTo>
                      <a:pt x="131" y="65"/>
                      <a:pt x="131" y="65"/>
                      <a:pt x="131" y="65"/>
                    </a:cubicBezTo>
                    <a:cubicBezTo>
                      <a:pt x="131" y="65"/>
                      <a:pt x="131" y="65"/>
                      <a:pt x="131" y="65"/>
                    </a:cubicBezTo>
                    <a:cubicBezTo>
                      <a:pt x="131" y="85"/>
                      <a:pt x="122" y="102"/>
                      <a:pt x="109" y="114"/>
                    </a:cubicBezTo>
                    <a:cubicBezTo>
                      <a:pt x="65" y="157"/>
                      <a:pt x="65" y="157"/>
                      <a:pt x="65" y="157"/>
                    </a:cubicBezTo>
                    <a:cubicBezTo>
                      <a:pt x="22" y="114"/>
                      <a:pt x="22" y="114"/>
                      <a:pt x="22" y="114"/>
                    </a:cubicBezTo>
                    <a:cubicBezTo>
                      <a:pt x="9" y="102"/>
                      <a:pt x="0" y="85"/>
                      <a:pt x="0" y="65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E50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6" name="Freeform 34"/>
              <p:cNvSpPr>
                <a:spLocks/>
              </p:cNvSpPr>
              <p:nvPr/>
            </p:nvSpPr>
            <p:spPr bwMode="auto">
              <a:xfrm>
                <a:off x="3017" y="1023"/>
                <a:ext cx="310" cy="315"/>
              </a:xfrm>
              <a:custGeom>
                <a:avLst/>
                <a:gdLst>
                  <a:gd name="T0" fmla="*/ 0 w 131"/>
                  <a:gd name="T1" fmla="*/ 0 h 133"/>
                  <a:gd name="T2" fmla="*/ 131 w 131"/>
                  <a:gd name="T3" fmla="*/ 0 h 133"/>
                  <a:gd name="T4" fmla="*/ 131 w 131"/>
                  <a:gd name="T5" fmla="*/ 65 h 133"/>
                  <a:gd name="T6" fmla="*/ 131 w 131"/>
                  <a:gd name="T7" fmla="*/ 65 h 133"/>
                  <a:gd name="T8" fmla="*/ 109 w 131"/>
                  <a:gd name="T9" fmla="*/ 114 h 133"/>
                  <a:gd name="T10" fmla="*/ 90 w 131"/>
                  <a:gd name="T11" fmla="*/ 133 h 133"/>
                  <a:gd name="T12" fmla="*/ 0 w 131"/>
                  <a:gd name="T13" fmla="*/ 43 h 133"/>
                  <a:gd name="T14" fmla="*/ 0 w 131"/>
                  <a:gd name="T15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133">
                    <a:moveTo>
                      <a:pt x="0" y="0"/>
                    </a:moveTo>
                    <a:cubicBezTo>
                      <a:pt x="131" y="0"/>
                      <a:pt x="131" y="0"/>
                      <a:pt x="131" y="0"/>
                    </a:cubicBezTo>
                    <a:cubicBezTo>
                      <a:pt x="131" y="65"/>
                      <a:pt x="131" y="65"/>
                      <a:pt x="131" y="65"/>
                    </a:cubicBezTo>
                    <a:cubicBezTo>
                      <a:pt x="131" y="65"/>
                      <a:pt x="131" y="65"/>
                      <a:pt x="131" y="65"/>
                    </a:cubicBezTo>
                    <a:cubicBezTo>
                      <a:pt x="131" y="85"/>
                      <a:pt x="122" y="102"/>
                      <a:pt x="109" y="114"/>
                    </a:cubicBezTo>
                    <a:cubicBezTo>
                      <a:pt x="90" y="133"/>
                      <a:pt x="90" y="133"/>
                      <a:pt x="90" y="13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8040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7" name="Oval 35"/>
              <p:cNvSpPr>
                <a:spLocks noChangeArrowheads="1"/>
              </p:cNvSpPr>
              <p:nvPr/>
            </p:nvSpPr>
            <p:spPr bwMode="auto">
              <a:xfrm>
                <a:off x="3379" y="713"/>
                <a:ext cx="102" cy="102"/>
              </a:xfrm>
              <a:prstGeom prst="ellipse">
                <a:avLst/>
              </a:prstGeom>
              <a:solidFill>
                <a:srgbClr val="9E50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8" name="Oval 36"/>
              <p:cNvSpPr>
                <a:spLocks noChangeArrowheads="1"/>
              </p:cNvSpPr>
              <p:nvPr/>
            </p:nvSpPr>
            <p:spPr bwMode="auto">
              <a:xfrm>
                <a:off x="3405" y="739"/>
                <a:ext cx="50" cy="49"/>
              </a:xfrm>
              <a:prstGeom prst="ellipse">
                <a:avLst/>
              </a:prstGeom>
              <a:solidFill>
                <a:srgbClr val="8040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9" name="Oval 37"/>
              <p:cNvSpPr>
                <a:spLocks noChangeArrowheads="1"/>
              </p:cNvSpPr>
              <p:nvPr/>
            </p:nvSpPr>
            <p:spPr bwMode="auto">
              <a:xfrm>
                <a:off x="2863" y="713"/>
                <a:ext cx="102" cy="102"/>
              </a:xfrm>
              <a:prstGeom prst="ellipse">
                <a:avLst/>
              </a:prstGeom>
              <a:solidFill>
                <a:srgbClr val="9E50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0" name="Oval 38"/>
              <p:cNvSpPr>
                <a:spLocks noChangeArrowheads="1"/>
              </p:cNvSpPr>
              <p:nvPr/>
            </p:nvSpPr>
            <p:spPr bwMode="auto">
              <a:xfrm>
                <a:off x="2887" y="739"/>
                <a:ext cx="52" cy="49"/>
              </a:xfrm>
              <a:prstGeom prst="ellipse">
                <a:avLst/>
              </a:prstGeom>
              <a:solidFill>
                <a:srgbClr val="8040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1" name="Freeform 39"/>
              <p:cNvSpPr>
                <a:spLocks/>
              </p:cNvSpPr>
              <p:nvPr/>
            </p:nvSpPr>
            <p:spPr bwMode="auto">
              <a:xfrm>
                <a:off x="2913" y="403"/>
                <a:ext cx="516" cy="774"/>
              </a:xfrm>
              <a:custGeom>
                <a:avLst/>
                <a:gdLst>
                  <a:gd name="T0" fmla="*/ 109 w 218"/>
                  <a:gd name="T1" fmla="*/ 0 h 327"/>
                  <a:gd name="T2" fmla="*/ 218 w 218"/>
                  <a:gd name="T3" fmla="*/ 109 h 327"/>
                  <a:gd name="T4" fmla="*/ 218 w 218"/>
                  <a:gd name="T5" fmla="*/ 218 h 327"/>
                  <a:gd name="T6" fmla="*/ 109 w 218"/>
                  <a:gd name="T7" fmla="*/ 327 h 327"/>
                  <a:gd name="T8" fmla="*/ 0 w 218"/>
                  <a:gd name="T9" fmla="*/ 218 h 327"/>
                  <a:gd name="T10" fmla="*/ 0 w 218"/>
                  <a:gd name="T11" fmla="*/ 109 h 327"/>
                  <a:gd name="T12" fmla="*/ 109 w 218"/>
                  <a:gd name="T13" fmla="*/ 0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8" h="327">
                    <a:moveTo>
                      <a:pt x="109" y="0"/>
                    </a:moveTo>
                    <a:cubicBezTo>
                      <a:pt x="169" y="0"/>
                      <a:pt x="218" y="49"/>
                      <a:pt x="218" y="109"/>
                    </a:cubicBezTo>
                    <a:cubicBezTo>
                      <a:pt x="218" y="218"/>
                      <a:pt x="218" y="218"/>
                      <a:pt x="218" y="218"/>
                    </a:cubicBezTo>
                    <a:cubicBezTo>
                      <a:pt x="218" y="278"/>
                      <a:pt x="169" y="327"/>
                      <a:pt x="109" y="327"/>
                    </a:cubicBezTo>
                    <a:cubicBezTo>
                      <a:pt x="49" y="327"/>
                      <a:pt x="0" y="278"/>
                      <a:pt x="0" y="218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</a:path>
                </a:pathLst>
              </a:custGeom>
              <a:solidFill>
                <a:srgbClr val="9E50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2" name="Freeform 40"/>
              <p:cNvSpPr>
                <a:spLocks noEditPoints="1"/>
              </p:cNvSpPr>
              <p:nvPr/>
            </p:nvSpPr>
            <p:spPr bwMode="auto">
              <a:xfrm>
                <a:off x="2901" y="377"/>
                <a:ext cx="322" cy="811"/>
              </a:xfrm>
              <a:custGeom>
                <a:avLst/>
                <a:gdLst>
                  <a:gd name="T0" fmla="*/ 114 w 136"/>
                  <a:gd name="T1" fmla="*/ 311 h 343"/>
                  <a:gd name="T2" fmla="*/ 114 w 136"/>
                  <a:gd name="T3" fmla="*/ 343 h 343"/>
                  <a:gd name="T4" fmla="*/ 114 w 136"/>
                  <a:gd name="T5" fmla="*/ 343 h 343"/>
                  <a:gd name="T6" fmla="*/ 109 w 136"/>
                  <a:gd name="T7" fmla="*/ 316 h 343"/>
                  <a:gd name="T8" fmla="*/ 60 w 136"/>
                  <a:gd name="T9" fmla="*/ 72 h 343"/>
                  <a:gd name="T10" fmla="*/ 30 w 136"/>
                  <a:gd name="T11" fmla="*/ 51 h 343"/>
                  <a:gd name="T12" fmla="*/ 114 w 136"/>
                  <a:gd name="T13" fmla="*/ 0 h 343"/>
                  <a:gd name="T14" fmla="*/ 114 w 136"/>
                  <a:gd name="T15" fmla="*/ 72 h 343"/>
                  <a:gd name="T16" fmla="*/ 33 w 136"/>
                  <a:gd name="T17" fmla="*/ 120 h 343"/>
                  <a:gd name="T18" fmla="*/ 5 w 136"/>
                  <a:gd name="T19" fmla="*/ 115 h 343"/>
                  <a:gd name="T20" fmla="*/ 5 w 136"/>
                  <a:gd name="T21" fmla="*/ 126 h 343"/>
                  <a:gd name="T22" fmla="*/ 29 w 136"/>
                  <a:gd name="T23" fmla="*/ 103 h 343"/>
                  <a:gd name="T24" fmla="*/ 32 w 136"/>
                  <a:gd name="T25" fmla="*/ 92 h 343"/>
                  <a:gd name="T26" fmla="*/ 4 w 136"/>
                  <a:gd name="T27" fmla="*/ 91 h 343"/>
                  <a:gd name="T28" fmla="*/ 29 w 136"/>
                  <a:gd name="T29" fmla="*/ 103 h 343"/>
                  <a:gd name="T30" fmla="*/ 44 w 136"/>
                  <a:gd name="T31" fmla="*/ 79 h 343"/>
                  <a:gd name="T32" fmla="*/ 23 w 136"/>
                  <a:gd name="T33" fmla="*/ 61 h 343"/>
                  <a:gd name="T34" fmla="*/ 17 w 136"/>
                  <a:gd name="T35" fmla="*/ 70 h 343"/>
                  <a:gd name="T36" fmla="*/ 27 w 136"/>
                  <a:gd name="T37" fmla="*/ 224 h 343"/>
                  <a:gd name="T38" fmla="*/ 27 w 136"/>
                  <a:gd name="T39" fmla="*/ 234 h 343"/>
                  <a:gd name="T40" fmla="*/ 0 w 136"/>
                  <a:gd name="T41" fmla="*/ 229 h 343"/>
                  <a:gd name="T42" fmla="*/ 27 w 136"/>
                  <a:gd name="T43" fmla="*/ 224 h 343"/>
                  <a:gd name="T44" fmla="*/ 35 w 136"/>
                  <a:gd name="T45" fmla="*/ 250 h 343"/>
                  <a:gd name="T46" fmla="*/ 10 w 136"/>
                  <a:gd name="T47" fmla="*/ 262 h 343"/>
                  <a:gd name="T48" fmla="*/ 8 w 136"/>
                  <a:gd name="T49" fmla="*/ 252 h 343"/>
                  <a:gd name="T50" fmla="*/ 36 w 136"/>
                  <a:gd name="T51" fmla="*/ 268 h 343"/>
                  <a:gd name="T52" fmla="*/ 42 w 136"/>
                  <a:gd name="T53" fmla="*/ 277 h 343"/>
                  <a:gd name="T54" fmla="*/ 15 w 136"/>
                  <a:gd name="T55" fmla="*/ 286 h 343"/>
                  <a:gd name="T56" fmla="*/ 36 w 136"/>
                  <a:gd name="T57" fmla="*/ 268 h 343"/>
                  <a:gd name="T58" fmla="*/ 57 w 136"/>
                  <a:gd name="T59" fmla="*/ 287 h 343"/>
                  <a:gd name="T60" fmla="*/ 41 w 136"/>
                  <a:gd name="T61" fmla="*/ 310 h 343"/>
                  <a:gd name="T62" fmla="*/ 33 w 136"/>
                  <a:gd name="T63" fmla="*/ 302 h 343"/>
                  <a:gd name="T64" fmla="*/ 66 w 136"/>
                  <a:gd name="T65" fmla="*/ 302 h 343"/>
                  <a:gd name="T66" fmla="*/ 75 w 136"/>
                  <a:gd name="T67" fmla="*/ 307 h 343"/>
                  <a:gd name="T68" fmla="*/ 57 w 136"/>
                  <a:gd name="T69" fmla="*/ 328 h 343"/>
                  <a:gd name="T70" fmla="*/ 66 w 136"/>
                  <a:gd name="T71" fmla="*/ 302 h 343"/>
                  <a:gd name="T72" fmla="*/ 93 w 136"/>
                  <a:gd name="T73" fmla="*/ 308 h 343"/>
                  <a:gd name="T74" fmla="*/ 91 w 136"/>
                  <a:gd name="T75" fmla="*/ 336 h 343"/>
                  <a:gd name="T76" fmla="*/ 81 w 136"/>
                  <a:gd name="T77" fmla="*/ 333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343">
                    <a:moveTo>
                      <a:pt x="109" y="316"/>
                    </a:moveTo>
                    <a:cubicBezTo>
                      <a:pt x="109" y="313"/>
                      <a:pt x="111" y="311"/>
                      <a:pt x="114" y="311"/>
                    </a:cubicBezTo>
                    <a:cubicBezTo>
                      <a:pt x="120" y="327"/>
                      <a:pt x="120" y="327"/>
                      <a:pt x="120" y="327"/>
                    </a:cubicBezTo>
                    <a:cubicBezTo>
                      <a:pt x="114" y="343"/>
                      <a:pt x="114" y="343"/>
                      <a:pt x="114" y="343"/>
                    </a:cubicBezTo>
                    <a:cubicBezTo>
                      <a:pt x="114" y="343"/>
                      <a:pt x="114" y="343"/>
                      <a:pt x="114" y="343"/>
                    </a:cubicBezTo>
                    <a:cubicBezTo>
                      <a:pt x="114" y="343"/>
                      <a:pt x="114" y="343"/>
                      <a:pt x="114" y="343"/>
                    </a:cubicBezTo>
                    <a:cubicBezTo>
                      <a:pt x="111" y="343"/>
                      <a:pt x="109" y="341"/>
                      <a:pt x="109" y="338"/>
                    </a:cubicBezTo>
                    <a:cubicBezTo>
                      <a:pt x="109" y="316"/>
                      <a:pt x="109" y="316"/>
                      <a:pt x="109" y="316"/>
                    </a:cubicBezTo>
                    <a:close/>
                    <a:moveTo>
                      <a:pt x="114" y="72"/>
                    </a:moveTo>
                    <a:cubicBezTo>
                      <a:pt x="60" y="72"/>
                      <a:pt x="60" y="72"/>
                      <a:pt x="60" y="72"/>
                    </a:cubicBezTo>
                    <a:cubicBezTo>
                      <a:pt x="54" y="72"/>
                      <a:pt x="49" y="71"/>
                      <a:pt x="45" y="67"/>
                    </a:cubicBezTo>
                    <a:cubicBezTo>
                      <a:pt x="30" y="51"/>
                      <a:pt x="30" y="51"/>
                      <a:pt x="30" y="51"/>
                    </a:cubicBezTo>
                    <a:cubicBezTo>
                      <a:pt x="25" y="46"/>
                      <a:pt x="25" y="39"/>
                      <a:pt x="30" y="35"/>
                    </a:cubicBezTo>
                    <a:cubicBezTo>
                      <a:pt x="52" y="13"/>
                      <a:pt x="82" y="0"/>
                      <a:pt x="114" y="0"/>
                    </a:cubicBezTo>
                    <a:cubicBezTo>
                      <a:pt x="136" y="36"/>
                      <a:pt x="136" y="36"/>
                      <a:pt x="136" y="36"/>
                    </a:cubicBezTo>
                    <a:cubicBezTo>
                      <a:pt x="114" y="72"/>
                      <a:pt x="114" y="72"/>
                      <a:pt x="114" y="72"/>
                    </a:cubicBezTo>
                    <a:close/>
                    <a:moveTo>
                      <a:pt x="27" y="126"/>
                    </a:moveTo>
                    <a:cubicBezTo>
                      <a:pt x="30" y="126"/>
                      <a:pt x="33" y="123"/>
                      <a:pt x="33" y="120"/>
                    </a:cubicBezTo>
                    <a:cubicBezTo>
                      <a:pt x="33" y="117"/>
                      <a:pt x="30" y="115"/>
                      <a:pt x="27" y="115"/>
                    </a:cubicBezTo>
                    <a:cubicBezTo>
                      <a:pt x="5" y="115"/>
                      <a:pt x="5" y="115"/>
                      <a:pt x="5" y="115"/>
                    </a:cubicBezTo>
                    <a:cubicBezTo>
                      <a:pt x="2" y="115"/>
                      <a:pt x="0" y="117"/>
                      <a:pt x="0" y="120"/>
                    </a:cubicBezTo>
                    <a:cubicBezTo>
                      <a:pt x="0" y="123"/>
                      <a:pt x="2" y="126"/>
                      <a:pt x="5" y="126"/>
                    </a:cubicBezTo>
                    <a:cubicBezTo>
                      <a:pt x="27" y="126"/>
                      <a:pt x="27" y="126"/>
                      <a:pt x="27" y="126"/>
                    </a:cubicBezTo>
                    <a:close/>
                    <a:moveTo>
                      <a:pt x="29" y="103"/>
                    </a:moveTo>
                    <a:cubicBezTo>
                      <a:pt x="32" y="104"/>
                      <a:pt x="35" y="102"/>
                      <a:pt x="35" y="99"/>
                    </a:cubicBezTo>
                    <a:cubicBezTo>
                      <a:pt x="36" y="96"/>
                      <a:pt x="34" y="93"/>
                      <a:pt x="32" y="92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8" y="86"/>
                      <a:pt x="5" y="88"/>
                      <a:pt x="4" y="91"/>
                    </a:cubicBezTo>
                    <a:cubicBezTo>
                      <a:pt x="3" y="94"/>
                      <a:pt x="5" y="97"/>
                      <a:pt x="8" y="97"/>
                    </a:cubicBezTo>
                    <a:cubicBezTo>
                      <a:pt x="29" y="103"/>
                      <a:pt x="29" y="103"/>
                      <a:pt x="29" y="103"/>
                    </a:cubicBezTo>
                    <a:close/>
                    <a:moveTo>
                      <a:pt x="36" y="81"/>
                    </a:moveTo>
                    <a:cubicBezTo>
                      <a:pt x="39" y="83"/>
                      <a:pt x="42" y="82"/>
                      <a:pt x="44" y="79"/>
                    </a:cubicBezTo>
                    <a:cubicBezTo>
                      <a:pt x="45" y="77"/>
                      <a:pt x="44" y="73"/>
                      <a:pt x="42" y="72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0" y="60"/>
                      <a:pt x="17" y="60"/>
                      <a:pt x="15" y="63"/>
                    </a:cubicBezTo>
                    <a:cubicBezTo>
                      <a:pt x="14" y="66"/>
                      <a:pt x="15" y="69"/>
                      <a:pt x="17" y="70"/>
                    </a:cubicBezTo>
                    <a:cubicBezTo>
                      <a:pt x="36" y="81"/>
                      <a:pt x="36" y="81"/>
                      <a:pt x="36" y="81"/>
                    </a:cubicBezTo>
                    <a:close/>
                    <a:moveTo>
                      <a:pt x="27" y="224"/>
                    </a:moveTo>
                    <a:cubicBezTo>
                      <a:pt x="30" y="224"/>
                      <a:pt x="33" y="226"/>
                      <a:pt x="33" y="229"/>
                    </a:cubicBezTo>
                    <a:cubicBezTo>
                      <a:pt x="33" y="232"/>
                      <a:pt x="30" y="234"/>
                      <a:pt x="27" y="234"/>
                    </a:cubicBezTo>
                    <a:cubicBezTo>
                      <a:pt x="5" y="234"/>
                      <a:pt x="5" y="234"/>
                      <a:pt x="5" y="234"/>
                    </a:cubicBezTo>
                    <a:cubicBezTo>
                      <a:pt x="2" y="234"/>
                      <a:pt x="0" y="232"/>
                      <a:pt x="0" y="229"/>
                    </a:cubicBezTo>
                    <a:cubicBezTo>
                      <a:pt x="0" y="226"/>
                      <a:pt x="2" y="224"/>
                      <a:pt x="5" y="224"/>
                    </a:cubicBezTo>
                    <a:cubicBezTo>
                      <a:pt x="27" y="224"/>
                      <a:pt x="27" y="224"/>
                      <a:pt x="27" y="224"/>
                    </a:cubicBezTo>
                    <a:close/>
                    <a:moveTo>
                      <a:pt x="29" y="246"/>
                    </a:moveTo>
                    <a:cubicBezTo>
                      <a:pt x="32" y="246"/>
                      <a:pt x="35" y="247"/>
                      <a:pt x="35" y="250"/>
                    </a:cubicBezTo>
                    <a:cubicBezTo>
                      <a:pt x="36" y="253"/>
                      <a:pt x="34" y="256"/>
                      <a:pt x="32" y="257"/>
                    </a:cubicBezTo>
                    <a:cubicBezTo>
                      <a:pt x="10" y="262"/>
                      <a:pt x="10" y="262"/>
                      <a:pt x="10" y="262"/>
                    </a:cubicBezTo>
                    <a:cubicBezTo>
                      <a:pt x="8" y="263"/>
                      <a:pt x="5" y="262"/>
                      <a:pt x="4" y="259"/>
                    </a:cubicBezTo>
                    <a:cubicBezTo>
                      <a:pt x="3" y="256"/>
                      <a:pt x="5" y="253"/>
                      <a:pt x="8" y="252"/>
                    </a:cubicBezTo>
                    <a:cubicBezTo>
                      <a:pt x="29" y="246"/>
                      <a:pt x="29" y="246"/>
                      <a:pt x="29" y="246"/>
                    </a:cubicBezTo>
                    <a:close/>
                    <a:moveTo>
                      <a:pt x="36" y="268"/>
                    </a:moveTo>
                    <a:cubicBezTo>
                      <a:pt x="39" y="266"/>
                      <a:pt x="42" y="267"/>
                      <a:pt x="44" y="270"/>
                    </a:cubicBezTo>
                    <a:cubicBezTo>
                      <a:pt x="45" y="272"/>
                      <a:pt x="44" y="276"/>
                      <a:pt x="42" y="277"/>
                    </a:cubicBezTo>
                    <a:cubicBezTo>
                      <a:pt x="23" y="288"/>
                      <a:pt x="23" y="288"/>
                      <a:pt x="23" y="288"/>
                    </a:cubicBezTo>
                    <a:cubicBezTo>
                      <a:pt x="20" y="290"/>
                      <a:pt x="17" y="289"/>
                      <a:pt x="15" y="286"/>
                    </a:cubicBezTo>
                    <a:cubicBezTo>
                      <a:pt x="14" y="284"/>
                      <a:pt x="15" y="280"/>
                      <a:pt x="17" y="279"/>
                    </a:cubicBezTo>
                    <a:cubicBezTo>
                      <a:pt x="36" y="268"/>
                      <a:pt x="36" y="268"/>
                      <a:pt x="36" y="268"/>
                    </a:cubicBezTo>
                    <a:close/>
                    <a:moveTo>
                      <a:pt x="49" y="287"/>
                    </a:moveTo>
                    <a:cubicBezTo>
                      <a:pt x="51" y="285"/>
                      <a:pt x="54" y="285"/>
                      <a:pt x="57" y="287"/>
                    </a:cubicBezTo>
                    <a:cubicBezTo>
                      <a:pt x="59" y="289"/>
                      <a:pt x="59" y="292"/>
                      <a:pt x="57" y="295"/>
                    </a:cubicBezTo>
                    <a:cubicBezTo>
                      <a:pt x="41" y="310"/>
                      <a:pt x="41" y="310"/>
                      <a:pt x="41" y="310"/>
                    </a:cubicBezTo>
                    <a:cubicBezTo>
                      <a:pt x="39" y="312"/>
                      <a:pt x="36" y="312"/>
                      <a:pt x="33" y="310"/>
                    </a:cubicBezTo>
                    <a:cubicBezTo>
                      <a:pt x="31" y="308"/>
                      <a:pt x="31" y="304"/>
                      <a:pt x="33" y="302"/>
                    </a:cubicBezTo>
                    <a:cubicBezTo>
                      <a:pt x="49" y="287"/>
                      <a:pt x="49" y="287"/>
                      <a:pt x="49" y="287"/>
                    </a:cubicBezTo>
                    <a:close/>
                    <a:moveTo>
                      <a:pt x="66" y="302"/>
                    </a:moveTo>
                    <a:cubicBezTo>
                      <a:pt x="68" y="299"/>
                      <a:pt x="71" y="298"/>
                      <a:pt x="74" y="300"/>
                    </a:cubicBezTo>
                    <a:cubicBezTo>
                      <a:pt x="76" y="301"/>
                      <a:pt x="77" y="305"/>
                      <a:pt x="75" y="307"/>
                    </a:cubicBezTo>
                    <a:cubicBezTo>
                      <a:pt x="65" y="326"/>
                      <a:pt x="65" y="326"/>
                      <a:pt x="65" y="326"/>
                    </a:cubicBezTo>
                    <a:cubicBezTo>
                      <a:pt x="63" y="329"/>
                      <a:pt x="60" y="330"/>
                      <a:pt x="57" y="328"/>
                    </a:cubicBezTo>
                    <a:cubicBezTo>
                      <a:pt x="55" y="327"/>
                      <a:pt x="54" y="323"/>
                      <a:pt x="55" y="321"/>
                    </a:cubicBezTo>
                    <a:cubicBezTo>
                      <a:pt x="66" y="302"/>
                      <a:pt x="66" y="302"/>
                      <a:pt x="66" y="302"/>
                    </a:cubicBezTo>
                    <a:close/>
                    <a:moveTo>
                      <a:pt x="87" y="312"/>
                    </a:moveTo>
                    <a:cubicBezTo>
                      <a:pt x="87" y="309"/>
                      <a:pt x="90" y="307"/>
                      <a:pt x="93" y="308"/>
                    </a:cubicBezTo>
                    <a:cubicBezTo>
                      <a:pt x="96" y="309"/>
                      <a:pt x="98" y="312"/>
                      <a:pt x="97" y="315"/>
                    </a:cubicBezTo>
                    <a:cubicBezTo>
                      <a:pt x="91" y="336"/>
                      <a:pt x="91" y="336"/>
                      <a:pt x="91" y="336"/>
                    </a:cubicBezTo>
                    <a:cubicBezTo>
                      <a:pt x="91" y="339"/>
                      <a:pt x="88" y="340"/>
                      <a:pt x="85" y="340"/>
                    </a:cubicBezTo>
                    <a:cubicBezTo>
                      <a:pt x="82" y="339"/>
                      <a:pt x="80" y="336"/>
                      <a:pt x="81" y="333"/>
                    </a:cubicBezTo>
                    <a:cubicBezTo>
                      <a:pt x="87" y="312"/>
                      <a:pt x="87" y="312"/>
                      <a:pt x="87" y="312"/>
                    </a:cubicBezTo>
                    <a:close/>
                  </a:path>
                </a:pathLst>
              </a:custGeom>
              <a:solidFill>
                <a:srgbClr val="424F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3" name="Freeform 41"/>
              <p:cNvSpPr>
                <a:spLocks/>
              </p:cNvSpPr>
              <p:nvPr/>
            </p:nvSpPr>
            <p:spPr bwMode="auto">
              <a:xfrm>
                <a:off x="2970" y="673"/>
                <a:ext cx="144" cy="54"/>
              </a:xfrm>
              <a:custGeom>
                <a:avLst/>
                <a:gdLst>
                  <a:gd name="T0" fmla="*/ 59 w 61"/>
                  <a:gd name="T1" fmla="*/ 13 h 23"/>
                  <a:gd name="T2" fmla="*/ 59 w 61"/>
                  <a:gd name="T3" fmla="*/ 21 h 23"/>
                  <a:gd name="T4" fmla="*/ 51 w 61"/>
                  <a:gd name="T5" fmla="*/ 20 h 23"/>
                  <a:gd name="T6" fmla="*/ 31 w 61"/>
                  <a:gd name="T7" fmla="*/ 11 h 23"/>
                  <a:gd name="T8" fmla="*/ 11 w 61"/>
                  <a:gd name="T9" fmla="*/ 20 h 23"/>
                  <a:gd name="T10" fmla="*/ 3 w 61"/>
                  <a:gd name="T11" fmla="*/ 21 h 23"/>
                  <a:gd name="T12" fmla="*/ 2 w 61"/>
                  <a:gd name="T13" fmla="*/ 13 h 23"/>
                  <a:gd name="T14" fmla="*/ 31 w 61"/>
                  <a:gd name="T15" fmla="*/ 0 h 23"/>
                  <a:gd name="T16" fmla="*/ 59 w 61"/>
                  <a:gd name="T17" fmla="*/ 1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" h="23">
                    <a:moveTo>
                      <a:pt x="59" y="13"/>
                    </a:moveTo>
                    <a:cubicBezTo>
                      <a:pt x="61" y="15"/>
                      <a:pt x="61" y="19"/>
                      <a:pt x="59" y="21"/>
                    </a:cubicBezTo>
                    <a:cubicBezTo>
                      <a:pt x="57" y="23"/>
                      <a:pt x="53" y="23"/>
                      <a:pt x="51" y="20"/>
                    </a:cubicBezTo>
                    <a:cubicBezTo>
                      <a:pt x="46" y="15"/>
                      <a:pt x="39" y="11"/>
                      <a:pt x="31" y="11"/>
                    </a:cubicBezTo>
                    <a:cubicBezTo>
                      <a:pt x="23" y="11"/>
                      <a:pt x="16" y="15"/>
                      <a:pt x="11" y="20"/>
                    </a:cubicBezTo>
                    <a:cubicBezTo>
                      <a:pt x="9" y="23"/>
                      <a:pt x="5" y="23"/>
                      <a:pt x="3" y="21"/>
                    </a:cubicBezTo>
                    <a:cubicBezTo>
                      <a:pt x="1" y="19"/>
                      <a:pt x="0" y="15"/>
                      <a:pt x="2" y="13"/>
                    </a:cubicBezTo>
                    <a:cubicBezTo>
                      <a:pt x="10" y="5"/>
                      <a:pt x="20" y="0"/>
                      <a:pt x="31" y="0"/>
                    </a:cubicBezTo>
                    <a:cubicBezTo>
                      <a:pt x="42" y="0"/>
                      <a:pt x="52" y="5"/>
                      <a:pt x="59" y="13"/>
                    </a:cubicBezTo>
                    <a:close/>
                  </a:path>
                </a:pathLst>
              </a:custGeom>
              <a:solidFill>
                <a:srgbClr val="424F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4" name="Freeform 42"/>
              <p:cNvSpPr>
                <a:spLocks noEditPoints="1"/>
              </p:cNvSpPr>
              <p:nvPr/>
            </p:nvSpPr>
            <p:spPr bwMode="auto">
              <a:xfrm>
                <a:off x="3171" y="377"/>
                <a:ext cx="272" cy="811"/>
              </a:xfrm>
              <a:custGeom>
                <a:avLst/>
                <a:gdLst>
                  <a:gd name="T0" fmla="*/ 83 w 115"/>
                  <a:gd name="T1" fmla="*/ 146 h 343"/>
                  <a:gd name="T2" fmla="*/ 55 w 115"/>
                  <a:gd name="T3" fmla="*/ 136 h 343"/>
                  <a:gd name="T4" fmla="*/ 27 w 115"/>
                  <a:gd name="T5" fmla="*/ 146 h 343"/>
                  <a:gd name="T6" fmla="*/ 55 w 115"/>
                  <a:gd name="T7" fmla="*/ 125 h 343"/>
                  <a:gd name="T8" fmla="*/ 0 w 115"/>
                  <a:gd name="T9" fmla="*/ 311 h 343"/>
                  <a:gd name="T10" fmla="*/ 6 w 115"/>
                  <a:gd name="T11" fmla="*/ 338 h 343"/>
                  <a:gd name="T12" fmla="*/ 0 w 115"/>
                  <a:gd name="T13" fmla="*/ 311 h 343"/>
                  <a:gd name="T14" fmla="*/ 0 w 115"/>
                  <a:gd name="T15" fmla="*/ 0 h 343"/>
                  <a:gd name="T16" fmla="*/ 85 w 115"/>
                  <a:gd name="T17" fmla="*/ 51 h 343"/>
                  <a:gd name="T18" fmla="*/ 54 w 115"/>
                  <a:gd name="T19" fmla="*/ 72 h 343"/>
                  <a:gd name="T20" fmla="*/ 88 w 115"/>
                  <a:gd name="T21" fmla="*/ 115 h 343"/>
                  <a:gd name="T22" fmla="*/ 88 w 115"/>
                  <a:gd name="T23" fmla="*/ 126 h 343"/>
                  <a:gd name="T24" fmla="*/ 115 w 115"/>
                  <a:gd name="T25" fmla="*/ 120 h 343"/>
                  <a:gd name="T26" fmla="*/ 88 w 115"/>
                  <a:gd name="T27" fmla="*/ 115 h 343"/>
                  <a:gd name="T28" fmla="*/ 79 w 115"/>
                  <a:gd name="T29" fmla="*/ 99 h 343"/>
                  <a:gd name="T30" fmla="*/ 107 w 115"/>
                  <a:gd name="T31" fmla="*/ 97 h 343"/>
                  <a:gd name="T32" fmla="*/ 104 w 115"/>
                  <a:gd name="T33" fmla="*/ 87 h 343"/>
                  <a:gd name="T34" fmla="*/ 73 w 115"/>
                  <a:gd name="T35" fmla="*/ 72 h 343"/>
                  <a:gd name="T36" fmla="*/ 79 w 115"/>
                  <a:gd name="T37" fmla="*/ 81 h 343"/>
                  <a:gd name="T38" fmla="*/ 100 w 115"/>
                  <a:gd name="T39" fmla="*/ 63 h 343"/>
                  <a:gd name="T40" fmla="*/ 73 w 115"/>
                  <a:gd name="T41" fmla="*/ 72 h 343"/>
                  <a:gd name="T42" fmla="*/ 82 w 115"/>
                  <a:gd name="T43" fmla="*/ 229 h 343"/>
                  <a:gd name="T44" fmla="*/ 109 w 115"/>
                  <a:gd name="T45" fmla="*/ 224 h 343"/>
                  <a:gd name="T46" fmla="*/ 109 w 115"/>
                  <a:gd name="T47" fmla="*/ 234 h 343"/>
                  <a:gd name="T48" fmla="*/ 83 w 115"/>
                  <a:gd name="T49" fmla="*/ 257 h 343"/>
                  <a:gd name="T50" fmla="*/ 86 w 115"/>
                  <a:gd name="T51" fmla="*/ 246 h 343"/>
                  <a:gd name="T52" fmla="*/ 111 w 115"/>
                  <a:gd name="T53" fmla="*/ 259 h 343"/>
                  <a:gd name="T54" fmla="*/ 83 w 115"/>
                  <a:gd name="T55" fmla="*/ 257 h 343"/>
                  <a:gd name="T56" fmla="*/ 71 w 115"/>
                  <a:gd name="T57" fmla="*/ 270 h 343"/>
                  <a:gd name="T58" fmla="*/ 98 w 115"/>
                  <a:gd name="T59" fmla="*/ 279 h 343"/>
                  <a:gd name="T60" fmla="*/ 92 w 115"/>
                  <a:gd name="T61" fmla="*/ 288 h 343"/>
                  <a:gd name="T62" fmla="*/ 58 w 115"/>
                  <a:gd name="T63" fmla="*/ 295 h 343"/>
                  <a:gd name="T64" fmla="*/ 66 w 115"/>
                  <a:gd name="T65" fmla="*/ 287 h 343"/>
                  <a:gd name="T66" fmla="*/ 81 w 115"/>
                  <a:gd name="T67" fmla="*/ 310 h 343"/>
                  <a:gd name="T68" fmla="*/ 58 w 115"/>
                  <a:gd name="T69" fmla="*/ 295 h 343"/>
                  <a:gd name="T70" fmla="*/ 41 w 115"/>
                  <a:gd name="T71" fmla="*/ 300 h 343"/>
                  <a:gd name="T72" fmla="*/ 60 w 115"/>
                  <a:gd name="T73" fmla="*/ 321 h 343"/>
                  <a:gd name="T74" fmla="*/ 50 w 115"/>
                  <a:gd name="T75" fmla="*/ 326 h 343"/>
                  <a:gd name="T76" fmla="*/ 18 w 115"/>
                  <a:gd name="T77" fmla="*/ 315 h 343"/>
                  <a:gd name="T78" fmla="*/ 28 w 115"/>
                  <a:gd name="T79" fmla="*/ 312 h 343"/>
                  <a:gd name="T80" fmla="*/ 30 w 115"/>
                  <a:gd name="T81" fmla="*/ 340 h 343"/>
                  <a:gd name="T82" fmla="*/ 18 w 115"/>
                  <a:gd name="T83" fmla="*/ 315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5" h="343">
                    <a:moveTo>
                      <a:pt x="83" y="138"/>
                    </a:moveTo>
                    <a:cubicBezTo>
                      <a:pt x="85" y="140"/>
                      <a:pt x="85" y="144"/>
                      <a:pt x="83" y="146"/>
                    </a:cubicBezTo>
                    <a:cubicBezTo>
                      <a:pt x="81" y="148"/>
                      <a:pt x="77" y="148"/>
                      <a:pt x="75" y="145"/>
                    </a:cubicBezTo>
                    <a:cubicBezTo>
                      <a:pt x="70" y="140"/>
                      <a:pt x="63" y="136"/>
                      <a:pt x="55" y="136"/>
                    </a:cubicBezTo>
                    <a:cubicBezTo>
                      <a:pt x="47" y="136"/>
                      <a:pt x="40" y="140"/>
                      <a:pt x="35" y="145"/>
                    </a:cubicBezTo>
                    <a:cubicBezTo>
                      <a:pt x="33" y="148"/>
                      <a:pt x="29" y="148"/>
                      <a:pt x="27" y="146"/>
                    </a:cubicBezTo>
                    <a:cubicBezTo>
                      <a:pt x="25" y="144"/>
                      <a:pt x="24" y="140"/>
                      <a:pt x="26" y="138"/>
                    </a:cubicBezTo>
                    <a:cubicBezTo>
                      <a:pt x="34" y="130"/>
                      <a:pt x="44" y="125"/>
                      <a:pt x="55" y="125"/>
                    </a:cubicBezTo>
                    <a:cubicBezTo>
                      <a:pt x="66" y="125"/>
                      <a:pt x="76" y="130"/>
                      <a:pt x="83" y="138"/>
                    </a:cubicBezTo>
                    <a:close/>
                    <a:moveTo>
                      <a:pt x="0" y="311"/>
                    </a:moveTo>
                    <a:cubicBezTo>
                      <a:pt x="3" y="311"/>
                      <a:pt x="6" y="313"/>
                      <a:pt x="6" y="316"/>
                    </a:cubicBezTo>
                    <a:cubicBezTo>
                      <a:pt x="6" y="338"/>
                      <a:pt x="6" y="338"/>
                      <a:pt x="6" y="338"/>
                    </a:cubicBezTo>
                    <a:cubicBezTo>
                      <a:pt x="6" y="341"/>
                      <a:pt x="3" y="343"/>
                      <a:pt x="0" y="343"/>
                    </a:cubicBezTo>
                    <a:cubicBezTo>
                      <a:pt x="0" y="311"/>
                      <a:pt x="0" y="311"/>
                      <a:pt x="0" y="311"/>
                    </a:cubicBezTo>
                    <a:close/>
                    <a:moveTo>
                      <a:pt x="0" y="7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1" y="0"/>
                      <a:pt x="62" y="12"/>
                      <a:pt x="85" y="35"/>
                    </a:cubicBezTo>
                    <a:cubicBezTo>
                      <a:pt x="89" y="39"/>
                      <a:pt x="89" y="46"/>
                      <a:pt x="85" y="51"/>
                    </a:cubicBezTo>
                    <a:cubicBezTo>
                      <a:pt x="70" y="67"/>
                      <a:pt x="70" y="67"/>
                      <a:pt x="70" y="67"/>
                    </a:cubicBezTo>
                    <a:cubicBezTo>
                      <a:pt x="66" y="71"/>
                      <a:pt x="60" y="72"/>
                      <a:pt x="54" y="72"/>
                    </a:cubicBezTo>
                    <a:cubicBezTo>
                      <a:pt x="0" y="72"/>
                      <a:pt x="0" y="72"/>
                      <a:pt x="0" y="72"/>
                    </a:cubicBezTo>
                    <a:close/>
                    <a:moveTo>
                      <a:pt x="88" y="115"/>
                    </a:moveTo>
                    <a:cubicBezTo>
                      <a:pt x="85" y="115"/>
                      <a:pt x="82" y="117"/>
                      <a:pt x="82" y="120"/>
                    </a:cubicBezTo>
                    <a:cubicBezTo>
                      <a:pt x="82" y="123"/>
                      <a:pt x="85" y="126"/>
                      <a:pt x="88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12" y="126"/>
                      <a:pt x="115" y="123"/>
                      <a:pt x="115" y="120"/>
                    </a:cubicBezTo>
                    <a:cubicBezTo>
                      <a:pt x="115" y="117"/>
                      <a:pt x="112" y="115"/>
                      <a:pt x="109" y="115"/>
                    </a:cubicBezTo>
                    <a:cubicBezTo>
                      <a:pt x="88" y="115"/>
                      <a:pt x="88" y="115"/>
                      <a:pt x="88" y="115"/>
                    </a:cubicBezTo>
                    <a:close/>
                    <a:moveTo>
                      <a:pt x="83" y="92"/>
                    </a:moveTo>
                    <a:cubicBezTo>
                      <a:pt x="80" y="93"/>
                      <a:pt x="79" y="96"/>
                      <a:pt x="79" y="99"/>
                    </a:cubicBezTo>
                    <a:cubicBezTo>
                      <a:pt x="80" y="102"/>
                      <a:pt x="83" y="104"/>
                      <a:pt x="86" y="103"/>
                    </a:cubicBezTo>
                    <a:cubicBezTo>
                      <a:pt x="107" y="97"/>
                      <a:pt x="107" y="97"/>
                      <a:pt x="107" y="97"/>
                    </a:cubicBezTo>
                    <a:cubicBezTo>
                      <a:pt x="110" y="97"/>
                      <a:pt x="112" y="94"/>
                      <a:pt x="111" y="91"/>
                    </a:cubicBezTo>
                    <a:cubicBezTo>
                      <a:pt x="110" y="88"/>
                      <a:pt x="107" y="86"/>
                      <a:pt x="104" y="87"/>
                    </a:cubicBezTo>
                    <a:cubicBezTo>
                      <a:pt x="83" y="92"/>
                      <a:pt x="83" y="92"/>
                      <a:pt x="83" y="92"/>
                    </a:cubicBezTo>
                    <a:close/>
                    <a:moveTo>
                      <a:pt x="73" y="72"/>
                    </a:moveTo>
                    <a:cubicBezTo>
                      <a:pt x="71" y="73"/>
                      <a:pt x="70" y="77"/>
                      <a:pt x="71" y="79"/>
                    </a:cubicBezTo>
                    <a:cubicBezTo>
                      <a:pt x="73" y="82"/>
                      <a:pt x="76" y="83"/>
                      <a:pt x="79" y="81"/>
                    </a:cubicBezTo>
                    <a:cubicBezTo>
                      <a:pt x="98" y="70"/>
                      <a:pt x="98" y="70"/>
                      <a:pt x="98" y="70"/>
                    </a:cubicBezTo>
                    <a:cubicBezTo>
                      <a:pt x="100" y="69"/>
                      <a:pt x="101" y="66"/>
                      <a:pt x="100" y="63"/>
                    </a:cubicBezTo>
                    <a:cubicBezTo>
                      <a:pt x="98" y="60"/>
                      <a:pt x="95" y="60"/>
                      <a:pt x="92" y="61"/>
                    </a:cubicBezTo>
                    <a:cubicBezTo>
                      <a:pt x="73" y="72"/>
                      <a:pt x="73" y="72"/>
                      <a:pt x="73" y="72"/>
                    </a:cubicBezTo>
                    <a:close/>
                    <a:moveTo>
                      <a:pt x="88" y="234"/>
                    </a:moveTo>
                    <a:cubicBezTo>
                      <a:pt x="85" y="234"/>
                      <a:pt x="82" y="232"/>
                      <a:pt x="82" y="229"/>
                    </a:cubicBezTo>
                    <a:cubicBezTo>
                      <a:pt x="82" y="226"/>
                      <a:pt x="85" y="224"/>
                      <a:pt x="88" y="224"/>
                    </a:cubicBezTo>
                    <a:cubicBezTo>
                      <a:pt x="109" y="224"/>
                      <a:pt x="109" y="224"/>
                      <a:pt x="109" y="224"/>
                    </a:cubicBezTo>
                    <a:cubicBezTo>
                      <a:pt x="112" y="224"/>
                      <a:pt x="115" y="226"/>
                      <a:pt x="115" y="229"/>
                    </a:cubicBezTo>
                    <a:cubicBezTo>
                      <a:pt x="115" y="232"/>
                      <a:pt x="112" y="234"/>
                      <a:pt x="109" y="234"/>
                    </a:cubicBezTo>
                    <a:cubicBezTo>
                      <a:pt x="88" y="234"/>
                      <a:pt x="88" y="234"/>
                      <a:pt x="88" y="234"/>
                    </a:cubicBezTo>
                    <a:close/>
                    <a:moveTo>
                      <a:pt x="83" y="257"/>
                    </a:moveTo>
                    <a:cubicBezTo>
                      <a:pt x="80" y="256"/>
                      <a:pt x="79" y="253"/>
                      <a:pt x="79" y="250"/>
                    </a:cubicBezTo>
                    <a:cubicBezTo>
                      <a:pt x="80" y="247"/>
                      <a:pt x="83" y="246"/>
                      <a:pt x="86" y="246"/>
                    </a:cubicBezTo>
                    <a:cubicBezTo>
                      <a:pt x="107" y="252"/>
                      <a:pt x="107" y="252"/>
                      <a:pt x="107" y="252"/>
                    </a:cubicBezTo>
                    <a:cubicBezTo>
                      <a:pt x="110" y="253"/>
                      <a:pt x="112" y="256"/>
                      <a:pt x="111" y="259"/>
                    </a:cubicBezTo>
                    <a:cubicBezTo>
                      <a:pt x="110" y="262"/>
                      <a:pt x="107" y="263"/>
                      <a:pt x="104" y="262"/>
                    </a:cubicBezTo>
                    <a:cubicBezTo>
                      <a:pt x="83" y="257"/>
                      <a:pt x="83" y="257"/>
                      <a:pt x="83" y="257"/>
                    </a:cubicBezTo>
                    <a:close/>
                    <a:moveTo>
                      <a:pt x="73" y="277"/>
                    </a:moveTo>
                    <a:cubicBezTo>
                      <a:pt x="71" y="276"/>
                      <a:pt x="70" y="272"/>
                      <a:pt x="71" y="270"/>
                    </a:cubicBezTo>
                    <a:cubicBezTo>
                      <a:pt x="73" y="267"/>
                      <a:pt x="76" y="266"/>
                      <a:pt x="79" y="268"/>
                    </a:cubicBezTo>
                    <a:cubicBezTo>
                      <a:pt x="98" y="279"/>
                      <a:pt x="98" y="279"/>
                      <a:pt x="98" y="279"/>
                    </a:cubicBezTo>
                    <a:cubicBezTo>
                      <a:pt x="100" y="280"/>
                      <a:pt x="101" y="284"/>
                      <a:pt x="100" y="286"/>
                    </a:cubicBezTo>
                    <a:cubicBezTo>
                      <a:pt x="98" y="289"/>
                      <a:pt x="95" y="290"/>
                      <a:pt x="92" y="288"/>
                    </a:cubicBezTo>
                    <a:cubicBezTo>
                      <a:pt x="73" y="277"/>
                      <a:pt x="73" y="277"/>
                      <a:pt x="73" y="277"/>
                    </a:cubicBezTo>
                    <a:close/>
                    <a:moveTo>
                      <a:pt x="58" y="295"/>
                    </a:moveTo>
                    <a:cubicBezTo>
                      <a:pt x="56" y="292"/>
                      <a:pt x="56" y="289"/>
                      <a:pt x="58" y="287"/>
                    </a:cubicBezTo>
                    <a:cubicBezTo>
                      <a:pt x="60" y="285"/>
                      <a:pt x="64" y="285"/>
                      <a:pt x="66" y="287"/>
                    </a:cubicBezTo>
                    <a:cubicBezTo>
                      <a:pt x="81" y="302"/>
                      <a:pt x="81" y="302"/>
                      <a:pt x="81" y="302"/>
                    </a:cubicBezTo>
                    <a:cubicBezTo>
                      <a:pt x="83" y="304"/>
                      <a:pt x="83" y="308"/>
                      <a:pt x="81" y="310"/>
                    </a:cubicBezTo>
                    <a:cubicBezTo>
                      <a:pt x="79" y="312"/>
                      <a:pt x="76" y="312"/>
                      <a:pt x="74" y="310"/>
                    </a:cubicBezTo>
                    <a:cubicBezTo>
                      <a:pt x="58" y="295"/>
                      <a:pt x="58" y="295"/>
                      <a:pt x="58" y="295"/>
                    </a:cubicBezTo>
                    <a:close/>
                    <a:moveTo>
                      <a:pt x="39" y="307"/>
                    </a:moveTo>
                    <a:cubicBezTo>
                      <a:pt x="38" y="305"/>
                      <a:pt x="39" y="301"/>
                      <a:pt x="41" y="300"/>
                    </a:cubicBezTo>
                    <a:cubicBezTo>
                      <a:pt x="44" y="298"/>
                      <a:pt x="47" y="299"/>
                      <a:pt x="49" y="302"/>
                    </a:cubicBezTo>
                    <a:cubicBezTo>
                      <a:pt x="60" y="321"/>
                      <a:pt x="60" y="321"/>
                      <a:pt x="60" y="321"/>
                    </a:cubicBezTo>
                    <a:cubicBezTo>
                      <a:pt x="61" y="323"/>
                      <a:pt x="60" y="327"/>
                      <a:pt x="58" y="328"/>
                    </a:cubicBezTo>
                    <a:cubicBezTo>
                      <a:pt x="55" y="330"/>
                      <a:pt x="52" y="329"/>
                      <a:pt x="50" y="326"/>
                    </a:cubicBezTo>
                    <a:cubicBezTo>
                      <a:pt x="39" y="307"/>
                      <a:pt x="39" y="307"/>
                      <a:pt x="39" y="307"/>
                    </a:cubicBezTo>
                    <a:close/>
                    <a:moveTo>
                      <a:pt x="18" y="315"/>
                    </a:moveTo>
                    <a:cubicBezTo>
                      <a:pt x="17" y="312"/>
                      <a:pt x="19" y="309"/>
                      <a:pt x="22" y="308"/>
                    </a:cubicBezTo>
                    <a:cubicBezTo>
                      <a:pt x="24" y="307"/>
                      <a:pt x="27" y="309"/>
                      <a:pt x="28" y="312"/>
                    </a:cubicBezTo>
                    <a:cubicBezTo>
                      <a:pt x="34" y="333"/>
                      <a:pt x="34" y="333"/>
                      <a:pt x="34" y="333"/>
                    </a:cubicBezTo>
                    <a:cubicBezTo>
                      <a:pt x="35" y="336"/>
                      <a:pt x="33" y="339"/>
                      <a:pt x="30" y="340"/>
                    </a:cubicBezTo>
                    <a:cubicBezTo>
                      <a:pt x="27" y="340"/>
                      <a:pt x="24" y="339"/>
                      <a:pt x="23" y="336"/>
                    </a:cubicBezTo>
                    <a:cubicBezTo>
                      <a:pt x="18" y="315"/>
                      <a:pt x="18" y="315"/>
                      <a:pt x="18" y="315"/>
                    </a:cubicBezTo>
                    <a:close/>
                  </a:path>
                </a:pathLst>
              </a:custGeom>
              <a:solidFill>
                <a:srgbClr val="222C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5" name="Freeform 43"/>
              <p:cNvSpPr>
                <a:spLocks/>
              </p:cNvSpPr>
              <p:nvPr/>
            </p:nvSpPr>
            <p:spPr bwMode="auto">
              <a:xfrm>
                <a:off x="3055" y="931"/>
                <a:ext cx="232" cy="52"/>
              </a:xfrm>
              <a:custGeom>
                <a:avLst/>
                <a:gdLst>
                  <a:gd name="T0" fmla="*/ 0 w 98"/>
                  <a:gd name="T1" fmla="*/ 6 h 22"/>
                  <a:gd name="T2" fmla="*/ 6 w 98"/>
                  <a:gd name="T3" fmla="*/ 0 h 22"/>
                  <a:gd name="T4" fmla="*/ 11 w 98"/>
                  <a:gd name="T5" fmla="*/ 6 h 22"/>
                  <a:gd name="T6" fmla="*/ 13 w 98"/>
                  <a:gd name="T7" fmla="*/ 10 h 22"/>
                  <a:gd name="T8" fmla="*/ 17 w 98"/>
                  <a:gd name="T9" fmla="*/ 11 h 22"/>
                  <a:gd name="T10" fmla="*/ 82 w 98"/>
                  <a:gd name="T11" fmla="*/ 11 h 22"/>
                  <a:gd name="T12" fmla="*/ 86 w 98"/>
                  <a:gd name="T13" fmla="*/ 10 h 22"/>
                  <a:gd name="T14" fmla="*/ 88 w 98"/>
                  <a:gd name="T15" fmla="*/ 6 h 22"/>
                  <a:gd name="T16" fmla="*/ 93 w 98"/>
                  <a:gd name="T17" fmla="*/ 0 h 22"/>
                  <a:gd name="T18" fmla="*/ 98 w 98"/>
                  <a:gd name="T19" fmla="*/ 6 h 22"/>
                  <a:gd name="T20" fmla="*/ 94 w 98"/>
                  <a:gd name="T21" fmla="*/ 17 h 22"/>
                  <a:gd name="T22" fmla="*/ 82 w 98"/>
                  <a:gd name="T23" fmla="*/ 22 h 22"/>
                  <a:gd name="T24" fmla="*/ 17 w 98"/>
                  <a:gd name="T25" fmla="*/ 22 h 22"/>
                  <a:gd name="T26" fmla="*/ 5 w 98"/>
                  <a:gd name="T27" fmla="*/ 17 h 22"/>
                  <a:gd name="T28" fmla="*/ 0 w 98"/>
                  <a:gd name="T29" fmla="*/ 6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8" h="22">
                    <a:moveTo>
                      <a:pt x="0" y="6"/>
                    </a:move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1" y="3"/>
                      <a:pt x="11" y="6"/>
                    </a:cubicBezTo>
                    <a:cubicBezTo>
                      <a:pt x="11" y="7"/>
                      <a:pt x="12" y="9"/>
                      <a:pt x="13" y="10"/>
                    </a:cubicBezTo>
                    <a:cubicBezTo>
                      <a:pt x="14" y="11"/>
                      <a:pt x="15" y="11"/>
                      <a:pt x="17" y="11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84" y="11"/>
                      <a:pt x="85" y="11"/>
                      <a:pt x="86" y="10"/>
                    </a:cubicBezTo>
                    <a:cubicBezTo>
                      <a:pt x="87" y="9"/>
                      <a:pt x="88" y="7"/>
                      <a:pt x="88" y="6"/>
                    </a:cubicBezTo>
                    <a:cubicBezTo>
                      <a:pt x="88" y="3"/>
                      <a:pt x="90" y="0"/>
                      <a:pt x="93" y="0"/>
                    </a:cubicBezTo>
                    <a:cubicBezTo>
                      <a:pt x="96" y="0"/>
                      <a:pt x="98" y="3"/>
                      <a:pt x="98" y="6"/>
                    </a:cubicBezTo>
                    <a:cubicBezTo>
                      <a:pt x="98" y="10"/>
                      <a:pt x="97" y="15"/>
                      <a:pt x="94" y="17"/>
                    </a:cubicBezTo>
                    <a:cubicBezTo>
                      <a:pt x="91" y="20"/>
                      <a:pt x="87" y="22"/>
                      <a:pt x="82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2" y="22"/>
                      <a:pt x="8" y="20"/>
                      <a:pt x="5" y="17"/>
                    </a:cubicBezTo>
                    <a:cubicBezTo>
                      <a:pt x="2" y="15"/>
                      <a:pt x="0" y="10"/>
                      <a:pt x="0" y="6"/>
                    </a:cubicBezTo>
                    <a:close/>
                  </a:path>
                </a:pathLst>
              </a:custGeom>
              <a:solidFill>
                <a:srgbClr val="8040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6" name="Oval 44"/>
              <p:cNvSpPr>
                <a:spLocks noChangeArrowheads="1"/>
              </p:cNvSpPr>
              <p:nvPr/>
            </p:nvSpPr>
            <p:spPr bwMode="auto">
              <a:xfrm>
                <a:off x="2991" y="713"/>
                <a:ext cx="104" cy="10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7" name="Oval 45"/>
              <p:cNvSpPr>
                <a:spLocks noChangeArrowheads="1"/>
              </p:cNvSpPr>
              <p:nvPr/>
            </p:nvSpPr>
            <p:spPr bwMode="auto">
              <a:xfrm>
                <a:off x="3249" y="713"/>
                <a:ext cx="104" cy="10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8" name="Oval 46"/>
              <p:cNvSpPr>
                <a:spLocks noChangeArrowheads="1"/>
              </p:cNvSpPr>
              <p:nvPr/>
            </p:nvSpPr>
            <p:spPr bwMode="auto">
              <a:xfrm>
                <a:off x="3017" y="739"/>
                <a:ext cx="52" cy="49"/>
              </a:xfrm>
              <a:prstGeom prst="ellipse">
                <a:avLst/>
              </a:pr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9" name="Oval 47"/>
              <p:cNvSpPr>
                <a:spLocks noChangeArrowheads="1"/>
              </p:cNvSpPr>
              <p:nvPr/>
            </p:nvSpPr>
            <p:spPr bwMode="auto">
              <a:xfrm>
                <a:off x="3275" y="739"/>
                <a:ext cx="52" cy="49"/>
              </a:xfrm>
              <a:prstGeom prst="ellipse">
                <a:avLst/>
              </a:pr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0" name="Oval 48"/>
              <p:cNvSpPr>
                <a:spLocks noChangeArrowheads="1"/>
              </p:cNvSpPr>
              <p:nvPr/>
            </p:nvSpPr>
            <p:spPr bwMode="auto">
              <a:xfrm>
                <a:off x="3005" y="751"/>
                <a:ext cx="24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1" name="Oval 49"/>
              <p:cNvSpPr>
                <a:spLocks noChangeArrowheads="1"/>
              </p:cNvSpPr>
              <p:nvPr/>
            </p:nvSpPr>
            <p:spPr bwMode="auto">
              <a:xfrm>
                <a:off x="3263" y="751"/>
                <a:ext cx="24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2" name="Freeform 50"/>
              <p:cNvSpPr>
                <a:spLocks/>
              </p:cNvSpPr>
              <p:nvPr/>
            </p:nvSpPr>
            <p:spPr bwMode="auto">
              <a:xfrm>
                <a:off x="3081" y="777"/>
                <a:ext cx="182" cy="130"/>
              </a:xfrm>
              <a:custGeom>
                <a:avLst/>
                <a:gdLst>
                  <a:gd name="T0" fmla="*/ 55 w 77"/>
                  <a:gd name="T1" fmla="*/ 5 h 55"/>
                  <a:gd name="T2" fmla="*/ 49 w 77"/>
                  <a:gd name="T3" fmla="*/ 0 h 55"/>
                  <a:gd name="T4" fmla="*/ 44 w 77"/>
                  <a:gd name="T5" fmla="*/ 5 h 55"/>
                  <a:gd name="T6" fmla="*/ 44 w 77"/>
                  <a:gd name="T7" fmla="*/ 27 h 55"/>
                  <a:gd name="T8" fmla="*/ 49 w 77"/>
                  <a:gd name="T9" fmla="*/ 33 h 55"/>
                  <a:gd name="T10" fmla="*/ 60 w 77"/>
                  <a:gd name="T11" fmla="*/ 33 h 55"/>
                  <a:gd name="T12" fmla="*/ 66 w 77"/>
                  <a:gd name="T13" fmla="*/ 38 h 55"/>
                  <a:gd name="T14" fmla="*/ 60 w 77"/>
                  <a:gd name="T15" fmla="*/ 44 h 55"/>
                  <a:gd name="T16" fmla="*/ 17 w 77"/>
                  <a:gd name="T17" fmla="*/ 44 h 55"/>
                  <a:gd name="T18" fmla="*/ 11 w 77"/>
                  <a:gd name="T19" fmla="*/ 38 h 55"/>
                  <a:gd name="T20" fmla="*/ 17 w 77"/>
                  <a:gd name="T21" fmla="*/ 33 h 55"/>
                  <a:gd name="T22" fmla="*/ 28 w 77"/>
                  <a:gd name="T23" fmla="*/ 33 h 55"/>
                  <a:gd name="T24" fmla="*/ 33 w 77"/>
                  <a:gd name="T25" fmla="*/ 27 h 55"/>
                  <a:gd name="T26" fmla="*/ 33 w 77"/>
                  <a:gd name="T27" fmla="*/ 5 h 55"/>
                  <a:gd name="T28" fmla="*/ 28 w 77"/>
                  <a:gd name="T29" fmla="*/ 0 h 55"/>
                  <a:gd name="T30" fmla="*/ 22 w 77"/>
                  <a:gd name="T31" fmla="*/ 5 h 55"/>
                  <a:gd name="T32" fmla="*/ 22 w 77"/>
                  <a:gd name="T33" fmla="*/ 22 h 55"/>
                  <a:gd name="T34" fmla="*/ 17 w 77"/>
                  <a:gd name="T35" fmla="*/ 22 h 55"/>
                  <a:gd name="T36" fmla="*/ 0 w 77"/>
                  <a:gd name="T37" fmla="*/ 38 h 55"/>
                  <a:gd name="T38" fmla="*/ 17 w 77"/>
                  <a:gd name="T39" fmla="*/ 55 h 55"/>
                  <a:gd name="T40" fmla="*/ 60 w 77"/>
                  <a:gd name="T41" fmla="*/ 55 h 55"/>
                  <a:gd name="T42" fmla="*/ 77 w 77"/>
                  <a:gd name="T43" fmla="*/ 38 h 55"/>
                  <a:gd name="T44" fmla="*/ 60 w 77"/>
                  <a:gd name="T45" fmla="*/ 22 h 55"/>
                  <a:gd name="T46" fmla="*/ 55 w 77"/>
                  <a:gd name="T47" fmla="*/ 22 h 55"/>
                  <a:gd name="T48" fmla="*/ 55 w 77"/>
                  <a:gd name="T49" fmla="*/ 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7" h="55">
                    <a:moveTo>
                      <a:pt x="55" y="5"/>
                    </a:moveTo>
                    <a:cubicBezTo>
                      <a:pt x="55" y="2"/>
                      <a:pt x="52" y="0"/>
                      <a:pt x="49" y="0"/>
                    </a:cubicBezTo>
                    <a:cubicBezTo>
                      <a:pt x="46" y="0"/>
                      <a:pt x="44" y="2"/>
                      <a:pt x="44" y="5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4" y="30"/>
                      <a:pt x="46" y="33"/>
                      <a:pt x="49" y="33"/>
                    </a:cubicBezTo>
                    <a:cubicBezTo>
                      <a:pt x="60" y="33"/>
                      <a:pt x="60" y="33"/>
                      <a:pt x="60" y="33"/>
                    </a:cubicBezTo>
                    <a:cubicBezTo>
                      <a:pt x="63" y="33"/>
                      <a:pt x="66" y="35"/>
                      <a:pt x="66" y="38"/>
                    </a:cubicBezTo>
                    <a:cubicBezTo>
                      <a:pt x="66" y="41"/>
                      <a:pt x="63" y="44"/>
                      <a:pt x="60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4" y="44"/>
                      <a:pt x="11" y="41"/>
                      <a:pt x="11" y="38"/>
                    </a:cubicBezTo>
                    <a:cubicBezTo>
                      <a:pt x="11" y="35"/>
                      <a:pt x="14" y="33"/>
                      <a:pt x="17" y="33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31" y="33"/>
                      <a:pt x="33" y="30"/>
                      <a:pt x="33" y="27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3" y="2"/>
                      <a:pt x="31" y="0"/>
                      <a:pt x="28" y="0"/>
                    </a:cubicBezTo>
                    <a:cubicBezTo>
                      <a:pt x="25" y="0"/>
                      <a:pt x="22" y="2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8" y="22"/>
                      <a:pt x="0" y="29"/>
                      <a:pt x="0" y="38"/>
                    </a:cubicBezTo>
                    <a:cubicBezTo>
                      <a:pt x="0" y="47"/>
                      <a:pt x="8" y="55"/>
                      <a:pt x="17" y="55"/>
                    </a:cubicBezTo>
                    <a:cubicBezTo>
                      <a:pt x="60" y="55"/>
                      <a:pt x="60" y="55"/>
                      <a:pt x="60" y="55"/>
                    </a:cubicBezTo>
                    <a:cubicBezTo>
                      <a:pt x="69" y="55"/>
                      <a:pt x="77" y="47"/>
                      <a:pt x="77" y="38"/>
                    </a:cubicBezTo>
                    <a:cubicBezTo>
                      <a:pt x="77" y="29"/>
                      <a:pt x="69" y="22"/>
                      <a:pt x="60" y="22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5" y="5"/>
                      <a:pt x="55" y="5"/>
                      <a:pt x="55" y="5"/>
                    </a:cubicBezTo>
                    <a:close/>
                  </a:path>
                </a:pathLst>
              </a:custGeom>
              <a:solidFill>
                <a:srgbClr val="8040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3" name="Freeform 51"/>
              <p:cNvSpPr>
                <a:spLocks noEditPoints="1"/>
              </p:cNvSpPr>
              <p:nvPr/>
            </p:nvSpPr>
            <p:spPr bwMode="auto">
              <a:xfrm>
                <a:off x="3159" y="699"/>
                <a:ext cx="296" cy="161"/>
              </a:xfrm>
              <a:custGeom>
                <a:avLst/>
                <a:gdLst>
                  <a:gd name="T0" fmla="*/ 49 w 125"/>
                  <a:gd name="T1" fmla="*/ 11 h 68"/>
                  <a:gd name="T2" fmla="*/ 33 w 125"/>
                  <a:gd name="T3" fmla="*/ 28 h 68"/>
                  <a:gd name="T4" fmla="*/ 63 w 125"/>
                  <a:gd name="T5" fmla="*/ 58 h 68"/>
                  <a:gd name="T6" fmla="*/ 93 w 125"/>
                  <a:gd name="T7" fmla="*/ 28 h 68"/>
                  <a:gd name="T8" fmla="*/ 93 w 125"/>
                  <a:gd name="T9" fmla="*/ 11 h 68"/>
                  <a:gd name="T10" fmla="*/ 49 w 125"/>
                  <a:gd name="T11" fmla="*/ 11 h 68"/>
                  <a:gd name="T12" fmla="*/ 5 w 125"/>
                  <a:gd name="T13" fmla="*/ 11 h 68"/>
                  <a:gd name="T14" fmla="*/ 0 w 125"/>
                  <a:gd name="T15" fmla="*/ 6 h 68"/>
                  <a:gd name="T16" fmla="*/ 5 w 125"/>
                  <a:gd name="T17" fmla="*/ 0 h 68"/>
                  <a:gd name="T18" fmla="*/ 27 w 125"/>
                  <a:gd name="T19" fmla="*/ 11 h 68"/>
                  <a:gd name="T20" fmla="*/ 49 w 125"/>
                  <a:gd name="T21" fmla="*/ 0 h 68"/>
                  <a:gd name="T22" fmla="*/ 120 w 125"/>
                  <a:gd name="T23" fmla="*/ 0 h 68"/>
                  <a:gd name="T24" fmla="*/ 125 w 125"/>
                  <a:gd name="T25" fmla="*/ 6 h 68"/>
                  <a:gd name="T26" fmla="*/ 120 w 125"/>
                  <a:gd name="T27" fmla="*/ 11 h 68"/>
                  <a:gd name="T28" fmla="*/ 104 w 125"/>
                  <a:gd name="T29" fmla="*/ 11 h 68"/>
                  <a:gd name="T30" fmla="*/ 104 w 125"/>
                  <a:gd name="T31" fmla="*/ 28 h 68"/>
                  <a:gd name="T32" fmla="*/ 63 w 125"/>
                  <a:gd name="T33" fmla="*/ 68 h 68"/>
                  <a:gd name="T34" fmla="*/ 22 w 125"/>
                  <a:gd name="T35" fmla="*/ 28 h 68"/>
                  <a:gd name="T36" fmla="*/ 5 w 125"/>
                  <a:gd name="T37" fmla="*/ 1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5" h="68">
                    <a:moveTo>
                      <a:pt x="49" y="11"/>
                    </a:moveTo>
                    <a:cubicBezTo>
                      <a:pt x="40" y="11"/>
                      <a:pt x="33" y="19"/>
                      <a:pt x="33" y="28"/>
                    </a:cubicBezTo>
                    <a:cubicBezTo>
                      <a:pt x="33" y="44"/>
                      <a:pt x="46" y="58"/>
                      <a:pt x="63" y="58"/>
                    </a:cubicBezTo>
                    <a:cubicBezTo>
                      <a:pt x="79" y="58"/>
                      <a:pt x="93" y="44"/>
                      <a:pt x="93" y="28"/>
                    </a:cubicBezTo>
                    <a:cubicBezTo>
                      <a:pt x="93" y="11"/>
                      <a:pt x="93" y="11"/>
                      <a:pt x="93" y="11"/>
                    </a:cubicBezTo>
                    <a:cubicBezTo>
                      <a:pt x="49" y="11"/>
                      <a:pt x="49" y="11"/>
                      <a:pt x="49" y="11"/>
                    </a:cubicBezTo>
                    <a:close/>
                    <a:moveTo>
                      <a:pt x="5" y="11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4" y="0"/>
                      <a:pt x="22" y="4"/>
                      <a:pt x="27" y="11"/>
                    </a:cubicBezTo>
                    <a:cubicBezTo>
                      <a:pt x="32" y="4"/>
                      <a:pt x="40" y="0"/>
                      <a:pt x="49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3" y="0"/>
                      <a:pt x="125" y="3"/>
                      <a:pt x="125" y="6"/>
                    </a:cubicBezTo>
                    <a:cubicBezTo>
                      <a:pt x="125" y="9"/>
                      <a:pt x="123" y="11"/>
                      <a:pt x="120" y="11"/>
                    </a:cubicBezTo>
                    <a:cubicBezTo>
                      <a:pt x="104" y="11"/>
                      <a:pt x="104" y="11"/>
                      <a:pt x="104" y="11"/>
                    </a:cubicBezTo>
                    <a:cubicBezTo>
                      <a:pt x="104" y="28"/>
                      <a:pt x="104" y="28"/>
                      <a:pt x="104" y="28"/>
                    </a:cubicBezTo>
                    <a:cubicBezTo>
                      <a:pt x="104" y="50"/>
                      <a:pt x="85" y="68"/>
                      <a:pt x="63" y="68"/>
                    </a:cubicBezTo>
                    <a:cubicBezTo>
                      <a:pt x="40" y="68"/>
                      <a:pt x="22" y="50"/>
                      <a:pt x="22" y="28"/>
                    </a:cubicBezTo>
                    <a:cubicBezTo>
                      <a:pt x="22" y="19"/>
                      <a:pt x="14" y="11"/>
                      <a:pt x="5" y="11"/>
                    </a:cubicBezTo>
                    <a:close/>
                  </a:path>
                </a:pathLst>
              </a:custGeom>
              <a:solidFill>
                <a:srgbClr val="799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4" name="Freeform 52"/>
              <p:cNvSpPr>
                <a:spLocks noEditPoints="1"/>
              </p:cNvSpPr>
              <p:nvPr/>
            </p:nvSpPr>
            <p:spPr bwMode="auto">
              <a:xfrm>
                <a:off x="2887" y="699"/>
                <a:ext cx="284" cy="161"/>
              </a:xfrm>
              <a:custGeom>
                <a:avLst/>
                <a:gdLst>
                  <a:gd name="T0" fmla="*/ 120 w 120"/>
                  <a:gd name="T1" fmla="*/ 11 h 68"/>
                  <a:gd name="T2" fmla="*/ 104 w 120"/>
                  <a:gd name="T3" fmla="*/ 28 h 68"/>
                  <a:gd name="T4" fmla="*/ 63 w 120"/>
                  <a:gd name="T5" fmla="*/ 68 h 68"/>
                  <a:gd name="T6" fmla="*/ 22 w 120"/>
                  <a:gd name="T7" fmla="*/ 28 h 68"/>
                  <a:gd name="T8" fmla="*/ 22 w 120"/>
                  <a:gd name="T9" fmla="*/ 11 h 68"/>
                  <a:gd name="T10" fmla="*/ 6 w 120"/>
                  <a:gd name="T11" fmla="*/ 11 h 68"/>
                  <a:gd name="T12" fmla="*/ 0 w 120"/>
                  <a:gd name="T13" fmla="*/ 6 h 68"/>
                  <a:gd name="T14" fmla="*/ 6 w 120"/>
                  <a:gd name="T15" fmla="*/ 0 h 68"/>
                  <a:gd name="T16" fmla="*/ 77 w 120"/>
                  <a:gd name="T17" fmla="*/ 0 h 68"/>
                  <a:gd name="T18" fmla="*/ 99 w 120"/>
                  <a:gd name="T19" fmla="*/ 11 h 68"/>
                  <a:gd name="T20" fmla="*/ 120 w 120"/>
                  <a:gd name="T21" fmla="*/ 0 h 68"/>
                  <a:gd name="T22" fmla="*/ 120 w 120"/>
                  <a:gd name="T23" fmla="*/ 11 h 68"/>
                  <a:gd name="T24" fmla="*/ 77 w 120"/>
                  <a:gd name="T25" fmla="*/ 11 h 68"/>
                  <a:gd name="T26" fmla="*/ 33 w 120"/>
                  <a:gd name="T27" fmla="*/ 11 h 68"/>
                  <a:gd name="T28" fmla="*/ 33 w 120"/>
                  <a:gd name="T29" fmla="*/ 28 h 68"/>
                  <a:gd name="T30" fmla="*/ 63 w 120"/>
                  <a:gd name="T31" fmla="*/ 58 h 68"/>
                  <a:gd name="T32" fmla="*/ 93 w 120"/>
                  <a:gd name="T33" fmla="*/ 28 h 68"/>
                  <a:gd name="T34" fmla="*/ 77 w 120"/>
                  <a:gd name="T35" fmla="*/ 1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0" h="68">
                    <a:moveTo>
                      <a:pt x="120" y="11"/>
                    </a:moveTo>
                    <a:cubicBezTo>
                      <a:pt x="111" y="11"/>
                      <a:pt x="104" y="19"/>
                      <a:pt x="104" y="28"/>
                    </a:cubicBezTo>
                    <a:cubicBezTo>
                      <a:pt x="104" y="50"/>
                      <a:pt x="86" y="68"/>
                      <a:pt x="63" y="68"/>
                    </a:cubicBezTo>
                    <a:cubicBezTo>
                      <a:pt x="41" y="68"/>
                      <a:pt x="22" y="50"/>
                      <a:pt x="22" y="28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3" y="11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85" y="0"/>
                      <a:pt x="93" y="4"/>
                      <a:pt x="99" y="11"/>
                    </a:cubicBezTo>
                    <a:cubicBezTo>
                      <a:pt x="104" y="4"/>
                      <a:pt x="112" y="0"/>
                      <a:pt x="120" y="0"/>
                    </a:cubicBezTo>
                    <a:cubicBezTo>
                      <a:pt x="120" y="11"/>
                      <a:pt x="120" y="11"/>
                      <a:pt x="120" y="11"/>
                    </a:cubicBezTo>
                    <a:close/>
                    <a:moveTo>
                      <a:pt x="77" y="11"/>
                    </a:move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28"/>
                      <a:pt x="33" y="28"/>
                      <a:pt x="33" y="28"/>
                    </a:cubicBezTo>
                    <a:cubicBezTo>
                      <a:pt x="33" y="44"/>
                      <a:pt x="47" y="58"/>
                      <a:pt x="63" y="58"/>
                    </a:cubicBezTo>
                    <a:cubicBezTo>
                      <a:pt x="80" y="58"/>
                      <a:pt x="93" y="44"/>
                      <a:pt x="93" y="28"/>
                    </a:cubicBezTo>
                    <a:cubicBezTo>
                      <a:pt x="93" y="19"/>
                      <a:pt x="86" y="11"/>
                      <a:pt x="77" y="11"/>
                    </a:cubicBezTo>
                    <a:close/>
                  </a:path>
                </a:pathLst>
              </a:custGeom>
              <a:solidFill>
                <a:srgbClr val="A3C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5" name="Freeform 53"/>
              <p:cNvSpPr>
                <a:spLocks/>
              </p:cNvSpPr>
              <p:nvPr/>
            </p:nvSpPr>
            <p:spPr bwMode="auto">
              <a:xfrm>
                <a:off x="3235" y="1352"/>
                <a:ext cx="45" cy="47"/>
              </a:xfrm>
              <a:custGeom>
                <a:avLst/>
                <a:gdLst>
                  <a:gd name="T0" fmla="*/ 4 w 19"/>
                  <a:gd name="T1" fmla="*/ 0 h 20"/>
                  <a:gd name="T2" fmla="*/ 15 w 19"/>
                  <a:gd name="T3" fmla="*/ 4 h 20"/>
                  <a:gd name="T4" fmla="*/ 19 w 19"/>
                  <a:gd name="T5" fmla="*/ 15 h 20"/>
                  <a:gd name="T6" fmla="*/ 4 w 19"/>
                  <a:gd name="T7" fmla="*/ 16 h 20"/>
                  <a:gd name="T8" fmla="*/ 4 w 1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0">
                    <a:moveTo>
                      <a:pt x="4" y="0"/>
                    </a:moveTo>
                    <a:cubicBezTo>
                      <a:pt x="15" y="4"/>
                      <a:pt x="15" y="4"/>
                      <a:pt x="15" y="4"/>
                    </a:cubicBezTo>
                    <a:cubicBezTo>
                      <a:pt x="19" y="15"/>
                      <a:pt x="19" y="15"/>
                      <a:pt x="19" y="15"/>
                    </a:cubicBezTo>
                    <a:cubicBezTo>
                      <a:pt x="15" y="20"/>
                      <a:pt x="8" y="20"/>
                      <a:pt x="4" y="16"/>
                    </a:cubicBezTo>
                    <a:cubicBezTo>
                      <a:pt x="0" y="11"/>
                      <a:pt x="0" y="4"/>
                      <a:pt x="4" y="0"/>
                    </a:cubicBezTo>
                    <a:close/>
                  </a:path>
                </a:pathLst>
              </a:cu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6" name="Oval 54"/>
              <p:cNvSpPr>
                <a:spLocks noChangeArrowheads="1"/>
              </p:cNvSpPr>
              <p:nvPr/>
            </p:nvSpPr>
            <p:spPr bwMode="auto">
              <a:xfrm>
                <a:off x="3055" y="1345"/>
                <a:ext cx="52" cy="52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7" name="Freeform 55"/>
              <p:cNvSpPr>
                <a:spLocks/>
              </p:cNvSpPr>
              <p:nvPr/>
            </p:nvSpPr>
            <p:spPr bwMode="auto">
              <a:xfrm>
                <a:off x="3244" y="1345"/>
                <a:ext cx="43" cy="42"/>
              </a:xfrm>
              <a:custGeom>
                <a:avLst/>
                <a:gdLst>
                  <a:gd name="T0" fmla="*/ 15 w 18"/>
                  <a:gd name="T1" fmla="*/ 18 h 18"/>
                  <a:gd name="T2" fmla="*/ 0 w 18"/>
                  <a:gd name="T3" fmla="*/ 3 h 18"/>
                  <a:gd name="T4" fmla="*/ 8 w 18"/>
                  <a:gd name="T5" fmla="*/ 0 h 18"/>
                  <a:gd name="T6" fmla="*/ 18 w 18"/>
                  <a:gd name="T7" fmla="*/ 11 h 18"/>
                  <a:gd name="T8" fmla="*/ 15 w 18"/>
                  <a:gd name="T9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8">
                    <a:moveTo>
                      <a:pt x="15" y="18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2" y="1"/>
                      <a:pt x="5" y="0"/>
                      <a:pt x="8" y="0"/>
                    </a:cubicBezTo>
                    <a:cubicBezTo>
                      <a:pt x="14" y="0"/>
                      <a:pt x="18" y="5"/>
                      <a:pt x="18" y="11"/>
                    </a:cubicBezTo>
                    <a:cubicBezTo>
                      <a:pt x="18" y="14"/>
                      <a:pt x="17" y="16"/>
                      <a:pt x="15" y="18"/>
                    </a:cubicBezTo>
                    <a:close/>
                  </a:path>
                </a:pathLst>
              </a:custGeom>
              <a:solidFill>
                <a:srgbClr val="BA9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8" name="Freeform 56"/>
              <p:cNvSpPr>
                <a:spLocks/>
              </p:cNvSpPr>
              <p:nvPr/>
            </p:nvSpPr>
            <p:spPr bwMode="auto">
              <a:xfrm>
                <a:off x="3249" y="1361"/>
                <a:ext cx="26" cy="126"/>
              </a:xfrm>
              <a:custGeom>
                <a:avLst/>
                <a:gdLst>
                  <a:gd name="T0" fmla="*/ 11 w 11"/>
                  <a:gd name="T1" fmla="*/ 9 h 53"/>
                  <a:gd name="T2" fmla="*/ 11 w 11"/>
                  <a:gd name="T3" fmla="*/ 47 h 53"/>
                  <a:gd name="T4" fmla="*/ 6 w 11"/>
                  <a:gd name="T5" fmla="*/ 53 h 53"/>
                  <a:gd name="T6" fmla="*/ 6 w 11"/>
                  <a:gd name="T7" fmla="*/ 53 h 53"/>
                  <a:gd name="T8" fmla="*/ 0 w 11"/>
                  <a:gd name="T9" fmla="*/ 47 h 53"/>
                  <a:gd name="T10" fmla="*/ 0 w 11"/>
                  <a:gd name="T11" fmla="*/ 4 h 53"/>
                  <a:gd name="T12" fmla="*/ 2 w 11"/>
                  <a:gd name="T13" fmla="*/ 0 h 53"/>
                  <a:gd name="T14" fmla="*/ 8 w 11"/>
                  <a:gd name="T15" fmla="*/ 2 h 53"/>
                  <a:gd name="T16" fmla="*/ 11 w 11"/>
                  <a:gd name="T17" fmla="*/ 9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53">
                    <a:moveTo>
                      <a:pt x="11" y="9"/>
                    </a:move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50"/>
                      <a:pt x="9" y="53"/>
                      <a:pt x="6" y="53"/>
                    </a:cubicBezTo>
                    <a:cubicBezTo>
                      <a:pt x="6" y="53"/>
                      <a:pt x="6" y="53"/>
                      <a:pt x="6" y="53"/>
                    </a:cubicBezTo>
                    <a:cubicBezTo>
                      <a:pt x="3" y="53"/>
                      <a:pt x="0" y="50"/>
                      <a:pt x="0" y="4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2" y="0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11" y="9"/>
                      <a:pt x="11" y="9"/>
                      <a:pt x="11" y="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9" name="Freeform 57"/>
              <p:cNvSpPr>
                <a:spLocks/>
              </p:cNvSpPr>
              <p:nvPr/>
            </p:nvSpPr>
            <p:spPr bwMode="auto">
              <a:xfrm>
                <a:off x="3254" y="1357"/>
                <a:ext cx="21" cy="26"/>
              </a:xfrm>
              <a:custGeom>
                <a:avLst/>
                <a:gdLst>
                  <a:gd name="T0" fmla="*/ 4 w 9"/>
                  <a:gd name="T1" fmla="*/ 0 h 11"/>
                  <a:gd name="T2" fmla="*/ 9 w 9"/>
                  <a:gd name="T3" fmla="*/ 6 h 11"/>
                  <a:gd name="T4" fmla="*/ 9 w 9"/>
                  <a:gd name="T5" fmla="*/ 11 h 11"/>
                  <a:gd name="T6" fmla="*/ 0 w 9"/>
                  <a:gd name="T7" fmla="*/ 2 h 11"/>
                  <a:gd name="T8" fmla="*/ 4 w 9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1">
                    <a:moveTo>
                      <a:pt x="4" y="0"/>
                    </a:moveTo>
                    <a:cubicBezTo>
                      <a:pt x="7" y="0"/>
                      <a:pt x="9" y="3"/>
                      <a:pt x="9" y="6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A0B3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0" name="Freeform 58"/>
              <p:cNvSpPr>
                <a:spLocks/>
              </p:cNvSpPr>
              <p:nvPr/>
            </p:nvSpPr>
            <p:spPr bwMode="auto">
              <a:xfrm>
                <a:off x="3069" y="1357"/>
                <a:ext cx="26" cy="130"/>
              </a:xfrm>
              <a:custGeom>
                <a:avLst/>
                <a:gdLst>
                  <a:gd name="T0" fmla="*/ 11 w 11"/>
                  <a:gd name="T1" fmla="*/ 49 h 55"/>
                  <a:gd name="T2" fmla="*/ 5 w 11"/>
                  <a:gd name="T3" fmla="*/ 55 h 55"/>
                  <a:gd name="T4" fmla="*/ 5 w 11"/>
                  <a:gd name="T5" fmla="*/ 55 h 55"/>
                  <a:gd name="T6" fmla="*/ 0 w 11"/>
                  <a:gd name="T7" fmla="*/ 49 h 55"/>
                  <a:gd name="T8" fmla="*/ 0 w 11"/>
                  <a:gd name="T9" fmla="*/ 6 h 55"/>
                  <a:gd name="T10" fmla="*/ 5 w 11"/>
                  <a:gd name="T11" fmla="*/ 0 h 55"/>
                  <a:gd name="T12" fmla="*/ 11 w 11"/>
                  <a:gd name="T13" fmla="*/ 6 h 55"/>
                  <a:gd name="T14" fmla="*/ 11 w 11"/>
                  <a:gd name="T15" fmla="*/ 49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55">
                    <a:moveTo>
                      <a:pt x="11" y="49"/>
                    </a:moveTo>
                    <a:cubicBezTo>
                      <a:pt x="11" y="52"/>
                      <a:pt x="8" y="55"/>
                      <a:pt x="5" y="55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2" y="55"/>
                      <a:pt x="0" y="52"/>
                      <a:pt x="0" y="4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1" y="3"/>
                      <a:pt x="11" y="6"/>
                    </a:cubicBezTo>
                    <a:cubicBezTo>
                      <a:pt x="11" y="49"/>
                      <a:pt x="11" y="49"/>
                      <a:pt x="11" y="4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1" name="Freeform 59"/>
              <p:cNvSpPr>
                <a:spLocks/>
              </p:cNvSpPr>
              <p:nvPr/>
            </p:nvSpPr>
            <p:spPr bwMode="auto">
              <a:xfrm>
                <a:off x="3842" y="145"/>
                <a:ext cx="1341" cy="1342"/>
              </a:xfrm>
              <a:custGeom>
                <a:avLst/>
                <a:gdLst>
                  <a:gd name="T0" fmla="*/ 1341 w 1341"/>
                  <a:gd name="T1" fmla="*/ 0 h 1342"/>
                  <a:gd name="T2" fmla="*/ 1341 w 1341"/>
                  <a:gd name="T3" fmla="*/ 1342 h 1342"/>
                  <a:gd name="T4" fmla="*/ 0 w 1341"/>
                  <a:gd name="T5" fmla="*/ 1342 h 1342"/>
                  <a:gd name="T6" fmla="*/ 0 w 1341"/>
                  <a:gd name="T7" fmla="*/ 0 h 1342"/>
                  <a:gd name="T8" fmla="*/ 1341 w 1341"/>
                  <a:gd name="T9" fmla="*/ 0 h 1342"/>
                  <a:gd name="T10" fmla="*/ 1341 w 1341"/>
                  <a:gd name="T11" fmla="*/ 0 h 1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41" h="1342">
                    <a:moveTo>
                      <a:pt x="1341" y="0"/>
                    </a:moveTo>
                    <a:lnTo>
                      <a:pt x="1341" y="1342"/>
                    </a:lnTo>
                    <a:lnTo>
                      <a:pt x="0" y="1342"/>
                    </a:lnTo>
                    <a:lnTo>
                      <a:pt x="0" y="0"/>
                    </a:lnTo>
                    <a:lnTo>
                      <a:pt x="1341" y="0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A3C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2" name="Freeform 60"/>
              <p:cNvSpPr>
                <a:spLocks/>
              </p:cNvSpPr>
              <p:nvPr/>
            </p:nvSpPr>
            <p:spPr bwMode="auto">
              <a:xfrm>
                <a:off x="4531" y="441"/>
                <a:ext cx="652" cy="1046"/>
              </a:xfrm>
              <a:custGeom>
                <a:avLst/>
                <a:gdLst>
                  <a:gd name="T0" fmla="*/ 652 w 652"/>
                  <a:gd name="T1" fmla="*/ 1046 h 1046"/>
                  <a:gd name="T2" fmla="*/ 0 w 652"/>
                  <a:gd name="T3" fmla="*/ 1046 h 1046"/>
                  <a:gd name="T4" fmla="*/ 201 w 652"/>
                  <a:gd name="T5" fmla="*/ 0 h 1046"/>
                  <a:gd name="T6" fmla="*/ 652 w 652"/>
                  <a:gd name="T7" fmla="*/ 452 h 1046"/>
                  <a:gd name="T8" fmla="*/ 652 w 652"/>
                  <a:gd name="T9" fmla="*/ 1046 h 1046"/>
                  <a:gd name="T10" fmla="*/ 652 w 652"/>
                  <a:gd name="T11" fmla="*/ 1046 h 10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2" h="1046">
                    <a:moveTo>
                      <a:pt x="652" y="1046"/>
                    </a:moveTo>
                    <a:lnTo>
                      <a:pt x="0" y="1046"/>
                    </a:lnTo>
                    <a:lnTo>
                      <a:pt x="201" y="0"/>
                    </a:lnTo>
                    <a:lnTo>
                      <a:pt x="652" y="452"/>
                    </a:lnTo>
                    <a:lnTo>
                      <a:pt x="652" y="1046"/>
                    </a:lnTo>
                    <a:lnTo>
                      <a:pt x="652" y="1046"/>
                    </a:lnTo>
                    <a:close/>
                  </a:path>
                </a:pathLst>
              </a:custGeom>
              <a:solidFill>
                <a:srgbClr val="799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3" name="Freeform 61"/>
              <p:cNvSpPr>
                <a:spLocks/>
              </p:cNvSpPr>
              <p:nvPr/>
            </p:nvSpPr>
            <p:spPr bwMode="auto">
              <a:xfrm>
                <a:off x="4202" y="351"/>
                <a:ext cx="620" cy="788"/>
              </a:xfrm>
              <a:custGeom>
                <a:avLst/>
                <a:gdLst>
                  <a:gd name="T0" fmla="*/ 131 w 262"/>
                  <a:gd name="T1" fmla="*/ 333 h 333"/>
                  <a:gd name="T2" fmla="*/ 131 w 262"/>
                  <a:gd name="T3" fmla="*/ 333 h 333"/>
                  <a:gd name="T4" fmla="*/ 131 w 262"/>
                  <a:gd name="T5" fmla="*/ 262 h 333"/>
                  <a:gd name="T6" fmla="*/ 0 w 262"/>
                  <a:gd name="T7" fmla="*/ 131 h 333"/>
                  <a:gd name="T8" fmla="*/ 131 w 262"/>
                  <a:gd name="T9" fmla="*/ 0 h 333"/>
                  <a:gd name="T10" fmla="*/ 262 w 262"/>
                  <a:gd name="T11" fmla="*/ 131 h 333"/>
                  <a:gd name="T12" fmla="*/ 262 w 262"/>
                  <a:gd name="T13" fmla="*/ 175 h 333"/>
                  <a:gd name="T14" fmla="*/ 131 w 262"/>
                  <a:gd name="T15" fmla="*/ 175 h 333"/>
                  <a:gd name="T16" fmla="*/ 131 w 262"/>
                  <a:gd name="T17" fmla="*/ 33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2" h="333">
                    <a:moveTo>
                      <a:pt x="131" y="333"/>
                    </a:moveTo>
                    <a:cubicBezTo>
                      <a:pt x="131" y="333"/>
                      <a:pt x="131" y="333"/>
                      <a:pt x="131" y="333"/>
                    </a:cubicBezTo>
                    <a:cubicBezTo>
                      <a:pt x="131" y="262"/>
                      <a:pt x="131" y="262"/>
                      <a:pt x="131" y="262"/>
                    </a:cubicBezTo>
                    <a:cubicBezTo>
                      <a:pt x="59" y="262"/>
                      <a:pt x="0" y="203"/>
                      <a:pt x="0" y="131"/>
                    </a:cubicBezTo>
                    <a:cubicBezTo>
                      <a:pt x="0" y="59"/>
                      <a:pt x="59" y="0"/>
                      <a:pt x="131" y="0"/>
                    </a:cubicBezTo>
                    <a:cubicBezTo>
                      <a:pt x="204" y="0"/>
                      <a:pt x="262" y="59"/>
                      <a:pt x="262" y="131"/>
                    </a:cubicBezTo>
                    <a:cubicBezTo>
                      <a:pt x="262" y="175"/>
                      <a:pt x="262" y="175"/>
                      <a:pt x="262" y="175"/>
                    </a:cubicBezTo>
                    <a:cubicBezTo>
                      <a:pt x="131" y="175"/>
                      <a:pt x="131" y="175"/>
                      <a:pt x="131" y="175"/>
                    </a:cubicBezTo>
                    <a:cubicBezTo>
                      <a:pt x="131" y="333"/>
                      <a:pt x="131" y="333"/>
                      <a:pt x="131" y="333"/>
                    </a:cubicBezTo>
                    <a:close/>
                  </a:path>
                </a:pathLst>
              </a:custGeom>
              <a:solidFill>
                <a:srgbClr val="99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4" name="Freeform 62"/>
              <p:cNvSpPr>
                <a:spLocks/>
              </p:cNvSpPr>
              <p:nvPr/>
            </p:nvSpPr>
            <p:spPr bwMode="auto">
              <a:xfrm>
                <a:off x="4100" y="1023"/>
                <a:ext cx="826" cy="464"/>
              </a:xfrm>
              <a:custGeom>
                <a:avLst/>
                <a:gdLst>
                  <a:gd name="T0" fmla="*/ 349 w 349"/>
                  <a:gd name="T1" fmla="*/ 196 h 196"/>
                  <a:gd name="T2" fmla="*/ 0 w 349"/>
                  <a:gd name="T3" fmla="*/ 196 h 196"/>
                  <a:gd name="T4" fmla="*/ 0 w 349"/>
                  <a:gd name="T5" fmla="*/ 141 h 196"/>
                  <a:gd name="T6" fmla="*/ 22 w 349"/>
                  <a:gd name="T7" fmla="*/ 109 h 196"/>
                  <a:gd name="T8" fmla="*/ 120 w 349"/>
                  <a:gd name="T9" fmla="*/ 60 h 196"/>
                  <a:gd name="T10" fmla="*/ 120 w 349"/>
                  <a:gd name="T11" fmla="*/ 0 h 196"/>
                  <a:gd name="T12" fmla="*/ 229 w 349"/>
                  <a:gd name="T13" fmla="*/ 0 h 196"/>
                  <a:gd name="T14" fmla="*/ 229 w 349"/>
                  <a:gd name="T15" fmla="*/ 60 h 196"/>
                  <a:gd name="T16" fmla="*/ 327 w 349"/>
                  <a:gd name="T17" fmla="*/ 109 h 196"/>
                  <a:gd name="T18" fmla="*/ 349 w 349"/>
                  <a:gd name="T19" fmla="*/ 141 h 196"/>
                  <a:gd name="T20" fmla="*/ 349 w 349"/>
                  <a:gd name="T21" fmla="*/ 196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9" h="196">
                    <a:moveTo>
                      <a:pt x="349" y="196"/>
                    </a:moveTo>
                    <a:cubicBezTo>
                      <a:pt x="0" y="196"/>
                      <a:pt x="0" y="196"/>
                      <a:pt x="0" y="196"/>
                    </a:cubicBezTo>
                    <a:cubicBezTo>
                      <a:pt x="0" y="141"/>
                      <a:pt x="0" y="141"/>
                      <a:pt x="0" y="141"/>
                    </a:cubicBezTo>
                    <a:cubicBezTo>
                      <a:pt x="0" y="120"/>
                      <a:pt x="11" y="114"/>
                      <a:pt x="22" y="109"/>
                    </a:cubicBezTo>
                    <a:cubicBezTo>
                      <a:pt x="120" y="60"/>
                      <a:pt x="120" y="60"/>
                      <a:pt x="120" y="6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229" y="0"/>
                      <a:pt x="229" y="0"/>
                      <a:pt x="229" y="0"/>
                    </a:cubicBezTo>
                    <a:cubicBezTo>
                      <a:pt x="229" y="60"/>
                      <a:pt x="229" y="60"/>
                      <a:pt x="229" y="60"/>
                    </a:cubicBezTo>
                    <a:cubicBezTo>
                      <a:pt x="327" y="109"/>
                      <a:pt x="327" y="109"/>
                      <a:pt x="327" y="109"/>
                    </a:cubicBezTo>
                    <a:cubicBezTo>
                      <a:pt x="338" y="114"/>
                      <a:pt x="349" y="120"/>
                      <a:pt x="349" y="141"/>
                    </a:cubicBezTo>
                    <a:cubicBezTo>
                      <a:pt x="349" y="196"/>
                      <a:pt x="349" y="196"/>
                      <a:pt x="349" y="196"/>
                    </a:cubicBezTo>
                    <a:close/>
                  </a:path>
                </a:pathLst>
              </a:custGeom>
              <a:solidFill>
                <a:srgbClr val="E8B2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" name="Freeform 63"/>
              <p:cNvSpPr>
                <a:spLocks/>
              </p:cNvSpPr>
              <p:nvPr/>
            </p:nvSpPr>
            <p:spPr bwMode="auto">
              <a:xfrm>
                <a:off x="4512" y="765"/>
                <a:ext cx="388" cy="374"/>
              </a:xfrm>
              <a:custGeom>
                <a:avLst/>
                <a:gdLst>
                  <a:gd name="T0" fmla="*/ 131 w 164"/>
                  <a:gd name="T1" fmla="*/ 158 h 158"/>
                  <a:gd name="T2" fmla="*/ 0 w 164"/>
                  <a:gd name="T3" fmla="*/ 158 h 158"/>
                  <a:gd name="T4" fmla="*/ 0 w 164"/>
                  <a:gd name="T5" fmla="*/ 0 h 158"/>
                  <a:gd name="T6" fmla="*/ 131 w 164"/>
                  <a:gd name="T7" fmla="*/ 0 h 158"/>
                  <a:gd name="T8" fmla="*/ 131 w 164"/>
                  <a:gd name="T9" fmla="*/ 92 h 158"/>
                  <a:gd name="T10" fmla="*/ 164 w 164"/>
                  <a:gd name="T11" fmla="*/ 125 h 158"/>
                  <a:gd name="T12" fmla="*/ 131 w 164"/>
                  <a:gd name="T13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4" h="158">
                    <a:moveTo>
                      <a:pt x="131" y="158"/>
                    </a:moveTo>
                    <a:cubicBezTo>
                      <a:pt x="0" y="158"/>
                      <a:pt x="0" y="158"/>
                      <a:pt x="0" y="15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131" y="92"/>
                      <a:pt x="131" y="92"/>
                      <a:pt x="131" y="92"/>
                    </a:cubicBezTo>
                    <a:cubicBezTo>
                      <a:pt x="131" y="110"/>
                      <a:pt x="146" y="125"/>
                      <a:pt x="164" y="125"/>
                    </a:cubicBezTo>
                    <a:cubicBezTo>
                      <a:pt x="164" y="143"/>
                      <a:pt x="149" y="158"/>
                      <a:pt x="131" y="158"/>
                    </a:cubicBezTo>
                    <a:close/>
                  </a:path>
                </a:pathLst>
              </a:custGeom>
              <a:solidFill>
                <a:srgbClr val="6E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" name="Freeform 64"/>
              <p:cNvSpPr>
                <a:spLocks/>
              </p:cNvSpPr>
              <p:nvPr/>
            </p:nvSpPr>
            <p:spPr bwMode="auto">
              <a:xfrm>
                <a:off x="4384" y="1023"/>
                <a:ext cx="542" cy="464"/>
              </a:xfrm>
              <a:custGeom>
                <a:avLst/>
                <a:gdLst>
                  <a:gd name="T0" fmla="*/ 229 w 229"/>
                  <a:gd name="T1" fmla="*/ 196 h 196"/>
                  <a:gd name="T2" fmla="*/ 156 w 229"/>
                  <a:gd name="T3" fmla="*/ 196 h 196"/>
                  <a:gd name="T4" fmla="*/ 0 w 229"/>
                  <a:gd name="T5" fmla="*/ 39 h 196"/>
                  <a:gd name="T6" fmla="*/ 0 w 229"/>
                  <a:gd name="T7" fmla="*/ 0 h 196"/>
                  <a:gd name="T8" fmla="*/ 109 w 229"/>
                  <a:gd name="T9" fmla="*/ 0 h 196"/>
                  <a:gd name="T10" fmla="*/ 109 w 229"/>
                  <a:gd name="T11" fmla="*/ 60 h 196"/>
                  <a:gd name="T12" fmla="*/ 207 w 229"/>
                  <a:gd name="T13" fmla="*/ 109 h 196"/>
                  <a:gd name="T14" fmla="*/ 229 w 229"/>
                  <a:gd name="T15" fmla="*/ 141 h 196"/>
                  <a:gd name="T16" fmla="*/ 229 w 229"/>
                  <a:gd name="T17" fmla="*/ 196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9" h="196">
                    <a:moveTo>
                      <a:pt x="229" y="196"/>
                    </a:moveTo>
                    <a:cubicBezTo>
                      <a:pt x="156" y="196"/>
                      <a:pt x="156" y="196"/>
                      <a:pt x="156" y="196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9" y="60"/>
                      <a:pt x="109" y="60"/>
                      <a:pt x="109" y="60"/>
                    </a:cubicBezTo>
                    <a:cubicBezTo>
                      <a:pt x="207" y="109"/>
                      <a:pt x="207" y="109"/>
                      <a:pt x="207" y="109"/>
                    </a:cubicBezTo>
                    <a:cubicBezTo>
                      <a:pt x="218" y="114"/>
                      <a:pt x="229" y="120"/>
                      <a:pt x="229" y="141"/>
                    </a:cubicBezTo>
                    <a:cubicBezTo>
                      <a:pt x="229" y="196"/>
                      <a:pt x="229" y="196"/>
                      <a:pt x="229" y="196"/>
                    </a:cubicBezTo>
                    <a:close/>
                  </a:path>
                </a:pathLst>
              </a:custGeom>
              <a:solidFill>
                <a:srgbClr val="C792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" name="Oval 65"/>
              <p:cNvSpPr>
                <a:spLocks noChangeArrowheads="1"/>
              </p:cNvSpPr>
              <p:nvPr/>
            </p:nvSpPr>
            <p:spPr bwMode="auto">
              <a:xfrm>
                <a:off x="4720" y="713"/>
                <a:ext cx="102" cy="102"/>
              </a:xfrm>
              <a:prstGeom prst="ellipse">
                <a:avLst/>
              </a:prstGeom>
              <a:solidFill>
                <a:srgbClr val="C792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" name="Oval 66"/>
              <p:cNvSpPr>
                <a:spLocks noChangeArrowheads="1"/>
              </p:cNvSpPr>
              <p:nvPr/>
            </p:nvSpPr>
            <p:spPr bwMode="auto">
              <a:xfrm>
                <a:off x="4744" y="739"/>
                <a:ext cx="52" cy="49"/>
              </a:xfrm>
              <a:prstGeom prst="ellipse">
                <a:avLst/>
              </a:prstGeom>
              <a:solidFill>
                <a:srgbClr val="A878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" name="Oval 67"/>
              <p:cNvSpPr>
                <a:spLocks noChangeArrowheads="1"/>
              </p:cNvSpPr>
              <p:nvPr/>
            </p:nvSpPr>
            <p:spPr bwMode="auto">
              <a:xfrm>
                <a:off x="4202" y="713"/>
                <a:ext cx="104" cy="102"/>
              </a:xfrm>
              <a:prstGeom prst="ellipse">
                <a:avLst/>
              </a:prstGeom>
              <a:solidFill>
                <a:srgbClr val="E8B2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" name="Oval 68"/>
              <p:cNvSpPr>
                <a:spLocks noChangeArrowheads="1"/>
              </p:cNvSpPr>
              <p:nvPr/>
            </p:nvSpPr>
            <p:spPr bwMode="auto">
              <a:xfrm>
                <a:off x="4228" y="739"/>
                <a:ext cx="52" cy="49"/>
              </a:xfrm>
              <a:prstGeom prst="ellipse">
                <a:avLst/>
              </a:prstGeom>
              <a:solidFill>
                <a:srgbClr val="A878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" name="Freeform 69"/>
              <p:cNvSpPr>
                <a:spLocks/>
              </p:cNvSpPr>
              <p:nvPr/>
            </p:nvSpPr>
            <p:spPr bwMode="auto">
              <a:xfrm>
                <a:off x="4254" y="455"/>
                <a:ext cx="516" cy="696"/>
              </a:xfrm>
              <a:custGeom>
                <a:avLst/>
                <a:gdLst>
                  <a:gd name="T0" fmla="*/ 218 w 218"/>
                  <a:gd name="T1" fmla="*/ 109 h 294"/>
                  <a:gd name="T2" fmla="*/ 218 w 218"/>
                  <a:gd name="T3" fmla="*/ 185 h 294"/>
                  <a:gd name="T4" fmla="*/ 109 w 218"/>
                  <a:gd name="T5" fmla="*/ 294 h 294"/>
                  <a:gd name="T6" fmla="*/ 0 w 218"/>
                  <a:gd name="T7" fmla="*/ 185 h 294"/>
                  <a:gd name="T8" fmla="*/ 0 w 218"/>
                  <a:gd name="T9" fmla="*/ 87 h 294"/>
                  <a:gd name="T10" fmla="*/ 44 w 218"/>
                  <a:gd name="T11" fmla="*/ 0 h 294"/>
                  <a:gd name="T12" fmla="*/ 153 w 218"/>
                  <a:gd name="T13" fmla="*/ 109 h 294"/>
                  <a:gd name="T14" fmla="*/ 218 w 218"/>
                  <a:gd name="T15" fmla="*/ 109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8" h="294">
                    <a:moveTo>
                      <a:pt x="218" y="109"/>
                    </a:moveTo>
                    <a:cubicBezTo>
                      <a:pt x="218" y="185"/>
                      <a:pt x="218" y="185"/>
                      <a:pt x="218" y="185"/>
                    </a:cubicBezTo>
                    <a:cubicBezTo>
                      <a:pt x="218" y="245"/>
                      <a:pt x="169" y="294"/>
                      <a:pt x="109" y="294"/>
                    </a:cubicBezTo>
                    <a:cubicBezTo>
                      <a:pt x="49" y="294"/>
                      <a:pt x="0" y="245"/>
                      <a:pt x="0" y="185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28" y="66"/>
                      <a:pt x="44" y="34"/>
                      <a:pt x="44" y="0"/>
                    </a:cubicBezTo>
                    <a:cubicBezTo>
                      <a:pt x="44" y="60"/>
                      <a:pt x="93" y="109"/>
                      <a:pt x="153" y="109"/>
                    </a:cubicBezTo>
                    <a:cubicBezTo>
                      <a:pt x="218" y="109"/>
                      <a:pt x="218" y="109"/>
                      <a:pt x="218" y="109"/>
                    </a:cubicBezTo>
                    <a:close/>
                  </a:path>
                </a:pathLst>
              </a:custGeom>
              <a:solidFill>
                <a:srgbClr val="E8B2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" name="Freeform 70"/>
              <p:cNvSpPr>
                <a:spLocks/>
              </p:cNvSpPr>
              <p:nvPr/>
            </p:nvSpPr>
            <p:spPr bwMode="auto">
              <a:xfrm>
                <a:off x="4434" y="637"/>
                <a:ext cx="336" cy="327"/>
              </a:xfrm>
              <a:custGeom>
                <a:avLst/>
                <a:gdLst>
                  <a:gd name="T0" fmla="*/ 142 w 142"/>
                  <a:gd name="T1" fmla="*/ 32 h 138"/>
                  <a:gd name="T2" fmla="*/ 142 w 142"/>
                  <a:gd name="T3" fmla="*/ 108 h 138"/>
                  <a:gd name="T4" fmla="*/ 138 w 142"/>
                  <a:gd name="T5" fmla="*/ 138 h 138"/>
                  <a:gd name="T6" fmla="*/ 0 w 142"/>
                  <a:gd name="T7" fmla="*/ 0 h 138"/>
                  <a:gd name="T8" fmla="*/ 0 w 142"/>
                  <a:gd name="T9" fmla="*/ 0 h 138"/>
                  <a:gd name="T10" fmla="*/ 77 w 142"/>
                  <a:gd name="T11" fmla="*/ 32 h 138"/>
                  <a:gd name="T12" fmla="*/ 142 w 142"/>
                  <a:gd name="T13" fmla="*/ 32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138">
                    <a:moveTo>
                      <a:pt x="142" y="32"/>
                    </a:moveTo>
                    <a:cubicBezTo>
                      <a:pt x="142" y="108"/>
                      <a:pt x="142" y="108"/>
                      <a:pt x="142" y="108"/>
                    </a:cubicBezTo>
                    <a:cubicBezTo>
                      <a:pt x="142" y="119"/>
                      <a:pt x="141" y="129"/>
                      <a:pt x="138" y="13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0" y="20"/>
                      <a:pt x="47" y="32"/>
                      <a:pt x="77" y="32"/>
                    </a:cubicBezTo>
                    <a:cubicBezTo>
                      <a:pt x="142" y="32"/>
                      <a:pt x="142" y="32"/>
                      <a:pt x="142" y="32"/>
                    </a:cubicBezTo>
                    <a:close/>
                  </a:path>
                </a:pathLst>
              </a:custGeom>
              <a:solidFill>
                <a:srgbClr val="C792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" name="Oval 71"/>
              <p:cNvSpPr>
                <a:spLocks noChangeArrowheads="1"/>
              </p:cNvSpPr>
              <p:nvPr/>
            </p:nvSpPr>
            <p:spPr bwMode="auto">
              <a:xfrm>
                <a:off x="4332" y="713"/>
                <a:ext cx="104" cy="10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" name="Oval 72"/>
              <p:cNvSpPr>
                <a:spLocks noChangeArrowheads="1"/>
              </p:cNvSpPr>
              <p:nvPr/>
            </p:nvSpPr>
            <p:spPr bwMode="auto">
              <a:xfrm>
                <a:off x="4590" y="713"/>
                <a:ext cx="104" cy="102"/>
              </a:xfrm>
              <a:prstGeom prst="ellipse">
                <a:avLst/>
              </a:pr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" name="Oval 73"/>
              <p:cNvSpPr>
                <a:spLocks noChangeArrowheads="1"/>
              </p:cNvSpPr>
              <p:nvPr/>
            </p:nvSpPr>
            <p:spPr bwMode="auto">
              <a:xfrm>
                <a:off x="4358" y="739"/>
                <a:ext cx="52" cy="49"/>
              </a:xfrm>
              <a:prstGeom prst="ellipse">
                <a:avLst/>
              </a:prstGeom>
              <a:solidFill>
                <a:srgbClr val="222C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" name="Oval 74"/>
              <p:cNvSpPr>
                <a:spLocks noChangeArrowheads="1"/>
              </p:cNvSpPr>
              <p:nvPr/>
            </p:nvSpPr>
            <p:spPr bwMode="auto">
              <a:xfrm>
                <a:off x="4616" y="739"/>
                <a:ext cx="52" cy="49"/>
              </a:xfrm>
              <a:prstGeom prst="ellipse">
                <a:avLst/>
              </a:prstGeom>
              <a:solidFill>
                <a:srgbClr val="222C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7" name="Freeform 75"/>
              <p:cNvSpPr>
                <a:spLocks/>
              </p:cNvSpPr>
              <p:nvPr/>
            </p:nvSpPr>
            <p:spPr bwMode="auto">
              <a:xfrm>
                <a:off x="4448" y="751"/>
                <a:ext cx="78" cy="130"/>
              </a:xfrm>
              <a:custGeom>
                <a:avLst/>
                <a:gdLst>
                  <a:gd name="T0" fmla="*/ 22 w 33"/>
                  <a:gd name="T1" fmla="*/ 6 h 55"/>
                  <a:gd name="T2" fmla="*/ 27 w 33"/>
                  <a:gd name="T3" fmla="*/ 0 h 55"/>
                  <a:gd name="T4" fmla="*/ 33 w 33"/>
                  <a:gd name="T5" fmla="*/ 6 h 55"/>
                  <a:gd name="T6" fmla="*/ 33 w 33"/>
                  <a:gd name="T7" fmla="*/ 27 h 55"/>
                  <a:gd name="T8" fmla="*/ 27 w 33"/>
                  <a:gd name="T9" fmla="*/ 33 h 55"/>
                  <a:gd name="T10" fmla="*/ 16 w 33"/>
                  <a:gd name="T11" fmla="*/ 33 h 55"/>
                  <a:gd name="T12" fmla="*/ 11 w 33"/>
                  <a:gd name="T13" fmla="*/ 38 h 55"/>
                  <a:gd name="T14" fmla="*/ 16 w 33"/>
                  <a:gd name="T15" fmla="*/ 44 h 55"/>
                  <a:gd name="T16" fmla="*/ 27 w 33"/>
                  <a:gd name="T17" fmla="*/ 44 h 55"/>
                  <a:gd name="T18" fmla="*/ 33 w 33"/>
                  <a:gd name="T19" fmla="*/ 49 h 55"/>
                  <a:gd name="T20" fmla="*/ 27 w 33"/>
                  <a:gd name="T21" fmla="*/ 55 h 55"/>
                  <a:gd name="T22" fmla="*/ 16 w 33"/>
                  <a:gd name="T23" fmla="*/ 55 h 55"/>
                  <a:gd name="T24" fmla="*/ 0 w 33"/>
                  <a:gd name="T25" fmla="*/ 38 h 55"/>
                  <a:gd name="T26" fmla="*/ 16 w 33"/>
                  <a:gd name="T27" fmla="*/ 22 h 55"/>
                  <a:gd name="T28" fmla="*/ 22 w 33"/>
                  <a:gd name="T29" fmla="*/ 22 h 55"/>
                  <a:gd name="T30" fmla="*/ 22 w 33"/>
                  <a:gd name="T31" fmla="*/ 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3" h="55">
                    <a:moveTo>
                      <a:pt x="22" y="6"/>
                    </a:moveTo>
                    <a:cubicBezTo>
                      <a:pt x="22" y="3"/>
                      <a:pt x="24" y="0"/>
                      <a:pt x="27" y="0"/>
                    </a:cubicBezTo>
                    <a:cubicBezTo>
                      <a:pt x="30" y="0"/>
                      <a:pt x="33" y="3"/>
                      <a:pt x="33" y="6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33" y="30"/>
                      <a:pt x="30" y="33"/>
                      <a:pt x="27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3" y="33"/>
                      <a:pt x="11" y="35"/>
                      <a:pt x="11" y="38"/>
                    </a:cubicBezTo>
                    <a:cubicBezTo>
                      <a:pt x="11" y="41"/>
                      <a:pt x="13" y="44"/>
                      <a:pt x="16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30" y="44"/>
                      <a:pt x="33" y="46"/>
                      <a:pt x="33" y="49"/>
                    </a:cubicBezTo>
                    <a:cubicBezTo>
                      <a:pt x="33" y="52"/>
                      <a:pt x="30" y="55"/>
                      <a:pt x="27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7" y="55"/>
                      <a:pt x="0" y="47"/>
                      <a:pt x="0" y="38"/>
                    </a:cubicBezTo>
                    <a:cubicBezTo>
                      <a:pt x="0" y="29"/>
                      <a:pt x="7" y="22"/>
                      <a:pt x="16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6"/>
                      <a:pt x="22" y="6"/>
                      <a:pt x="22" y="6"/>
                    </a:cubicBezTo>
                    <a:close/>
                  </a:path>
                </a:pathLst>
              </a:custGeom>
              <a:solidFill>
                <a:srgbClr val="A878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8" name="Oval 76"/>
              <p:cNvSpPr>
                <a:spLocks noChangeArrowheads="1"/>
              </p:cNvSpPr>
              <p:nvPr/>
            </p:nvSpPr>
            <p:spPr bwMode="auto">
              <a:xfrm>
                <a:off x="4344" y="751"/>
                <a:ext cx="26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9" name="Oval 77"/>
              <p:cNvSpPr>
                <a:spLocks noChangeArrowheads="1"/>
              </p:cNvSpPr>
              <p:nvPr/>
            </p:nvSpPr>
            <p:spPr bwMode="auto">
              <a:xfrm>
                <a:off x="4602" y="751"/>
                <a:ext cx="26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0" name="Freeform 78"/>
              <p:cNvSpPr>
                <a:spLocks/>
              </p:cNvSpPr>
              <p:nvPr/>
            </p:nvSpPr>
            <p:spPr bwMode="auto">
              <a:xfrm>
                <a:off x="4306" y="649"/>
                <a:ext cx="154" cy="47"/>
              </a:xfrm>
              <a:custGeom>
                <a:avLst/>
                <a:gdLst>
                  <a:gd name="T0" fmla="*/ 0 w 65"/>
                  <a:gd name="T1" fmla="*/ 12 h 20"/>
                  <a:gd name="T2" fmla="*/ 33 w 65"/>
                  <a:gd name="T3" fmla="*/ 0 h 20"/>
                  <a:gd name="T4" fmla="*/ 65 w 65"/>
                  <a:gd name="T5" fmla="*/ 12 h 20"/>
                  <a:gd name="T6" fmla="*/ 58 w 65"/>
                  <a:gd name="T7" fmla="*/ 20 h 20"/>
                  <a:gd name="T8" fmla="*/ 33 w 65"/>
                  <a:gd name="T9" fmla="*/ 10 h 20"/>
                  <a:gd name="T10" fmla="*/ 8 w 65"/>
                  <a:gd name="T11" fmla="*/ 20 h 20"/>
                  <a:gd name="T12" fmla="*/ 0 w 65"/>
                  <a:gd name="T1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20">
                    <a:moveTo>
                      <a:pt x="0" y="12"/>
                    </a:moveTo>
                    <a:cubicBezTo>
                      <a:pt x="9" y="4"/>
                      <a:pt x="21" y="0"/>
                      <a:pt x="33" y="0"/>
                    </a:cubicBezTo>
                    <a:cubicBezTo>
                      <a:pt x="45" y="0"/>
                      <a:pt x="56" y="4"/>
                      <a:pt x="65" y="12"/>
                    </a:cubicBezTo>
                    <a:cubicBezTo>
                      <a:pt x="58" y="20"/>
                      <a:pt x="58" y="20"/>
                      <a:pt x="58" y="20"/>
                    </a:cubicBezTo>
                    <a:cubicBezTo>
                      <a:pt x="51" y="14"/>
                      <a:pt x="42" y="10"/>
                      <a:pt x="33" y="10"/>
                    </a:cubicBezTo>
                    <a:cubicBezTo>
                      <a:pt x="23" y="10"/>
                      <a:pt x="15" y="14"/>
                      <a:pt x="8" y="20"/>
                    </a:cubicBezTo>
                    <a:cubicBezTo>
                      <a:pt x="0" y="12"/>
                      <a:pt x="0" y="12"/>
                      <a:pt x="0" y="12"/>
                    </a:cubicBezTo>
                    <a:close/>
                  </a:path>
                </a:pathLst>
              </a:custGeom>
              <a:solidFill>
                <a:srgbClr val="99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1" name="Freeform 79"/>
              <p:cNvSpPr>
                <a:spLocks/>
              </p:cNvSpPr>
              <p:nvPr/>
            </p:nvSpPr>
            <p:spPr bwMode="auto">
              <a:xfrm>
                <a:off x="4396" y="942"/>
                <a:ext cx="234" cy="67"/>
              </a:xfrm>
              <a:custGeom>
                <a:avLst/>
                <a:gdLst>
                  <a:gd name="T0" fmla="*/ 89 w 99"/>
                  <a:gd name="T1" fmla="*/ 2 h 28"/>
                  <a:gd name="T2" fmla="*/ 97 w 99"/>
                  <a:gd name="T3" fmla="*/ 3 h 28"/>
                  <a:gd name="T4" fmla="*/ 97 w 99"/>
                  <a:gd name="T5" fmla="*/ 10 h 28"/>
                  <a:gd name="T6" fmla="*/ 49 w 99"/>
                  <a:gd name="T7" fmla="*/ 28 h 28"/>
                  <a:gd name="T8" fmla="*/ 2 w 99"/>
                  <a:gd name="T9" fmla="*/ 10 h 28"/>
                  <a:gd name="T10" fmla="*/ 2 w 99"/>
                  <a:gd name="T11" fmla="*/ 3 h 28"/>
                  <a:gd name="T12" fmla="*/ 9 w 99"/>
                  <a:gd name="T13" fmla="*/ 2 h 28"/>
                  <a:gd name="T14" fmla="*/ 49 w 99"/>
                  <a:gd name="T15" fmla="*/ 17 h 28"/>
                  <a:gd name="T16" fmla="*/ 89 w 99"/>
                  <a:gd name="T17" fmla="*/ 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8">
                    <a:moveTo>
                      <a:pt x="89" y="2"/>
                    </a:moveTo>
                    <a:cubicBezTo>
                      <a:pt x="92" y="0"/>
                      <a:pt x="95" y="0"/>
                      <a:pt x="97" y="3"/>
                    </a:cubicBezTo>
                    <a:cubicBezTo>
                      <a:pt x="99" y="5"/>
                      <a:pt x="99" y="8"/>
                      <a:pt x="97" y="10"/>
                    </a:cubicBezTo>
                    <a:cubicBezTo>
                      <a:pt x="83" y="22"/>
                      <a:pt x="67" y="28"/>
                      <a:pt x="49" y="28"/>
                    </a:cubicBezTo>
                    <a:cubicBezTo>
                      <a:pt x="32" y="28"/>
                      <a:pt x="15" y="22"/>
                      <a:pt x="2" y="10"/>
                    </a:cubicBezTo>
                    <a:cubicBezTo>
                      <a:pt x="0" y="8"/>
                      <a:pt x="0" y="5"/>
                      <a:pt x="2" y="3"/>
                    </a:cubicBezTo>
                    <a:cubicBezTo>
                      <a:pt x="4" y="0"/>
                      <a:pt x="7" y="0"/>
                      <a:pt x="9" y="2"/>
                    </a:cubicBezTo>
                    <a:cubicBezTo>
                      <a:pt x="20" y="12"/>
                      <a:pt x="35" y="17"/>
                      <a:pt x="49" y="17"/>
                    </a:cubicBezTo>
                    <a:cubicBezTo>
                      <a:pt x="64" y="17"/>
                      <a:pt x="78" y="12"/>
                      <a:pt x="89" y="2"/>
                    </a:cubicBezTo>
                    <a:close/>
                  </a:path>
                </a:pathLst>
              </a:custGeom>
              <a:solidFill>
                <a:srgbClr val="99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2" name="Freeform 80"/>
              <p:cNvSpPr>
                <a:spLocks/>
              </p:cNvSpPr>
              <p:nvPr/>
            </p:nvSpPr>
            <p:spPr bwMode="auto">
              <a:xfrm>
                <a:off x="4621" y="1203"/>
                <a:ext cx="149" cy="284"/>
              </a:xfrm>
              <a:custGeom>
                <a:avLst/>
                <a:gdLst>
                  <a:gd name="T0" fmla="*/ 56 w 63"/>
                  <a:gd name="T1" fmla="*/ 120 h 120"/>
                  <a:gd name="T2" fmla="*/ 0 w 63"/>
                  <a:gd name="T3" fmla="*/ 63 h 120"/>
                  <a:gd name="T4" fmla="*/ 41 w 63"/>
                  <a:gd name="T5" fmla="*/ 0 h 120"/>
                  <a:gd name="T6" fmla="*/ 63 w 63"/>
                  <a:gd name="T7" fmla="*/ 11 h 120"/>
                  <a:gd name="T8" fmla="*/ 63 w 63"/>
                  <a:gd name="T9" fmla="*/ 120 h 120"/>
                  <a:gd name="T10" fmla="*/ 56 w 63"/>
                  <a:gd name="T11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" h="120">
                    <a:moveTo>
                      <a:pt x="56" y="120"/>
                    </a:moveTo>
                    <a:cubicBezTo>
                      <a:pt x="0" y="63"/>
                      <a:pt x="0" y="63"/>
                      <a:pt x="0" y="63"/>
                    </a:cubicBezTo>
                    <a:cubicBezTo>
                      <a:pt x="22" y="50"/>
                      <a:pt x="38" y="27"/>
                      <a:pt x="41" y="0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3" y="120"/>
                      <a:pt x="63" y="120"/>
                      <a:pt x="63" y="120"/>
                    </a:cubicBezTo>
                    <a:cubicBezTo>
                      <a:pt x="56" y="120"/>
                      <a:pt x="56" y="120"/>
                      <a:pt x="56" y="1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3" name="Freeform 81"/>
              <p:cNvSpPr>
                <a:spLocks/>
              </p:cNvSpPr>
              <p:nvPr/>
            </p:nvSpPr>
            <p:spPr bwMode="auto">
              <a:xfrm>
                <a:off x="4254" y="1203"/>
                <a:ext cx="516" cy="284"/>
              </a:xfrm>
              <a:custGeom>
                <a:avLst/>
                <a:gdLst>
                  <a:gd name="T0" fmla="*/ 0 w 218"/>
                  <a:gd name="T1" fmla="*/ 120 h 120"/>
                  <a:gd name="T2" fmla="*/ 0 w 218"/>
                  <a:gd name="T3" fmla="*/ 11 h 120"/>
                  <a:gd name="T4" fmla="*/ 23 w 218"/>
                  <a:gd name="T5" fmla="*/ 0 h 120"/>
                  <a:gd name="T6" fmla="*/ 109 w 218"/>
                  <a:gd name="T7" fmla="*/ 76 h 120"/>
                  <a:gd name="T8" fmla="*/ 196 w 218"/>
                  <a:gd name="T9" fmla="*/ 0 h 120"/>
                  <a:gd name="T10" fmla="*/ 218 w 218"/>
                  <a:gd name="T11" fmla="*/ 11 h 120"/>
                  <a:gd name="T12" fmla="*/ 218 w 218"/>
                  <a:gd name="T13" fmla="*/ 120 h 120"/>
                  <a:gd name="T14" fmla="*/ 0 w 218"/>
                  <a:gd name="T15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8" h="120">
                    <a:moveTo>
                      <a:pt x="0" y="12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8" y="43"/>
                      <a:pt x="65" y="76"/>
                      <a:pt x="109" y="76"/>
                    </a:cubicBezTo>
                    <a:cubicBezTo>
                      <a:pt x="154" y="76"/>
                      <a:pt x="191" y="43"/>
                      <a:pt x="196" y="0"/>
                    </a:cubicBezTo>
                    <a:cubicBezTo>
                      <a:pt x="218" y="11"/>
                      <a:pt x="218" y="11"/>
                      <a:pt x="218" y="11"/>
                    </a:cubicBezTo>
                    <a:cubicBezTo>
                      <a:pt x="218" y="120"/>
                      <a:pt x="218" y="120"/>
                      <a:pt x="218" y="120"/>
                    </a:cubicBezTo>
                    <a:cubicBezTo>
                      <a:pt x="0" y="120"/>
                      <a:pt x="0" y="120"/>
                      <a:pt x="0" y="120"/>
                    </a:cubicBezTo>
                    <a:close/>
                  </a:path>
                </a:pathLst>
              </a:custGeom>
              <a:solidFill>
                <a:srgbClr val="F761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4" name="Freeform 82"/>
              <p:cNvSpPr>
                <a:spLocks/>
              </p:cNvSpPr>
              <p:nvPr/>
            </p:nvSpPr>
            <p:spPr bwMode="auto">
              <a:xfrm>
                <a:off x="4621" y="1203"/>
                <a:ext cx="149" cy="284"/>
              </a:xfrm>
              <a:custGeom>
                <a:avLst/>
                <a:gdLst>
                  <a:gd name="T0" fmla="*/ 0 w 63"/>
                  <a:gd name="T1" fmla="*/ 63 h 120"/>
                  <a:gd name="T2" fmla="*/ 41 w 63"/>
                  <a:gd name="T3" fmla="*/ 0 h 120"/>
                  <a:gd name="T4" fmla="*/ 63 w 63"/>
                  <a:gd name="T5" fmla="*/ 11 h 120"/>
                  <a:gd name="T6" fmla="*/ 63 w 63"/>
                  <a:gd name="T7" fmla="*/ 120 h 120"/>
                  <a:gd name="T8" fmla="*/ 56 w 63"/>
                  <a:gd name="T9" fmla="*/ 120 h 120"/>
                  <a:gd name="T10" fmla="*/ 0 w 63"/>
                  <a:gd name="T11" fmla="*/ 63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" h="120">
                    <a:moveTo>
                      <a:pt x="0" y="63"/>
                    </a:moveTo>
                    <a:cubicBezTo>
                      <a:pt x="22" y="50"/>
                      <a:pt x="38" y="27"/>
                      <a:pt x="41" y="0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3" y="120"/>
                      <a:pt x="63" y="120"/>
                      <a:pt x="63" y="120"/>
                    </a:cubicBezTo>
                    <a:cubicBezTo>
                      <a:pt x="56" y="120"/>
                      <a:pt x="56" y="120"/>
                      <a:pt x="56" y="120"/>
                    </a:cubicBezTo>
                    <a:cubicBezTo>
                      <a:pt x="0" y="63"/>
                      <a:pt x="0" y="63"/>
                      <a:pt x="0" y="63"/>
                    </a:cubicBezTo>
                    <a:close/>
                  </a:path>
                </a:pathLst>
              </a:custGeom>
              <a:solidFill>
                <a:srgbClr val="DE32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5" name="Freeform 83"/>
              <p:cNvSpPr>
                <a:spLocks/>
              </p:cNvSpPr>
              <p:nvPr/>
            </p:nvSpPr>
            <p:spPr bwMode="auto">
              <a:xfrm>
                <a:off x="4344" y="1177"/>
                <a:ext cx="336" cy="168"/>
              </a:xfrm>
              <a:custGeom>
                <a:avLst/>
                <a:gdLst>
                  <a:gd name="T0" fmla="*/ 11 w 142"/>
                  <a:gd name="T1" fmla="*/ 0 h 71"/>
                  <a:gd name="T2" fmla="*/ 71 w 142"/>
                  <a:gd name="T3" fmla="*/ 60 h 71"/>
                  <a:gd name="T4" fmla="*/ 131 w 142"/>
                  <a:gd name="T5" fmla="*/ 0 h 71"/>
                  <a:gd name="T6" fmla="*/ 142 w 142"/>
                  <a:gd name="T7" fmla="*/ 0 h 71"/>
                  <a:gd name="T8" fmla="*/ 71 w 142"/>
                  <a:gd name="T9" fmla="*/ 71 h 71"/>
                  <a:gd name="T10" fmla="*/ 0 w 142"/>
                  <a:gd name="T11" fmla="*/ 0 h 71"/>
                  <a:gd name="T12" fmla="*/ 11 w 142"/>
                  <a:gd name="T13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71">
                    <a:moveTo>
                      <a:pt x="11" y="0"/>
                    </a:moveTo>
                    <a:cubicBezTo>
                      <a:pt x="11" y="33"/>
                      <a:pt x="38" y="60"/>
                      <a:pt x="71" y="60"/>
                    </a:cubicBezTo>
                    <a:cubicBezTo>
                      <a:pt x="104" y="60"/>
                      <a:pt x="131" y="33"/>
                      <a:pt x="131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39"/>
                      <a:pt x="110" y="71"/>
                      <a:pt x="71" y="71"/>
                    </a:cubicBezTo>
                    <a:cubicBezTo>
                      <a:pt x="32" y="71"/>
                      <a:pt x="0" y="39"/>
                      <a:pt x="0" y="0"/>
                    </a:cubicBezTo>
                    <a:cubicBezTo>
                      <a:pt x="11" y="0"/>
                      <a:pt x="11" y="0"/>
                      <a:pt x="11" y="0"/>
                    </a:cubicBezTo>
                    <a:close/>
                  </a:path>
                </a:pathLst>
              </a:custGeom>
              <a:solidFill>
                <a:srgbClr val="222C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6" name="Freeform 84"/>
              <p:cNvSpPr>
                <a:spLocks noEditPoints="1"/>
              </p:cNvSpPr>
              <p:nvPr/>
            </p:nvSpPr>
            <p:spPr bwMode="auto">
              <a:xfrm>
                <a:off x="4332" y="1151"/>
                <a:ext cx="362" cy="206"/>
              </a:xfrm>
              <a:custGeom>
                <a:avLst/>
                <a:gdLst>
                  <a:gd name="T0" fmla="*/ 131 w 153"/>
                  <a:gd name="T1" fmla="*/ 11 h 87"/>
                  <a:gd name="T2" fmla="*/ 142 w 153"/>
                  <a:gd name="T3" fmla="*/ 22 h 87"/>
                  <a:gd name="T4" fmla="*/ 153 w 153"/>
                  <a:gd name="T5" fmla="*/ 11 h 87"/>
                  <a:gd name="T6" fmla="*/ 142 w 153"/>
                  <a:gd name="T7" fmla="*/ 0 h 87"/>
                  <a:gd name="T8" fmla="*/ 131 w 153"/>
                  <a:gd name="T9" fmla="*/ 11 h 87"/>
                  <a:gd name="T10" fmla="*/ 76 w 153"/>
                  <a:gd name="T11" fmla="*/ 66 h 87"/>
                  <a:gd name="T12" fmla="*/ 65 w 153"/>
                  <a:gd name="T13" fmla="*/ 76 h 87"/>
                  <a:gd name="T14" fmla="*/ 76 w 153"/>
                  <a:gd name="T15" fmla="*/ 87 h 87"/>
                  <a:gd name="T16" fmla="*/ 87 w 153"/>
                  <a:gd name="T17" fmla="*/ 76 h 87"/>
                  <a:gd name="T18" fmla="*/ 76 w 153"/>
                  <a:gd name="T19" fmla="*/ 66 h 87"/>
                  <a:gd name="T20" fmla="*/ 49 w 153"/>
                  <a:gd name="T21" fmla="*/ 58 h 87"/>
                  <a:gd name="T22" fmla="*/ 34 w 153"/>
                  <a:gd name="T23" fmla="*/ 62 h 87"/>
                  <a:gd name="T24" fmla="*/ 38 w 153"/>
                  <a:gd name="T25" fmla="*/ 77 h 87"/>
                  <a:gd name="T26" fmla="*/ 53 w 153"/>
                  <a:gd name="T27" fmla="*/ 73 h 87"/>
                  <a:gd name="T28" fmla="*/ 49 w 153"/>
                  <a:gd name="T29" fmla="*/ 58 h 87"/>
                  <a:gd name="T30" fmla="*/ 29 w 153"/>
                  <a:gd name="T31" fmla="*/ 38 h 87"/>
                  <a:gd name="T32" fmla="*/ 14 w 153"/>
                  <a:gd name="T33" fmla="*/ 34 h 87"/>
                  <a:gd name="T34" fmla="*/ 10 w 153"/>
                  <a:gd name="T35" fmla="*/ 49 h 87"/>
                  <a:gd name="T36" fmla="*/ 25 w 153"/>
                  <a:gd name="T37" fmla="*/ 53 h 87"/>
                  <a:gd name="T38" fmla="*/ 29 w 153"/>
                  <a:gd name="T39" fmla="*/ 38 h 87"/>
                  <a:gd name="T40" fmla="*/ 22 w 153"/>
                  <a:gd name="T41" fmla="*/ 11 h 87"/>
                  <a:gd name="T42" fmla="*/ 11 w 153"/>
                  <a:gd name="T43" fmla="*/ 0 h 87"/>
                  <a:gd name="T44" fmla="*/ 0 w 153"/>
                  <a:gd name="T45" fmla="*/ 11 h 87"/>
                  <a:gd name="T46" fmla="*/ 11 w 153"/>
                  <a:gd name="T47" fmla="*/ 22 h 87"/>
                  <a:gd name="T48" fmla="*/ 22 w 153"/>
                  <a:gd name="T49" fmla="*/ 11 h 87"/>
                  <a:gd name="T50" fmla="*/ 104 w 153"/>
                  <a:gd name="T51" fmla="*/ 58 h 87"/>
                  <a:gd name="T52" fmla="*/ 100 w 153"/>
                  <a:gd name="T53" fmla="*/ 73 h 87"/>
                  <a:gd name="T54" fmla="*/ 114 w 153"/>
                  <a:gd name="T55" fmla="*/ 77 h 87"/>
                  <a:gd name="T56" fmla="*/ 118 w 153"/>
                  <a:gd name="T57" fmla="*/ 62 h 87"/>
                  <a:gd name="T58" fmla="*/ 104 w 153"/>
                  <a:gd name="T59" fmla="*/ 58 h 87"/>
                  <a:gd name="T60" fmla="*/ 124 w 153"/>
                  <a:gd name="T61" fmla="*/ 38 h 87"/>
                  <a:gd name="T62" fmla="*/ 128 w 153"/>
                  <a:gd name="T63" fmla="*/ 53 h 87"/>
                  <a:gd name="T64" fmla="*/ 142 w 153"/>
                  <a:gd name="T65" fmla="*/ 49 h 87"/>
                  <a:gd name="T66" fmla="*/ 138 w 153"/>
                  <a:gd name="T67" fmla="*/ 34 h 87"/>
                  <a:gd name="T68" fmla="*/ 124 w 153"/>
                  <a:gd name="T69" fmla="*/ 38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3" h="87">
                    <a:moveTo>
                      <a:pt x="131" y="11"/>
                    </a:moveTo>
                    <a:cubicBezTo>
                      <a:pt x="131" y="17"/>
                      <a:pt x="136" y="22"/>
                      <a:pt x="142" y="22"/>
                    </a:cubicBezTo>
                    <a:cubicBezTo>
                      <a:pt x="148" y="22"/>
                      <a:pt x="153" y="17"/>
                      <a:pt x="153" y="11"/>
                    </a:cubicBezTo>
                    <a:cubicBezTo>
                      <a:pt x="153" y="5"/>
                      <a:pt x="148" y="0"/>
                      <a:pt x="142" y="0"/>
                    </a:cubicBezTo>
                    <a:cubicBezTo>
                      <a:pt x="136" y="0"/>
                      <a:pt x="131" y="5"/>
                      <a:pt x="131" y="11"/>
                    </a:cubicBezTo>
                    <a:close/>
                    <a:moveTo>
                      <a:pt x="76" y="66"/>
                    </a:moveTo>
                    <a:cubicBezTo>
                      <a:pt x="70" y="66"/>
                      <a:pt x="65" y="70"/>
                      <a:pt x="65" y="76"/>
                    </a:cubicBezTo>
                    <a:cubicBezTo>
                      <a:pt x="65" y="82"/>
                      <a:pt x="70" y="87"/>
                      <a:pt x="76" y="87"/>
                    </a:cubicBezTo>
                    <a:cubicBezTo>
                      <a:pt x="82" y="87"/>
                      <a:pt x="87" y="82"/>
                      <a:pt x="87" y="76"/>
                    </a:cubicBezTo>
                    <a:cubicBezTo>
                      <a:pt x="87" y="70"/>
                      <a:pt x="82" y="66"/>
                      <a:pt x="76" y="66"/>
                    </a:cubicBezTo>
                    <a:close/>
                    <a:moveTo>
                      <a:pt x="49" y="58"/>
                    </a:moveTo>
                    <a:cubicBezTo>
                      <a:pt x="44" y="55"/>
                      <a:pt x="37" y="57"/>
                      <a:pt x="34" y="62"/>
                    </a:cubicBezTo>
                    <a:cubicBezTo>
                      <a:pt x="31" y="67"/>
                      <a:pt x="33" y="74"/>
                      <a:pt x="38" y="77"/>
                    </a:cubicBezTo>
                    <a:cubicBezTo>
                      <a:pt x="43" y="80"/>
                      <a:pt x="50" y="78"/>
                      <a:pt x="53" y="73"/>
                    </a:cubicBezTo>
                    <a:cubicBezTo>
                      <a:pt x="56" y="68"/>
                      <a:pt x="54" y="61"/>
                      <a:pt x="49" y="58"/>
                    </a:cubicBezTo>
                    <a:close/>
                    <a:moveTo>
                      <a:pt x="29" y="38"/>
                    </a:moveTo>
                    <a:cubicBezTo>
                      <a:pt x="26" y="33"/>
                      <a:pt x="19" y="31"/>
                      <a:pt x="14" y="34"/>
                    </a:cubicBezTo>
                    <a:cubicBezTo>
                      <a:pt x="9" y="37"/>
                      <a:pt x="7" y="44"/>
                      <a:pt x="10" y="49"/>
                    </a:cubicBezTo>
                    <a:cubicBezTo>
                      <a:pt x="13" y="54"/>
                      <a:pt x="20" y="56"/>
                      <a:pt x="25" y="53"/>
                    </a:cubicBezTo>
                    <a:cubicBezTo>
                      <a:pt x="30" y="50"/>
                      <a:pt x="32" y="43"/>
                      <a:pt x="29" y="38"/>
                    </a:cubicBezTo>
                    <a:close/>
                    <a:moveTo>
                      <a:pt x="22" y="11"/>
                    </a:moveTo>
                    <a:cubicBezTo>
                      <a:pt x="22" y="5"/>
                      <a:pt x="17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7"/>
                      <a:pt x="5" y="22"/>
                      <a:pt x="11" y="22"/>
                    </a:cubicBezTo>
                    <a:cubicBezTo>
                      <a:pt x="17" y="22"/>
                      <a:pt x="22" y="17"/>
                      <a:pt x="22" y="11"/>
                    </a:cubicBezTo>
                    <a:close/>
                    <a:moveTo>
                      <a:pt x="104" y="58"/>
                    </a:moveTo>
                    <a:cubicBezTo>
                      <a:pt x="98" y="61"/>
                      <a:pt x="97" y="68"/>
                      <a:pt x="100" y="73"/>
                    </a:cubicBezTo>
                    <a:cubicBezTo>
                      <a:pt x="103" y="78"/>
                      <a:pt x="109" y="80"/>
                      <a:pt x="114" y="77"/>
                    </a:cubicBezTo>
                    <a:cubicBezTo>
                      <a:pt x="120" y="74"/>
                      <a:pt x="121" y="67"/>
                      <a:pt x="118" y="62"/>
                    </a:cubicBezTo>
                    <a:cubicBezTo>
                      <a:pt x="115" y="57"/>
                      <a:pt x="109" y="55"/>
                      <a:pt x="104" y="58"/>
                    </a:cubicBezTo>
                    <a:close/>
                    <a:moveTo>
                      <a:pt x="124" y="38"/>
                    </a:moveTo>
                    <a:cubicBezTo>
                      <a:pt x="121" y="43"/>
                      <a:pt x="122" y="50"/>
                      <a:pt x="128" y="53"/>
                    </a:cubicBezTo>
                    <a:cubicBezTo>
                      <a:pt x="133" y="56"/>
                      <a:pt x="139" y="54"/>
                      <a:pt x="142" y="49"/>
                    </a:cubicBezTo>
                    <a:cubicBezTo>
                      <a:pt x="145" y="44"/>
                      <a:pt x="144" y="37"/>
                      <a:pt x="138" y="34"/>
                    </a:cubicBezTo>
                    <a:cubicBezTo>
                      <a:pt x="133" y="31"/>
                      <a:pt x="127" y="33"/>
                      <a:pt x="124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7" name="Freeform 85"/>
              <p:cNvSpPr>
                <a:spLocks/>
              </p:cNvSpPr>
              <p:nvPr/>
            </p:nvSpPr>
            <p:spPr bwMode="auto">
              <a:xfrm>
                <a:off x="1160" y="145"/>
                <a:ext cx="1341" cy="1342"/>
              </a:xfrm>
              <a:custGeom>
                <a:avLst/>
                <a:gdLst>
                  <a:gd name="T0" fmla="*/ 1341 w 1341"/>
                  <a:gd name="T1" fmla="*/ 0 h 1342"/>
                  <a:gd name="T2" fmla="*/ 1341 w 1341"/>
                  <a:gd name="T3" fmla="*/ 1342 h 1342"/>
                  <a:gd name="T4" fmla="*/ 0 w 1341"/>
                  <a:gd name="T5" fmla="*/ 1342 h 1342"/>
                  <a:gd name="T6" fmla="*/ 0 w 1341"/>
                  <a:gd name="T7" fmla="*/ 0 h 1342"/>
                  <a:gd name="T8" fmla="*/ 1341 w 1341"/>
                  <a:gd name="T9" fmla="*/ 0 h 1342"/>
                  <a:gd name="T10" fmla="*/ 1341 w 1341"/>
                  <a:gd name="T11" fmla="*/ 0 h 1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41" h="1342">
                    <a:moveTo>
                      <a:pt x="1341" y="0"/>
                    </a:moveTo>
                    <a:lnTo>
                      <a:pt x="1341" y="1342"/>
                    </a:lnTo>
                    <a:lnTo>
                      <a:pt x="0" y="1342"/>
                    </a:lnTo>
                    <a:lnTo>
                      <a:pt x="0" y="0"/>
                    </a:lnTo>
                    <a:lnTo>
                      <a:pt x="1341" y="0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5BA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8" name="Freeform 86"/>
              <p:cNvSpPr>
                <a:spLocks/>
              </p:cNvSpPr>
              <p:nvPr/>
            </p:nvSpPr>
            <p:spPr bwMode="auto">
              <a:xfrm>
                <a:off x="2028" y="412"/>
                <a:ext cx="473" cy="1075"/>
              </a:xfrm>
              <a:custGeom>
                <a:avLst/>
                <a:gdLst>
                  <a:gd name="T0" fmla="*/ 473 w 473"/>
                  <a:gd name="T1" fmla="*/ 1075 h 1075"/>
                  <a:gd name="T2" fmla="*/ 0 w 473"/>
                  <a:gd name="T3" fmla="*/ 1075 h 1075"/>
                  <a:gd name="T4" fmla="*/ 0 w 473"/>
                  <a:gd name="T5" fmla="*/ 0 h 1075"/>
                  <a:gd name="T6" fmla="*/ 473 w 473"/>
                  <a:gd name="T7" fmla="*/ 471 h 1075"/>
                  <a:gd name="T8" fmla="*/ 473 w 473"/>
                  <a:gd name="T9" fmla="*/ 1075 h 1075"/>
                  <a:gd name="T10" fmla="*/ 473 w 473"/>
                  <a:gd name="T11" fmla="*/ 1075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3" h="1075">
                    <a:moveTo>
                      <a:pt x="473" y="1075"/>
                    </a:moveTo>
                    <a:lnTo>
                      <a:pt x="0" y="1075"/>
                    </a:lnTo>
                    <a:lnTo>
                      <a:pt x="0" y="0"/>
                    </a:lnTo>
                    <a:lnTo>
                      <a:pt x="473" y="471"/>
                    </a:lnTo>
                    <a:lnTo>
                      <a:pt x="473" y="1075"/>
                    </a:lnTo>
                    <a:lnTo>
                      <a:pt x="473" y="1075"/>
                    </a:lnTo>
                    <a:close/>
                  </a:path>
                </a:pathLst>
              </a:custGeom>
              <a:solidFill>
                <a:srgbClr val="3678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9" name="Freeform 87"/>
              <p:cNvSpPr>
                <a:spLocks/>
              </p:cNvSpPr>
              <p:nvPr/>
            </p:nvSpPr>
            <p:spPr bwMode="auto">
              <a:xfrm>
                <a:off x="1676" y="1023"/>
                <a:ext cx="310" cy="360"/>
              </a:xfrm>
              <a:custGeom>
                <a:avLst/>
                <a:gdLst>
                  <a:gd name="T0" fmla="*/ 0 w 310"/>
                  <a:gd name="T1" fmla="*/ 0 h 360"/>
                  <a:gd name="T2" fmla="*/ 310 w 310"/>
                  <a:gd name="T3" fmla="*/ 0 h 360"/>
                  <a:gd name="T4" fmla="*/ 310 w 310"/>
                  <a:gd name="T5" fmla="*/ 360 h 360"/>
                  <a:gd name="T6" fmla="*/ 0 w 310"/>
                  <a:gd name="T7" fmla="*/ 360 h 360"/>
                  <a:gd name="T8" fmla="*/ 0 w 310"/>
                  <a:gd name="T9" fmla="*/ 0 h 360"/>
                  <a:gd name="T10" fmla="*/ 0 w 310"/>
                  <a:gd name="T11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0" h="360">
                    <a:moveTo>
                      <a:pt x="0" y="0"/>
                    </a:moveTo>
                    <a:lnTo>
                      <a:pt x="310" y="0"/>
                    </a:lnTo>
                    <a:lnTo>
                      <a:pt x="310" y="360"/>
                    </a:lnTo>
                    <a:lnTo>
                      <a:pt x="0" y="36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878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0" name="Freeform 88"/>
              <p:cNvSpPr>
                <a:spLocks/>
              </p:cNvSpPr>
              <p:nvPr/>
            </p:nvSpPr>
            <p:spPr bwMode="auto">
              <a:xfrm>
                <a:off x="1522" y="661"/>
                <a:ext cx="102" cy="206"/>
              </a:xfrm>
              <a:custGeom>
                <a:avLst/>
                <a:gdLst>
                  <a:gd name="T0" fmla="*/ 21 w 43"/>
                  <a:gd name="T1" fmla="*/ 44 h 87"/>
                  <a:gd name="T2" fmla="*/ 0 w 43"/>
                  <a:gd name="T3" fmla="*/ 22 h 87"/>
                  <a:gd name="T4" fmla="*/ 21 w 43"/>
                  <a:gd name="T5" fmla="*/ 0 h 87"/>
                  <a:gd name="T6" fmla="*/ 43 w 43"/>
                  <a:gd name="T7" fmla="*/ 0 h 87"/>
                  <a:gd name="T8" fmla="*/ 43 w 43"/>
                  <a:gd name="T9" fmla="*/ 65 h 87"/>
                  <a:gd name="T10" fmla="*/ 21 w 43"/>
                  <a:gd name="T11" fmla="*/ 87 h 87"/>
                  <a:gd name="T12" fmla="*/ 0 w 43"/>
                  <a:gd name="T13" fmla="*/ 65 h 87"/>
                  <a:gd name="T14" fmla="*/ 21 w 43"/>
                  <a:gd name="T15" fmla="*/ 4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87">
                    <a:moveTo>
                      <a:pt x="21" y="44"/>
                    </a:moveTo>
                    <a:cubicBezTo>
                      <a:pt x="9" y="44"/>
                      <a:pt x="0" y="34"/>
                      <a:pt x="0" y="22"/>
                    </a:cubicBezTo>
                    <a:cubicBezTo>
                      <a:pt x="12" y="22"/>
                      <a:pt x="21" y="12"/>
                      <a:pt x="21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77"/>
                      <a:pt x="33" y="87"/>
                      <a:pt x="21" y="87"/>
                    </a:cubicBezTo>
                    <a:cubicBezTo>
                      <a:pt x="9" y="87"/>
                      <a:pt x="0" y="77"/>
                      <a:pt x="0" y="65"/>
                    </a:cubicBezTo>
                    <a:cubicBezTo>
                      <a:pt x="12" y="65"/>
                      <a:pt x="21" y="56"/>
                      <a:pt x="21" y="44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1" name="Freeform 89"/>
              <p:cNvSpPr>
                <a:spLocks/>
              </p:cNvSpPr>
              <p:nvPr/>
            </p:nvSpPr>
            <p:spPr bwMode="auto">
              <a:xfrm>
                <a:off x="2038" y="661"/>
                <a:ext cx="102" cy="206"/>
              </a:xfrm>
              <a:custGeom>
                <a:avLst/>
                <a:gdLst>
                  <a:gd name="T0" fmla="*/ 21 w 43"/>
                  <a:gd name="T1" fmla="*/ 44 h 87"/>
                  <a:gd name="T2" fmla="*/ 43 w 43"/>
                  <a:gd name="T3" fmla="*/ 22 h 87"/>
                  <a:gd name="T4" fmla="*/ 21 w 43"/>
                  <a:gd name="T5" fmla="*/ 0 h 87"/>
                  <a:gd name="T6" fmla="*/ 0 w 43"/>
                  <a:gd name="T7" fmla="*/ 0 h 87"/>
                  <a:gd name="T8" fmla="*/ 0 w 43"/>
                  <a:gd name="T9" fmla="*/ 65 h 87"/>
                  <a:gd name="T10" fmla="*/ 21 w 43"/>
                  <a:gd name="T11" fmla="*/ 87 h 87"/>
                  <a:gd name="T12" fmla="*/ 43 w 43"/>
                  <a:gd name="T13" fmla="*/ 65 h 87"/>
                  <a:gd name="T14" fmla="*/ 21 w 43"/>
                  <a:gd name="T15" fmla="*/ 4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87">
                    <a:moveTo>
                      <a:pt x="21" y="44"/>
                    </a:moveTo>
                    <a:cubicBezTo>
                      <a:pt x="34" y="44"/>
                      <a:pt x="43" y="34"/>
                      <a:pt x="43" y="22"/>
                    </a:cubicBezTo>
                    <a:cubicBezTo>
                      <a:pt x="31" y="22"/>
                      <a:pt x="21" y="12"/>
                      <a:pt x="2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77"/>
                      <a:pt x="9" y="87"/>
                      <a:pt x="21" y="87"/>
                    </a:cubicBezTo>
                    <a:cubicBezTo>
                      <a:pt x="34" y="87"/>
                      <a:pt x="43" y="77"/>
                      <a:pt x="43" y="65"/>
                    </a:cubicBezTo>
                    <a:cubicBezTo>
                      <a:pt x="31" y="65"/>
                      <a:pt x="21" y="56"/>
                      <a:pt x="21" y="44"/>
                    </a:cubicBezTo>
                    <a:close/>
                  </a:path>
                </a:pathLst>
              </a:custGeom>
              <a:solidFill>
                <a:srgbClr val="4221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2" name="Freeform 90"/>
              <p:cNvSpPr>
                <a:spLocks/>
              </p:cNvSpPr>
              <p:nvPr/>
            </p:nvSpPr>
            <p:spPr bwMode="auto">
              <a:xfrm>
                <a:off x="1366" y="1177"/>
                <a:ext cx="575" cy="310"/>
              </a:xfrm>
              <a:custGeom>
                <a:avLst/>
                <a:gdLst>
                  <a:gd name="T0" fmla="*/ 0 w 243"/>
                  <a:gd name="T1" fmla="*/ 131 h 131"/>
                  <a:gd name="T2" fmla="*/ 0 w 243"/>
                  <a:gd name="T3" fmla="*/ 87 h 131"/>
                  <a:gd name="T4" fmla="*/ 22 w 243"/>
                  <a:gd name="T5" fmla="*/ 55 h 131"/>
                  <a:gd name="T6" fmla="*/ 131 w 243"/>
                  <a:gd name="T7" fmla="*/ 0 h 131"/>
                  <a:gd name="T8" fmla="*/ 155 w 243"/>
                  <a:gd name="T9" fmla="*/ 51 h 131"/>
                  <a:gd name="T10" fmla="*/ 243 w 243"/>
                  <a:gd name="T11" fmla="*/ 131 h 131"/>
                  <a:gd name="T12" fmla="*/ 0 w 243"/>
                  <a:gd name="T13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3" h="131">
                    <a:moveTo>
                      <a:pt x="0" y="131"/>
                    </a:moveTo>
                    <a:cubicBezTo>
                      <a:pt x="0" y="87"/>
                      <a:pt x="0" y="87"/>
                      <a:pt x="0" y="87"/>
                    </a:cubicBezTo>
                    <a:cubicBezTo>
                      <a:pt x="0" y="65"/>
                      <a:pt x="11" y="60"/>
                      <a:pt x="22" y="55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131" y="21"/>
                      <a:pt x="141" y="39"/>
                      <a:pt x="155" y="51"/>
                    </a:cubicBezTo>
                    <a:cubicBezTo>
                      <a:pt x="243" y="131"/>
                      <a:pt x="243" y="131"/>
                      <a:pt x="243" y="131"/>
                    </a:cubicBezTo>
                    <a:cubicBezTo>
                      <a:pt x="0" y="131"/>
                      <a:pt x="0" y="131"/>
                      <a:pt x="0" y="131"/>
                    </a:cubicBezTo>
                    <a:close/>
                  </a:path>
                </a:pathLst>
              </a:custGeom>
              <a:solidFill>
                <a:srgbClr val="424F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3" name="Freeform 91"/>
              <p:cNvSpPr>
                <a:spLocks/>
              </p:cNvSpPr>
              <p:nvPr/>
            </p:nvSpPr>
            <p:spPr bwMode="auto">
              <a:xfrm>
                <a:off x="1470" y="1177"/>
                <a:ext cx="310" cy="310"/>
              </a:xfrm>
              <a:custGeom>
                <a:avLst/>
                <a:gdLst>
                  <a:gd name="T0" fmla="*/ 87 w 131"/>
                  <a:gd name="T1" fmla="*/ 0 h 131"/>
                  <a:gd name="T2" fmla="*/ 111 w 131"/>
                  <a:gd name="T3" fmla="*/ 51 h 131"/>
                  <a:gd name="T4" fmla="*/ 131 w 131"/>
                  <a:gd name="T5" fmla="*/ 68 h 131"/>
                  <a:gd name="T6" fmla="*/ 131 w 131"/>
                  <a:gd name="T7" fmla="*/ 131 h 131"/>
                  <a:gd name="T8" fmla="*/ 43 w 131"/>
                  <a:gd name="T9" fmla="*/ 131 h 131"/>
                  <a:gd name="T10" fmla="*/ 43 w 131"/>
                  <a:gd name="T11" fmla="*/ 87 h 131"/>
                  <a:gd name="T12" fmla="*/ 0 w 131"/>
                  <a:gd name="T13" fmla="*/ 44 h 131"/>
                  <a:gd name="T14" fmla="*/ 87 w 131"/>
                  <a:gd name="T15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131">
                    <a:moveTo>
                      <a:pt x="87" y="0"/>
                    </a:moveTo>
                    <a:cubicBezTo>
                      <a:pt x="87" y="21"/>
                      <a:pt x="97" y="39"/>
                      <a:pt x="111" y="51"/>
                    </a:cubicBezTo>
                    <a:cubicBezTo>
                      <a:pt x="131" y="68"/>
                      <a:pt x="131" y="68"/>
                      <a:pt x="131" y="68"/>
                    </a:cubicBezTo>
                    <a:cubicBezTo>
                      <a:pt x="131" y="131"/>
                      <a:pt x="131" y="131"/>
                      <a:pt x="131" y="131"/>
                    </a:cubicBezTo>
                    <a:cubicBezTo>
                      <a:pt x="43" y="131"/>
                      <a:pt x="43" y="131"/>
                      <a:pt x="43" y="131"/>
                    </a:cubicBezTo>
                    <a:cubicBezTo>
                      <a:pt x="43" y="87"/>
                      <a:pt x="43" y="87"/>
                      <a:pt x="43" y="87"/>
                    </a:cubicBezTo>
                    <a:cubicBezTo>
                      <a:pt x="43" y="63"/>
                      <a:pt x="24" y="44"/>
                      <a:pt x="0" y="44"/>
                    </a:cubicBezTo>
                    <a:cubicBezTo>
                      <a:pt x="87" y="0"/>
                      <a:pt x="87" y="0"/>
                      <a:pt x="87" y="0"/>
                    </a:cubicBezTo>
                    <a:close/>
                  </a:path>
                </a:pathLst>
              </a:custGeom>
              <a:solidFill>
                <a:srgbClr val="A3C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4" name="Freeform 92"/>
              <p:cNvSpPr>
                <a:spLocks/>
              </p:cNvSpPr>
              <p:nvPr/>
            </p:nvSpPr>
            <p:spPr bwMode="auto">
              <a:xfrm>
                <a:off x="1882" y="1432"/>
                <a:ext cx="59" cy="55"/>
              </a:xfrm>
              <a:custGeom>
                <a:avLst/>
                <a:gdLst>
                  <a:gd name="T0" fmla="*/ 0 w 59"/>
                  <a:gd name="T1" fmla="*/ 0 h 55"/>
                  <a:gd name="T2" fmla="*/ 59 w 59"/>
                  <a:gd name="T3" fmla="*/ 55 h 55"/>
                  <a:gd name="T4" fmla="*/ 0 w 59"/>
                  <a:gd name="T5" fmla="*/ 55 h 55"/>
                  <a:gd name="T6" fmla="*/ 0 w 59"/>
                  <a:gd name="T7" fmla="*/ 0 h 55"/>
                  <a:gd name="T8" fmla="*/ 0 w 59"/>
                  <a:gd name="T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55">
                    <a:moveTo>
                      <a:pt x="0" y="0"/>
                    </a:moveTo>
                    <a:lnTo>
                      <a:pt x="59" y="55"/>
                    </a:lnTo>
                    <a:lnTo>
                      <a:pt x="0" y="5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3C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5" name="Freeform 93"/>
              <p:cNvSpPr>
                <a:spLocks/>
              </p:cNvSpPr>
              <p:nvPr/>
            </p:nvSpPr>
            <p:spPr bwMode="auto">
              <a:xfrm>
                <a:off x="1721" y="1177"/>
                <a:ext cx="575" cy="310"/>
              </a:xfrm>
              <a:custGeom>
                <a:avLst/>
                <a:gdLst>
                  <a:gd name="T0" fmla="*/ 0 w 243"/>
                  <a:gd name="T1" fmla="*/ 46 h 131"/>
                  <a:gd name="T2" fmla="*/ 46 w 243"/>
                  <a:gd name="T3" fmla="*/ 65 h 131"/>
                  <a:gd name="T4" fmla="*/ 112 w 243"/>
                  <a:gd name="T5" fmla="*/ 0 h 131"/>
                  <a:gd name="T6" fmla="*/ 221 w 243"/>
                  <a:gd name="T7" fmla="*/ 55 h 131"/>
                  <a:gd name="T8" fmla="*/ 243 w 243"/>
                  <a:gd name="T9" fmla="*/ 87 h 131"/>
                  <a:gd name="T10" fmla="*/ 243 w 243"/>
                  <a:gd name="T11" fmla="*/ 131 h 131"/>
                  <a:gd name="T12" fmla="*/ 85 w 243"/>
                  <a:gd name="T13" fmla="*/ 131 h 131"/>
                  <a:gd name="T14" fmla="*/ 0 w 243"/>
                  <a:gd name="T15" fmla="*/ 46 h 131"/>
                  <a:gd name="T16" fmla="*/ 0 w 243"/>
                  <a:gd name="T17" fmla="*/ 46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3" h="131">
                    <a:moveTo>
                      <a:pt x="0" y="46"/>
                    </a:moveTo>
                    <a:cubicBezTo>
                      <a:pt x="12" y="58"/>
                      <a:pt x="28" y="65"/>
                      <a:pt x="46" y="65"/>
                    </a:cubicBezTo>
                    <a:cubicBezTo>
                      <a:pt x="83" y="65"/>
                      <a:pt x="112" y="36"/>
                      <a:pt x="112" y="0"/>
                    </a:cubicBezTo>
                    <a:cubicBezTo>
                      <a:pt x="221" y="55"/>
                      <a:pt x="221" y="55"/>
                      <a:pt x="221" y="55"/>
                    </a:cubicBezTo>
                    <a:cubicBezTo>
                      <a:pt x="232" y="60"/>
                      <a:pt x="243" y="65"/>
                      <a:pt x="243" y="87"/>
                    </a:cubicBezTo>
                    <a:cubicBezTo>
                      <a:pt x="243" y="131"/>
                      <a:pt x="243" y="131"/>
                      <a:pt x="243" y="131"/>
                    </a:cubicBezTo>
                    <a:cubicBezTo>
                      <a:pt x="85" y="131"/>
                      <a:pt x="85" y="131"/>
                      <a:pt x="85" y="131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0" y="46"/>
                      <a:pt x="0" y="46"/>
                    </a:cubicBezTo>
                    <a:close/>
                  </a:path>
                </a:pathLst>
              </a:custGeom>
              <a:solidFill>
                <a:srgbClr val="222C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6" name="Freeform 94"/>
              <p:cNvSpPr>
                <a:spLocks/>
              </p:cNvSpPr>
              <p:nvPr/>
            </p:nvSpPr>
            <p:spPr bwMode="auto">
              <a:xfrm>
                <a:off x="1721" y="1286"/>
                <a:ext cx="59" cy="59"/>
              </a:xfrm>
              <a:custGeom>
                <a:avLst/>
                <a:gdLst>
                  <a:gd name="T0" fmla="*/ 0 w 25"/>
                  <a:gd name="T1" fmla="*/ 0 h 25"/>
                  <a:gd name="T2" fmla="*/ 25 w 25"/>
                  <a:gd name="T3" fmla="*/ 16 h 25"/>
                  <a:gd name="T4" fmla="*/ 25 w 25"/>
                  <a:gd name="T5" fmla="*/ 25 h 25"/>
                  <a:gd name="T6" fmla="*/ 0 w 25"/>
                  <a:gd name="T7" fmla="*/ 0 h 25"/>
                  <a:gd name="T8" fmla="*/ 0 w 25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5">
                    <a:moveTo>
                      <a:pt x="0" y="0"/>
                    </a:moveTo>
                    <a:cubicBezTo>
                      <a:pt x="7" y="7"/>
                      <a:pt x="15" y="12"/>
                      <a:pt x="25" y="16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99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7" name="Freeform 95"/>
              <p:cNvSpPr>
                <a:spLocks/>
              </p:cNvSpPr>
              <p:nvPr/>
            </p:nvSpPr>
            <p:spPr bwMode="auto">
              <a:xfrm>
                <a:off x="1882" y="1177"/>
                <a:ext cx="310" cy="310"/>
              </a:xfrm>
              <a:custGeom>
                <a:avLst/>
                <a:gdLst>
                  <a:gd name="T0" fmla="*/ 0 w 131"/>
                  <a:gd name="T1" fmla="*/ 62 h 131"/>
                  <a:gd name="T2" fmla="*/ 44 w 131"/>
                  <a:gd name="T3" fmla="*/ 0 h 131"/>
                  <a:gd name="T4" fmla="*/ 131 w 131"/>
                  <a:gd name="T5" fmla="*/ 44 h 131"/>
                  <a:gd name="T6" fmla="*/ 87 w 131"/>
                  <a:gd name="T7" fmla="*/ 87 h 131"/>
                  <a:gd name="T8" fmla="*/ 87 w 131"/>
                  <a:gd name="T9" fmla="*/ 131 h 131"/>
                  <a:gd name="T10" fmla="*/ 17 w 131"/>
                  <a:gd name="T11" fmla="*/ 131 h 131"/>
                  <a:gd name="T12" fmla="*/ 0 w 131"/>
                  <a:gd name="T13" fmla="*/ 114 h 131"/>
                  <a:gd name="T14" fmla="*/ 0 w 131"/>
                  <a:gd name="T15" fmla="*/ 62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131">
                    <a:moveTo>
                      <a:pt x="0" y="62"/>
                    </a:moveTo>
                    <a:cubicBezTo>
                      <a:pt x="26" y="53"/>
                      <a:pt x="44" y="29"/>
                      <a:pt x="44" y="0"/>
                    </a:cubicBezTo>
                    <a:cubicBezTo>
                      <a:pt x="131" y="44"/>
                      <a:pt x="131" y="44"/>
                      <a:pt x="131" y="44"/>
                    </a:cubicBezTo>
                    <a:cubicBezTo>
                      <a:pt x="107" y="44"/>
                      <a:pt x="87" y="63"/>
                      <a:pt x="87" y="87"/>
                    </a:cubicBezTo>
                    <a:cubicBezTo>
                      <a:pt x="87" y="131"/>
                      <a:pt x="87" y="131"/>
                      <a:pt x="87" y="131"/>
                    </a:cubicBezTo>
                    <a:cubicBezTo>
                      <a:pt x="17" y="131"/>
                      <a:pt x="17" y="131"/>
                      <a:pt x="17" y="131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0" y="62"/>
                      <a:pt x="0" y="62"/>
                      <a:pt x="0" y="62"/>
                    </a:cubicBezTo>
                    <a:close/>
                  </a:path>
                </a:pathLst>
              </a:custGeom>
              <a:solidFill>
                <a:srgbClr val="799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8" name="Oval 96"/>
              <p:cNvSpPr>
                <a:spLocks noChangeArrowheads="1"/>
              </p:cNvSpPr>
              <p:nvPr/>
            </p:nvSpPr>
            <p:spPr bwMode="auto">
              <a:xfrm>
                <a:off x="2038" y="713"/>
                <a:ext cx="102" cy="102"/>
              </a:xfrm>
              <a:prstGeom prst="ellipse">
                <a:avLst/>
              </a:prstGeom>
              <a:solidFill>
                <a:srgbClr val="C792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9" name="Oval 97"/>
              <p:cNvSpPr>
                <a:spLocks noChangeArrowheads="1"/>
              </p:cNvSpPr>
              <p:nvPr/>
            </p:nvSpPr>
            <p:spPr bwMode="auto">
              <a:xfrm>
                <a:off x="2064" y="739"/>
                <a:ext cx="50" cy="49"/>
              </a:xfrm>
              <a:prstGeom prst="ellipse">
                <a:avLst/>
              </a:prstGeom>
              <a:solidFill>
                <a:srgbClr val="A878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0" name="Oval 98"/>
              <p:cNvSpPr>
                <a:spLocks noChangeArrowheads="1"/>
              </p:cNvSpPr>
              <p:nvPr/>
            </p:nvSpPr>
            <p:spPr bwMode="auto">
              <a:xfrm>
                <a:off x="1522" y="713"/>
                <a:ext cx="102" cy="102"/>
              </a:xfrm>
              <a:prstGeom prst="ellipse">
                <a:avLst/>
              </a:prstGeom>
              <a:solidFill>
                <a:srgbClr val="E8B2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1" name="Oval 99"/>
              <p:cNvSpPr>
                <a:spLocks noChangeArrowheads="1"/>
              </p:cNvSpPr>
              <p:nvPr/>
            </p:nvSpPr>
            <p:spPr bwMode="auto">
              <a:xfrm>
                <a:off x="1548" y="739"/>
                <a:ext cx="50" cy="49"/>
              </a:xfrm>
              <a:prstGeom prst="ellipse">
                <a:avLst/>
              </a:prstGeom>
              <a:solidFill>
                <a:srgbClr val="C792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2" name="Freeform 100"/>
              <p:cNvSpPr>
                <a:spLocks/>
              </p:cNvSpPr>
              <p:nvPr/>
            </p:nvSpPr>
            <p:spPr bwMode="auto">
              <a:xfrm>
                <a:off x="1586" y="403"/>
                <a:ext cx="490" cy="774"/>
              </a:xfrm>
              <a:custGeom>
                <a:avLst/>
                <a:gdLst>
                  <a:gd name="T0" fmla="*/ 103 w 207"/>
                  <a:gd name="T1" fmla="*/ 0 h 327"/>
                  <a:gd name="T2" fmla="*/ 207 w 207"/>
                  <a:gd name="T3" fmla="*/ 109 h 327"/>
                  <a:gd name="T4" fmla="*/ 207 w 207"/>
                  <a:gd name="T5" fmla="*/ 218 h 327"/>
                  <a:gd name="T6" fmla="*/ 103 w 207"/>
                  <a:gd name="T7" fmla="*/ 327 h 327"/>
                  <a:gd name="T8" fmla="*/ 0 w 207"/>
                  <a:gd name="T9" fmla="*/ 218 h 327"/>
                  <a:gd name="T10" fmla="*/ 0 w 207"/>
                  <a:gd name="T11" fmla="*/ 109 h 327"/>
                  <a:gd name="T12" fmla="*/ 103 w 207"/>
                  <a:gd name="T13" fmla="*/ 0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7" h="327">
                    <a:moveTo>
                      <a:pt x="103" y="0"/>
                    </a:moveTo>
                    <a:cubicBezTo>
                      <a:pt x="163" y="0"/>
                      <a:pt x="207" y="49"/>
                      <a:pt x="207" y="109"/>
                    </a:cubicBezTo>
                    <a:cubicBezTo>
                      <a:pt x="207" y="218"/>
                      <a:pt x="207" y="218"/>
                      <a:pt x="207" y="218"/>
                    </a:cubicBezTo>
                    <a:cubicBezTo>
                      <a:pt x="207" y="278"/>
                      <a:pt x="163" y="327"/>
                      <a:pt x="103" y="327"/>
                    </a:cubicBezTo>
                    <a:cubicBezTo>
                      <a:pt x="44" y="327"/>
                      <a:pt x="0" y="278"/>
                      <a:pt x="0" y="218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49"/>
                      <a:pt x="44" y="0"/>
                      <a:pt x="103" y="0"/>
                    </a:cubicBezTo>
                    <a:close/>
                  </a:path>
                </a:pathLst>
              </a:custGeom>
              <a:solidFill>
                <a:srgbClr val="E8B2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3" name="Freeform 101"/>
              <p:cNvSpPr>
                <a:spLocks/>
              </p:cNvSpPr>
              <p:nvPr/>
            </p:nvSpPr>
            <p:spPr bwMode="auto">
              <a:xfrm>
                <a:off x="1586" y="403"/>
                <a:ext cx="490" cy="696"/>
              </a:xfrm>
              <a:custGeom>
                <a:avLst/>
                <a:gdLst>
                  <a:gd name="T0" fmla="*/ 103 w 207"/>
                  <a:gd name="T1" fmla="*/ 0 h 294"/>
                  <a:gd name="T2" fmla="*/ 207 w 207"/>
                  <a:gd name="T3" fmla="*/ 109 h 294"/>
                  <a:gd name="T4" fmla="*/ 207 w 207"/>
                  <a:gd name="T5" fmla="*/ 218 h 294"/>
                  <a:gd name="T6" fmla="*/ 179 w 207"/>
                  <a:gd name="T7" fmla="*/ 294 h 294"/>
                  <a:gd name="T8" fmla="*/ 0 w 207"/>
                  <a:gd name="T9" fmla="*/ 114 h 294"/>
                  <a:gd name="T10" fmla="*/ 0 w 207"/>
                  <a:gd name="T11" fmla="*/ 109 h 294"/>
                  <a:gd name="T12" fmla="*/ 103 w 207"/>
                  <a:gd name="T13" fmla="*/ 0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7" h="294">
                    <a:moveTo>
                      <a:pt x="103" y="0"/>
                    </a:moveTo>
                    <a:cubicBezTo>
                      <a:pt x="163" y="0"/>
                      <a:pt x="207" y="49"/>
                      <a:pt x="207" y="109"/>
                    </a:cubicBezTo>
                    <a:cubicBezTo>
                      <a:pt x="207" y="218"/>
                      <a:pt x="207" y="218"/>
                      <a:pt x="207" y="218"/>
                    </a:cubicBezTo>
                    <a:cubicBezTo>
                      <a:pt x="207" y="247"/>
                      <a:pt x="197" y="274"/>
                      <a:pt x="179" y="294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49"/>
                      <a:pt x="44" y="0"/>
                      <a:pt x="103" y="0"/>
                    </a:cubicBezTo>
                    <a:close/>
                  </a:path>
                </a:pathLst>
              </a:custGeom>
              <a:solidFill>
                <a:srgbClr val="C792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4" name="Oval 102"/>
              <p:cNvSpPr>
                <a:spLocks noChangeArrowheads="1"/>
              </p:cNvSpPr>
              <p:nvPr/>
            </p:nvSpPr>
            <p:spPr bwMode="auto">
              <a:xfrm>
                <a:off x="1650" y="713"/>
                <a:ext cx="104" cy="10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5" name="Oval 103"/>
              <p:cNvSpPr>
                <a:spLocks noChangeArrowheads="1"/>
              </p:cNvSpPr>
              <p:nvPr/>
            </p:nvSpPr>
            <p:spPr bwMode="auto">
              <a:xfrm>
                <a:off x="1908" y="713"/>
                <a:ext cx="104" cy="102"/>
              </a:xfrm>
              <a:prstGeom prst="ellipse">
                <a:avLst/>
              </a:pr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6" name="Oval 104"/>
              <p:cNvSpPr>
                <a:spLocks noChangeArrowheads="1"/>
              </p:cNvSpPr>
              <p:nvPr/>
            </p:nvSpPr>
            <p:spPr bwMode="auto">
              <a:xfrm>
                <a:off x="1676" y="739"/>
                <a:ext cx="52" cy="49"/>
              </a:xfrm>
              <a:prstGeom prst="ellipse">
                <a:avLst/>
              </a:prstGeom>
              <a:solidFill>
                <a:srgbClr val="4049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7" name="Freeform 105"/>
              <p:cNvSpPr>
                <a:spLocks/>
              </p:cNvSpPr>
              <p:nvPr/>
            </p:nvSpPr>
            <p:spPr bwMode="auto">
              <a:xfrm>
                <a:off x="1522" y="635"/>
                <a:ext cx="570" cy="606"/>
              </a:xfrm>
              <a:custGeom>
                <a:avLst/>
                <a:gdLst>
                  <a:gd name="T0" fmla="*/ 21 w 241"/>
                  <a:gd name="T1" fmla="*/ 0 h 256"/>
                  <a:gd name="T2" fmla="*/ 32 w 241"/>
                  <a:gd name="T3" fmla="*/ 0 h 256"/>
                  <a:gd name="T4" fmla="*/ 32 w 241"/>
                  <a:gd name="T5" fmla="*/ 98 h 256"/>
                  <a:gd name="T6" fmla="*/ 54 w 241"/>
                  <a:gd name="T7" fmla="*/ 120 h 256"/>
                  <a:gd name="T8" fmla="*/ 130 w 241"/>
                  <a:gd name="T9" fmla="*/ 196 h 256"/>
                  <a:gd name="T10" fmla="*/ 189 w 241"/>
                  <a:gd name="T11" fmla="*/ 169 h 256"/>
                  <a:gd name="T12" fmla="*/ 241 w 241"/>
                  <a:gd name="T13" fmla="*/ 220 h 256"/>
                  <a:gd name="T14" fmla="*/ 226 w 241"/>
                  <a:gd name="T15" fmla="*/ 229 h 256"/>
                  <a:gd name="T16" fmla="*/ 207 w 241"/>
                  <a:gd name="T17" fmla="*/ 240 h 256"/>
                  <a:gd name="T18" fmla="*/ 199 w 241"/>
                  <a:gd name="T19" fmla="*/ 239 h 256"/>
                  <a:gd name="T20" fmla="*/ 179 w 241"/>
                  <a:gd name="T21" fmla="*/ 251 h 256"/>
                  <a:gd name="T22" fmla="*/ 169 w 241"/>
                  <a:gd name="T23" fmla="*/ 248 h 256"/>
                  <a:gd name="T24" fmla="*/ 152 w 241"/>
                  <a:gd name="T25" fmla="*/ 256 h 256"/>
                  <a:gd name="T26" fmla="*/ 109 w 241"/>
                  <a:gd name="T27" fmla="*/ 256 h 256"/>
                  <a:gd name="T28" fmla="*/ 92 w 241"/>
                  <a:gd name="T29" fmla="*/ 248 h 256"/>
                  <a:gd name="T30" fmla="*/ 82 w 241"/>
                  <a:gd name="T31" fmla="*/ 251 h 256"/>
                  <a:gd name="T32" fmla="*/ 62 w 241"/>
                  <a:gd name="T33" fmla="*/ 239 h 256"/>
                  <a:gd name="T34" fmla="*/ 54 w 241"/>
                  <a:gd name="T35" fmla="*/ 240 h 256"/>
                  <a:gd name="T36" fmla="*/ 35 w 241"/>
                  <a:gd name="T37" fmla="*/ 229 h 256"/>
                  <a:gd name="T38" fmla="*/ 16 w 241"/>
                  <a:gd name="T39" fmla="*/ 207 h 256"/>
                  <a:gd name="T40" fmla="*/ 36 w 241"/>
                  <a:gd name="T41" fmla="*/ 194 h 256"/>
                  <a:gd name="T42" fmla="*/ 27 w 241"/>
                  <a:gd name="T43" fmla="*/ 196 h 256"/>
                  <a:gd name="T44" fmla="*/ 5 w 241"/>
                  <a:gd name="T45" fmla="*/ 175 h 256"/>
                  <a:gd name="T46" fmla="*/ 24 w 241"/>
                  <a:gd name="T47" fmla="*/ 163 h 256"/>
                  <a:gd name="T48" fmla="*/ 21 w 241"/>
                  <a:gd name="T49" fmla="*/ 164 h 256"/>
                  <a:gd name="T50" fmla="*/ 0 w 241"/>
                  <a:gd name="T51" fmla="*/ 142 h 256"/>
                  <a:gd name="T52" fmla="*/ 11 w 241"/>
                  <a:gd name="T53" fmla="*/ 139 h 256"/>
                  <a:gd name="T54" fmla="*/ 0 w 241"/>
                  <a:gd name="T55" fmla="*/ 120 h 256"/>
                  <a:gd name="T56" fmla="*/ 11 w 241"/>
                  <a:gd name="T57" fmla="*/ 117 h 256"/>
                  <a:gd name="T58" fmla="*/ 0 w 241"/>
                  <a:gd name="T59" fmla="*/ 98 h 256"/>
                  <a:gd name="T60" fmla="*/ 21 w 241"/>
                  <a:gd name="T61" fmla="*/ 76 h 256"/>
                  <a:gd name="T62" fmla="*/ 21 w 241"/>
                  <a:gd name="T63" fmla="*/ 0 h 256"/>
                  <a:gd name="T64" fmla="*/ 21 w 241"/>
                  <a:gd name="T65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1" h="256">
                    <a:moveTo>
                      <a:pt x="21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2" y="110"/>
                      <a:pt x="42" y="120"/>
                      <a:pt x="54" y="120"/>
                    </a:cubicBezTo>
                    <a:cubicBezTo>
                      <a:pt x="54" y="162"/>
                      <a:pt x="88" y="196"/>
                      <a:pt x="130" y="196"/>
                    </a:cubicBezTo>
                    <a:cubicBezTo>
                      <a:pt x="154" y="196"/>
                      <a:pt x="175" y="186"/>
                      <a:pt x="189" y="169"/>
                    </a:cubicBezTo>
                    <a:cubicBezTo>
                      <a:pt x="241" y="220"/>
                      <a:pt x="241" y="220"/>
                      <a:pt x="241" y="220"/>
                    </a:cubicBezTo>
                    <a:cubicBezTo>
                      <a:pt x="237" y="225"/>
                      <a:pt x="232" y="228"/>
                      <a:pt x="226" y="229"/>
                    </a:cubicBezTo>
                    <a:cubicBezTo>
                      <a:pt x="222" y="235"/>
                      <a:pt x="215" y="240"/>
                      <a:pt x="207" y="240"/>
                    </a:cubicBezTo>
                    <a:cubicBezTo>
                      <a:pt x="204" y="240"/>
                      <a:pt x="201" y="239"/>
                      <a:pt x="199" y="239"/>
                    </a:cubicBezTo>
                    <a:cubicBezTo>
                      <a:pt x="196" y="246"/>
                      <a:pt x="188" y="251"/>
                      <a:pt x="179" y="251"/>
                    </a:cubicBezTo>
                    <a:cubicBezTo>
                      <a:pt x="176" y="251"/>
                      <a:pt x="172" y="250"/>
                      <a:pt x="169" y="248"/>
                    </a:cubicBezTo>
                    <a:cubicBezTo>
                      <a:pt x="165" y="253"/>
                      <a:pt x="162" y="256"/>
                      <a:pt x="152" y="256"/>
                    </a:cubicBezTo>
                    <a:cubicBezTo>
                      <a:pt x="138" y="256"/>
                      <a:pt x="123" y="256"/>
                      <a:pt x="109" y="256"/>
                    </a:cubicBezTo>
                    <a:cubicBezTo>
                      <a:pt x="102" y="256"/>
                      <a:pt x="96" y="253"/>
                      <a:pt x="92" y="248"/>
                    </a:cubicBezTo>
                    <a:cubicBezTo>
                      <a:pt x="89" y="250"/>
                      <a:pt x="85" y="251"/>
                      <a:pt x="82" y="251"/>
                    </a:cubicBezTo>
                    <a:cubicBezTo>
                      <a:pt x="73" y="251"/>
                      <a:pt x="65" y="246"/>
                      <a:pt x="62" y="239"/>
                    </a:cubicBezTo>
                    <a:cubicBezTo>
                      <a:pt x="59" y="239"/>
                      <a:pt x="57" y="240"/>
                      <a:pt x="54" y="240"/>
                    </a:cubicBezTo>
                    <a:cubicBezTo>
                      <a:pt x="46" y="240"/>
                      <a:pt x="39" y="235"/>
                      <a:pt x="35" y="229"/>
                    </a:cubicBezTo>
                    <a:cubicBezTo>
                      <a:pt x="24" y="228"/>
                      <a:pt x="16" y="218"/>
                      <a:pt x="16" y="207"/>
                    </a:cubicBezTo>
                    <a:cubicBezTo>
                      <a:pt x="25" y="207"/>
                      <a:pt x="32" y="202"/>
                      <a:pt x="36" y="194"/>
                    </a:cubicBezTo>
                    <a:cubicBezTo>
                      <a:pt x="33" y="196"/>
                      <a:pt x="30" y="196"/>
                      <a:pt x="27" y="196"/>
                    </a:cubicBezTo>
                    <a:cubicBezTo>
                      <a:pt x="15" y="196"/>
                      <a:pt x="5" y="187"/>
                      <a:pt x="5" y="175"/>
                    </a:cubicBezTo>
                    <a:cubicBezTo>
                      <a:pt x="13" y="175"/>
                      <a:pt x="20" y="170"/>
                      <a:pt x="24" y="163"/>
                    </a:cubicBezTo>
                    <a:cubicBezTo>
                      <a:pt x="23" y="164"/>
                      <a:pt x="22" y="164"/>
                      <a:pt x="21" y="164"/>
                    </a:cubicBezTo>
                    <a:cubicBezTo>
                      <a:pt x="9" y="164"/>
                      <a:pt x="0" y="154"/>
                      <a:pt x="0" y="142"/>
                    </a:cubicBezTo>
                    <a:cubicBezTo>
                      <a:pt x="4" y="142"/>
                      <a:pt x="7" y="141"/>
                      <a:pt x="11" y="139"/>
                    </a:cubicBezTo>
                    <a:cubicBezTo>
                      <a:pt x="4" y="135"/>
                      <a:pt x="0" y="128"/>
                      <a:pt x="0" y="120"/>
                    </a:cubicBezTo>
                    <a:cubicBezTo>
                      <a:pt x="4" y="120"/>
                      <a:pt x="7" y="119"/>
                      <a:pt x="11" y="117"/>
                    </a:cubicBezTo>
                    <a:cubicBezTo>
                      <a:pt x="4" y="113"/>
                      <a:pt x="0" y="106"/>
                      <a:pt x="0" y="98"/>
                    </a:cubicBezTo>
                    <a:cubicBezTo>
                      <a:pt x="12" y="98"/>
                      <a:pt x="21" y="88"/>
                      <a:pt x="21" y="76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0"/>
                      <a:pt x="21" y="0"/>
                      <a:pt x="21" y="0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8" name="Freeform 106"/>
              <p:cNvSpPr>
                <a:spLocks/>
              </p:cNvSpPr>
              <p:nvPr/>
            </p:nvSpPr>
            <p:spPr bwMode="auto">
              <a:xfrm>
                <a:off x="1957" y="635"/>
                <a:ext cx="183" cy="532"/>
              </a:xfrm>
              <a:custGeom>
                <a:avLst/>
                <a:gdLst>
                  <a:gd name="T0" fmla="*/ 0 w 77"/>
                  <a:gd name="T1" fmla="*/ 174 h 225"/>
                  <a:gd name="T2" fmla="*/ 23 w 77"/>
                  <a:gd name="T3" fmla="*/ 120 h 225"/>
                  <a:gd name="T4" fmla="*/ 23 w 77"/>
                  <a:gd name="T5" fmla="*/ 120 h 225"/>
                  <a:gd name="T6" fmla="*/ 45 w 77"/>
                  <a:gd name="T7" fmla="*/ 98 h 225"/>
                  <a:gd name="T8" fmla="*/ 45 w 77"/>
                  <a:gd name="T9" fmla="*/ 0 h 225"/>
                  <a:gd name="T10" fmla="*/ 55 w 77"/>
                  <a:gd name="T11" fmla="*/ 0 h 225"/>
                  <a:gd name="T12" fmla="*/ 55 w 77"/>
                  <a:gd name="T13" fmla="*/ 76 h 225"/>
                  <a:gd name="T14" fmla="*/ 77 w 77"/>
                  <a:gd name="T15" fmla="*/ 98 h 225"/>
                  <a:gd name="T16" fmla="*/ 66 w 77"/>
                  <a:gd name="T17" fmla="*/ 117 h 225"/>
                  <a:gd name="T18" fmla="*/ 77 w 77"/>
                  <a:gd name="T19" fmla="*/ 120 h 225"/>
                  <a:gd name="T20" fmla="*/ 66 w 77"/>
                  <a:gd name="T21" fmla="*/ 139 h 225"/>
                  <a:gd name="T22" fmla="*/ 77 w 77"/>
                  <a:gd name="T23" fmla="*/ 142 h 225"/>
                  <a:gd name="T24" fmla="*/ 55 w 77"/>
                  <a:gd name="T25" fmla="*/ 164 h 225"/>
                  <a:gd name="T26" fmla="*/ 53 w 77"/>
                  <a:gd name="T27" fmla="*/ 163 h 225"/>
                  <a:gd name="T28" fmla="*/ 72 w 77"/>
                  <a:gd name="T29" fmla="*/ 175 h 225"/>
                  <a:gd name="T30" fmla="*/ 50 w 77"/>
                  <a:gd name="T31" fmla="*/ 196 h 225"/>
                  <a:gd name="T32" fmla="*/ 41 w 77"/>
                  <a:gd name="T33" fmla="*/ 194 h 225"/>
                  <a:gd name="T34" fmla="*/ 61 w 77"/>
                  <a:gd name="T35" fmla="*/ 207 h 225"/>
                  <a:gd name="T36" fmla="*/ 52 w 77"/>
                  <a:gd name="T37" fmla="*/ 225 h 225"/>
                  <a:gd name="T38" fmla="*/ 0 w 77"/>
                  <a:gd name="T39" fmla="*/ 174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7" h="225">
                    <a:moveTo>
                      <a:pt x="0" y="174"/>
                    </a:moveTo>
                    <a:cubicBezTo>
                      <a:pt x="14" y="160"/>
                      <a:pt x="23" y="141"/>
                      <a:pt x="23" y="120"/>
                    </a:cubicBezTo>
                    <a:cubicBezTo>
                      <a:pt x="23" y="120"/>
                      <a:pt x="23" y="120"/>
                      <a:pt x="23" y="120"/>
                    </a:cubicBezTo>
                    <a:cubicBezTo>
                      <a:pt x="35" y="120"/>
                      <a:pt x="45" y="110"/>
                      <a:pt x="45" y="98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76"/>
                      <a:pt x="55" y="76"/>
                      <a:pt x="55" y="76"/>
                    </a:cubicBezTo>
                    <a:cubicBezTo>
                      <a:pt x="56" y="88"/>
                      <a:pt x="65" y="98"/>
                      <a:pt x="77" y="98"/>
                    </a:cubicBezTo>
                    <a:cubicBezTo>
                      <a:pt x="77" y="106"/>
                      <a:pt x="73" y="113"/>
                      <a:pt x="66" y="117"/>
                    </a:cubicBezTo>
                    <a:cubicBezTo>
                      <a:pt x="70" y="119"/>
                      <a:pt x="73" y="120"/>
                      <a:pt x="77" y="120"/>
                    </a:cubicBezTo>
                    <a:cubicBezTo>
                      <a:pt x="77" y="128"/>
                      <a:pt x="73" y="135"/>
                      <a:pt x="66" y="139"/>
                    </a:cubicBezTo>
                    <a:cubicBezTo>
                      <a:pt x="70" y="141"/>
                      <a:pt x="73" y="142"/>
                      <a:pt x="77" y="142"/>
                    </a:cubicBezTo>
                    <a:cubicBezTo>
                      <a:pt x="77" y="154"/>
                      <a:pt x="68" y="164"/>
                      <a:pt x="55" y="164"/>
                    </a:cubicBezTo>
                    <a:cubicBezTo>
                      <a:pt x="55" y="164"/>
                      <a:pt x="54" y="164"/>
                      <a:pt x="53" y="163"/>
                    </a:cubicBezTo>
                    <a:cubicBezTo>
                      <a:pt x="57" y="170"/>
                      <a:pt x="64" y="175"/>
                      <a:pt x="72" y="175"/>
                    </a:cubicBezTo>
                    <a:cubicBezTo>
                      <a:pt x="72" y="187"/>
                      <a:pt x="62" y="196"/>
                      <a:pt x="50" y="196"/>
                    </a:cubicBezTo>
                    <a:cubicBezTo>
                      <a:pt x="47" y="196"/>
                      <a:pt x="44" y="196"/>
                      <a:pt x="41" y="194"/>
                    </a:cubicBezTo>
                    <a:cubicBezTo>
                      <a:pt x="44" y="202"/>
                      <a:pt x="52" y="207"/>
                      <a:pt x="61" y="207"/>
                    </a:cubicBezTo>
                    <a:cubicBezTo>
                      <a:pt x="61" y="215"/>
                      <a:pt x="57" y="221"/>
                      <a:pt x="52" y="225"/>
                    </a:cubicBezTo>
                    <a:cubicBezTo>
                      <a:pt x="0" y="174"/>
                      <a:pt x="0" y="174"/>
                      <a:pt x="0" y="174"/>
                    </a:cubicBezTo>
                    <a:close/>
                  </a:path>
                </a:pathLst>
              </a:custGeom>
              <a:solidFill>
                <a:srgbClr val="4221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9" name="Oval 107"/>
              <p:cNvSpPr>
                <a:spLocks noChangeArrowheads="1"/>
              </p:cNvSpPr>
              <p:nvPr/>
            </p:nvSpPr>
            <p:spPr bwMode="auto">
              <a:xfrm>
                <a:off x="1934" y="739"/>
                <a:ext cx="52" cy="49"/>
              </a:xfrm>
              <a:prstGeom prst="ellipse">
                <a:avLst/>
              </a:prstGeom>
              <a:solidFill>
                <a:srgbClr val="4049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0" name="Oval 108"/>
              <p:cNvSpPr>
                <a:spLocks noChangeArrowheads="1"/>
              </p:cNvSpPr>
              <p:nvPr/>
            </p:nvSpPr>
            <p:spPr bwMode="auto">
              <a:xfrm>
                <a:off x="1664" y="751"/>
                <a:ext cx="26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1" name="Freeform 109"/>
              <p:cNvSpPr>
                <a:spLocks/>
              </p:cNvSpPr>
              <p:nvPr/>
            </p:nvSpPr>
            <p:spPr bwMode="auto">
              <a:xfrm>
                <a:off x="1572" y="351"/>
                <a:ext cx="516" cy="303"/>
              </a:xfrm>
              <a:custGeom>
                <a:avLst/>
                <a:gdLst>
                  <a:gd name="T0" fmla="*/ 218 w 218"/>
                  <a:gd name="T1" fmla="*/ 128 h 128"/>
                  <a:gd name="T2" fmla="*/ 218 w 218"/>
                  <a:gd name="T3" fmla="*/ 87 h 128"/>
                  <a:gd name="T4" fmla="*/ 131 w 218"/>
                  <a:gd name="T5" fmla="*/ 0 h 128"/>
                  <a:gd name="T6" fmla="*/ 88 w 218"/>
                  <a:gd name="T7" fmla="*/ 0 h 128"/>
                  <a:gd name="T8" fmla="*/ 0 w 218"/>
                  <a:gd name="T9" fmla="*/ 87 h 128"/>
                  <a:gd name="T10" fmla="*/ 0 w 218"/>
                  <a:gd name="T11" fmla="*/ 128 h 128"/>
                  <a:gd name="T12" fmla="*/ 109 w 218"/>
                  <a:gd name="T13" fmla="*/ 109 h 128"/>
                  <a:gd name="T14" fmla="*/ 218 w 218"/>
                  <a:gd name="T15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8" h="128">
                    <a:moveTo>
                      <a:pt x="218" y="128"/>
                    </a:moveTo>
                    <a:cubicBezTo>
                      <a:pt x="218" y="87"/>
                      <a:pt x="218" y="87"/>
                      <a:pt x="218" y="87"/>
                    </a:cubicBezTo>
                    <a:cubicBezTo>
                      <a:pt x="218" y="39"/>
                      <a:pt x="179" y="0"/>
                      <a:pt x="131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40" y="0"/>
                      <a:pt x="0" y="39"/>
                      <a:pt x="0" y="87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35" y="116"/>
                      <a:pt x="71" y="109"/>
                      <a:pt x="109" y="109"/>
                    </a:cubicBezTo>
                    <a:cubicBezTo>
                      <a:pt x="148" y="109"/>
                      <a:pt x="184" y="116"/>
                      <a:pt x="218" y="1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2" name="Freeform 110"/>
              <p:cNvSpPr>
                <a:spLocks/>
              </p:cNvSpPr>
              <p:nvPr/>
            </p:nvSpPr>
            <p:spPr bwMode="auto">
              <a:xfrm>
                <a:off x="1830" y="351"/>
                <a:ext cx="258" cy="303"/>
              </a:xfrm>
              <a:custGeom>
                <a:avLst/>
                <a:gdLst>
                  <a:gd name="T0" fmla="*/ 109 w 109"/>
                  <a:gd name="T1" fmla="*/ 128 h 128"/>
                  <a:gd name="T2" fmla="*/ 109 w 109"/>
                  <a:gd name="T3" fmla="*/ 87 h 128"/>
                  <a:gd name="T4" fmla="*/ 22 w 109"/>
                  <a:gd name="T5" fmla="*/ 0 h 128"/>
                  <a:gd name="T6" fmla="*/ 0 w 109"/>
                  <a:gd name="T7" fmla="*/ 0 h 128"/>
                  <a:gd name="T8" fmla="*/ 0 w 109"/>
                  <a:gd name="T9" fmla="*/ 109 h 128"/>
                  <a:gd name="T10" fmla="*/ 109 w 109"/>
                  <a:gd name="T11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9" h="128">
                    <a:moveTo>
                      <a:pt x="109" y="128"/>
                    </a:moveTo>
                    <a:cubicBezTo>
                      <a:pt x="109" y="87"/>
                      <a:pt x="109" y="87"/>
                      <a:pt x="109" y="87"/>
                    </a:cubicBezTo>
                    <a:cubicBezTo>
                      <a:pt x="109" y="39"/>
                      <a:pt x="70" y="0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39" y="109"/>
                      <a:pt x="75" y="116"/>
                      <a:pt x="109" y="12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3" name="Oval 111"/>
              <p:cNvSpPr>
                <a:spLocks noChangeArrowheads="1"/>
              </p:cNvSpPr>
              <p:nvPr/>
            </p:nvSpPr>
            <p:spPr bwMode="auto">
              <a:xfrm>
                <a:off x="1922" y="751"/>
                <a:ext cx="26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4" name="Freeform 112"/>
              <p:cNvSpPr>
                <a:spLocks/>
              </p:cNvSpPr>
              <p:nvPr/>
            </p:nvSpPr>
            <p:spPr bwMode="auto">
              <a:xfrm>
                <a:off x="1664" y="867"/>
                <a:ext cx="192" cy="78"/>
              </a:xfrm>
              <a:custGeom>
                <a:avLst/>
                <a:gdLst>
                  <a:gd name="T0" fmla="*/ 16 w 81"/>
                  <a:gd name="T1" fmla="*/ 22 h 33"/>
                  <a:gd name="T2" fmla="*/ 27 w 81"/>
                  <a:gd name="T3" fmla="*/ 22 h 33"/>
                  <a:gd name="T4" fmla="*/ 38 w 81"/>
                  <a:gd name="T5" fmla="*/ 11 h 33"/>
                  <a:gd name="T6" fmla="*/ 49 w 81"/>
                  <a:gd name="T7" fmla="*/ 0 h 33"/>
                  <a:gd name="T8" fmla="*/ 81 w 81"/>
                  <a:gd name="T9" fmla="*/ 11 h 33"/>
                  <a:gd name="T10" fmla="*/ 81 w 81"/>
                  <a:gd name="T11" fmla="*/ 33 h 33"/>
                  <a:gd name="T12" fmla="*/ 70 w 81"/>
                  <a:gd name="T13" fmla="*/ 29 h 33"/>
                  <a:gd name="T14" fmla="*/ 60 w 81"/>
                  <a:gd name="T15" fmla="*/ 33 h 33"/>
                  <a:gd name="T16" fmla="*/ 16 w 81"/>
                  <a:gd name="T17" fmla="*/ 33 h 33"/>
                  <a:gd name="T18" fmla="*/ 4 w 81"/>
                  <a:gd name="T19" fmla="*/ 28 h 33"/>
                  <a:gd name="T20" fmla="*/ 0 w 81"/>
                  <a:gd name="T21" fmla="*/ 17 h 33"/>
                  <a:gd name="T22" fmla="*/ 5 w 81"/>
                  <a:gd name="T23" fmla="*/ 11 h 33"/>
                  <a:gd name="T24" fmla="*/ 11 w 81"/>
                  <a:gd name="T25" fmla="*/ 17 h 33"/>
                  <a:gd name="T26" fmla="*/ 16 w 81"/>
                  <a:gd name="T27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1" h="33">
                    <a:moveTo>
                      <a:pt x="16" y="22"/>
                    </a:moveTo>
                    <a:cubicBezTo>
                      <a:pt x="27" y="22"/>
                      <a:pt x="27" y="22"/>
                      <a:pt x="27" y="22"/>
                    </a:cubicBezTo>
                    <a:cubicBezTo>
                      <a:pt x="33" y="22"/>
                      <a:pt x="38" y="17"/>
                      <a:pt x="38" y="11"/>
                    </a:cubicBezTo>
                    <a:cubicBezTo>
                      <a:pt x="38" y="5"/>
                      <a:pt x="44" y="0"/>
                      <a:pt x="49" y="0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77" y="33"/>
                      <a:pt x="73" y="31"/>
                      <a:pt x="70" y="29"/>
                    </a:cubicBezTo>
                    <a:cubicBezTo>
                      <a:pt x="68" y="31"/>
                      <a:pt x="64" y="33"/>
                      <a:pt x="60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1" y="33"/>
                      <a:pt x="7" y="31"/>
                      <a:pt x="4" y="28"/>
                    </a:cubicBezTo>
                    <a:cubicBezTo>
                      <a:pt x="1" y="25"/>
                      <a:pt x="0" y="21"/>
                      <a:pt x="0" y="17"/>
                    </a:cubicBezTo>
                    <a:cubicBezTo>
                      <a:pt x="0" y="14"/>
                      <a:pt x="2" y="11"/>
                      <a:pt x="5" y="11"/>
                    </a:cubicBezTo>
                    <a:cubicBezTo>
                      <a:pt x="8" y="11"/>
                      <a:pt x="11" y="14"/>
                      <a:pt x="11" y="17"/>
                    </a:cubicBezTo>
                    <a:cubicBezTo>
                      <a:pt x="11" y="20"/>
                      <a:pt x="13" y="22"/>
                      <a:pt x="16" y="22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5" name="Freeform 113"/>
              <p:cNvSpPr>
                <a:spLocks/>
              </p:cNvSpPr>
              <p:nvPr/>
            </p:nvSpPr>
            <p:spPr bwMode="auto">
              <a:xfrm>
                <a:off x="1780" y="867"/>
                <a:ext cx="218" cy="78"/>
              </a:xfrm>
              <a:custGeom>
                <a:avLst/>
                <a:gdLst>
                  <a:gd name="T0" fmla="*/ 0 w 92"/>
                  <a:gd name="T1" fmla="*/ 0 h 33"/>
                  <a:gd name="T2" fmla="*/ 43 w 92"/>
                  <a:gd name="T3" fmla="*/ 0 h 33"/>
                  <a:gd name="T4" fmla="*/ 54 w 92"/>
                  <a:gd name="T5" fmla="*/ 11 h 33"/>
                  <a:gd name="T6" fmla="*/ 65 w 92"/>
                  <a:gd name="T7" fmla="*/ 22 h 33"/>
                  <a:gd name="T8" fmla="*/ 76 w 92"/>
                  <a:gd name="T9" fmla="*/ 22 h 33"/>
                  <a:gd name="T10" fmla="*/ 81 w 92"/>
                  <a:gd name="T11" fmla="*/ 17 h 33"/>
                  <a:gd name="T12" fmla="*/ 87 w 92"/>
                  <a:gd name="T13" fmla="*/ 11 h 33"/>
                  <a:gd name="T14" fmla="*/ 92 w 92"/>
                  <a:gd name="T15" fmla="*/ 17 h 33"/>
                  <a:gd name="T16" fmla="*/ 76 w 92"/>
                  <a:gd name="T17" fmla="*/ 33 h 33"/>
                  <a:gd name="T18" fmla="*/ 32 w 92"/>
                  <a:gd name="T19" fmla="*/ 33 h 33"/>
                  <a:gd name="T20" fmla="*/ 32 w 92"/>
                  <a:gd name="T21" fmla="*/ 33 h 33"/>
                  <a:gd name="T22" fmla="*/ 0 w 92"/>
                  <a:gd name="T2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2" h="33">
                    <a:moveTo>
                      <a:pt x="0" y="0"/>
                    </a:moveTo>
                    <a:cubicBezTo>
                      <a:pt x="43" y="0"/>
                      <a:pt x="43" y="0"/>
                      <a:pt x="43" y="0"/>
                    </a:cubicBezTo>
                    <a:cubicBezTo>
                      <a:pt x="49" y="0"/>
                      <a:pt x="54" y="6"/>
                      <a:pt x="54" y="11"/>
                    </a:cubicBezTo>
                    <a:cubicBezTo>
                      <a:pt x="54" y="17"/>
                      <a:pt x="59" y="22"/>
                      <a:pt x="65" y="22"/>
                    </a:cubicBezTo>
                    <a:cubicBezTo>
                      <a:pt x="76" y="22"/>
                      <a:pt x="76" y="22"/>
                      <a:pt x="76" y="22"/>
                    </a:cubicBezTo>
                    <a:cubicBezTo>
                      <a:pt x="79" y="22"/>
                      <a:pt x="81" y="20"/>
                      <a:pt x="81" y="17"/>
                    </a:cubicBezTo>
                    <a:cubicBezTo>
                      <a:pt x="81" y="14"/>
                      <a:pt x="84" y="11"/>
                      <a:pt x="87" y="11"/>
                    </a:cubicBezTo>
                    <a:cubicBezTo>
                      <a:pt x="90" y="11"/>
                      <a:pt x="92" y="14"/>
                      <a:pt x="92" y="17"/>
                    </a:cubicBezTo>
                    <a:cubicBezTo>
                      <a:pt x="92" y="26"/>
                      <a:pt x="85" y="33"/>
                      <a:pt x="76" y="33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4221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6" name="Freeform 114"/>
              <p:cNvSpPr>
                <a:spLocks/>
              </p:cNvSpPr>
              <p:nvPr/>
            </p:nvSpPr>
            <p:spPr bwMode="auto">
              <a:xfrm>
                <a:off x="1631" y="673"/>
                <a:ext cx="142" cy="54"/>
              </a:xfrm>
              <a:custGeom>
                <a:avLst/>
                <a:gdLst>
                  <a:gd name="T0" fmla="*/ 58 w 60"/>
                  <a:gd name="T1" fmla="*/ 13 h 23"/>
                  <a:gd name="T2" fmla="*/ 58 w 60"/>
                  <a:gd name="T3" fmla="*/ 21 h 23"/>
                  <a:gd name="T4" fmla="*/ 50 w 60"/>
                  <a:gd name="T5" fmla="*/ 20 h 23"/>
                  <a:gd name="T6" fmla="*/ 30 w 60"/>
                  <a:gd name="T7" fmla="*/ 11 h 23"/>
                  <a:gd name="T8" fmla="*/ 10 w 60"/>
                  <a:gd name="T9" fmla="*/ 20 h 23"/>
                  <a:gd name="T10" fmla="*/ 2 w 60"/>
                  <a:gd name="T11" fmla="*/ 21 h 23"/>
                  <a:gd name="T12" fmla="*/ 2 w 60"/>
                  <a:gd name="T13" fmla="*/ 13 h 23"/>
                  <a:gd name="T14" fmla="*/ 30 w 60"/>
                  <a:gd name="T15" fmla="*/ 0 h 23"/>
                  <a:gd name="T16" fmla="*/ 58 w 60"/>
                  <a:gd name="T17" fmla="*/ 1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23">
                    <a:moveTo>
                      <a:pt x="58" y="13"/>
                    </a:moveTo>
                    <a:cubicBezTo>
                      <a:pt x="60" y="15"/>
                      <a:pt x="60" y="19"/>
                      <a:pt x="58" y="21"/>
                    </a:cubicBezTo>
                    <a:cubicBezTo>
                      <a:pt x="56" y="23"/>
                      <a:pt x="52" y="23"/>
                      <a:pt x="50" y="20"/>
                    </a:cubicBezTo>
                    <a:cubicBezTo>
                      <a:pt x="45" y="15"/>
                      <a:pt x="38" y="11"/>
                      <a:pt x="30" y="11"/>
                    </a:cubicBezTo>
                    <a:cubicBezTo>
                      <a:pt x="22" y="11"/>
                      <a:pt x="15" y="15"/>
                      <a:pt x="10" y="20"/>
                    </a:cubicBezTo>
                    <a:cubicBezTo>
                      <a:pt x="8" y="23"/>
                      <a:pt x="4" y="23"/>
                      <a:pt x="2" y="21"/>
                    </a:cubicBezTo>
                    <a:cubicBezTo>
                      <a:pt x="0" y="19"/>
                      <a:pt x="0" y="15"/>
                      <a:pt x="2" y="13"/>
                    </a:cubicBezTo>
                    <a:cubicBezTo>
                      <a:pt x="9" y="5"/>
                      <a:pt x="19" y="0"/>
                      <a:pt x="30" y="0"/>
                    </a:cubicBezTo>
                    <a:cubicBezTo>
                      <a:pt x="41" y="0"/>
                      <a:pt x="51" y="5"/>
                      <a:pt x="58" y="13"/>
                    </a:cubicBezTo>
                    <a:close/>
                  </a:path>
                </a:pathLst>
              </a:custGeom>
              <a:solidFill>
                <a:srgbClr val="4221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" name="Freeform 115"/>
              <p:cNvSpPr>
                <a:spLocks/>
              </p:cNvSpPr>
              <p:nvPr/>
            </p:nvSpPr>
            <p:spPr bwMode="auto">
              <a:xfrm>
                <a:off x="1889" y="673"/>
                <a:ext cx="142" cy="54"/>
              </a:xfrm>
              <a:custGeom>
                <a:avLst/>
                <a:gdLst>
                  <a:gd name="T0" fmla="*/ 58 w 60"/>
                  <a:gd name="T1" fmla="*/ 13 h 23"/>
                  <a:gd name="T2" fmla="*/ 58 w 60"/>
                  <a:gd name="T3" fmla="*/ 21 h 23"/>
                  <a:gd name="T4" fmla="*/ 50 w 60"/>
                  <a:gd name="T5" fmla="*/ 20 h 23"/>
                  <a:gd name="T6" fmla="*/ 30 w 60"/>
                  <a:gd name="T7" fmla="*/ 11 h 23"/>
                  <a:gd name="T8" fmla="*/ 10 w 60"/>
                  <a:gd name="T9" fmla="*/ 20 h 23"/>
                  <a:gd name="T10" fmla="*/ 2 w 60"/>
                  <a:gd name="T11" fmla="*/ 21 h 23"/>
                  <a:gd name="T12" fmla="*/ 2 w 60"/>
                  <a:gd name="T13" fmla="*/ 13 h 23"/>
                  <a:gd name="T14" fmla="*/ 30 w 60"/>
                  <a:gd name="T15" fmla="*/ 0 h 23"/>
                  <a:gd name="T16" fmla="*/ 58 w 60"/>
                  <a:gd name="T17" fmla="*/ 1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23">
                    <a:moveTo>
                      <a:pt x="58" y="13"/>
                    </a:moveTo>
                    <a:cubicBezTo>
                      <a:pt x="60" y="15"/>
                      <a:pt x="60" y="19"/>
                      <a:pt x="58" y="21"/>
                    </a:cubicBezTo>
                    <a:cubicBezTo>
                      <a:pt x="56" y="23"/>
                      <a:pt x="52" y="23"/>
                      <a:pt x="50" y="20"/>
                    </a:cubicBezTo>
                    <a:cubicBezTo>
                      <a:pt x="45" y="15"/>
                      <a:pt x="38" y="11"/>
                      <a:pt x="30" y="11"/>
                    </a:cubicBezTo>
                    <a:cubicBezTo>
                      <a:pt x="22" y="11"/>
                      <a:pt x="15" y="15"/>
                      <a:pt x="10" y="20"/>
                    </a:cubicBezTo>
                    <a:cubicBezTo>
                      <a:pt x="8" y="23"/>
                      <a:pt x="4" y="23"/>
                      <a:pt x="2" y="21"/>
                    </a:cubicBezTo>
                    <a:cubicBezTo>
                      <a:pt x="0" y="19"/>
                      <a:pt x="0" y="15"/>
                      <a:pt x="2" y="13"/>
                    </a:cubicBezTo>
                    <a:cubicBezTo>
                      <a:pt x="9" y="5"/>
                      <a:pt x="19" y="0"/>
                      <a:pt x="30" y="0"/>
                    </a:cubicBezTo>
                    <a:cubicBezTo>
                      <a:pt x="41" y="0"/>
                      <a:pt x="51" y="5"/>
                      <a:pt x="58" y="13"/>
                    </a:cubicBezTo>
                    <a:close/>
                  </a:path>
                </a:pathLst>
              </a:custGeom>
              <a:solidFill>
                <a:srgbClr val="4221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" name="Freeform 116"/>
              <p:cNvSpPr>
                <a:spLocks/>
              </p:cNvSpPr>
              <p:nvPr/>
            </p:nvSpPr>
            <p:spPr bwMode="auto">
              <a:xfrm>
                <a:off x="1780" y="815"/>
                <a:ext cx="102" cy="52"/>
              </a:xfrm>
              <a:custGeom>
                <a:avLst/>
                <a:gdLst>
                  <a:gd name="T0" fmla="*/ 11 w 43"/>
                  <a:gd name="T1" fmla="*/ 0 h 22"/>
                  <a:gd name="T2" fmla="*/ 0 w 43"/>
                  <a:gd name="T3" fmla="*/ 11 h 22"/>
                  <a:gd name="T4" fmla="*/ 11 w 43"/>
                  <a:gd name="T5" fmla="*/ 22 h 22"/>
                  <a:gd name="T6" fmla="*/ 21 w 43"/>
                  <a:gd name="T7" fmla="*/ 22 h 22"/>
                  <a:gd name="T8" fmla="*/ 43 w 43"/>
                  <a:gd name="T9" fmla="*/ 22 h 22"/>
                  <a:gd name="T10" fmla="*/ 21 w 43"/>
                  <a:gd name="T11" fmla="*/ 0 h 22"/>
                  <a:gd name="T12" fmla="*/ 11 w 43"/>
                  <a:gd name="T13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22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17"/>
                      <a:pt x="5" y="22"/>
                      <a:pt x="11" y="22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1" y="0"/>
                      <a:pt x="11" y="0"/>
                      <a:pt x="11" y="0"/>
                    </a:cubicBezTo>
                    <a:close/>
                  </a:path>
                </a:pathLst>
              </a:custGeom>
              <a:solidFill>
                <a:srgbClr val="E8B2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" name="Freeform 117"/>
              <p:cNvSpPr>
                <a:spLocks/>
              </p:cNvSpPr>
              <p:nvPr/>
            </p:nvSpPr>
            <p:spPr bwMode="auto">
              <a:xfrm>
                <a:off x="1766" y="751"/>
                <a:ext cx="78" cy="130"/>
              </a:xfrm>
              <a:custGeom>
                <a:avLst/>
                <a:gdLst>
                  <a:gd name="T0" fmla="*/ 22 w 33"/>
                  <a:gd name="T1" fmla="*/ 6 h 55"/>
                  <a:gd name="T2" fmla="*/ 27 w 33"/>
                  <a:gd name="T3" fmla="*/ 0 h 55"/>
                  <a:gd name="T4" fmla="*/ 33 w 33"/>
                  <a:gd name="T5" fmla="*/ 6 h 55"/>
                  <a:gd name="T6" fmla="*/ 33 w 33"/>
                  <a:gd name="T7" fmla="*/ 27 h 55"/>
                  <a:gd name="T8" fmla="*/ 27 w 33"/>
                  <a:gd name="T9" fmla="*/ 33 h 55"/>
                  <a:gd name="T10" fmla="*/ 17 w 33"/>
                  <a:gd name="T11" fmla="*/ 33 h 55"/>
                  <a:gd name="T12" fmla="*/ 11 w 33"/>
                  <a:gd name="T13" fmla="*/ 38 h 55"/>
                  <a:gd name="T14" fmla="*/ 17 w 33"/>
                  <a:gd name="T15" fmla="*/ 44 h 55"/>
                  <a:gd name="T16" fmla="*/ 27 w 33"/>
                  <a:gd name="T17" fmla="*/ 44 h 55"/>
                  <a:gd name="T18" fmla="*/ 33 w 33"/>
                  <a:gd name="T19" fmla="*/ 49 h 55"/>
                  <a:gd name="T20" fmla="*/ 27 w 33"/>
                  <a:gd name="T21" fmla="*/ 55 h 55"/>
                  <a:gd name="T22" fmla="*/ 17 w 33"/>
                  <a:gd name="T23" fmla="*/ 55 h 55"/>
                  <a:gd name="T24" fmla="*/ 0 w 33"/>
                  <a:gd name="T25" fmla="*/ 38 h 55"/>
                  <a:gd name="T26" fmla="*/ 17 w 33"/>
                  <a:gd name="T27" fmla="*/ 22 h 55"/>
                  <a:gd name="T28" fmla="*/ 22 w 33"/>
                  <a:gd name="T29" fmla="*/ 22 h 55"/>
                  <a:gd name="T30" fmla="*/ 22 w 33"/>
                  <a:gd name="T31" fmla="*/ 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3" h="55">
                    <a:moveTo>
                      <a:pt x="22" y="6"/>
                    </a:moveTo>
                    <a:cubicBezTo>
                      <a:pt x="22" y="3"/>
                      <a:pt x="24" y="0"/>
                      <a:pt x="27" y="0"/>
                    </a:cubicBezTo>
                    <a:cubicBezTo>
                      <a:pt x="30" y="0"/>
                      <a:pt x="33" y="3"/>
                      <a:pt x="33" y="6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33" y="30"/>
                      <a:pt x="30" y="33"/>
                      <a:pt x="2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4" y="33"/>
                      <a:pt x="11" y="35"/>
                      <a:pt x="11" y="38"/>
                    </a:cubicBezTo>
                    <a:cubicBezTo>
                      <a:pt x="11" y="41"/>
                      <a:pt x="14" y="44"/>
                      <a:pt x="1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30" y="44"/>
                      <a:pt x="33" y="46"/>
                      <a:pt x="33" y="49"/>
                    </a:cubicBezTo>
                    <a:cubicBezTo>
                      <a:pt x="33" y="52"/>
                      <a:pt x="30" y="55"/>
                      <a:pt x="27" y="55"/>
                    </a:cubicBezTo>
                    <a:cubicBezTo>
                      <a:pt x="17" y="55"/>
                      <a:pt x="17" y="55"/>
                      <a:pt x="17" y="55"/>
                    </a:cubicBezTo>
                    <a:cubicBezTo>
                      <a:pt x="8" y="55"/>
                      <a:pt x="0" y="47"/>
                      <a:pt x="0" y="38"/>
                    </a:cubicBezTo>
                    <a:cubicBezTo>
                      <a:pt x="0" y="29"/>
                      <a:pt x="8" y="22"/>
                      <a:pt x="17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6"/>
                      <a:pt x="22" y="6"/>
                      <a:pt x="22" y="6"/>
                    </a:cubicBezTo>
                    <a:close/>
                  </a:path>
                </a:pathLst>
              </a:custGeom>
              <a:solidFill>
                <a:srgbClr val="A878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" name="Freeform 118"/>
              <p:cNvSpPr>
                <a:spLocks/>
              </p:cNvSpPr>
              <p:nvPr/>
            </p:nvSpPr>
            <p:spPr bwMode="auto">
              <a:xfrm>
                <a:off x="1624" y="351"/>
                <a:ext cx="258" cy="286"/>
              </a:xfrm>
              <a:custGeom>
                <a:avLst/>
                <a:gdLst>
                  <a:gd name="T0" fmla="*/ 87 w 109"/>
                  <a:gd name="T1" fmla="*/ 0 h 121"/>
                  <a:gd name="T2" fmla="*/ 0 w 109"/>
                  <a:gd name="T3" fmla="*/ 87 h 121"/>
                  <a:gd name="T4" fmla="*/ 0 w 109"/>
                  <a:gd name="T5" fmla="*/ 121 h 121"/>
                  <a:gd name="T6" fmla="*/ 87 w 109"/>
                  <a:gd name="T7" fmla="*/ 109 h 121"/>
                  <a:gd name="T8" fmla="*/ 109 w 109"/>
                  <a:gd name="T9" fmla="*/ 66 h 121"/>
                  <a:gd name="T10" fmla="*/ 87 w 109"/>
                  <a:gd name="T11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9" h="121">
                    <a:moveTo>
                      <a:pt x="87" y="0"/>
                    </a:moveTo>
                    <a:cubicBezTo>
                      <a:pt x="39" y="0"/>
                      <a:pt x="0" y="39"/>
                      <a:pt x="0" y="87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28" y="113"/>
                      <a:pt x="57" y="109"/>
                      <a:pt x="87" y="109"/>
                    </a:cubicBezTo>
                    <a:cubicBezTo>
                      <a:pt x="109" y="66"/>
                      <a:pt x="109" y="66"/>
                      <a:pt x="109" y="66"/>
                    </a:cubicBezTo>
                    <a:cubicBezTo>
                      <a:pt x="87" y="0"/>
                      <a:pt x="87" y="0"/>
                      <a:pt x="87" y="0"/>
                    </a:cubicBezTo>
                    <a:close/>
                  </a:path>
                </a:pathLst>
              </a:custGeom>
              <a:solidFill>
                <a:srgbClr val="CC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" name="Freeform 119"/>
              <p:cNvSpPr>
                <a:spLocks/>
              </p:cNvSpPr>
              <p:nvPr/>
            </p:nvSpPr>
            <p:spPr bwMode="auto">
              <a:xfrm>
                <a:off x="1830" y="351"/>
                <a:ext cx="208" cy="286"/>
              </a:xfrm>
              <a:custGeom>
                <a:avLst/>
                <a:gdLst>
                  <a:gd name="T0" fmla="*/ 0 w 88"/>
                  <a:gd name="T1" fmla="*/ 0 h 121"/>
                  <a:gd name="T2" fmla="*/ 0 w 88"/>
                  <a:gd name="T3" fmla="*/ 0 h 121"/>
                  <a:gd name="T4" fmla="*/ 0 w 88"/>
                  <a:gd name="T5" fmla="*/ 109 h 121"/>
                  <a:gd name="T6" fmla="*/ 88 w 88"/>
                  <a:gd name="T7" fmla="*/ 121 h 121"/>
                  <a:gd name="T8" fmla="*/ 88 w 88"/>
                  <a:gd name="T9" fmla="*/ 87 h 121"/>
                  <a:gd name="T10" fmla="*/ 0 w 88"/>
                  <a:gd name="T11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" h="12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31" y="109"/>
                      <a:pt x="60" y="113"/>
                      <a:pt x="88" y="121"/>
                    </a:cubicBezTo>
                    <a:cubicBezTo>
                      <a:pt x="88" y="87"/>
                      <a:pt x="88" y="87"/>
                      <a:pt x="88" y="87"/>
                    </a:cubicBezTo>
                    <a:cubicBezTo>
                      <a:pt x="88" y="39"/>
                      <a:pt x="48" y="0"/>
                      <a:pt x="0" y="0"/>
                    </a:cubicBezTo>
                    <a:close/>
                  </a:path>
                </a:pathLst>
              </a:custGeom>
              <a:solidFill>
                <a:srgbClr val="99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" name="Freeform 120"/>
              <p:cNvSpPr>
                <a:spLocks/>
              </p:cNvSpPr>
              <p:nvPr/>
            </p:nvSpPr>
            <p:spPr bwMode="auto">
              <a:xfrm>
                <a:off x="1818" y="597"/>
                <a:ext cx="286" cy="71"/>
              </a:xfrm>
              <a:custGeom>
                <a:avLst/>
                <a:gdLst>
                  <a:gd name="T0" fmla="*/ 5 w 121"/>
                  <a:gd name="T1" fmla="*/ 0 h 30"/>
                  <a:gd name="T2" fmla="*/ 62 w 121"/>
                  <a:gd name="T3" fmla="*/ 4 h 30"/>
                  <a:gd name="T4" fmla="*/ 116 w 121"/>
                  <a:gd name="T5" fmla="*/ 19 h 30"/>
                  <a:gd name="T6" fmla="*/ 120 w 121"/>
                  <a:gd name="T7" fmla="*/ 26 h 30"/>
                  <a:gd name="T8" fmla="*/ 113 w 121"/>
                  <a:gd name="T9" fmla="*/ 29 h 30"/>
                  <a:gd name="T10" fmla="*/ 60 w 121"/>
                  <a:gd name="T11" fmla="*/ 15 h 30"/>
                  <a:gd name="T12" fmla="*/ 5 w 121"/>
                  <a:gd name="T13" fmla="*/ 11 h 30"/>
                  <a:gd name="T14" fmla="*/ 0 w 121"/>
                  <a:gd name="T15" fmla="*/ 5 h 30"/>
                  <a:gd name="T16" fmla="*/ 5 w 121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1" h="30">
                    <a:moveTo>
                      <a:pt x="5" y="0"/>
                    </a:moveTo>
                    <a:cubicBezTo>
                      <a:pt x="25" y="0"/>
                      <a:pt x="43" y="1"/>
                      <a:pt x="62" y="4"/>
                    </a:cubicBezTo>
                    <a:cubicBezTo>
                      <a:pt x="81" y="8"/>
                      <a:pt x="99" y="12"/>
                      <a:pt x="116" y="19"/>
                    </a:cubicBezTo>
                    <a:cubicBezTo>
                      <a:pt x="119" y="20"/>
                      <a:pt x="121" y="23"/>
                      <a:pt x="120" y="26"/>
                    </a:cubicBezTo>
                    <a:cubicBezTo>
                      <a:pt x="119" y="28"/>
                      <a:pt x="116" y="30"/>
                      <a:pt x="113" y="29"/>
                    </a:cubicBezTo>
                    <a:cubicBezTo>
                      <a:pt x="96" y="23"/>
                      <a:pt x="78" y="18"/>
                      <a:pt x="60" y="15"/>
                    </a:cubicBezTo>
                    <a:cubicBezTo>
                      <a:pt x="42" y="12"/>
                      <a:pt x="24" y="11"/>
                      <a:pt x="5" y="1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5" y="0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7788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" name="Freeform 121"/>
              <p:cNvSpPr>
                <a:spLocks/>
              </p:cNvSpPr>
              <p:nvPr/>
            </p:nvSpPr>
            <p:spPr bwMode="auto">
              <a:xfrm>
                <a:off x="1558" y="597"/>
                <a:ext cx="272" cy="71"/>
              </a:xfrm>
              <a:custGeom>
                <a:avLst/>
                <a:gdLst>
                  <a:gd name="T0" fmla="*/ 8 w 115"/>
                  <a:gd name="T1" fmla="*/ 29 h 30"/>
                  <a:gd name="T2" fmla="*/ 1 w 115"/>
                  <a:gd name="T3" fmla="*/ 26 h 30"/>
                  <a:gd name="T4" fmla="*/ 5 w 115"/>
                  <a:gd name="T5" fmla="*/ 19 h 30"/>
                  <a:gd name="T6" fmla="*/ 59 w 115"/>
                  <a:gd name="T7" fmla="*/ 4 h 30"/>
                  <a:gd name="T8" fmla="*/ 115 w 115"/>
                  <a:gd name="T9" fmla="*/ 0 h 30"/>
                  <a:gd name="T10" fmla="*/ 115 w 115"/>
                  <a:gd name="T11" fmla="*/ 11 h 30"/>
                  <a:gd name="T12" fmla="*/ 61 w 115"/>
                  <a:gd name="T13" fmla="*/ 15 h 30"/>
                  <a:gd name="T14" fmla="*/ 8 w 115"/>
                  <a:gd name="T15" fmla="*/ 29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5" h="30">
                    <a:moveTo>
                      <a:pt x="8" y="29"/>
                    </a:moveTo>
                    <a:cubicBezTo>
                      <a:pt x="5" y="30"/>
                      <a:pt x="2" y="28"/>
                      <a:pt x="1" y="26"/>
                    </a:cubicBezTo>
                    <a:cubicBezTo>
                      <a:pt x="0" y="23"/>
                      <a:pt x="2" y="20"/>
                      <a:pt x="5" y="19"/>
                    </a:cubicBezTo>
                    <a:cubicBezTo>
                      <a:pt x="22" y="12"/>
                      <a:pt x="40" y="8"/>
                      <a:pt x="59" y="4"/>
                    </a:cubicBezTo>
                    <a:cubicBezTo>
                      <a:pt x="77" y="1"/>
                      <a:pt x="96" y="0"/>
                      <a:pt x="115" y="0"/>
                    </a:cubicBezTo>
                    <a:cubicBezTo>
                      <a:pt x="115" y="11"/>
                      <a:pt x="115" y="11"/>
                      <a:pt x="115" y="11"/>
                    </a:cubicBezTo>
                    <a:cubicBezTo>
                      <a:pt x="97" y="11"/>
                      <a:pt x="79" y="12"/>
                      <a:pt x="61" y="15"/>
                    </a:cubicBezTo>
                    <a:cubicBezTo>
                      <a:pt x="43" y="18"/>
                      <a:pt x="25" y="23"/>
                      <a:pt x="8" y="29"/>
                    </a:cubicBezTo>
                    <a:close/>
                  </a:path>
                </a:pathLst>
              </a:custGeom>
              <a:solidFill>
                <a:srgbClr val="A0B3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4" name="Freeform 122"/>
              <p:cNvSpPr>
                <a:spLocks/>
              </p:cNvSpPr>
              <p:nvPr/>
            </p:nvSpPr>
            <p:spPr bwMode="auto">
              <a:xfrm>
                <a:off x="1160" y="1487"/>
                <a:ext cx="1341" cy="1342"/>
              </a:xfrm>
              <a:custGeom>
                <a:avLst/>
                <a:gdLst>
                  <a:gd name="T0" fmla="*/ 1341 w 1341"/>
                  <a:gd name="T1" fmla="*/ 0 h 1342"/>
                  <a:gd name="T2" fmla="*/ 1341 w 1341"/>
                  <a:gd name="T3" fmla="*/ 1342 h 1342"/>
                  <a:gd name="T4" fmla="*/ 0 w 1341"/>
                  <a:gd name="T5" fmla="*/ 1342 h 1342"/>
                  <a:gd name="T6" fmla="*/ 0 w 1341"/>
                  <a:gd name="T7" fmla="*/ 0 h 1342"/>
                  <a:gd name="T8" fmla="*/ 1341 w 1341"/>
                  <a:gd name="T9" fmla="*/ 0 h 1342"/>
                  <a:gd name="T10" fmla="*/ 1341 w 1341"/>
                  <a:gd name="T11" fmla="*/ 0 h 1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41" h="1342">
                    <a:moveTo>
                      <a:pt x="1341" y="0"/>
                    </a:moveTo>
                    <a:lnTo>
                      <a:pt x="1341" y="1342"/>
                    </a:lnTo>
                    <a:lnTo>
                      <a:pt x="0" y="1342"/>
                    </a:lnTo>
                    <a:lnTo>
                      <a:pt x="0" y="0"/>
                    </a:lnTo>
                    <a:lnTo>
                      <a:pt x="1341" y="0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5" name="Freeform 123"/>
              <p:cNvSpPr>
                <a:spLocks/>
              </p:cNvSpPr>
              <p:nvPr/>
            </p:nvSpPr>
            <p:spPr bwMode="auto">
              <a:xfrm>
                <a:off x="2085" y="1747"/>
                <a:ext cx="416" cy="1082"/>
              </a:xfrm>
              <a:custGeom>
                <a:avLst/>
                <a:gdLst>
                  <a:gd name="T0" fmla="*/ 416 w 416"/>
                  <a:gd name="T1" fmla="*/ 1082 h 1082"/>
                  <a:gd name="T2" fmla="*/ 0 w 416"/>
                  <a:gd name="T3" fmla="*/ 1082 h 1082"/>
                  <a:gd name="T4" fmla="*/ 0 w 416"/>
                  <a:gd name="T5" fmla="*/ 0 h 1082"/>
                  <a:gd name="T6" fmla="*/ 416 w 416"/>
                  <a:gd name="T7" fmla="*/ 417 h 1082"/>
                  <a:gd name="T8" fmla="*/ 416 w 416"/>
                  <a:gd name="T9" fmla="*/ 1082 h 1082"/>
                  <a:gd name="T10" fmla="*/ 416 w 416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6" h="1082">
                    <a:moveTo>
                      <a:pt x="416" y="1082"/>
                    </a:moveTo>
                    <a:lnTo>
                      <a:pt x="0" y="1082"/>
                    </a:lnTo>
                    <a:lnTo>
                      <a:pt x="0" y="0"/>
                    </a:lnTo>
                    <a:lnTo>
                      <a:pt x="416" y="417"/>
                    </a:lnTo>
                    <a:lnTo>
                      <a:pt x="416" y="1082"/>
                    </a:lnTo>
                    <a:lnTo>
                      <a:pt x="416" y="1082"/>
                    </a:lnTo>
                    <a:close/>
                  </a:path>
                </a:pathLst>
              </a:custGeom>
              <a:solidFill>
                <a:srgbClr val="BA9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6" name="Freeform 124"/>
              <p:cNvSpPr>
                <a:spLocks/>
              </p:cNvSpPr>
              <p:nvPr/>
            </p:nvSpPr>
            <p:spPr bwMode="auto">
              <a:xfrm>
                <a:off x="1579" y="2003"/>
                <a:ext cx="509" cy="774"/>
              </a:xfrm>
              <a:custGeom>
                <a:avLst/>
                <a:gdLst>
                  <a:gd name="T0" fmla="*/ 509 w 509"/>
                  <a:gd name="T1" fmla="*/ 0 h 774"/>
                  <a:gd name="T2" fmla="*/ 0 w 509"/>
                  <a:gd name="T3" fmla="*/ 0 h 774"/>
                  <a:gd name="T4" fmla="*/ 0 w 509"/>
                  <a:gd name="T5" fmla="*/ 774 h 774"/>
                  <a:gd name="T6" fmla="*/ 509 w 509"/>
                  <a:gd name="T7" fmla="*/ 774 h 774"/>
                  <a:gd name="T8" fmla="*/ 509 w 509"/>
                  <a:gd name="T9" fmla="*/ 0 h 774"/>
                  <a:gd name="T10" fmla="*/ 509 w 509"/>
                  <a:gd name="T11" fmla="*/ 0 h 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9" h="774">
                    <a:moveTo>
                      <a:pt x="509" y="0"/>
                    </a:moveTo>
                    <a:lnTo>
                      <a:pt x="0" y="0"/>
                    </a:lnTo>
                    <a:lnTo>
                      <a:pt x="0" y="774"/>
                    </a:lnTo>
                    <a:lnTo>
                      <a:pt x="509" y="774"/>
                    </a:lnTo>
                    <a:lnTo>
                      <a:pt x="509" y="0"/>
                    </a:lnTo>
                    <a:lnTo>
                      <a:pt x="509" y="0"/>
                    </a:lnTo>
                    <a:close/>
                  </a:path>
                </a:pathLst>
              </a:custGeom>
              <a:solidFill>
                <a:srgbClr val="3678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7" name="Oval 125"/>
              <p:cNvSpPr>
                <a:spLocks noChangeArrowheads="1"/>
              </p:cNvSpPr>
              <p:nvPr/>
            </p:nvSpPr>
            <p:spPr bwMode="auto">
              <a:xfrm>
                <a:off x="1470" y="1641"/>
                <a:ext cx="722" cy="724"/>
              </a:xfrm>
              <a:prstGeom prst="ellipse">
                <a:avLst/>
              </a:prstGeom>
              <a:solidFill>
                <a:srgbClr val="5BA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8" name="Freeform 126"/>
              <p:cNvSpPr>
                <a:spLocks/>
              </p:cNvSpPr>
              <p:nvPr/>
            </p:nvSpPr>
            <p:spPr bwMode="auto">
              <a:xfrm>
                <a:off x="1418" y="2365"/>
                <a:ext cx="826" cy="464"/>
              </a:xfrm>
              <a:custGeom>
                <a:avLst/>
                <a:gdLst>
                  <a:gd name="T0" fmla="*/ 349 w 349"/>
                  <a:gd name="T1" fmla="*/ 189 h 196"/>
                  <a:gd name="T2" fmla="*/ 338 w 349"/>
                  <a:gd name="T3" fmla="*/ 196 h 196"/>
                  <a:gd name="T4" fmla="*/ 11 w 349"/>
                  <a:gd name="T5" fmla="*/ 196 h 196"/>
                  <a:gd name="T6" fmla="*/ 0 w 349"/>
                  <a:gd name="T7" fmla="*/ 189 h 196"/>
                  <a:gd name="T8" fmla="*/ 0 w 349"/>
                  <a:gd name="T9" fmla="*/ 141 h 196"/>
                  <a:gd name="T10" fmla="*/ 22 w 349"/>
                  <a:gd name="T11" fmla="*/ 109 h 196"/>
                  <a:gd name="T12" fmla="*/ 120 w 349"/>
                  <a:gd name="T13" fmla="*/ 60 h 196"/>
                  <a:gd name="T14" fmla="*/ 120 w 349"/>
                  <a:gd name="T15" fmla="*/ 0 h 196"/>
                  <a:gd name="T16" fmla="*/ 120 w 349"/>
                  <a:gd name="T17" fmla="*/ 0 h 196"/>
                  <a:gd name="T18" fmla="*/ 229 w 349"/>
                  <a:gd name="T19" fmla="*/ 0 h 196"/>
                  <a:gd name="T20" fmla="*/ 229 w 349"/>
                  <a:gd name="T21" fmla="*/ 0 h 196"/>
                  <a:gd name="T22" fmla="*/ 229 w 349"/>
                  <a:gd name="T23" fmla="*/ 60 h 196"/>
                  <a:gd name="T24" fmla="*/ 327 w 349"/>
                  <a:gd name="T25" fmla="*/ 109 h 196"/>
                  <a:gd name="T26" fmla="*/ 349 w 349"/>
                  <a:gd name="T27" fmla="*/ 141 h 196"/>
                  <a:gd name="T28" fmla="*/ 349 w 349"/>
                  <a:gd name="T29" fmla="*/ 189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49" h="196">
                    <a:moveTo>
                      <a:pt x="349" y="189"/>
                    </a:moveTo>
                    <a:cubicBezTo>
                      <a:pt x="345" y="191"/>
                      <a:pt x="341" y="194"/>
                      <a:pt x="338" y="196"/>
                    </a:cubicBezTo>
                    <a:cubicBezTo>
                      <a:pt x="11" y="196"/>
                      <a:pt x="11" y="196"/>
                      <a:pt x="11" y="196"/>
                    </a:cubicBezTo>
                    <a:cubicBezTo>
                      <a:pt x="7" y="194"/>
                      <a:pt x="4" y="191"/>
                      <a:pt x="0" y="189"/>
                    </a:cubicBezTo>
                    <a:cubicBezTo>
                      <a:pt x="0" y="141"/>
                      <a:pt x="0" y="141"/>
                      <a:pt x="0" y="141"/>
                    </a:cubicBezTo>
                    <a:cubicBezTo>
                      <a:pt x="0" y="119"/>
                      <a:pt x="11" y="114"/>
                      <a:pt x="22" y="109"/>
                    </a:cubicBezTo>
                    <a:cubicBezTo>
                      <a:pt x="120" y="60"/>
                      <a:pt x="120" y="60"/>
                      <a:pt x="120" y="6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229" y="0"/>
                      <a:pt x="229" y="0"/>
                      <a:pt x="229" y="0"/>
                    </a:cubicBezTo>
                    <a:cubicBezTo>
                      <a:pt x="229" y="0"/>
                      <a:pt x="229" y="0"/>
                      <a:pt x="229" y="0"/>
                    </a:cubicBezTo>
                    <a:cubicBezTo>
                      <a:pt x="229" y="60"/>
                      <a:pt x="229" y="60"/>
                      <a:pt x="229" y="60"/>
                    </a:cubicBezTo>
                    <a:cubicBezTo>
                      <a:pt x="327" y="109"/>
                      <a:pt x="327" y="109"/>
                      <a:pt x="327" y="109"/>
                    </a:cubicBezTo>
                    <a:cubicBezTo>
                      <a:pt x="338" y="114"/>
                      <a:pt x="349" y="119"/>
                      <a:pt x="349" y="141"/>
                    </a:cubicBezTo>
                    <a:cubicBezTo>
                      <a:pt x="349" y="189"/>
                      <a:pt x="349" y="189"/>
                      <a:pt x="349" y="189"/>
                    </a:cubicBezTo>
                    <a:close/>
                  </a:path>
                </a:pathLst>
              </a:custGeom>
              <a:solidFill>
                <a:srgbClr val="FFD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9" name="Freeform 127"/>
              <p:cNvSpPr>
                <a:spLocks/>
              </p:cNvSpPr>
              <p:nvPr/>
            </p:nvSpPr>
            <p:spPr bwMode="auto">
              <a:xfrm>
                <a:off x="1702" y="2365"/>
                <a:ext cx="542" cy="464"/>
              </a:xfrm>
              <a:custGeom>
                <a:avLst/>
                <a:gdLst>
                  <a:gd name="T0" fmla="*/ 229 w 229"/>
                  <a:gd name="T1" fmla="*/ 189 h 196"/>
                  <a:gd name="T2" fmla="*/ 218 w 229"/>
                  <a:gd name="T3" fmla="*/ 196 h 196"/>
                  <a:gd name="T4" fmla="*/ 156 w 229"/>
                  <a:gd name="T5" fmla="*/ 196 h 196"/>
                  <a:gd name="T6" fmla="*/ 0 w 229"/>
                  <a:gd name="T7" fmla="*/ 39 h 196"/>
                  <a:gd name="T8" fmla="*/ 0 w 229"/>
                  <a:gd name="T9" fmla="*/ 0 h 196"/>
                  <a:gd name="T10" fmla="*/ 109 w 229"/>
                  <a:gd name="T11" fmla="*/ 0 h 196"/>
                  <a:gd name="T12" fmla="*/ 109 w 229"/>
                  <a:gd name="T13" fmla="*/ 0 h 196"/>
                  <a:gd name="T14" fmla="*/ 109 w 229"/>
                  <a:gd name="T15" fmla="*/ 60 h 196"/>
                  <a:gd name="T16" fmla="*/ 207 w 229"/>
                  <a:gd name="T17" fmla="*/ 109 h 196"/>
                  <a:gd name="T18" fmla="*/ 229 w 229"/>
                  <a:gd name="T19" fmla="*/ 141 h 196"/>
                  <a:gd name="T20" fmla="*/ 229 w 229"/>
                  <a:gd name="T21" fmla="*/ 189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9" h="196">
                    <a:moveTo>
                      <a:pt x="229" y="189"/>
                    </a:moveTo>
                    <a:cubicBezTo>
                      <a:pt x="225" y="191"/>
                      <a:pt x="221" y="194"/>
                      <a:pt x="218" y="196"/>
                    </a:cubicBezTo>
                    <a:cubicBezTo>
                      <a:pt x="156" y="196"/>
                      <a:pt x="156" y="196"/>
                      <a:pt x="156" y="196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9" y="60"/>
                      <a:pt x="109" y="60"/>
                      <a:pt x="109" y="60"/>
                    </a:cubicBezTo>
                    <a:cubicBezTo>
                      <a:pt x="207" y="109"/>
                      <a:pt x="207" y="109"/>
                      <a:pt x="207" y="109"/>
                    </a:cubicBezTo>
                    <a:cubicBezTo>
                      <a:pt x="218" y="114"/>
                      <a:pt x="229" y="119"/>
                      <a:pt x="229" y="141"/>
                    </a:cubicBezTo>
                    <a:cubicBezTo>
                      <a:pt x="229" y="189"/>
                      <a:pt x="229" y="189"/>
                      <a:pt x="229" y="189"/>
                    </a:cubicBezTo>
                    <a:close/>
                  </a:path>
                </a:pathLst>
              </a:custGeom>
              <a:solidFill>
                <a:srgbClr val="F7C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0" name="Freeform 128"/>
              <p:cNvSpPr>
                <a:spLocks/>
              </p:cNvSpPr>
              <p:nvPr/>
            </p:nvSpPr>
            <p:spPr bwMode="auto">
              <a:xfrm>
                <a:off x="1418" y="2507"/>
                <a:ext cx="826" cy="322"/>
              </a:xfrm>
              <a:custGeom>
                <a:avLst/>
                <a:gdLst>
                  <a:gd name="T0" fmla="*/ 349 w 349"/>
                  <a:gd name="T1" fmla="*/ 136 h 136"/>
                  <a:gd name="T2" fmla="*/ 0 w 349"/>
                  <a:gd name="T3" fmla="*/ 136 h 136"/>
                  <a:gd name="T4" fmla="*/ 0 w 349"/>
                  <a:gd name="T5" fmla="*/ 81 h 136"/>
                  <a:gd name="T6" fmla="*/ 22 w 349"/>
                  <a:gd name="T7" fmla="*/ 49 h 136"/>
                  <a:gd name="T8" fmla="*/ 120 w 349"/>
                  <a:gd name="T9" fmla="*/ 0 h 136"/>
                  <a:gd name="T10" fmla="*/ 174 w 349"/>
                  <a:gd name="T11" fmla="*/ 54 h 136"/>
                  <a:gd name="T12" fmla="*/ 229 w 349"/>
                  <a:gd name="T13" fmla="*/ 0 h 136"/>
                  <a:gd name="T14" fmla="*/ 327 w 349"/>
                  <a:gd name="T15" fmla="*/ 49 h 136"/>
                  <a:gd name="T16" fmla="*/ 349 w 349"/>
                  <a:gd name="T17" fmla="*/ 81 h 136"/>
                  <a:gd name="T18" fmla="*/ 349 w 349"/>
                  <a:gd name="T19" fmla="*/ 136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9" h="136">
                    <a:moveTo>
                      <a:pt x="349" y="136"/>
                    </a:moveTo>
                    <a:cubicBezTo>
                      <a:pt x="0" y="136"/>
                      <a:pt x="0" y="136"/>
                      <a:pt x="0" y="136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59"/>
                      <a:pt x="11" y="54"/>
                      <a:pt x="22" y="49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0" y="30"/>
                      <a:pt x="144" y="54"/>
                      <a:pt x="174" y="54"/>
                    </a:cubicBezTo>
                    <a:cubicBezTo>
                      <a:pt x="205" y="54"/>
                      <a:pt x="229" y="30"/>
                      <a:pt x="229" y="0"/>
                    </a:cubicBezTo>
                    <a:cubicBezTo>
                      <a:pt x="327" y="49"/>
                      <a:pt x="327" y="49"/>
                      <a:pt x="327" y="49"/>
                    </a:cubicBezTo>
                    <a:cubicBezTo>
                      <a:pt x="338" y="54"/>
                      <a:pt x="349" y="59"/>
                      <a:pt x="349" y="81"/>
                    </a:cubicBezTo>
                    <a:cubicBezTo>
                      <a:pt x="349" y="136"/>
                      <a:pt x="349" y="136"/>
                      <a:pt x="349" y="136"/>
                    </a:cubicBezTo>
                    <a:close/>
                  </a:path>
                </a:pathLst>
              </a:custGeom>
              <a:solidFill>
                <a:srgbClr val="A3C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1" name="Freeform 129"/>
              <p:cNvSpPr>
                <a:spLocks/>
              </p:cNvSpPr>
              <p:nvPr/>
            </p:nvSpPr>
            <p:spPr bwMode="auto">
              <a:xfrm>
                <a:off x="1879" y="2557"/>
                <a:ext cx="365" cy="272"/>
              </a:xfrm>
              <a:custGeom>
                <a:avLst/>
                <a:gdLst>
                  <a:gd name="T0" fmla="*/ 154 w 154"/>
                  <a:gd name="T1" fmla="*/ 115 h 115"/>
                  <a:gd name="T2" fmla="*/ 39 w 154"/>
                  <a:gd name="T3" fmla="*/ 115 h 115"/>
                  <a:gd name="T4" fmla="*/ 0 w 154"/>
                  <a:gd name="T5" fmla="*/ 76 h 115"/>
                  <a:gd name="T6" fmla="*/ 76 w 154"/>
                  <a:gd name="T7" fmla="*/ 0 h 115"/>
                  <a:gd name="T8" fmla="*/ 132 w 154"/>
                  <a:gd name="T9" fmla="*/ 28 h 115"/>
                  <a:gd name="T10" fmla="*/ 154 w 154"/>
                  <a:gd name="T11" fmla="*/ 60 h 115"/>
                  <a:gd name="T12" fmla="*/ 154 w 154"/>
                  <a:gd name="T13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4" h="115">
                    <a:moveTo>
                      <a:pt x="154" y="115"/>
                    </a:moveTo>
                    <a:cubicBezTo>
                      <a:pt x="39" y="115"/>
                      <a:pt x="39" y="115"/>
                      <a:pt x="39" y="115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43" y="33"/>
                      <a:pt x="154" y="38"/>
                      <a:pt x="154" y="60"/>
                    </a:cubicBezTo>
                    <a:cubicBezTo>
                      <a:pt x="154" y="115"/>
                      <a:pt x="154" y="115"/>
                      <a:pt x="154" y="115"/>
                    </a:cubicBezTo>
                    <a:close/>
                  </a:path>
                </a:pathLst>
              </a:custGeom>
              <a:solidFill>
                <a:srgbClr val="799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2" name="Freeform 130"/>
              <p:cNvSpPr>
                <a:spLocks/>
              </p:cNvSpPr>
              <p:nvPr/>
            </p:nvSpPr>
            <p:spPr bwMode="auto">
              <a:xfrm>
                <a:off x="1522" y="2507"/>
                <a:ext cx="308" cy="270"/>
              </a:xfrm>
              <a:custGeom>
                <a:avLst/>
                <a:gdLst>
                  <a:gd name="T0" fmla="*/ 1 w 130"/>
                  <a:gd name="T1" fmla="*/ 37 h 114"/>
                  <a:gd name="T2" fmla="*/ 76 w 130"/>
                  <a:gd name="T3" fmla="*/ 0 h 114"/>
                  <a:gd name="T4" fmla="*/ 130 w 130"/>
                  <a:gd name="T5" fmla="*/ 54 h 114"/>
                  <a:gd name="T6" fmla="*/ 65 w 130"/>
                  <a:gd name="T7" fmla="*/ 114 h 114"/>
                  <a:gd name="T8" fmla="*/ 0 w 130"/>
                  <a:gd name="T9" fmla="*/ 49 h 114"/>
                  <a:gd name="T10" fmla="*/ 1 w 130"/>
                  <a:gd name="T11" fmla="*/ 37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14">
                    <a:moveTo>
                      <a:pt x="1" y="37"/>
                    </a:moveTo>
                    <a:cubicBezTo>
                      <a:pt x="76" y="0"/>
                      <a:pt x="76" y="0"/>
                      <a:pt x="76" y="0"/>
                    </a:cubicBezTo>
                    <a:cubicBezTo>
                      <a:pt x="76" y="30"/>
                      <a:pt x="100" y="54"/>
                      <a:pt x="130" y="54"/>
                    </a:cubicBezTo>
                    <a:cubicBezTo>
                      <a:pt x="127" y="88"/>
                      <a:pt x="99" y="114"/>
                      <a:pt x="65" y="114"/>
                    </a:cubicBezTo>
                    <a:cubicBezTo>
                      <a:pt x="29" y="114"/>
                      <a:pt x="0" y="85"/>
                      <a:pt x="0" y="49"/>
                    </a:cubicBezTo>
                    <a:cubicBezTo>
                      <a:pt x="0" y="45"/>
                      <a:pt x="0" y="41"/>
                      <a:pt x="1" y="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3" name="Freeform 131"/>
              <p:cNvSpPr>
                <a:spLocks/>
              </p:cNvSpPr>
              <p:nvPr/>
            </p:nvSpPr>
            <p:spPr bwMode="auto">
              <a:xfrm>
                <a:off x="1572" y="1877"/>
                <a:ext cx="516" cy="616"/>
              </a:xfrm>
              <a:custGeom>
                <a:avLst/>
                <a:gdLst>
                  <a:gd name="T0" fmla="*/ 218 w 218"/>
                  <a:gd name="T1" fmla="*/ 151 h 260"/>
                  <a:gd name="T2" fmla="*/ 109 w 218"/>
                  <a:gd name="T3" fmla="*/ 260 h 260"/>
                  <a:gd name="T4" fmla="*/ 0 w 218"/>
                  <a:gd name="T5" fmla="*/ 151 h 260"/>
                  <a:gd name="T6" fmla="*/ 0 w 218"/>
                  <a:gd name="T7" fmla="*/ 53 h 260"/>
                  <a:gd name="T8" fmla="*/ 1 w 218"/>
                  <a:gd name="T9" fmla="*/ 47 h 260"/>
                  <a:gd name="T10" fmla="*/ 1 w 218"/>
                  <a:gd name="T11" fmla="*/ 47 h 260"/>
                  <a:gd name="T12" fmla="*/ 55 w 218"/>
                  <a:gd name="T13" fmla="*/ 0 h 260"/>
                  <a:gd name="T14" fmla="*/ 197 w 218"/>
                  <a:gd name="T15" fmla="*/ 53 h 260"/>
                  <a:gd name="T16" fmla="*/ 218 w 218"/>
                  <a:gd name="T17" fmla="*/ 52 h 260"/>
                  <a:gd name="T18" fmla="*/ 218 w 218"/>
                  <a:gd name="T19" fmla="*/ 52 h 260"/>
                  <a:gd name="T20" fmla="*/ 218 w 218"/>
                  <a:gd name="T21" fmla="*/ 53 h 260"/>
                  <a:gd name="T22" fmla="*/ 218 w 218"/>
                  <a:gd name="T23" fmla="*/ 151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8" h="260">
                    <a:moveTo>
                      <a:pt x="218" y="151"/>
                    </a:moveTo>
                    <a:cubicBezTo>
                      <a:pt x="218" y="211"/>
                      <a:pt x="169" y="260"/>
                      <a:pt x="109" y="260"/>
                    </a:cubicBezTo>
                    <a:cubicBezTo>
                      <a:pt x="50" y="260"/>
                      <a:pt x="0" y="211"/>
                      <a:pt x="0" y="151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1"/>
                      <a:pt x="0" y="49"/>
                      <a:pt x="1" y="47"/>
                    </a:cubicBezTo>
                    <a:cubicBezTo>
                      <a:pt x="1" y="47"/>
                      <a:pt x="1" y="47"/>
                      <a:pt x="1" y="47"/>
                    </a:cubicBezTo>
                    <a:cubicBezTo>
                      <a:pt x="24" y="39"/>
                      <a:pt x="43" y="22"/>
                      <a:pt x="55" y="0"/>
                    </a:cubicBezTo>
                    <a:cubicBezTo>
                      <a:pt x="93" y="33"/>
                      <a:pt x="142" y="53"/>
                      <a:pt x="197" y="53"/>
                    </a:cubicBezTo>
                    <a:cubicBezTo>
                      <a:pt x="204" y="53"/>
                      <a:pt x="211" y="53"/>
                      <a:pt x="218" y="52"/>
                    </a:cubicBezTo>
                    <a:cubicBezTo>
                      <a:pt x="218" y="52"/>
                      <a:pt x="218" y="52"/>
                      <a:pt x="218" y="52"/>
                    </a:cubicBezTo>
                    <a:cubicBezTo>
                      <a:pt x="218" y="52"/>
                      <a:pt x="218" y="53"/>
                      <a:pt x="218" y="53"/>
                    </a:cubicBezTo>
                    <a:cubicBezTo>
                      <a:pt x="218" y="151"/>
                      <a:pt x="218" y="151"/>
                      <a:pt x="218" y="151"/>
                    </a:cubicBezTo>
                    <a:close/>
                  </a:path>
                </a:pathLst>
              </a:custGeom>
              <a:solidFill>
                <a:srgbClr val="FFD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4" name="Freeform 132"/>
              <p:cNvSpPr>
                <a:spLocks/>
              </p:cNvSpPr>
              <p:nvPr/>
            </p:nvSpPr>
            <p:spPr bwMode="auto">
              <a:xfrm>
                <a:off x="1702" y="1877"/>
                <a:ext cx="386" cy="386"/>
              </a:xfrm>
              <a:custGeom>
                <a:avLst/>
                <a:gdLst>
                  <a:gd name="T0" fmla="*/ 163 w 163"/>
                  <a:gd name="T1" fmla="*/ 151 h 163"/>
                  <a:gd name="T2" fmla="*/ 163 w 163"/>
                  <a:gd name="T3" fmla="*/ 163 h 163"/>
                  <a:gd name="T4" fmla="*/ 0 w 163"/>
                  <a:gd name="T5" fmla="*/ 0 h 163"/>
                  <a:gd name="T6" fmla="*/ 142 w 163"/>
                  <a:gd name="T7" fmla="*/ 53 h 163"/>
                  <a:gd name="T8" fmla="*/ 163 w 163"/>
                  <a:gd name="T9" fmla="*/ 52 h 163"/>
                  <a:gd name="T10" fmla="*/ 163 w 163"/>
                  <a:gd name="T11" fmla="*/ 52 h 163"/>
                  <a:gd name="T12" fmla="*/ 163 w 163"/>
                  <a:gd name="T13" fmla="*/ 53 h 163"/>
                  <a:gd name="T14" fmla="*/ 163 w 163"/>
                  <a:gd name="T15" fmla="*/ 151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3" h="163">
                    <a:moveTo>
                      <a:pt x="163" y="151"/>
                    </a:moveTo>
                    <a:cubicBezTo>
                      <a:pt x="163" y="155"/>
                      <a:pt x="163" y="159"/>
                      <a:pt x="163" y="16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8" y="33"/>
                      <a:pt x="87" y="53"/>
                      <a:pt x="142" y="53"/>
                    </a:cubicBezTo>
                    <a:cubicBezTo>
                      <a:pt x="149" y="53"/>
                      <a:pt x="156" y="53"/>
                      <a:pt x="163" y="52"/>
                    </a:cubicBezTo>
                    <a:cubicBezTo>
                      <a:pt x="163" y="52"/>
                      <a:pt x="163" y="52"/>
                      <a:pt x="163" y="52"/>
                    </a:cubicBezTo>
                    <a:cubicBezTo>
                      <a:pt x="163" y="52"/>
                      <a:pt x="163" y="53"/>
                      <a:pt x="163" y="53"/>
                    </a:cubicBezTo>
                    <a:cubicBezTo>
                      <a:pt x="163" y="151"/>
                      <a:pt x="163" y="151"/>
                      <a:pt x="163" y="151"/>
                    </a:cubicBezTo>
                    <a:close/>
                  </a:path>
                </a:pathLst>
              </a:custGeom>
              <a:solidFill>
                <a:srgbClr val="F7C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5" name="Freeform 133"/>
              <p:cNvSpPr>
                <a:spLocks/>
              </p:cNvSpPr>
              <p:nvPr/>
            </p:nvSpPr>
            <p:spPr bwMode="auto">
              <a:xfrm>
                <a:off x="1626" y="1988"/>
                <a:ext cx="152" cy="50"/>
              </a:xfrm>
              <a:custGeom>
                <a:avLst/>
                <a:gdLst>
                  <a:gd name="T0" fmla="*/ 0 w 64"/>
                  <a:gd name="T1" fmla="*/ 13 h 21"/>
                  <a:gd name="T2" fmla="*/ 32 w 64"/>
                  <a:gd name="T3" fmla="*/ 0 h 21"/>
                  <a:gd name="T4" fmla="*/ 64 w 64"/>
                  <a:gd name="T5" fmla="*/ 13 h 21"/>
                  <a:gd name="T6" fmla="*/ 57 w 64"/>
                  <a:gd name="T7" fmla="*/ 21 h 21"/>
                  <a:gd name="T8" fmla="*/ 32 w 64"/>
                  <a:gd name="T9" fmla="*/ 11 h 21"/>
                  <a:gd name="T10" fmla="*/ 7 w 64"/>
                  <a:gd name="T11" fmla="*/ 21 h 21"/>
                  <a:gd name="T12" fmla="*/ 0 w 64"/>
                  <a:gd name="T13" fmla="*/ 1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21">
                    <a:moveTo>
                      <a:pt x="0" y="13"/>
                    </a:moveTo>
                    <a:cubicBezTo>
                      <a:pt x="8" y="5"/>
                      <a:pt x="20" y="0"/>
                      <a:pt x="32" y="0"/>
                    </a:cubicBezTo>
                    <a:cubicBezTo>
                      <a:pt x="44" y="0"/>
                      <a:pt x="55" y="5"/>
                      <a:pt x="64" y="13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50" y="15"/>
                      <a:pt x="41" y="11"/>
                      <a:pt x="32" y="11"/>
                    </a:cubicBezTo>
                    <a:cubicBezTo>
                      <a:pt x="23" y="11"/>
                      <a:pt x="14" y="15"/>
                      <a:pt x="7" y="21"/>
                    </a:cubicBezTo>
                    <a:cubicBezTo>
                      <a:pt x="0" y="13"/>
                      <a:pt x="0" y="13"/>
                      <a:pt x="0" y="13"/>
                    </a:cubicBezTo>
                    <a:close/>
                  </a:path>
                </a:pathLst>
              </a:custGeom>
              <a:solidFill>
                <a:srgbClr val="B08C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6" name="Freeform 134"/>
              <p:cNvSpPr>
                <a:spLocks/>
              </p:cNvSpPr>
              <p:nvPr/>
            </p:nvSpPr>
            <p:spPr bwMode="auto">
              <a:xfrm>
                <a:off x="1884" y="1993"/>
                <a:ext cx="152" cy="45"/>
              </a:xfrm>
              <a:custGeom>
                <a:avLst/>
                <a:gdLst>
                  <a:gd name="T0" fmla="*/ 0 w 64"/>
                  <a:gd name="T1" fmla="*/ 11 h 19"/>
                  <a:gd name="T2" fmla="*/ 21 w 64"/>
                  <a:gd name="T3" fmla="*/ 0 h 19"/>
                  <a:gd name="T4" fmla="*/ 54 w 64"/>
                  <a:gd name="T5" fmla="*/ 4 h 19"/>
                  <a:gd name="T6" fmla="*/ 64 w 64"/>
                  <a:gd name="T7" fmla="*/ 11 h 19"/>
                  <a:gd name="T8" fmla="*/ 57 w 64"/>
                  <a:gd name="T9" fmla="*/ 19 h 19"/>
                  <a:gd name="T10" fmla="*/ 32 w 64"/>
                  <a:gd name="T11" fmla="*/ 9 h 19"/>
                  <a:gd name="T12" fmla="*/ 7 w 64"/>
                  <a:gd name="T13" fmla="*/ 19 h 19"/>
                  <a:gd name="T14" fmla="*/ 0 w 64"/>
                  <a:gd name="T15" fmla="*/ 1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19">
                    <a:moveTo>
                      <a:pt x="0" y="11"/>
                    </a:moveTo>
                    <a:cubicBezTo>
                      <a:pt x="6" y="5"/>
                      <a:pt x="13" y="1"/>
                      <a:pt x="21" y="0"/>
                    </a:cubicBezTo>
                    <a:cubicBezTo>
                      <a:pt x="32" y="2"/>
                      <a:pt x="43" y="3"/>
                      <a:pt x="54" y="4"/>
                    </a:cubicBezTo>
                    <a:cubicBezTo>
                      <a:pt x="58" y="6"/>
                      <a:pt x="61" y="8"/>
                      <a:pt x="64" y="11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50" y="13"/>
                      <a:pt x="41" y="9"/>
                      <a:pt x="32" y="9"/>
                    </a:cubicBezTo>
                    <a:cubicBezTo>
                      <a:pt x="23" y="9"/>
                      <a:pt x="14" y="13"/>
                      <a:pt x="7" y="19"/>
                    </a:cubicBezTo>
                    <a:cubicBezTo>
                      <a:pt x="0" y="11"/>
                      <a:pt x="0" y="11"/>
                      <a:pt x="0" y="11"/>
                    </a:cubicBezTo>
                    <a:close/>
                  </a:path>
                </a:pathLst>
              </a:custGeom>
              <a:solidFill>
                <a:srgbClr val="B08C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7" name="Freeform 135"/>
              <p:cNvSpPr>
                <a:spLocks/>
              </p:cNvSpPr>
              <p:nvPr/>
            </p:nvSpPr>
            <p:spPr bwMode="auto">
              <a:xfrm>
                <a:off x="1714" y="2277"/>
                <a:ext cx="234" cy="66"/>
              </a:xfrm>
              <a:custGeom>
                <a:avLst/>
                <a:gdLst>
                  <a:gd name="T0" fmla="*/ 89 w 99"/>
                  <a:gd name="T1" fmla="*/ 2 h 28"/>
                  <a:gd name="T2" fmla="*/ 97 w 99"/>
                  <a:gd name="T3" fmla="*/ 3 h 28"/>
                  <a:gd name="T4" fmla="*/ 97 w 99"/>
                  <a:gd name="T5" fmla="*/ 11 h 28"/>
                  <a:gd name="T6" fmla="*/ 49 w 99"/>
                  <a:gd name="T7" fmla="*/ 28 h 28"/>
                  <a:gd name="T8" fmla="*/ 2 w 99"/>
                  <a:gd name="T9" fmla="*/ 11 h 28"/>
                  <a:gd name="T10" fmla="*/ 2 w 99"/>
                  <a:gd name="T11" fmla="*/ 3 h 28"/>
                  <a:gd name="T12" fmla="*/ 9 w 99"/>
                  <a:gd name="T13" fmla="*/ 2 h 28"/>
                  <a:gd name="T14" fmla="*/ 49 w 99"/>
                  <a:gd name="T15" fmla="*/ 18 h 28"/>
                  <a:gd name="T16" fmla="*/ 89 w 99"/>
                  <a:gd name="T17" fmla="*/ 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8">
                    <a:moveTo>
                      <a:pt x="89" y="2"/>
                    </a:moveTo>
                    <a:cubicBezTo>
                      <a:pt x="92" y="0"/>
                      <a:pt x="95" y="1"/>
                      <a:pt x="97" y="3"/>
                    </a:cubicBezTo>
                    <a:cubicBezTo>
                      <a:pt x="99" y="5"/>
                      <a:pt x="99" y="9"/>
                      <a:pt x="97" y="11"/>
                    </a:cubicBezTo>
                    <a:cubicBezTo>
                      <a:pt x="84" y="22"/>
                      <a:pt x="67" y="28"/>
                      <a:pt x="49" y="28"/>
                    </a:cubicBezTo>
                    <a:cubicBezTo>
                      <a:pt x="32" y="28"/>
                      <a:pt x="15" y="22"/>
                      <a:pt x="2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4" y="1"/>
                      <a:pt x="7" y="0"/>
                      <a:pt x="9" y="2"/>
                    </a:cubicBezTo>
                    <a:cubicBezTo>
                      <a:pt x="21" y="12"/>
                      <a:pt x="35" y="18"/>
                      <a:pt x="49" y="18"/>
                    </a:cubicBezTo>
                    <a:cubicBezTo>
                      <a:pt x="64" y="18"/>
                      <a:pt x="78" y="12"/>
                      <a:pt x="89" y="2"/>
                    </a:cubicBezTo>
                    <a:close/>
                  </a:path>
                </a:pathLst>
              </a:custGeom>
              <a:solidFill>
                <a:srgbClr val="99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8" name="Oval 136"/>
              <p:cNvSpPr>
                <a:spLocks noChangeArrowheads="1"/>
              </p:cNvSpPr>
              <p:nvPr/>
            </p:nvSpPr>
            <p:spPr bwMode="auto">
              <a:xfrm>
                <a:off x="1650" y="2055"/>
                <a:ext cx="104" cy="10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9" name="Oval 137"/>
              <p:cNvSpPr>
                <a:spLocks noChangeArrowheads="1"/>
              </p:cNvSpPr>
              <p:nvPr/>
            </p:nvSpPr>
            <p:spPr bwMode="auto">
              <a:xfrm>
                <a:off x="1908" y="2055"/>
                <a:ext cx="104" cy="10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0" name="Freeform 138"/>
              <p:cNvSpPr>
                <a:spLocks/>
              </p:cNvSpPr>
              <p:nvPr/>
            </p:nvSpPr>
            <p:spPr bwMode="auto">
              <a:xfrm>
                <a:off x="1913" y="2055"/>
                <a:ext cx="99" cy="99"/>
              </a:xfrm>
              <a:custGeom>
                <a:avLst/>
                <a:gdLst>
                  <a:gd name="T0" fmla="*/ 20 w 42"/>
                  <a:gd name="T1" fmla="*/ 0 h 42"/>
                  <a:gd name="T2" fmla="*/ 42 w 42"/>
                  <a:gd name="T3" fmla="*/ 22 h 42"/>
                  <a:gd name="T4" fmla="*/ 27 w 42"/>
                  <a:gd name="T5" fmla="*/ 42 h 42"/>
                  <a:gd name="T6" fmla="*/ 0 w 42"/>
                  <a:gd name="T7" fmla="*/ 14 h 42"/>
                  <a:gd name="T8" fmla="*/ 20 w 42"/>
                  <a:gd name="T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42">
                    <a:moveTo>
                      <a:pt x="20" y="0"/>
                    </a:moveTo>
                    <a:cubicBezTo>
                      <a:pt x="32" y="0"/>
                      <a:pt x="42" y="9"/>
                      <a:pt x="42" y="22"/>
                    </a:cubicBezTo>
                    <a:cubicBezTo>
                      <a:pt x="42" y="31"/>
                      <a:pt x="36" y="39"/>
                      <a:pt x="27" y="4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6"/>
                      <a:pt x="11" y="0"/>
                      <a:pt x="20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1" name="Oval 139"/>
              <p:cNvSpPr>
                <a:spLocks noChangeArrowheads="1"/>
              </p:cNvSpPr>
              <p:nvPr/>
            </p:nvSpPr>
            <p:spPr bwMode="auto">
              <a:xfrm>
                <a:off x="1676" y="2081"/>
                <a:ext cx="52" cy="49"/>
              </a:xfrm>
              <a:prstGeom prst="ellipse">
                <a:avLst/>
              </a:prstGeom>
              <a:solidFill>
                <a:srgbClr val="424F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2" name="Oval 140"/>
              <p:cNvSpPr>
                <a:spLocks noChangeArrowheads="1"/>
              </p:cNvSpPr>
              <p:nvPr/>
            </p:nvSpPr>
            <p:spPr bwMode="auto">
              <a:xfrm>
                <a:off x="1934" y="2081"/>
                <a:ext cx="52" cy="49"/>
              </a:xfrm>
              <a:prstGeom prst="ellipse">
                <a:avLst/>
              </a:prstGeom>
              <a:solidFill>
                <a:srgbClr val="424F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3" name="Oval 141"/>
              <p:cNvSpPr>
                <a:spLocks noChangeArrowheads="1"/>
              </p:cNvSpPr>
              <p:nvPr/>
            </p:nvSpPr>
            <p:spPr bwMode="auto">
              <a:xfrm>
                <a:off x="1664" y="2093"/>
                <a:ext cx="26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4" name="Oval 142"/>
              <p:cNvSpPr>
                <a:spLocks noChangeArrowheads="1"/>
              </p:cNvSpPr>
              <p:nvPr/>
            </p:nvSpPr>
            <p:spPr bwMode="auto">
              <a:xfrm>
                <a:off x="1922" y="2093"/>
                <a:ext cx="26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5" name="Freeform 143"/>
              <p:cNvSpPr>
                <a:spLocks/>
              </p:cNvSpPr>
              <p:nvPr/>
            </p:nvSpPr>
            <p:spPr bwMode="auto">
              <a:xfrm>
                <a:off x="1830" y="2507"/>
                <a:ext cx="310" cy="270"/>
              </a:xfrm>
              <a:custGeom>
                <a:avLst/>
                <a:gdLst>
                  <a:gd name="T0" fmla="*/ 130 w 131"/>
                  <a:gd name="T1" fmla="*/ 37 h 114"/>
                  <a:gd name="T2" fmla="*/ 55 w 131"/>
                  <a:gd name="T3" fmla="*/ 0 h 114"/>
                  <a:gd name="T4" fmla="*/ 0 w 131"/>
                  <a:gd name="T5" fmla="*/ 54 h 114"/>
                  <a:gd name="T6" fmla="*/ 65 w 131"/>
                  <a:gd name="T7" fmla="*/ 114 h 114"/>
                  <a:gd name="T8" fmla="*/ 131 w 131"/>
                  <a:gd name="T9" fmla="*/ 49 h 114"/>
                  <a:gd name="T10" fmla="*/ 130 w 131"/>
                  <a:gd name="T11" fmla="*/ 37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1" h="114">
                    <a:moveTo>
                      <a:pt x="130" y="37"/>
                    </a:moveTo>
                    <a:cubicBezTo>
                      <a:pt x="55" y="0"/>
                      <a:pt x="55" y="0"/>
                      <a:pt x="55" y="0"/>
                    </a:cubicBezTo>
                    <a:cubicBezTo>
                      <a:pt x="55" y="30"/>
                      <a:pt x="30" y="54"/>
                      <a:pt x="0" y="54"/>
                    </a:cubicBezTo>
                    <a:cubicBezTo>
                      <a:pt x="3" y="88"/>
                      <a:pt x="31" y="114"/>
                      <a:pt x="65" y="114"/>
                    </a:cubicBezTo>
                    <a:cubicBezTo>
                      <a:pt x="102" y="114"/>
                      <a:pt x="131" y="85"/>
                      <a:pt x="131" y="49"/>
                    </a:cubicBezTo>
                    <a:cubicBezTo>
                      <a:pt x="131" y="45"/>
                      <a:pt x="131" y="41"/>
                      <a:pt x="130" y="37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6" name="Freeform 144"/>
              <p:cNvSpPr>
                <a:spLocks noEditPoints="1"/>
              </p:cNvSpPr>
              <p:nvPr/>
            </p:nvSpPr>
            <p:spPr bwMode="auto">
              <a:xfrm>
                <a:off x="1470" y="1797"/>
                <a:ext cx="722" cy="980"/>
              </a:xfrm>
              <a:custGeom>
                <a:avLst/>
                <a:gdLst>
                  <a:gd name="T0" fmla="*/ 65 w 305"/>
                  <a:gd name="T1" fmla="*/ 0 h 414"/>
                  <a:gd name="T2" fmla="*/ 0 w 305"/>
                  <a:gd name="T3" fmla="*/ 87 h 414"/>
                  <a:gd name="T4" fmla="*/ 0 w 305"/>
                  <a:gd name="T5" fmla="*/ 414 h 414"/>
                  <a:gd name="T6" fmla="*/ 65 w 305"/>
                  <a:gd name="T7" fmla="*/ 349 h 414"/>
                  <a:gd name="T8" fmla="*/ 65 w 305"/>
                  <a:gd name="T9" fmla="*/ 0 h 414"/>
                  <a:gd name="T10" fmla="*/ 240 w 305"/>
                  <a:gd name="T11" fmla="*/ 21 h 414"/>
                  <a:gd name="T12" fmla="*/ 305 w 305"/>
                  <a:gd name="T13" fmla="*/ 87 h 414"/>
                  <a:gd name="T14" fmla="*/ 305 w 305"/>
                  <a:gd name="T15" fmla="*/ 414 h 414"/>
                  <a:gd name="T16" fmla="*/ 240 w 305"/>
                  <a:gd name="T17" fmla="*/ 349 h 414"/>
                  <a:gd name="T18" fmla="*/ 240 w 305"/>
                  <a:gd name="T19" fmla="*/ 21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5" h="414">
                    <a:moveTo>
                      <a:pt x="65" y="0"/>
                    </a:moveTo>
                    <a:cubicBezTo>
                      <a:pt x="0" y="87"/>
                      <a:pt x="0" y="87"/>
                      <a:pt x="0" y="87"/>
                    </a:cubicBezTo>
                    <a:cubicBezTo>
                      <a:pt x="0" y="414"/>
                      <a:pt x="0" y="414"/>
                      <a:pt x="0" y="414"/>
                    </a:cubicBezTo>
                    <a:cubicBezTo>
                      <a:pt x="36" y="414"/>
                      <a:pt x="65" y="385"/>
                      <a:pt x="65" y="349"/>
                    </a:cubicBezTo>
                    <a:cubicBezTo>
                      <a:pt x="65" y="0"/>
                      <a:pt x="65" y="0"/>
                      <a:pt x="65" y="0"/>
                    </a:cubicBezTo>
                    <a:close/>
                    <a:moveTo>
                      <a:pt x="240" y="21"/>
                    </a:moveTo>
                    <a:cubicBezTo>
                      <a:pt x="305" y="87"/>
                      <a:pt x="305" y="87"/>
                      <a:pt x="305" y="87"/>
                    </a:cubicBezTo>
                    <a:cubicBezTo>
                      <a:pt x="305" y="414"/>
                      <a:pt x="305" y="414"/>
                      <a:pt x="305" y="414"/>
                    </a:cubicBezTo>
                    <a:cubicBezTo>
                      <a:pt x="269" y="414"/>
                      <a:pt x="240" y="385"/>
                      <a:pt x="240" y="349"/>
                    </a:cubicBezTo>
                    <a:cubicBezTo>
                      <a:pt x="240" y="21"/>
                      <a:pt x="240" y="21"/>
                      <a:pt x="240" y="21"/>
                    </a:cubicBezTo>
                    <a:close/>
                  </a:path>
                </a:pathLst>
              </a:custGeom>
              <a:solidFill>
                <a:srgbClr val="5BA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7" name="Freeform 145"/>
              <p:cNvSpPr>
                <a:spLocks noEditPoints="1"/>
              </p:cNvSpPr>
              <p:nvPr/>
            </p:nvSpPr>
            <p:spPr bwMode="auto">
              <a:xfrm>
                <a:off x="1818" y="2041"/>
                <a:ext cx="246" cy="160"/>
              </a:xfrm>
              <a:custGeom>
                <a:avLst/>
                <a:gdLst>
                  <a:gd name="T0" fmla="*/ 49 w 104"/>
                  <a:gd name="T1" fmla="*/ 11 h 68"/>
                  <a:gd name="T2" fmla="*/ 33 w 104"/>
                  <a:gd name="T3" fmla="*/ 28 h 68"/>
                  <a:gd name="T4" fmla="*/ 63 w 104"/>
                  <a:gd name="T5" fmla="*/ 57 h 68"/>
                  <a:gd name="T6" fmla="*/ 93 w 104"/>
                  <a:gd name="T7" fmla="*/ 28 h 68"/>
                  <a:gd name="T8" fmla="*/ 93 w 104"/>
                  <a:gd name="T9" fmla="*/ 11 h 68"/>
                  <a:gd name="T10" fmla="*/ 49 w 104"/>
                  <a:gd name="T11" fmla="*/ 11 h 68"/>
                  <a:gd name="T12" fmla="*/ 5 w 104"/>
                  <a:gd name="T13" fmla="*/ 11 h 68"/>
                  <a:gd name="T14" fmla="*/ 0 w 104"/>
                  <a:gd name="T15" fmla="*/ 6 h 68"/>
                  <a:gd name="T16" fmla="*/ 5 w 104"/>
                  <a:gd name="T17" fmla="*/ 0 h 68"/>
                  <a:gd name="T18" fmla="*/ 27 w 104"/>
                  <a:gd name="T19" fmla="*/ 11 h 68"/>
                  <a:gd name="T20" fmla="*/ 49 w 104"/>
                  <a:gd name="T21" fmla="*/ 0 h 68"/>
                  <a:gd name="T22" fmla="*/ 98 w 104"/>
                  <a:gd name="T23" fmla="*/ 0 h 68"/>
                  <a:gd name="T24" fmla="*/ 104 w 104"/>
                  <a:gd name="T25" fmla="*/ 6 h 68"/>
                  <a:gd name="T26" fmla="*/ 104 w 104"/>
                  <a:gd name="T27" fmla="*/ 28 h 68"/>
                  <a:gd name="T28" fmla="*/ 63 w 104"/>
                  <a:gd name="T29" fmla="*/ 68 h 68"/>
                  <a:gd name="T30" fmla="*/ 22 w 104"/>
                  <a:gd name="T31" fmla="*/ 28 h 68"/>
                  <a:gd name="T32" fmla="*/ 5 w 104"/>
                  <a:gd name="T33" fmla="*/ 1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4" h="68">
                    <a:moveTo>
                      <a:pt x="49" y="11"/>
                    </a:moveTo>
                    <a:cubicBezTo>
                      <a:pt x="40" y="11"/>
                      <a:pt x="33" y="19"/>
                      <a:pt x="33" y="28"/>
                    </a:cubicBezTo>
                    <a:cubicBezTo>
                      <a:pt x="33" y="44"/>
                      <a:pt x="46" y="57"/>
                      <a:pt x="63" y="57"/>
                    </a:cubicBezTo>
                    <a:cubicBezTo>
                      <a:pt x="79" y="57"/>
                      <a:pt x="93" y="44"/>
                      <a:pt x="93" y="28"/>
                    </a:cubicBezTo>
                    <a:cubicBezTo>
                      <a:pt x="93" y="11"/>
                      <a:pt x="93" y="11"/>
                      <a:pt x="93" y="11"/>
                    </a:cubicBezTo>
                    <a:cubicBezTo>
                      <a:pt x="49" y="11"/>
                      <a:pt x="49" y="11"/>
                      <a:pt x="49" y="11"/>
                    </a:cubicBezTo>
                    <a:close/>
                    <a:moveTo>
                      <a:pt x="5" y="11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4" y="0"/>
                      <a:pt x="22" y="4"/>
                      <a:pt x="27" y="11"/>
                    </a:cubicBezTo>
                    <a:cubicBezTo>
                      <a:pt x="32" y="4"/>
                      <a:pt x="40" y="0"/>
                      <a:pt x="49" y="0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101" y="0"/>
                      <a:pt x="104" y="3"/>
                      <a:pt x="104" y="6"/>
                    </a:cubicBezTo>
                    <a:cubicBezTo>
                      <a:pt x="104" y="28"/>
                      <a:pt x="104" y="28"/>
                      <a:pt x="104" y="28"/>
                    </a:cubicBezTo>
                    <a:cubicBezTo>
                      <a:pt x="104" y="50"/>
                      <a:pt x="85" y="68"/>
                      <a:pt x="63" y="68"/>
                    </a:cubicBezTo>
                    <a:cubicBezTo>
                      <a:pt x="40" y="68"/>
                      <a:pt x="22" y="50"/>
                      <a:pt x="22" y="28"/>
                    </a:cubicBezTo>
                    <a:cubicBezTo>
                      <a:pt x="22" y="18"/>
                      <a:pt x="14" y="11"/>
                      <a:pt x="5" y="11"/>
                    </a:cubicBezTo>
                    <a:close/>
                  </a:path>
                </a:pathLst>
              </a:custGeom>
              <a:solidFill>
                <a:srgbClr val="995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8" name="Freeform 146"/>
              <p:cNvSpPr>
                <a:spLocks noEditPoints="1"/>
              </p:cNvSpPr>
              <p:nvPr/>
            </p:nvSpPr>
            <p:spPr bwMode="auto">
              <a:xfrm>
                <a:off x="1598" y="2041"/>
                <a:ext cx="232" cy="160"/>
              </a:xfrm>
              <a:custGeom>
                <a:avLst/>
                <a:gdLst>
                  <a:gd name="T0" fmla="*/ 98 w 98"/>
                  <a:gd name="T1" fmla="*/ 11 h 68"/>
                  <a:gd name="T2" fmla="*/ 82 w 98"/>
                  <a:gd name="T3" fmla="*/ 28 h 68"/>
                  <a:gd name="T4" fmla="*/ 41 w 98"/>
                  <a:gd name="T5" fmla="*/ 68 h 68"/>
                  <a:gd name="T6" fmla="*/ 0 w 98"/>
                  <a:gd name="T7" fmla="*/ 28 h 68"/>
                  <a:gd name="T8" fmla="*/ 0 w 98"/>
                  <a:gd name="T9" fmla="*/ 6 h 68"/>
                  <a:gd name="T10" fmla="*/ 6 w 98"/>
                  <a:gd name="T11" fmla="*/ 0 h 68"/>
                  <a:gd name="T12" fmla="*/ 55 w 98"/>
                  <a:gd name="T13" fmla="*/ 0 h 68"/>
                  <a:gd name="T14" fmla="*/ 77 w 98"/>
                  <a:gd name="T15" fmla="*/ 11 h 68"/>
                  <a:gd name="T16" fmla="*/ 98 w 98"/>
                  <a:gd name="T17" fmla="*/ 0 h 68"/>
                  <a:gd name="T18" fmla="*/ 98 w 98"/>
                  <a:gd name="T19" fmla="*/ 11 h 68"/>
                  <a:gd name="T20" fmla="*/ 55 w 98"/>
                  <a:gd name="T21" fmla="*/ 11 h 68"/>
                  <a:gd name="T22" fmla="*/ 11 w 98"/>
                  <a:gd name="T23" fmla="*/ 11 h 68"/>
                  <a:gd name="T24" fmla="*/ 11 w 98"/>
                  <a:gd name="T25" fmla="*/ 28 h 68"/>
                  <a:gd name="T26" fmla="*/ 41 w 98"/>
                  <a:gd name="T27" fmla="*/ 57 h 68"/>
                  <a:gd name="T28" fmla="*/ 71 w 98"/>
                  <a:gd name="T29" fmla="*/ 28 h 68"/>
                  <a:gd name="T30" fmla="*/ 55 w 98"/>
                  <a:gd name="T31" fmla="*/ 1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8" h="68">
                    <a:moveTo>
                      <a:pt x="98" y="11"/>
                    </a:moveTo>
                    <a:cubicBezTo>
                      <a:pt x="89" y="11"/>
                      <a:pt x="82" y="18"/>
                      <a:pt x="82" y="28"/>
                    </a:cubicBezTo>
                    <a:cubicBezTo>
                      <a:pt x="82" y="50"/>
                      <a:pt x="64" y="68"/>
                      <a:pt x="41" y="68"/>
                    </a:cubicBezTo>
                    <a:cubicBezTo>
                      <a:pt x="19" y="68"/>
                      <a:pt x="0" y="50"/>
                      <a:pt x="0" y="2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63" y="0"/>
                      <a:pt x="71" y="4"/>
                      <a:pt x="77" y="11"/>
                    </a:cubicBezTo>
                    <a:cubicBezTo>
                      <a:pt x="82" y="4"/>
                      <a:pt x="90" y="0"/>
                      <a:pt x="98" y="0"/>
                    </a:cubicBezTo>
                    <a:cubicBezTo>
                      <a:pt x="98" y="11"/>
                      <a:pt x="98" y="11"/>
                      <a:pt x="98" y="11"/>
                    </a:cubicBezTo>
                    <a:close/>
                    <a:moveTo>
                      <a:pt x="55" y="11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44"/>
                      <a:pt x="25" y="57"/>
                      <a:pt x="41" y="57"/>
                    </a:cubicBezTo>
                    <a:cubicBezTo>
                      <a:pt x="58" y="57"/>
                      <a:pt x="71" y="44"/>
                      <a:pt x="71" y="28"/>
                    </a:cubicBezTo>
                    <a:cubicBezTo>
                      <a:pt x="71" y="19"/>
                      <a:pt x="64" y="11"/>
                      <a:pt x="55" y="11"/>
                    </a:cubicBezTo>
                    <a:close/>
                  </a:path>
                </a:pathLst>
              </a:custGeom>
              <a:solidFill>
                <a:srgbClr val="BA64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9" name="Oval 147"/>
              <p:cNvSpPr>
                <a:spLocks noChangeArrowheads="1"/>
              </p:cNvSpPr>
              <p:nvPr/>
            </p:nvSpPr>
            <p:spPr bwMode="auto">
              <a:xfrm>
                <a:off x="1806" y="2725"/>
                <a:ext cx="50" cy="5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0" name="Freeform 148"/>
              <p:cNvSpPr>
                <a:spLocks/>
              </p:cNvSpPr>
              <p:nvPr/>
            </p:nvSpPr>
            <p:spPr bwMode="auto">
              <a:xfrm>
                <a:off x="1813" y="2732"/>
                <a:ext cx="43" cy="45"/>
              </a:xfrm>
              <a:custGeom>
                <a:avLst/>
                <a:gdLst>
                  <a:gd name="T0" fmla="*/ 15 w 18"/>
                  <a:gd name="T1" fmla="*/ 0 h 19"/>
                  <a:gd name="T2" fmla="*/ 18 w 18"/>
                  <a:gd name="T3" fmla="*/ 8 h 19"/>
                  <a:gd name="T4" fmla="*/ 7 w 18"/>
                  <a:gd name="T5" fmla="*/ 19 h 19"/>
                  <a:gd name="T6" fmla="*/ 0 w 18"/>
                  <a:gd name="T7" fmla="*/ 16 h 19"/>
                  <a:gd name="T8" fmla="*/ 15 w 18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9">
                    <a:moveTo>
                      <a:pt x="15" y="0"/>
                    </a:moveTo>
                    <a:cubicBezTo>
                      <a:pt x="17" y="2"/>
                      <a:pt x="18" y="5"/>
                      <a:pt x="18" y="8"/>
                    </a:cubicBezTo>
                    <a:cubicBezTo>
                      <a:pt x="18" y="14"/>
                      <a:pt x="13" y="19"/>
                      <a:pt x="7" y="19"/>
                    </a:cubicBezTo>
                    <a:cubicBezTo>
                      <a:pt x="4" y="19"/>
                      <a:pt x="2" y="18"/>
                      <a:pt x="0" y="16"/>
                    </a:cubicBezTo>
                    <a:cubicBezTo>
                      <a:pt x="15" y="0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1" name="Freeform 149"/>
              <p:cNvSpPr>
                <a:spLocks/>
              </p:cNvSpPr>
              <p:nvPr/>
            </p:nvSpPr>
            <p:spPr bwMode="auto">
              <a:xfrm>
                <a:off x="1766" y="2093"/>
                <a:ext cx="78" cy="130"/>
              </a:xfrm>
              <a:custGeom>
                <a:avLst/>
                <a:gdLst>
                  <a:gd name="T0" fmla="*/ 22 w 33"/>
                  <a:gd name="T1" fmla="*/ 6 h 55"/>
                  <a:gd name="T2" fmla="*/ 27 w 33"/>
                  <a:gd name="T3" fmla="*/ 0 h 55"/>
                  <a:gd name="T4" fmla="*/ 33 w 33"/>
                  <a:gd name="T5" fmla="*/ 6 h 55"/>
                  <a:gd name="T6" fmla="*/ 33 w 33"/>
                  <a:gd name="T7" fmla="*/ 27 h 55"/>
                  <a:gd name="T8" fmla="*/ 27 w 33"/>
                  <a:gd name="T9" fmla="*/ 33 h 55"/>
                  <a:gd name="T10" fmla="*/ 17 w 33"/>
                  <a:gd name="T11" fmla="*/ 33 h 55"/>
                  <a:gd name="T12" fmla="*/ 11 w 33"/>
                  <a:gd name="T13" fmla="*/ 38 h 55"/>
                  <a:gd name="T14" fmla="*/ 17 w 33"/>
                  <a:gd name="T15" fmla="*/ 44 h 55"/>
                  <a:gd name="T16" fmla="*/ 27 w 33"/>
                  <a:gd name="T17" fmla="*/ 44 h 55"/>
                  <a:gd name="T18" fmla="*/ 33 w 33"/>
                  <a:gd name="T19" fmla="*/ 49 h 55"/>
                  <a:gd name="T20" fmla="*/ 27 w 33"/>
                  <a:gd name="T21" fmla="*/ 55 h 55"/>
                  <a:gd name="T22" fmla="*/ 17 w 33"/>
                  <a:gd name="T23" fmla="*/ 55 h 55"/>
                  <a:gd name="T24" fmla="*/ 0 w 33"/>
                  <a:gd name="T25" fmla="*/ 38 h 55"/>
                  <a:gd name="T26" fmla="*/ 17 w 33"/>
                  <a:gd name="T27" fmla="*/ 22 h 55"/>
                  <a:gd name="T28" fmla="*/ 22 w 33"/>
                  <a:gd name="T29" fmla="*/ 22 h 55"/>
                  <a:gd name="T30" fmla="*/ 22 w 33"/>
                  <a:gd name="T31" fmla="*/ 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3" h="55">
                    <a:moveTo>
                      <a:pt x="22" y="6"/>
                    </a:moveTo>
                    <a:cubicBezTo>
                      <a:pt x="22" y="3"/>
                      <a:pt x="24" y="0"/>
                      <a:pt x="27" y="0"/>
                    </a:cubicBezTo>
                    <a:cubicBezTo>
                      <a:pt x="30" y="0"/>
                      <a:pt x="33" y="3"/>
                      <a:pt x="33" y="6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33" y="30"/>
                      <a:pt x="30" y="33"/>
                      <a:pt x="2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4" y="33"/>
                      <a:pt x="11" y="35"/>
                      <a:pt x="11" y="38"/>
                    </a:cubicBezTo>
                    <a:cubicBezTo>
                      <a:pt x="11" y="41"/>
                      <a:pt x="14" y="44"/>
                      <a:pt x="1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30" y="44"/>
                      <a:pt x="33" y="46"/>
                      <a:pt x="33" y="49"/>
                    </a:cubicBezTo>
                    <a:cubicBezTo>
                      <a:pt x="33" y="52"/>
                      <a:pt x="30" y="55"/>
                      <a:pt x="27" y="55"/>
                    </a:cubicBezTo>
                    <a:cubicBezTo>
                      <a:pt x="17" y="55"/>
                      <a:pt x="17" y="55"/>
                      <a:pt x="17" y="55"/>
                    </a:cubicBezTo>
                    <a:cubicBezTo>
                      <a:pt x="8" y="55"/>
                      <a:pt x="0" y="47"/>
                      <a:pt x="0" y="38"/>
                    </a:cubicBezTo>
                    <a:cubicBezTo>
                      <a:pt x="0" y="29"/>
                      <a:pt x="8" y="22"/>
                      <a:pt x="17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6"/>
                      <a:pt x="22" y="6"/>
                      <a:pt x="22" y="6"/>
                    </a:cubicBezTo>
                    <a:close/>
                  </a:path>
                </a:pathLst>
              </a:custGeom>
              <a:solidFill>
                <a:srgbClr val="B08C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2" name="Freeform 150"/>
              <p:cNvSpPr>
                <a:spLocks/>
              </p:cNvSpPr>
              <p:nvPr/>
            </p:nvSpPr>
            <p:spPr bwMode="auto">
              <a:xfrm>
                <a:off x="3842" y="2829"/>
                <a:ext cx="1341" cy="1342"/>
              </a:xfrm>
              <a:custGeom>
                <a:avLst/>
                <a:gdLst>
                  <a:gd name="T0" fmla="*/ 1341 w 1341"/>
                  <a:gd name="T1" fmla="*/ 0 h 1342"/>
                  <a:gd name="T2" fmla="*/ 1341 w 1341"/>
                  <a:gd name="T3" fmla="*/ 1342 h 1342"/>
                  <a:gd name="T4" fmla="*/ 0 w 1341"/>
                  <a:gd name="T5" fmla="*/ 1342 h 1342"/>
                  <a:gd name="T6" fmla="*/ 0 w 1341"/>
                  <a:gd name="T7" fmla="*/ 0 h 1342"/>
                  <a:gd name="T8" fmla="*/ 1341 w 1341"/>
                  <a:gd name="T9" fmla="*/ 0 h 1342"/>
                  <a:gd name="T10" fmla="*/ 1341 w 1341"/>
                  <a:gd name="T11" fmla="*/ 0 h 1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41" h="1342">
                    <a:moveTo>
                      <a:pt x="1341" y="0"/>
                    </a:moveTo>
                    <a:lnTo>
                      <a:pt x="1341" y="1342"/>
                    </a:lnTo>
                    <a:lnTo>
                      <a:pt x="0" y="1342"/>
                    </a:lnTo>
                    <a:lnTo>
                      <a:pt x="0" y="0"/>
                    </a:lnTo>
                    <a:lnTo>
                      <a:pt x="1341" y="0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3" name="Freeform 151"/>
              <p:cNvSpPr>
                <a:spLocks/>
              </p:cNvSpPr>
              <p:nvPr/>
            </p:nvSpPr>
            <p:spPr bwMode="auto">
              <a:xfrm>
                <a:off x="4533" y="3063"/>
                <a:ext cx="650" cy="1108"/>
              </a:xfrm>
              <a:custGeom>
                <a:avLst/>
                <a:gdLst>
                  <a:gd name="T0" fmla="*/ 650 w 650"/>
                  <a:gd name="T1" fmla="*/ 1108 h 1108"/>
                  <a:gd name="T2" fmla="*/ 0 w 650"/>
                  <a:gd name="T3" fmla="*/ 1108 h 1108"/>
                  <a:gd name="T4" fmla="*/ 189 w 650"/>
                  <a:gd name="T5" fmla="*/ 0 h 1108"/>
                  <a:gd name="T6" fmla="*/ 650 w 650"/>
                  <a:gd name="T7" fmla="*/ 462 h 1108"/>
                  <a:gd name="T8" fmla="*/ 650 w 650"/>
                  <a:gd name="T9" fmla="*/ 1108 h 1108"/>
                  <a:gd name="T10" fmla="*/ 650 w 650"/>
                  <a:gd name="T11" fmla="*/ 1108 h 1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0" h="1108">
                    <a:moveTo>
                      <a:pt x="650" y="1108"/>
                    </a:moveTo>
                    <a:lnTo>
                      <a:pt x="0" y="1108"/>
                    </a:lnTo>
                    <a:lnTo>
                      <a:pt x="189" y="0"/>
                    </a:lnTo>
                    <a:lnTo>
                      <a:pt x="650" y="462"/>
                    </a:lnTo>
                    <a:lnTo>
                      <a:pt x="650" y="1108"/>
                    </a:lnTo>
                    <a:lnTo>
                      <a:pt x="650" y="1108"/>
                    </a:lnTo>
                    <a:close/>
                  </a:path>
                </a:pathLst>
              </a:custGeom>
              <a:solidFill>
                <a:srgbClr val="BA9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4" name="Freeform 152"/>
              <p:cNvSpPr>
                <a:spLocks/>
              </p:cNvSpPr>
              <p:nvPr/>
            </p:nvSpPr>
            <p:spPr bwMode="auto">
              <a:xfrm>
                <a:off x="4358" y="3704"/>
                <a:ext cx="310" cy="363"/>
              </a:xfrm>
              <a:custGeom>
                <a:avLst/>
                <a:gdLst>
                  <a:gd name="T0" fmla="*/ 0 w 310"/>
                  <a:gd name="T1" fmla="*/ 0 h 363"/>
                  <a:gd name="T2" fmla="*/ 310 w 310"/>
                  <a:gd name="T3" fmla="*/ 0 h 363"/>
                  <a:gd name="T4" fmla="*/ 310 w 310"/>
                  <a:gd name="T5" fmla="*/ 363 h 363"/>
                  <a:gd name="T6" fmla="*/ 0 w 310"/>
                  <a:gd name="T7" fmla="*/ 363 h 363"/>
                  <a:gd name="T8" fmla="*/ 0 w 310"/>
                  <a:gd name="T9" fmla="*/ 0 h 363"/>
                  <a:gd name="T10" fmla="*/ 0 w 310"/>
                  <a:gd name="T11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0" h="363">
                    <a:moveTo>
                      <a:pt x="0" y="0"/>
                    </a:moveTo>
                    <a:lnTo>
                      <a:pt x="310" y="0"/>
                    </a:lnTo>
                    <a:lnTo>
                      <a:pt x="310" y="363"/>
                    </a:lnTo>
                    <a:lnTo>
                      <a:pt x="0" y="3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64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5" name="Freeform 153"/>
              <p:cNvSpPr>
                <a:spLocks/>
              </p:cNvSpPr>
              <p:nvPr/>
            </p:nvSpPr>
            <p:spPr bwMode="auto">
              <a:xfrm>
                <a:off x="4358" y="3704"/>
                <a:ext cx="310" cy="358"/>
              </a:xfrm>
              <a:custGeom>
                <a:avLst/>
                <a:gdLst>
                  <a:gd name="T0" fmla="*/ 0 w 310"/>
                  <a:gd name="T1" fmla="*/ 0 h 358"/>
                  <a:gd name="T2" fmla="*/ 310 w 310"/>
                  <a:gd name="T3" fmla="*/ 0 h 358"/>
                  <a:gd name="T4" fmla="*/ 310 w 310"/>
                  <a:gd name="T5" fmla="*/ 358 h 358"/>
                  <a:gd name="T6" fmla="*/ 253 w 310"/>
                  <a:gd name="T7" fmla="*/ 358 h 358"/>
                  <a:gd name="T8" fmla="*/ 0 w 310"/>
                  <a:gd name="T9" fmla="*/ 105 h 358"/>
                  <a:gd name="T10" fmla="*/ 0 w 310"/>
                  <a:gd name="T11" fmla="*/ 0 h 358"/>
                  <a:gd name="T12" fmla="*/ 0 w 310"/>
                  <a:gd name="T13" fmla="*/ 0 h 3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0" h="358">
                    <a:moveTo>
                      <a:pt x="0" y="0"/>
                    </a:moveTo>
                    <a:lnTo>
                      <a:pt x="310" y="0"/>
                    </a:lnTo>
                    <a:lnTo>
                      <a:pt x="310" y="358"/>
                    </a:lnTo>
                    <a:lnTo>
                      <a:pt x="253" y="358"/>
                    </a:lnTo>
                    <a:lnTo>
                      <a:pt x="0" y="10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5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6" name="Oval 154"/>
              <p:cNvSpPr>
                <a:spLocks noChangeArrowheads="1"/>
              </p:cNvSpPr>
              <p:nvPr/>
            </p:nvSpPr>
            <p:spPr bwMode="auto">
              <a:xfrm>
                <a:off x="4720" y="3397"/>
                <a:ext cx="102" cy="101"/>
              </a:xfrm>
              <a:prstGeom prst="ellipse">
                <a:avLst/>
              </a:prstGeom>
              <a:solidFill>
                <a:srgbClr val="BA64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7" name="Oval 155"/>
              <p:cNvSpPr>
                <a:spLocks noChangeArrowheads="1"/>
              </p:cNvSpPr>
              <p:nvPr/>
            </p:nvSpPr>
            <p:spPr bwMode="auto">
              <a:xfrm>
                <a:off x="4744" y="3423"/>
                <a:ext cx="52" cy="49"/>
              </a:xfrm>
              <a:prstGeom prst="ellipse">
                <a:avLst/>
              </a:prstGeom>
              <a:solidFill>
                <a:srgbClr val="995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8" name="Oval 156"/>
              <p:cNvSpPr>
                <a:spLocks noChangeArrowheads="1"/>
              </p:cNvSpPr>
              <p:nvPr/>
            </p:nvSpPr>
            <p:spPr bwMode="auto">
              <a:xfrm>
                <a:off x="4202" y="3397"/>
                <a:ext cx="104" cy="101"/>
              </a:xfrm>
              <a:prstGeom prst="ellipse">
                <a:avLst/>
              </a:prstGeom>
              <a:solidFill>
                <a:srgbClr val="E47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9" name="Oval 157"/>
              <p:cNvSpPr>
                <a:spLocks noChangeArrowheads="1"/>
              </p:cNvSpPr>
              <p:nvPr/>
            </p:nvSpPr>
            <p:spPr bwMode="auto">
              <a:xfrm>
                <a:off x="4228" y="3423"/>
                <a:ext cx="52" cy="49"/>
              </a:xfrm>
              <a:prstGeom prst="ellipse">
                <a:avLst/>
              </a:prstGeom>
              <a:solidFill>
                <a:srgbClr val="BA64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0" name="Freeform 158"/>
              <p:cNvSpPr>
                <a:spLocks/>
              </p:cNvSpPr>
              <p:nvPr/>
            </p:nvSpPr>
            <p:spPr bwMode="auto">
              <a:xfrm>
                <a:off x="4254" y="3087"/>
                <a:ext cx="516" cy="774"/>
              </a:xfrm>
              <a:custGeom>
                <a:avLst/>
                <a:gdLst>
                  <a:gd name="T0" fmla="*/ 109 w 218"/>
                  <a:gd name="T1" fmla="*/ 0 h 327"/>
                  <a:gd name="T2" fmla="*/ 218 w 218"/>
                  <a:gd name="T3" fmla="*/ 109 h 327"/>
                  <a:gd name="T4" fmla="*/ 218 w 218"/>
                  <a:gd name="T5" fmla="*/ 218 h 327"/>
                  <a:gd name="T6" fmla="*/ 109 w 218"/>
                  <a:gd name="T7" fmla="*/ 327 h 327"/>
                  <a:gd name="T8" fmla="*/ 0 w 218"/>
                  <a:gd name="T9" fmla="*/ 218 h 327"/>
                  <a:gd name="T10" fmla="*/ 0 w 218"/>
                  <a:gd name="T11" fmla="*/ 109 h 327"/>
                  <a:gd name="T12" fmla="*/ 109 w 218"/>
                  <a:gd name="T13" fmla="*/ 0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8" h="327">
                    <a:moveTo>
                      <a:pt x="109" y="0"/>
                    </a:moveTo>
                    <a:cubicBezTo>
                      <a:pt x="169" y="0"/>
                      <a:pt x="218" y="49"/>
                      <a:pt x="218" y="109"/>
                    </a:cubicBezTo>
                    <a:cubicBezTo>
                      <a:pt x="218" y="218"/>
                      <a:pt x="218" y="218"/>
                      <a:pt x="218" y="218"/>
                    </a:cubicBezTo>
                    <a:cubicBezTo>
                      <a:pt x="218" y="278"/>
                      <a:pt x="169" y="327"/>
                      <a:pt x="109" y="327"/>
                    </a:cubicBezTo>
                    <a:cubicBezTo>
                      <a:pt x="49" y="327"/>
                      <a:pt x="0" y="278"/>
                      <a:pt x="0" y="218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</a:path>
                </a:pathLst>
              </a:custGeom>
              <a:solidFill>
                <a:srgbClr val="E47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1" name="Freeform 159"/>
              <p:cNvSpPr>
                <a:spLocks/>
              </p:cNvSpPr>
              <p:nvPr/>
            </p:nvSpPr>
            <p:spPr bwMode="auto">
              <a:xfrm>
                <a:off x="4254" y="3345"/>
                <a:ext cx="516" cy="440"/>
              </a:xfrm>
              <a:custGeom>
                <a:avLst/>
                <a:gdLst>
                  <a:gd name="T0" fmla="*/ 218 w 218"/>
                  <a:gd name="T1" fmla="*/ 0 h 186"/>
                  <a:gd name="T2" fmla="*/ 218 w 218"/>
                  <a:gd name="T3" fmla="*/ 109 h 186"/>
                  <a:gd name="T4" fmla="*/ 186 w 218"/>
                  <a:gd name="T5" fmla="*/ 186 h 186"/>
                  <a:gd name="T6" fmla="*/ 0 w 218"/>
                  <a:gd name="T7" fmla="*/ 0 h 186"/>
                  <a:gd name="T8" fmla="*/ 218 w 218"/>
                  <a:gd name="T9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8" h="186">
                    <a:moveTo>
                      <a:pt x="218" y="0"/>
                    </a:moveTo>
                    <a:cubicBezTo>
                      <a:pt x="218" y="109"/>
                      <a:pt x="218" y="109"/>
                      <a:pt x="218" y="109"/>
                    </a:cubicBezTo>
                    <a:cubicBezTo>
                      <a:pt x="218" y="139"/>
                      <a:pt x="206" y="166"/>
                      <a:pt x="186" y="18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18" y="0"/>
                      <a:pt x="218" y="0"/>
                      <a:pt x="218" y="0"/>
                    </a:cubicBezTo>
                    <a:close/>
                  </a:path>
                </a:pathLst>
              </a:custGeom>
              <a:solidFill>
                <a:srgbClr val="BA64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2" name="Freeform 160"/>
              <p:cNvSpPr>
                <a:spLocks/>
              </p:cNvSpPr>
              <p:nvPr/>
            </p:nvSpPr>
            <p:spPr bwMode="auto">
              <a:xfrm>
                <a:off x="4332" y="3397"/>
                <a:ext cx="104" cy="64"/>
              </a:xfrm>
              <a:custGeom>
                <a:avLst/>
                <a:gdLst>
                  <a:gd name="T0" fmla="*/ 22 w 44"/>
                  <a:gd name="T1" fmla="*/ 0 h 27"/>
                  <a:gd name="T2" fmla="*/ 44 w 44"/>
                  <a:gd name="T3" fmla="*/ 21 h 27"/>
                  <a:gd name="T4" fmla="*/ 43 w 44"/>
                  <a:gd name="T5" fmla="*/ 27 h 27"/>
                  <a:gd name="T6" fmla="*/ 1 w 44"/>
                  <a:gd name="T7" fmla="*/ 27 h 27"/>
                  <a:gd name="T8" fmla="*/ 0 w 44"/>
                  <a:gd name="T9" fmla="*/ 21 h 27"/>
                  <a:gd name="T10" fmla="*/ 22 w 44"/>
                  <a:gd name="T1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27">
                    <a:moveTo>
                      <a:pt x="22" y="0"/>
                    </a:moveTo>
                    <a:cubicBezTo>
                      <a:pt x="34" y="0"/>
                      <a:pt x="44" y="9"/>
                      <a:pt x="44" y="21"/>
                    </a:cubicBezTo>
                    <a:cubicBezTo>
                      <a:pt x="44" y="23"/>
                      <a:pt x="43" y="25"/>
                      <a:pt x="43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0" y="25"/>
                      <a:pt x="0" y="23"/>
                      <a:pt x="0" y="21"/>
                    </a:cubicBezTo>
                    <a:cubicBezTo>
                      <a:pt x="0" y="9"/>
                      <a:pt x="10" y="0"/>
                      <a:pt x="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3" name="Freeform 161"/>
              <p:cNvSpPr>
                <a:spLocks/>
              </p:cNvSpPr>
              <p:nvPr/>
            </p:nvSpPr>
            <p:spPr bwMode="auto">
              <a:xfrm>
                <a:off x="4590" y="3397"/>
                <a:ext cx="104" cy="64"/>
              </a:xfrm>
              <a:custGeom>
                <a:avLst/>
                <a:gdLst>
                  <a:gd name="T0" fmla="*/ 22 w 44"/>
                  <a:gd name="T1" fmla="*/ 0 h 27"/>
                  <a:gd name="T2" fmla="*/ 44 w 44"/>
                  <a:gd name="T3" fmla="*/ 21 h 27"/>
                  <a:gd name="T4" fmla="*/ 43 w 44"/>
                  <a:gd name="T5" fmla="*/ 27 h 27"/>
                  <a:gd name="T6" fmla="*/ 1 w 44"/>
                  <a:gd name="T7" fmla="*/ 27 h 27"/>
                  <a:gd name="T8" fmla="*/ 0 w 44"/>
                  <a:gd name="T9" fmla="*/ 21 h 27"/>
                  <a:gd name="T10" fmla="*/ 22 w 44"/>
                  <a:gd name="T1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27">
                    <a:moveTo>
                      <a:pt x="22" y="0"/>
                    </a:moveTo>
                    <a:cubicBezTo>
                      <a:pt x="34" y="0"/>
                      <a:pt x="44" y="9"/>
                      <a:pt x="44" y="21"/>
                    </a:cubicBezTo>
                    <a:cubicBezTo>
                      <a:pt x="44" y="23"/>
                      <a:pt x="43" y="25"/>
                      <a:pt x="43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0" y="25"/>
                      <a:pt x="0" y="23"/>
                      <a:pt x="0" y="21"/>
                    </a:cubicBezTo>
                    <a:cubicBezTo>
                      <a:pt x="0" y="9"/>
                      <a:pt x="10" y="0"/>
                      <a:pt x="22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4" name="Freeform 162"/>
              <p:cNvSpPr>
                <a:spLocks/>
              </p:cNvSpPr>
              <p:nvPr/>
            </p:nvSpPr>
            <p:spPr bwMode="auto">
              <a:xfrm>
                <a:off x="4358" y="3423"/>
                <a:ext cx="52" cy="38"/>
              </a:xfrm>
              <a:custGeom>
                <a:avLst/>
                <a:gdLst>
                  <a:gd name="T0" fmla="*/ 11 w 22"/>
                  <a:gd name="T1" fmla="*/ 0 h 16"/>
                  <a:gd name="T2" fmla="*/ 22 w 22"/>
                  <a:gd name="T3" fmla="*/ 10 h 16"/>
                  <a:gd name="T4" fmla="*/ 20 w 22"/>
                  <a:gd name="T5" fmla="*/ 16 h 16"/>
                  <a:gd name="T6" fmla="*/ 1 w 22"/>
                  <a:gd name="T7" fmla="*/ 16 h 16"/>
                  <a:gd name="T8" fmla="*/ 0 w 22"/>
                  <a:gd name="T9" fmla="*/ 10 h 16"/>
                  <a:gd name="T10" fmla="*/ 11 w 22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1" y="0"/>
                    </a:moveTo>
                    <a:cubicBezTo>
                      <a:pt x="17" y="0"/>
                      <a:pt x="22" y="4"/>
                      <a:pt x="22" y="10"/>
                    </a:cubicBezTo>
                    <a:cubicBezTo>
                      <a:pt x="22" y="12"/>
                      <a:pt x="21" y="14"/>
                      <a:pt x="2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0" y="14"/>
                      <a:pt x="0" y="12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lose/>
                  </a:path>
                </a:pathLst>
              </a:custGeom>
              <a:solidFill>
                <a:srgbClr val="222C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5" name="Freeform 163"/>
              <p:cNvSpPr>
                <a:spLocks/>
              </p:cNvSpPr>
              <p:nvPr/>
            </p:nvSpPr>
            <p:spPr bwMode="auto">
              <a:xfrm>
                <a:off x="4616" y="3423"/>
                <a:ext cx="52" cy="38"/>
              </a:xfrm>
              <a:custGeom>
                <a:avLst/>
                <a:gdLst>
                  <a:gd name="T0" fmla="*/ 11 w 22"/>
                  <a:gd name="T1" fmla="*/ 0 h 16"/>
                  <a:gd name="T2" fmla="*/ 22 w 22"/>
                  <a:gd name="T3" fmla="*/ 10 h 16"/>
                  <a:gd name="T4" fmla="*/ 20 w 22"/>
                  <a:gd name="T5" fmla="*/ 16 h 16"/>
                  <a:gd name="T6" fmla="*/ 1 w 22"/>
                  <a:gd name="T7" fmla="*/ 16 h 16"/>
                  <a:gd name="T8" fmla="*/ 0 w 22"/>
                  <a:gd name="T9" fmla="*/ 10 h 16"/>
                  <a:gd name="T10" fmla="*/ 11 w 22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1" y="0"/>
                    </a:moveTo>
                    <a:cubicBezTo>
                      <a:pt x="17" y="0"/>
                      <a:pt x="22" y="4"/>
                      <a:pt x="22" y="10"/>
                    </a:cubicBezTo>
                    <a:cubicBezTo>
                      <a:pt x="22" y="12"/>
                      <a:pt x="21" y="14"/>
                      <a:pt x="2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0" y="14"/>
                      <a:pt x="0" y="12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lose/>
                  </a:path>
                </a:pathLst>
              </a:custGeom>
              <a:solidFill>
                <a:srgbClr val="222C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6" name="Freeform 164"/>
              <p:cNvSpPr>
                <a:spLocks noEditPoints="1"/>
              </p:cNvSpPr>
              <p:nvPr/>
            </p:nvSpPr>
            <p:spPr bwMode="auto">
              <a:xfrm>
                <a:off x="4242" y="3588"/>
                <a:ext cx="542" cy="284"/>
              </a:xfrm>
              <a:custGeom>
                <a:avLst/>
                <a:gdLst>
                  <a:gd name="T0" fmla="*/ 114 w 229"/>
                  <a:gd name="T1" fmla="*/ 88 h 120"/>
                  <a:gd name="T2" fmla="*/ 120 w 229"/>
                  <a:gd name="T3" fmla="*/ 115 h 120"/>
                  <a:gd name="T4" fmla="*/ 109 w 229"/>
                  <a:gd name="T5" fmla="*/ 115 h 120"/>
                  <a:gd name="T6" fmla="*/ 202 w 229"/>
                  <a:gd name="T7" fmla="*/ 11 h 120"/>
                  <a:gd name="T8" fmla="*/ 202 w 229"/>
                  <a:gd name="T9" fmla="*/ 0 h 120"/>
                  <a:gd name="T10" fmla="*/ 229 w 229"/>
                  <a:gd name="T11" fmla="*/ 6 h 120"/>
                  <a:gd name="T12" fmla="*/ 202 w 229"/>
                  <a:gd name="T13" fmla="*/ 11 h 120"/>
                  <a:gd name="T14" fmla="*/ 193 w 229"/>
                  <a:gd name="T15" fmla="*/ 27 h 120"/>
                  <a:gd name="T16" fmla="*/ 221 w 229"/>
                  <a:gd name="T17" fmla="*/ 29 h 120"/>
                  <a:gd name="T18" fmla="*/ 218 w 229"/>
                  <a:gd name="T19" fmla="*/ 39 h 120"/>
                  <a:gd name="T20" fmla="*/ 187 w 229"/>
                  <a:gd name="T21" fmla="*/ 54 h 120"/>
                  <a:gd name="T22" fmla="*/ 193 w 229"/>
                  <a:gd name="T23" fmla="*/ 45 h 120"/>
                  <a:gd name="T24" fmla="*/ 213 w 229"/>
                  <a:gd name="T25" fmla="*/ 63 h 120"/>
                  <a:gd name="T26" fmla="*/ 187 w 229"/>
                  <a:gd name="T27" fmla="*/ 54 h 120"/>
                  <a:gd name="T28" fmla="*/ 172 w 229"/>
                  <a:gd name="T29" fmla="*/ 64 h 120"/>
                  <a:gd name="T30" fmla="*/ 195 w 229"/>
                  <a:gd name="T31" fmla="*/ 79 h 120"/>
                  <a:gd name="T32" fmla="*/ 188 w 229"/>
                  <a:gd name="T33" fmla="*/ 87 h 120"/>
                  <a:gd name="T34" fmla="*/ 153 w 229"/>
                  <a:gd name="T35" fmla="*/ 84 h 120"/>
                  <a:gd name="T36" fmla="*/ 163 w 229"/>
                  <a:gd name="T37" fmla="*/ 79 h 120"/>
                  <a:gd name="T38" fmla="*/ 172 w 229"/>
                  <a:gd name="T39" fmla="*/ 105 h 120"/>
                  <a:gd name="T40" fmla="*/ 153 w 229"/>
                  <a:gd name="T41" fmla="*/ 84 h 120"/>
                  <a:gd name="T42" fmla="*/ 135 w 229"/>
                  <a:gd name="T43" fmla="*/ 85 h 120"/>
                  <a:gd name="T44" fmla="*/ 148 w 229"/>
                  <a:gd name="T45" fmla="*/ 110 h 120"/>
                  <a:gd name="T46" fmla="*/ 137 w 229"/>
                  <a:gd name="T47" fmla="*/ 113 h 120"/>
                  <a:gd name="T48" fmla="*/ 27 w 229"/>
                  <a:gd name="T49" fmla="*/ 0 h 120"/>
                  <a:gd name="T50" fmla="*/ 27 w 229"/>
                  <a:gd name="T51" fmla="*/ 11 h 120"/>
                  <a:gd name="T52" fmla="*/ 0 w 229"/>
                  <a:gd name="T53" fmla="*/ 6 h 120"/>
                  <a:gd name="T54" fmla="*/ 27 w 229"/>
                  <a:gd name="T55" fmla="*/ 0 h 120"/>
                  <a:gd name="T56" fmla="*/ 35 w 229"/>
                  <a:gd name="T57" fmla="*/ 27 h 120"/>
                  <a:gd name="T58" fmla="*/ 10 w 229"/>
                  <a:gd name="T59" fmla="*/ 39 h 120"/>
                  <a:gd name="T60" fmla="*/ 8 w 229"/>
                  <a:gd name="T61" fmla="*/ 29 h 120"/>
                  <a:gd name="T62" fmla="*/ 36 w 229"/>
                  <a:gd name="T63" fmla="*/ 45 h 120"/>
                  <a:gd name="T64" fmla="*/ 42 w 229"/>
                  <a:gd name="T65" fmla="*/ 54 h 120"/>
                  <a:gd name="T66" fmla="*/ 15 w 229"/>
                  <a:gd name="T67" fmla="*/ 63 h 120"/>
                  <a:gd name="T68" fmla="*/ 36 w 229"/>
                  <a:gd name="T69" fmla="*/ 45 h 120"/>
                  <a:gd name="T70" fmla="*/ 56 w 229"/>
                  <a:gd name="T71" fmla="*/ 64 h 120"/>
                  <a:gd name="T72" fmla="*/ 41 w 229"/>
                  <a:gd name="T73" fmla="*/ 87 h 120"/>
                  <a:gd name="T74" fmla="*/ 33 w 229"/>
                  <a:gd name="T75" fmla="*/ 79 h 120"/>
                  <a:gd name="T76" fmla="*/ 66 w 229"/>
                  <a:gd name="T77" fmla="*/ 79 h 120"/>
                  <a:gd name="T78" fmla="*/ 75 w 229"/>
                  <a:gd name="T79" fmla="*/ 84 h 120"/>
                  <a:gd name="T80" fmla="*/ 57 w 229"/>
                  <a:gd name="T81" fmla="*/ 105 h 120"/>
                  <a:gd name="T82" fmla="*/ 66 w 229"/>
                  <a:gd name="T83" fmla="*/ 79 h 120"/>
                  <a:gd name="T84" fmla="*/ 93 w 229"/>
                  <a:gd name="T85" fmla="*/ 85 h 120"/>
                  <a:gd name="T86" fmla="*/ 91 w 229"/>
                  <a:gd name="T87" fmla="*/ 113 h 120"/>
                  <a:gd name="T88" fmla="*/ 81 w 229"/>
                  <a:gd name="T89" fmla="*/ 11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29" h="120">
                    <a:moveTo>
                      <a:pt x="109" y="93"/>
                    </a:moveTo>
                    <a:cubicBezTo>
                      <a:pt x="109" y="90"/>
                      <a:pt x="111" y="88"/>
                      <a:pt x="114" y="88"/>
                    </a:cubicBezTo>
                    <a:cubicBezTo>
                      <a:pt x="117" y="88"/>
                      <a:pt x="120" y="90"/>
                      <a:pt x="120" y="93"/>
                    </a:cubicBezTo>
                    <a:cubicBezTo>
                      <a:pt x="120" y="115"/>
                      <a:pt x="120" y="115"/>
                      <a:pt x="120" y="115"/>
                    </a:cubicBezTo>
                    <a:cubicBezTo>
                      <a:pt x="120" y="118"/>
                      <a:pt x="117" y="120"/>
                      <a:pt x="114" y="120"/>
                    </a:cubicBezTo>
                    <a:cubicBezTo>
                      <a:pt x="111" y="120"/>
                      <a:pt x="109" y="118"/>
                      <a:pt x="109" y="115"/>
                    </a:cubicBezTo>
                    <a:cubicBezTo>
                      <a:pt x="109" y="93"/>
                      <a:pt x="109" y="93"/>
                      <a:pt x="109" y="93"/>
                    </a:cubicBezTo>
                    <a:close/>
                    <a:moveTo>
                      <a:pt x="202" y="11"/>
                    </a:moveTo>
                    <a:cubicBezTo>
                      <a:pt x="199" y="11"/>
                      <a:pt x="196" y="9"/>
                      <a:pt x="196" y="6"/>
                    </a:cubicBezTo>
                    <a:cubicBezTo>
                      <a:pt x="196" y="3"/>
                      <a:pt x="199" y="0"/>
                      <a:pt x="202" y="0"/>
                    </a:cubicBezTo>
                    <a:cubicBezTo>
                      <a:pt x="223" y="0"/>
                      <a:pt x="223" y="0"/>
                      <a:pt x="223" y="0"/>
                    </a:cubicBezTo>
                    <a:cubicBezTo>
                      <a:pt x="226" y="0"/>
                      <a:pt x="229" y="3"/>
                      <a:pt x="229" y="6"/>
                    </a:cubicBezTo>
                    <a:cubicBezTo>
                      <a:pt x="229" y="9"/>
                      <a:pt x="226" y="11"/>
                      <a:pt x="223" y="11"/>
                    </a:cubicBezTo>
                    <a:cubicBezTo>
                      <a:pt x="202" y="11"/>
                      <a:pt x="202" y="11"/>
                      <a:pt x="202" y="11"/>
                    </a:cubicBezTo>
                    <a:close/>
                    <a:moveTo>
                      <a:pt x="197" y="34"/>
                    </a:moveTo>
                    <a:cubicBezTo>
                      <a:pt x="194" y="33"/>
                      <a:pt x="193" y="30"/>
                      <a:pt x="193" y="27"/>
                    </a:cubicBezTo>
                    <a:cubicBezTo>
                      <a:pt x="194" y="24"/>
                      <a:pt x="197" y="22"/>
                      <a:pt x="200" y="23"/>
                    </a:cubicBezTo>
                    <a:cubicBezTo>
                      <a:pt x="221" y="29"/>
                      <a:pt x="221" y="29"/>
                      <a:pt x="221" y="29"/>
                    </a:cubicBezTo>
                    <a:cubicBezTo>
                      <a:pt x="224" y="30"/>
                      <a:pt x="226" y="33"/>
                      <a:pt x="225" y="35"/>
                    </a:cubicBezTo>
                    <a:cubicBezTo>
                      <a:pt x="224" y="38"/>
                      <a:pt x="221" y="40"/>
                      <a:pt x="218" y="39"/>
                    </a:cubicBezTo>
                    <a:cubicBezTo>
                      <a:pt x="197" y="34"/>
                      <a:pt x="197" y="34"/>
                      <a:pt x="197" y="34"/>
                    </a:cubicBezTo>
                    <a:close/>
                    <a:moveTo>
                      <a:pt x="187" y="54"/>
                    </a:moveTo>
                    <a:cubicBezTo>
                      <a:pt x="185" y="53"/>
                      <a:pt x="184" y="49"/>
                      <a:pt x="185" y="47"/>
                    </a:cubicBezTo>
                    <a:cubicBezTo>
                      <a:pt x="187" y="44"/>
                      <a:pt x="190" y="43"/>
                      <a:pt x="193" y="45"/>
                    </a:cubicBezTo>
                    <a:cubicBezTo>
                      <a:pt x="211" y="56"/>
                      <a:pt x="211" y="56"/>
                      <a:pt x="211" y="56"/>
                    </a:cubicBezTo>
                    <a:cubicBezTo>
                      <a:pt x="214" y="57"/>
                      <a:pt x="215" y="60"/>
                      <a:pt x="213" y="63"/>
                    </a:cubicBezTo>
                    <a:cubicBezTo>
                      <a:pt x="212" y="66"/>
                      <a:pt x="209" y="67"/>
                      <a:pt x="206" y="65"/>
                    </a:cubicBezTo>
                    <a:cubicBezTo>
                      <a:pt x="187" y="54"/>
                      <a:pt x="187" y="54"/>
                      <a:pt x="187" y="54"/>
                    </a:cubicBezTo>
                    <a:close/>
                    <a:moveTo>
                      <a:pt x="172" y="71"/>
                    </a:moveTo>
                    <a:cubicBezTo>
                      <a:pt x="170" y="69"/>
                      <a:pt x="170" y="66"/>
                      <a:pt x="172" y="64"/>
                    </a:cubicBezTo>
                    <a:cubicBezTo>
                      <a:pt x="174" y="62"/>
                      <a:pt x="178" y="62"/>
                      <a:pt x="180" y="64"/>
                    </a:cubicBezTo>
                    <a:cubicBezTo>
                      <a:pt x="195" y="79"/>
                      <a:pt x="195" y="79"/>
                      <a:pt x="195" y="79"/>
                    </a:cubicBezTo>
                    <a:cubicBezTo>
                      <a:pt x="197" y="81"/>
                      <a:pt x="197" y="85"/>
                      <a:pt x="195" y="87"/>
                    </a:cubicBezTo>
                    <a:cubicBezTo>
                      <a:pt x="193" y="89"/>
                      <a:pt x="190" y="89"/>
                      <a:pt x="188" y="87"/>
                    </a:cubicBezTo>
                    <a:cubicBezTo>
                      <a:pt x="172" y="71"/>
                      <a:pt x="172" y="71"/>
                      <a:pt x="172" y="71"/>
                    </a:cubicBezTo>
                    <a:close/>
                    <a:moveTo>
                      <a:pt x="153" y="84"/>
                    </a:moveTo>
                    <a:cubicBezTo>
                      <a:pt x="152" y="82"/>
                      <a:pt x="153" y="78"/>
                      <a:pt x="155" y="77"/>
                    </a:cubicBezTo>
                    <a:cubicBezTo>
                      <a:pt x="158" y="75"/>
                      <a:pt x="161" y="76"/>
                      <a:pt x="163" y="79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5" y="100"/>
                      <a:pt x="174" y="103"/>
                      <a:pt x="172" y="105"/>
                    </a:cubicBezTo>
                    <a:cubicBezTo>
                      <a:pt x="169" y="106"/>
                      <a:pt x="166" y="106"/>
                      <a:pt x="164" y="103"/>
                    </a:cubicBezTo>
                    <a:cubicBezTo>
                      <a:pt x="153" y="84"/>
                      <a:pt x="153" y="84"/>
                      <a:pt x="153" y="84"/>
                    </a:cubicBezTo>
                    <a:close/>
                    <a:moveTo>
                      <a:pt x="132" y="92"/>
                    </a:moveTo>
                    <a:cubicBezTo>
                      <a:pt x="131" y="89"/>
                      <a:pt x="133" y="86"/>
                      <a:pt x="135" y="85"/>
                    </a:cubicBezTo>
                    <a:cubicBezTo>
                      <a:pt x="138" y="84"/>
                      <a:pt x="141" y="86"/>
                      <a:pt x="142" y="89"/>
                    </a:cubicBezTo>
                    <a:cubicBezTo>
                      <a:pt x="148" y="110"/>
                      <a:pt x="148" y="110"/>
                      <a:pt x="148" y="110"/>
                    </a:cubicBezTo>
                    <a:cubicBezTo>
                      <a:pt x="149" y="113"/>
                      <a:pt x="147" y="116"/>
                      <a:pt x="144" y="116"/>
                    </a:cubicBezTo>
                    <a:cubicBezTo>
                      <a:pt x="141" y="117"/>
                      <a:pt x="138" y="115"/>
                      <a:pt x="137" y="113"/>
                    </a:cubicBezTo>
                    <a:cubicBezTo>
                      <a:pt x="132" y="92"/>
                      <a:pt x="132" y="92"/>
                      <a:pt x="132" y="92"/>
                    </a:cubicBezTo>
                    <a:close/>
                    <a:moveTo>
                      <a:pt x="27" y="0"/>
                    </a:moveTo>
                    <a:cubicBezTo>
                      <a:pt x="30" y="0"/>
                      <a:pt x="33" y="3"/>
                      <a:pt x="33" y="6"/>
                    </a:cubicBezTo>
                    <a:cubicBezTo>
                      <a:pt x="33" y="9"/>
                      <a:pt x="30" y="11"/>
                      <a:pt x="27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27" y="0"/>
                      <a:pt x="27" y="0"/>
                      <a:pt x="27" y="0"/>
                    </a:cubicBezTo>
                    <a:close/>
                    <a:moveTo>
                      <a:pt x="29" y="23"/>
                    </a:moveTo>
                    <a:cubicBezTo>
                      <a:pt x="32" y="22"/>
                      <a:pt x="35" y="24"/>
                      <a:pt x="35" y="27"/>
                    </a:cubicBezTo>
                    <a:cubicBezTo>
                      <a:pt x="36" y="30"/>
                      <a:pt x="34" y="33"/>
                      <a:pt x="31" y="34"/>
                    </a:cubicBezTo>
                    <a:cubicBezTo>
                      <a:pt x="10" y="39"/>
                      <a:pt x="10" y="39"/>
                      <a:pt x="10" y="39"/>
                    </a:cubicBezTo>
                    <a:cubicBezTo>
                      <a:pt x="8" y="40"/>
                      <a:pt x="5" y="38"/>
                      <a:pt x="4" y="35"/>
                    </a:cubicBezTo>
                    <a:cubicBezTo>
                      <a:pt x="3" y="33"/>
                      <a:pt x="5" y="30"/>
                      <a:pt x="8" y="29"/>
                    </a:cubicBezTo>
                    <a:cubicBezTo>
                      <a:pt x="29" y="23"/>
                      <a:pt x="29" y="23"/>
                      <a:pt x="29" y="23"/>
                    </a:cubicBezTo>
                    <a:close/>
                    <a:moveTo>
                      <a:pt x="36" y="45"/>
                    </a:moveTo>
                    <a:cubicBezTo>
                      <a:pt x="39" y="43"/>
                      <a:pt x="42" y="44"/>
                      <a:pt x="43" y="47"/>
                    </a:cubicBezTo>
                    <a:cubicBezTo>
                      <a:pt x="45" y="49"/>
                      <a:pt x="44" y="53"/>
                      <a:pt x="42" y="54"/>
                    </a:cubicBezTo>
                    <a:cubicBezTo>
                      <a:pt x="23" y="65"/>
                      <a:pt x="23" y="65"/>
                      <a:pt x="23" y="65"/>
                    </a:cubicBezTo>
                    <a:cubicBezTo>
                      <a:pt x="20" y="67"/>
                      <a:pt x="17" y="66"/>
                      <a:pt x="15" y="63"/>
                    </a:cubicBezTo>
                    <a:cubicBezTo>
                      <a:pt x="14" y="60"/>
                      <a:pt x="15" y="57"/>
                      <a:pt x="17" y="56"/>
                    </a:cubicBezTo>
                    <a:cubicBezTo>
                      <a:pt x="36" y="45"/>
                      <a:pt x="36" y="45"/>
                      <a:pt x="36" y="45"/>
                    </a:cubicBezTo>
                    <a:close/>
                    <a:moveTo>
                      <a:pt x="49" y="64"/>
                    </a:moveTo>
                    <a:cubicBezTo>
                      <a:pt x="51" y="62"/>
                      <a:pt x="54" y="62"/>
                      <a:pt x="56" y="64"/>
                    </a:cubicBezTo>
                    <a:cubicBezTo>
                      <a:pt x="59" y="66"/>
                      <a:pt x="59" y="69"/>
                      <a:pt x="56" y="71"/>
                    </a:cubicBezTo>
                    <a:cubicBezTo>
                      <a:pt x="41" y="87"/>
                      <a:pt x="41" y="87"/>
                      <a:pt x="41" y="87"/>
                    </a:cubicBezTo>
                    <a:cubicBezTo>
                      <a:pt x="39" y="89"/>
                      <a:pt x="36" y="89"/>
                      <a:pt x="33" y="87"/>
                    </a:cubicBezTo>
                    <a:cubicBezTo>
                      <a:pt x="31" y="85"/>
                      <a:pt x="31" y="81"/>
                      <a:pt x="33" y="79"/>
                    </a:cubicBezTo>
                    <a:cubicBezTo>
                      <a:pt x="49" y="64"/>
                      <a:pt x="49" y="64"/>
                      <a:pt x="49" y="64"/>
                    </a:cubicBezTo>
                    <a:close/>
                    <a:moveTo>
                      <a:pt x="66" y="79"/>
                    </a:moveTo>
                    <a:cubicBezTo>
                      <a:pt x="68" y="76"/>
                      <a:pt x="71" y="75"/>
                      <a:pt x="73" y="77"/>
                    </a:cubicBezTo>
                    <a:cubicBezTo>
                      <a:pt x="76" y="78"/>
                      <a:pt x="77" y="82"/>
                      <a:pt x="75" y="84"/>
                    </a:cubicBezTo>
                    <a:cubicBezTo>
                      <a:pt x="65" y="103"/>
                      <a:pt x="65" y="103"/>
                      <a:pt x="65" y="103"/>
                    </a:cubicBezTo>
                    <a:cubicBezTo>
                      <a:pt x="63" y="106"/>
                      <a:pt x="60" y="106"/>
                      <a:pt x="57" y="105"/>
                    </a:cubicBezTo>
                    <a:cubicBezTo>
                      <a:pt x="55" y="103"/>
                      <a:pt x="54" y="100"/>
                      <a:pt x="55" y="98"/>
                    </a:cubicBezTo>
                    <a:cubicBezTo>
                      <a:pt x="66" y="79"/>
                      <a:pt x="66" y="79"/>
                      <a:pt x="66" y="79"/>
                    </a:cubicBezTo>
                    <a:close/>
                    <a:moveTo>
                      <a:pt x="87" y="89"/>
                    </a:moveTo>
                    <a:cubicBezTo>
                      <a:pt x="87" y="86"/>
                      <a:pt x="90" y="84"/>
                      <a:pt x="93" y="85"/>
                    </a:cubicBezTo>
                    <a:cubicBezTo>
                      <a:pt x="96" y="86"/>
                      <a:pt x="98" y="89"/>
                      <a:pt x="97" y="92"/>
                    </a:cubicBezTo>
                    <a:cubicBezTo>
                      <a:pt x="91" y="113"/>
                      <a:pt x="91" y="113"/>
                      <a:pt x="91" y="113"/>
                    </a:cubicBezTo>
                    <a:cubicBezTo>
                      <a:pt x="91" y="115"/>
                      <a:pt x="88" y="117"/>
                      <a:pt x="85" y="116"/>
                    </a:cubicBezTo>
                    <a:cubicBezTo>
                      <a:pt x="82" y="116"/>
                      <a:pt x="80" y="113"/>
                      <a:pt x="81" y="110"/>
                    </a:cubicBezTo>
                    <a:cubicBezTo>
                      <a:pt x="87" y="89"/>
                      <a:pt x="87" y="89"/>
                      <a:pt x="87" y="89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7" name="Freeform 165"/>
              <p:cNvSpPr>
                <a:spLocks/>
              </p:cNvSpPr>
              <p:nvPr/>
            </p:nvSpPr>
            <p:spPr bwMode="auto">
              <a:xfrm>
                <a:off x="4462" y="3498"/>
                <a:ext cx="102" cy="53"/>
              </a:xfrm>
              <a:custGeom>
                <a:avLst/>
                <a:gdLst>
                  <a:gd name="T0" fmla="*/ 10 w 43"/>
                  <a:gd name="T1" fmla="*/ 0 h 22"/>
                  <a:gd name="T2" fmla="*/ 0 w 43"/>
                  <a:gd name="T3" fmla="*/ 11 h 22"/>
                  <a:gd name="T4" fmla="*/ 10 w 43"/>
                  <a:gd name="T5" fmla="*/ 22 h 22"/>
                  <a:gd name="T6" fmla="*/ 21 w 43"/>
                  <a:gd name="T7" fmla="*/ 22 h 22"/>
                  <a:gd name="T8" fmla="*/ 43 w 43"/>
                  <a:gd name="T9" fmla="*/ 22 h 22"/>
                  <a:gd name="T10" fmla="*/ 21 w 43"/>
                  <a:gd name="T11" fmla="*/ 0 h 22"/>
                  <a:gd name="T12" fmla="*/ 10 w 43"/>
                  <a:gd name="T13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22">
                    <a:moveTo>
                      <a:pt x="10" y="0"/>
                    </a:moveTo>
                    <a:cubicBezTo>
                      <a:pt x="4" y="0"/>
                      <a:pt x="0" y="5"/>
                      <a:pt x="0" y="11"/>
                    </a:cubicBezTo>
                    <a:cubicBezTo>
                      <a:pt x="0" y="17"/>
                      <a:pt x="4" y="22"/>
                      <a:pt x="10" y="22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0" y="0"/>
                      <a:pt x="10" y="0"/>
                      <a:pt x="10" y="0"/>
                    </a:cubicBezTo>
                    <a:close/>
                  </a:path>
                </a:pathLst>
              </a:custGeom>
              <a:solidFill>
                <a:srgbClr val="E47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8" name="Freeform 166"/>
              <p:cNvSpPr>
                <a:spLocks/>
              </p:cNvSpPr>
              <p:nvPr/>
            </p:nvSpPr>
            <p:spPr bwMode="auto">
              <a:xfrm>
                <a:off x="4448" y="3435"/>
                <a:ext cx="78" cy="130"/>
              </a:xfrm>
              <a:custGeom>
                <a:avLst/>
                <a:gdLst>
                  <a:gd name="T0" fmla="*/ 22 w 33"/>
                  <a:gd name="T1" fmla="*/ 5 h 55"/>
                  <a:gd name="T2" fmla="*/ 27 w 33"/>
                  <a:gd name="T3" fmla="*/ 0 h 55"/>
                  <a:gd name="T4" fmla="*/ 33 w 33"/>
                  <a:gd name="T5" fmla="*/ 5 h 55"/>
                  <a:gd name="T6" fmla="*/ 33 w 33"/>
                  <a:gd name="T7" fmla="*/ 27 h 55"/>
                  <a:gd name="T8" fmla="*/ 27 w 33"/>
                  <a:gd name="T9" fmla="*/ 33 h 55"/>
                  <a:gd name="T10" fmla="*/ 16 w 33"/>
                  <a:gd name="T11" fmla="*/ 33 h 55"/>
                  <a:gd name="T12" fmla="*/ 11 w 33"/>
                  <a:gd name="T13" fmla="*/ 38 h 55"/>
                  <a:gd name="T14" fmla="*/ 16 w 33"/>
                  <a:gd name="T15" fmla="*/ 44 h 55"/>
                  <a:gd name="T16" fmla="*/ 27 w 33"/>
                  <a:gd name="T17" fmla="*/ 44 h 55"/>
                  <a:gd name="T18" fmla="*/ 33 w 33"/>
                  <a:gd name="T19" fmla="*/ 49 h 55"/>
                  <a:gd name="T20" fmla="*/ 27 w 33"/>
                  <a:gd name="T21" fmla="*/ 54 h 55"/>
                  <a:gd name="T22" fmla="*/ 16 w 33"/>
                  <a:gd name="T23" fmla="*/ 55 h 55"/>
                  <a:gd name="T24" fmla="*/ 0 w 33"/>
                  <a:gd name="T25" fmla="*/ 38 h 55"/>
                  <a:gd name="T26" fmla="*/ 16 w 33"/>
                  <a:gd name="T27" fmla="*/ 22 h 55"/>
                  <a:gd name="T28" fmla="*/ 22 w 33"/>
                  <a:gd name="T29" fmla="*/ 22 h 55"/>
                  <a:gd name="T30" fmla="*/ 22 w 33"/>
                  <a:gd name="T31" fmla="*/ 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3" h="55">
                    <a:moveTo>
                      <a:pt x="22" y="5"/>
                    </a:moveTo>
                    <a:cubicBezTo>
                      <a:pt x="22" y="2"/>
                      <a:pt x="24" y="0"/>
                      <a:pt x="27" y="0"/>
                    </a:cubicBezTo>
                    <a:cubicBezTo>
                      <a:pt x="30" y="0"/>
                      <a:pt x="33" y="2"/>
                      <a:pt x="33" y="5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33" y="30"/>
                      <a:pt x="30" y="33"/>
                      <a:pt x="27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3" y="33"/>
                      <a:pt x="11" y="35"/>
                      <a:pt x="11" y="38"/>
                    </a:cubicBezTo>
                    <a:cubicBezTo>
                      <a:pt x="11" y="41"/>
                      <a:pt x="13" y="44"/>
                      <a:pt x="16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30" y="44"/>
                      <a:pt x="33" y="46"/>
                      <a:pt x="33" y="49"/>
                    </a:cubicBezTo>
                    <a:cubicBezTo>
                      <a:pt x="33" y="52"/>
                      <a:pt x="30" y="54"/>
                      <a:pt x="27" y="54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7" y="55"/>
                      <a:pt x="0" y="47"/>
                      <a:pt x="0" y="38"/>
                    </a:cubicBezTo>
                    <a:cubicBezTo>
                      <a:pt x="0" y="29"/>
                      <a:pt x="7" y="22"/>
                      <a:pt x="16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5"/>
                      <a:pt x="22" y="5"/>
                      <a:pt x="22" y="5"/>
                    </a:cubicBezTo>
                    <a:close/>
                  </a:path>
                </a:pathLst>
              </a:custGeom>
              <a:solidFill>
                <a:srgbClr val="995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9" name="Freeform 167"/>
              <p:cNvSpPr>
                <a:spLocks/>
              </p:cNvSpPr>
              <p:nvPr/>
            </p:nvSpPr>
            <p:spPr bwMode="auto">
              <a:xfrm>
                <a:off x="4311" y="3356"/>
                <a:ext cx="144" cy="55"/>
              </a:xfrm>
              <a:custGeom>
                <a:avLst/>
                <a:gdLst>
                  <a:gd name="T0" fmla="*/ 59 w 61"/>
                  <a:gd name="T1" fmla="*/ 13 h 23"/>
                  <a:gd name="T2" fmla="*/ 59 w 61"/>
                  <a:gd name="T3" fmla="*/ 21 h 23"/>
                  <a:gd name="T4" fmla="*/ 51 w 61"/>
                  <a:gd name="T5" fmla="*/ 20 h 23"/>
                  <a:gd name="T6" fmla="*/ 31 w 61"/>
                  <a:gd name="T7" fmla="*/ 11 h 23"/>
                  <a:gd name="T8" fmla="*/ 10 w 61"/>
                  <a:gd name="T9" fmla="*/ 20 h 23"/>
                  <a:gd name="T10" fmla="*/ 3 w 61"/>
                  <a:gd name="T11" fmla="*/ 21 h 23"/>
                  <a:gd name="T12" fmla="*/ 2 w 61"/>
                  <a:gd name="T13" fmla="*/ 13 h 23"/>
                  <a:gd name="T14" fmla="*/ 31 w 61"/>
                  <a:gd name="T15" fmla="*/ 0 h 23"/>
                  <a:gd name="T16" fmla="*/ 59 w 61"/>
                  <a:gd name="T17" fmla="*/ 1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" h="23">
                    <a:moveTo>
                      <a:pt x="59" y="13"/>
                    </a:moveTo>
                    <a:cubicBezTo>
                      <a:pt x="61" y="15"/>
                      <a:pt x="61" y="19"/>
                      <a:pt x="59" y="21"/>
                    </a:cubicBezTo>
                    <a:cubicBezTo>
                      <a:pt x="57" y="23"/>
                      <a:pt x="53" y="22"/>
                      <a:pt x="51" y="20"/>
                    </a:cubicBezTo>
                    <a:cubicBezTo>
                      <a:pt x="46" y="14"/>
                      <a:pt x="39" y="11"/>
                      <a:pt x="31" y="11"/>
                    </a:cubicBezTo>
                    <a:cubicBezTo>
                      <a:pt x="23" y="11"/>
                      <a:pt x="16" y="14"/>
                      <a:pt x="10" y="20"/>
                    </a:cubicBezTo>
                    <a:cubicBezTo>
                      <a:pt x="8" y="22"/>
                      <a:pt x="5" y="23"/>
                      <a:pt x="3" y="21"/>
                    </a:cubicBezTo>
                    <a:cubicBezTo>
                      <a:pt x="1" y="19"/>
                      <a:pt x="0" y="15"/>
                      <a:pt x="2" y="13"/>
                    </a:cubicBezTo>
                    <a:cubicBezTo>
                      <a:pt x="10" y="5"/>
                      <a:pt x="20" y="0"/>
                      <a:pt x="31" y="0"/>
                    </a:cubicBezTo>
                    <a:cubicBezTo>
                      <a:pt x="42" y="0"/>
                      <a:pt x="52" y="5"/>
                      <a:pt x="59" y="13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0" name="Freeform 168"/>
              <p:cNvSpPr>
                <a:spLocks/>
              </p:cNvSpPr>
              <p:nvPr/>
            </p:nvSpPr>
            <p:spPr bwMode="auto">
              <a:xfrm>
                <a:off x="4569" y="3356"/>
                <a:ext cx="144" cy="55"/>
              </a:xfrm>
              <a:custGeom>
                <a:avLst/>
                <a:gdLst>
                  <a:gd name="T0" fmla="*/ 59 w 61"/>
                  <a:gd name="T1" fmla="*/ 13 h 23"/>
                  <a:gd name="T2" fmla="*/ 59 w 61"/>
                  <a:gd name="T3" fmla="*/ 21 h 23"/>
                  <a:gd name="T4" fmla="*/ 51 w 61"/>
                  <a:gd name="T5" fmla="*/ 20 h 23"/>
                  <a:gd name="T6" fmla="*/ 31 w 61"/>
                  <a:gd name="T7" fmla="*/ 11 h 23"/>
                  <a:gd name="T8" fmla="*/ 11 w 61"/>
                  <a:gd name="T9" fmla="*/ 20 h 23"/>
                  <a:gd name="T10" fmla="*/ 3 w 61"/>
                  <a:gd name="T11" fmla="*/ 21 h 23"/>
                  <a:gd name="T12" fmla="*/ 2 w 61"/>
                  <a:gd name="T13" fmla="*/ 13 h 23"/>
                  <a:gd name="T14" fmla="*/ 31 w 61"/>
                  <a:gd name="T15" fmla="*/ 0 h 23"/>
                  <a:gd name="T16" fmla="*/ 59 w 61"/>
                  <a:gd name="T17" fmla="*/ 1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" h="23">
                    <a:moveTo>
                      <a:pt x="59" y="13"/>
                    </a:moveTo>
                    <a:cubicBezTo>
                      <a:pt x="61" y="15"/>
                      <a:pt x="61" y="19"/>
                      <a:pt x="59" y="21"/>
                    </a:cubicBezTo>
                    <a:cubicBezTo>
                      <a:pt x="57" y="23"/>
                      <a:pt x="53" y="22"/>
                      <a:pt x="51" y="20"/>
                    </a:cubicBezTo>
                    <a:cubicBezTo>
                      <a:pt x="46" y="14"/>
                      <a:pt x="39" y="11"/>
                      <a:pt x="31" y="11"/>
                    </a:cubicBezTo>
                    <a:cubicBezTo>
                      <a:pt x="23" y="11"/>
                      <a:pt x="16" y="14"/>
                      <a:pt x="11" y="20"/>
                    </a:cubicBezTo>
                    <a:cubicBezTo>
                      <a:pt x="9" y="22"/>
                      <a:pt x="5" y="23"/>
                      <a:pt x="3" y="21"/>
                    </a:cubicBezTo>
                    <a:cubicBezTo>
                      <a:pt x="1" y="19"/>
                      <a:pt x="0" y="15"/>
                      <a:pt x="2" y="13"/>
                    </a:cubicBezTo>
                    <a:cubicBezTo>
                      <a:pt x="10" y="5"/>
                      <a:pt x="20" y="0"/>
                      <a:pt x="31" y="0"/>
                    </a:cubicBezTo>
                    <a:cubicBezTo>
                      <a:pt x="42" y="0"/>
                      <a:pt x="52" y="5"/>
                      <a:pt x="59" y="13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1" name="Freeform 169"/>
              <p:cNvSpPr>
                <a:spLocks/>
              </p:cNvSpPr>
              <p:nvPr/>
            </p:nvSpPr>
            <p:spPr bwMode="auto">
              <a:xfrm>
                <a:off x="4242" y="3330"/>
                <a:ext cx="26" cy="79"/>
              </a:xfrm>
              <a:custGeom>
                <a:avLst/>
                <a:gdLst>
                  <a:gd name="T0" fmla="*/ 0 w 11"/>
                  <a:gd name="T1" fmla="*/ 6 h 33"/>
                  <a:gd name="T2" fmla="*/ 5 w 11"/>
                  <a:gd name="T3" fmla="*/ 0 h 33"/>
                  <a:gd name="T4" fmla="*/ 11 w 11"/>
                  <a:gd name="T5" fmla="*/ 6 h 33"/>
                  <a:gd name="T6" fmla="*/ 11 w 11"/>
                  <a:gd name="T7" fmla="*/ 28 h 33"/>
                  <a:gd name="T8" fmla="*/ 5 w 11"/>
                  <a:gd name="T9" fmla="*/ 33 h 33"/>
                  <a:gd name="T10" fmla="*/ 0 w 11"/>
                  <a:gd name="T11" fmla="*/ 28 h 33"/>
                  <a:gd name="T12" fmla="*/ 0 w 11"/>
                  <a:gd name="T13" fmla="*/ 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33">
                    <a:moveTo>
                      <a:pt x="0" y="6"/>
                    </a:move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1" y="3"/>
                      <a:pt x="11" y="6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31"/>
                      <a:pt x="8" y="33"/>
                      <a:pt x="5" y="33"/>
                    </a:cubicBezTo>
                    <a:cubicBezTo>
                      <a:pt x="2" y="33"/>
                      <a:pt x="0" y="31"/>
                      <a:pt x="0" y="28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2" name="Freeform 170"/>
              <p:cNvSpPr>
                <a:spLocks/>
              </p:cNvSpPr>
              <p:nvPr/>
            </p:nvSpPr>
            <p:spPr bwMode="auto">
              <a:xfrm>
                <a:off x="4758" y="3330"/>
                <a:ext cx="26" cy="79"/>
              </a:xfrm>
              <a:custGeom>
                <a:avLst/>
                <a:gdLst>
                  <a:gd name="T0" fmla="*/ 0 w 11"/>
                  <a:gd name="T1" fmla="*/ 6 h 33"/>
                  <a:gd name="T2" fmla="*/ 5 w 11"/>
                  <a:gd name="T3" fmla="*/ 0 h 33"/>
                  <a:gd name="T4" fmla="*/ 11 w 11"/>
                  <a:gd name="T5" fmla="*/ 6 h 33"/>
                  <a:gd name="T6" fmla="*/ 11 w 11"/>
                  <a:gd name="T7" fmla="*/ 28 h 33"/>
                  <a:gd name="T8" fmla="*/ 5 w 11"/>
                  <a:gd name="T9" fmla="*/ 33 h 33"/>
                  <a:gd name="T10" fmla="*/ 0 w 11"/>
                  <a:gd name="T11" fmla="*/ 28 h 33"/>
                  <a:gd name="T12" fmla="*/ 0 w 11"/>
                  <a:gd name="T13" fmla="*/ 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33">
                    <a:moveTo>
                      <a:pt x="0" y="6"/>
                    </a:move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1" y="3"/>
                      <a:pt x="11" y="6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31"/>
                      <a:pt x="8" y="33"/>
                      <a:pt x="5" y="33"/>
                    </a:cubicBezTo>
                    <a:cubicBezTo>
                      <a:pt x="2" y="33"/>
                      <a:pt x="0" y="31"/>
                      <a:pt x="0" y="28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3" name="Freeform 171"/>
              <p:cNvSpPr>
                <a:spLocks/>
              </p:cNvSpPr>
              <p:nvPr/>
            </p:nvSpPr>
            <p:spPr bwMode="auto">
              <a:xfrm>
                <a:off x="4242" y="3035"/>
                <a:ext cx="528" cy="310"/>
              </a:xfrm>
              <a:custGeom>
                <a:avLst/>
                <a:gdLst>
                  <a:gd name="T0" fmla="*/ 54 w 223"/>
                  <a:gd name="T1" fmla="*/ 0 h 131"/>
                  <a:gd name="T2" fmla="*/ 169 w 223"/>
                  <a:gd name="T3" fmla="*/ 0 h 131"/>
                  <a:gd name="T4" fmla="*/ 212 w 223"/>
                  <a:gd name="T5" fmla="*/ 44 h 131"/>
                  <a:gd name="T6" fmla="*/ 223 w 223"/>
                  <a:gd name="T7" fmla="*/ 109 h 131"/>
                  <a:gd name="T8" fmla="*/ 114 w 223"/>
                  <a:gd name="T9" fmla="*/ 131 h 131"/>
                  <a:gd name="T10" fmla="*/ 0 w 223"/>
                  <a:gd name="T11" fmla="*/ 109 h 131"/>
                  <a:gd name="T12" fmla="*/ 11 w 223"/>
                  <a:gd name="T13" fmla="*/ 44 h 131"/>
                  <a:gd name="T14" fmla="*/ 54 w 223"/>
                  <a:gd name="T15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3" h="131">
                    <a:moveTo>
                      <a:pt x="54" y="0"/>
                    </a:moveTo>
                    <a:cubicBezTo>
                      <a:pt x="169" y="0"/>
                      <a:pt x="169" y="0"/>
                      <a:pt x="169" y="0"/>
                    </a:cubicBezTo>
                    <a:cubicBezTo>
                      <a:pt x="193" y="0"/>
                      <a:pt x="209" y="20"/>
                      <a:pt x="212" y="44"/>
                    </a:cubicBezTo>
                    <a:cubicBezTo>
                      <a:pt x="223" y="109"/>
                      <a:pt x="223" y="109"/>
                      <a:pt x="223" y="109"/>
                    </a:cubicBezTo>
                    <a:cubicBezTo>
                      <a:pt x="114" y="131"/>
                      <a:pt x="114" y="131"/>
                      <a:pt x="114" y="131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15" y="20"/>
                      <a:pt x="30" y="0"/>
                      <a:pt x="54" y="0"/>
                    </a:cubicBezTo>
                    <a:close/>
                  </a:path>
                </a:pathLst>
              </a:custGeom>
              <a:solidFill>
                <a:srgbClr val="5BA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4" name="Freeform 172"/>
              <p:cNvSpPr>
                <a:spLocks/>
              </p:cNvSpPr>
              <p:nvPr/>
            </p:nvSpPr>
            <p:spPr bwMode="auto">
              <a:xfrm>
                <a:off x="4512" y="3035"/>
                <a:ext cx="272" cy="310"/>
              </a:xfrm>
              <a:custGeom>
                <a:avLst/>
                <a:gdLst>
                  <a:gd name="T0" fmla="*/ 0 w 115"/>
                  <a:gd name="T1" fmla="*/ 0 h 131"/>
                  <a:gd name="T2" fmla="*/ 60 w 115"/>
                  <a:gd name="T3" fmla="*/ 0 h 131"/>
                  <a:gd name="T4" fmla="*/ 104 w 115"/>
                  <a:gd name="T5" fmla="*/ 44 h 131"/>
                  <a:gd name="T6" fmla="*/ 115 w 115"/>
                  <a:gd name="T7" fmla="*/ 109 h 131"/>
                  <a:gd name="T8" fmla="*/ 0 w 115"/>
                  <a:gd name="T9" fmla="*/ 131 h 131"/>
                  <a:gd name="T10" fmla="*/ 0 w 115"/>
                  <a:gd name="T11" fmla="*/ 131 h 131"/>
                  <a:gd name="T12" fmla="*/ 0 w 115"/>
                  <a:gd name="T13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5" h="131">
                    <a:moveTo>
                      <a:pt x="0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84" y="0"/>
                      <a:pt x="100" y="20"/>
                      <a:pt x="104" y="44"/>
                    </a:cubicBezTo>
                    <a:cubicBezTo>
                      <a:pt x="115" y="109"/>
                      <a:pt x="115" y="109"/>
                      <a:pt x="115" y="109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678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5" name="Freeform 173"/>
              <p:cNvSpPr>
                <a:spLocks/>
              </p:cNvSpPr>
              <p:nvPr/>
            </p:nvSpPr>
            <p:spPr bwMode="auto">
              <a:xfrm>
                <a:off x="4048" y="3861"/>
                <a:ext cx="930" cy="310"/>
              </a:xfrm>
              <a:custGeom>
                <a:avLst/>
                <a:gdLst>
                  <a:gd name="T0" fmla="*/ 0 w 393"/>
                  <a:gd name="T1" fmla="*/ 131 h 131"/>
                  <a:gd name="T2" fmla="*/ 0 w 393"/>
                  <a:gd name="T3" fmla="*/ 87 h 131"/>
                  <a:gd name="T4" fmla="*/ 22 w 393"/>
                  <a:gd name="T5" fmla="*/ 54 h 131"/>
                  <a:gd name="T6" fmla="*/ 131 w 393"/>
                  <a:gd name="T7" fmla="*/ 0 h 131"/>
                  <a:gd name="T8" fmla="*/ 196 w 393"/>
                  <a:gd name="T9" fmla="*/ 65 h 131"/>
                  <a:gd name="T10" fmla="*/ 262 w 393"/>
                  <a:gd name="T11" fmla="*/ 0 h 131"/>
                  <a:gd name="T12" fmla="*/ 371 w 393"/>
                  <a:gd name="T13" fmla="*/ 54 h 131"/>
                  <a:gd name="T14" fmla="*/ 393 w 393"/>
                  <a:gd name="T15" fmla="*/ 87 h 131"/>
                  <a:gd name="T16" fmla="*/ 393 w 393"/>
                  <a:gd name="T17" fmla="*/ 131 h 131"/>
                  <a:gd name="T18" fmla="*/ 0 w 393"/>
                  <a:gd name="T19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93" h="131">
                    <a:moveTo>
                      <a:pt x="0" y="131"/>
                    </a:moveTo>
                    <a:cubicBezTo>
                      <a:pt x="0" y="87"/>
                      <a:pt x="0" y="87"/>
                      <a:pt x="0" y="87"/>
                    </a:cubicBezTo>
                    <a:cubicBezTo>
                      <a:pt x="0" y="65"/>
                      <a:pt x="11" y="60"/>
                      <a:pt x="22" y="54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131" y="36"/>
                      <a:pt x="160" y="65"/>
                      <a:pt x="196" y="65"/>
                    </a:cubicBezTo>
                    <a:cubicBezTo>
                      <a:pt x="232" y="65"/>
                      <a:pt x="262" y="36"/>
                      <a:pt x="262" y="0"/>
                    </a:cubicBezTo>
                    <a:cubicBezTo>
                      <a:pt x="371" y="54"/>
                      <a:pt x="371" y="54"/>
                      <a:pt x="371" y="54"/>
                    </a:cubicBezTo>
                    <a:cubicBezTo>
                      <a:pt x="382" y="60"/>
                      <a:pt x="393" y="65"/>
                      <a:pt x="393" y="87"/>
                    </a:cubicBezTo>
                    <a:cubicBezTo>
                      <a:pt x="393" y="131"/>
                      <a:pt x="393" y="131"/>
                      <a:pt x="393" y="131"/>
                    </a:cubicBezTo>
                    <a:cubicBezTo>
                      <a:pt x="0" y="131"/>
                      <a:pt x="0" y="131"/>
                      <a:pt x="0" y="131"/>
                    </a:cubicBezTo>
                    <a:close/>
                  </a:path>
                </a:pathLst>
              </a:custGeom>
              <a:solidFill>
                <a:srgbClr val="66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6" name="Freeform 174"/>
              <p:cNvSpPr>
                <a:spLocks/>
              </p:cNvSpPr>
              <p:nvPr/>
            </p:nvSpPr>
            <p:spPr bwMode="auto">
              <a:xfrm>
                <a:off x="4403" y="3861"/>
                <a:ext cx="575" cy="310"/>
              </a:xfrm>
              <a:custGeom>
                <a:avLst/>
                <a:gdLst>
                  <a:gd name="T0" fmla="*/ 0 w 243"/>
                  <a:gd name="T1" fmla="*/ 46 h 131"/>
                  <a:gd name="T2" fmla="*/ 46 w 243"/>
                  <a:gd name="T3" fmla="*/ 65 h 131"/>
                  <a:gd name="T4" fmla="*/ 112 w 243"/>
                  <a:gd name="T5" fmla="*/ 0 h 131"/>
                  <a:gd name="T6" fmla="*/ 221 w 243"/>
                  <a:gd name="T7" fmla="*/ 54 h 131"/>
                  <a:gd name="T8" fmla="*/ 243 w 243"/>
                  <a:gd name="T9" fmla="*/ 87 h 131"/>
                  <a:gd name="T10" fmla="*/ 243 w 243"/>
                  <a:gd name="T11" fmla="*/ 131 h 131"/>
                  <a:gd name="T12" fmla="*/ 85 w 243"/>
                  <a:gd name="T13" fmla="*/ 131 h 131"/>
                  <a:gd name="T14" fmla="*/ 0 w 243"/>
                  <a:gd name="T15" fmla="*/ 46 h 131"/>
                  <a:gd name="T16" fmla="*/ 0 w 243"/>
                  <a:gd name="T17" fmla="*/ 46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3" h="131">
                    <a:moveTo>
                      <a:pt x="0" y="46"/>
                    </a:moveTo>
                    <a:cubicBezTo>
                      <a:pt x="12" y="58"/>
                      <a:pt x="28" y="65"/>
                      <a:pt x="46" y="65"/>
                    </a:cubicBezTo>
                    <a:cubicBezTo>
                      <a:pt x="82" y="65"/>
                      <a:pt x="112" y="36"/>
                      <a:pt x="112" y="0"/>
                    </a:cubicBezTo>
                    <a:cubicBezTo>
                      <a:pt x="221" y="54"/>
                      <a:pt x="221" y="54"/>
                      <a:pt x="221" y="54"/>
                    </a:cubicBezTo>
                    <a:cubicBezTo>
                      <a:pt x="232" y="60"/>
                      <a:pt x="243" y="65"/>
                      <a:pt x="243" y="87"/>
                    </a:cubicBezTo>
                    <a:cubicBezTo>
                      <a:pt x="243" y="131"/>
                      <a:pt x="243" y="131"/>
                      <a:pt x="243" y="131"/>
                    </a:cubicBezTo>
                    <a:cubicBezTo>
                      <a:pt x="85" y="131"/>
                      <a:pt x="85" y="131"/>
                      <a:pt x="85" y="131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0" y="46"/>
                      <a:pt x="0" y="46"/>
                    </a:cubicBezTo>
                    <a:close/>
                  </a:path>
                </a:pathLst>
              </a:custGeom>
              <a:solidFill>
                <a:srgbClr val="3678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7" name="Freeform 175"/>
              <p:cNvSpPr>
                <a:spLocks/>
              </p:cNvSpPr>
              <p:nvPr/>
            </p:nvSpPr>
            <p:spPr bwMode="auto">
              <a:xfrm>
                <a:off x="4152" y="3293"/>
                <a:ext cx="722" cy="52"/>
              </a:xfrm>
              <a:custGeom>
                <a:avLst/>
                <a:gdLst>
                  <a:gd name="T0" fmla="*/ 11 w 305"/>
                  <a:gd name="T1" fmla="*/ 22 h 22"/>
                  <a:gd name="T2" fmla="*/ 294 w 305"/>
                  <a:gd name="T3" fmla="*/ 22 h 22"/>
                  <a:gd name="T4" fmla="*/ 305 w 305"/>
                  <a:gd name="T5" fmla="*/ 11 h 22"/>
                  <a:gd name="T6" fmla="*/ 305 w 305"/>
                  <a:gd name="T7" fmla="*/ 11 h 22"/>
                  <a:gd name="T8" fmla="*/ 294 w 305"/>
                  <a:gd name="T9" fmla="*/ 0 h 22"/>
                  <a:gd name="T10" fmla="*/ 11 w 305"/>
                  <a:gd name="T11" fmla="*/ 0 h 22"/>
                  <a:gd name="T12" fmla="*/ 0 w 305"/>
                  <a:gd name="T13" fmla="*/ 11 h 22"/>
                  <a:gd name="T14" fmla="*/ 0 w 305"/>
                  <a:gd name="T15" fmla="*/ 11 h 22"/>
                  <a:gd name="T16" fmla="*/ 11 w 305"/>
                  <a:gd name="T1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5" h="22">
                    <a:moveTo>
                      <a:pt x="11" y="22"/>
                    </a:moveTo>
                    <a:cubicBezTo>
                      <a:pt x="294" y="22"/>
                      <a:pt x="294" y="22"/>
                      <a:pt x="294" y="22"/>
                    </a:cubicBezTo>
                    <a:cubicBezTo>
                      <a:pt x="300" y="22"/>
                      <a:pt x="305" y="17"/>
                      <a:pt x="305" y="11"/>
                    </a:cubicBezTo>
                    <a:cubicBezTo>
                      <a:pt x="305" y="11"/>
                      <a:pt x="305" y="11"/>
                      <a:pt x="305" y="11"/>
                    </a:cubicBezTo>
                    <a:cubicBezTo>
                      <a:pt x="305" y="5"/>
                      <a:pt x="300" y="0"/>
                      <a:pt x="294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7"/>
                      <a:pt x="5" y="22"/>
                      <a:pt x="11" y="22"/>
                    </a:cubicBezTo>
                    <a:close/>
                  </a:path>
                </a:pathLst>
              </a:custGeom>
              <a:solidFill>
                <a:srgbClr val="3678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8" name="Freeform 176"/>
              <p:cNvSpPr>
                <a:spLocks/>
              </p:cNvSpPr>
              <p:nvPr/>
            </p:nvSpPr>
            <p:spPr bwMode="auto">
              <a:xfrm>
                <a:off x="4242" y="3241"/>
                <a:ext cx="528" cy="52"/>
              </a:xfrm>
              <a:custGeom>
                <a:avLst/>
                <a:gdLst>
                  <a:gd name="T0" fmla="*/ 0 w 528"/>
                  <a:gd name="T1" fmla="*/ 52 h 52"/>
                  <a:gd name="T2" fmla="*/ 528 w 528"/>
                  <a:gd name="T3" fmla="*/ 52 h 52"/>
                  <a:gd name="T4" fmla="*/ 520 w 528"/>
                  <a:gd name="T5" fmla="*/ 0 h 52"/>
                  <a:gd name="T6" fmla="*/ 7 w 528"/>
                  <a:gd name="T7" fmla="*/ 0 h 52"/>
                  <a:gd name="T8" fmla="*/ 0 w 528"/>
                  <a:gd name="T9" fmla="*/ 52 h 52"/>
                  <a:gd name="T10" fmla="*/ 0 w 528"/>
                  <a:gd name="T11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52">
                    <a:moveTo>
                      <a:pt x="0" y="52"/>
                    </a:moveTo>
                    <a:lnTo>
                      <a:pt x="528" y="52"/>
                    </a:lnTo>
                    <a:lnTo>
                      <a:pt x="520" y="0"/>
                    </a:lnTo>
                    <a:lnTo>
                      <a:pt x="7" y="0"/>
                    </a:ln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9" name="Freeform 177"/>
              <p:cNvSpPr>
                <a:spLocks/>
              </p:cNvSpPr>
              <p:nvPr/>
            </p:nvSpPr>
            <p:spPr bwMode="auto">
              <a:xfrm>
                <a:off x="4512" y="3241"/>
                <a:ext cx="272" cy="52"/>
              </a:xfrm>
              <a:custGeom>
                <a:avLst/>
                <a:gdLst>
                  <a:gd name="T0" fmla="*/ 0 w 272"/>
                  <a:gd name="T1" fmla="*/ 52 h 52"/>
                  <a:gd name="T2" fmla="*/ 272 w 272"/>
                  <a:gd name="T3" fmla="*/ 52 h 52"/>
                  <a:gd name="T4" fmla="*/ 262 w 272"/>
                  <a:gd name="T5" fmla="*/ 0 h 52"/>
                  <a:gd name="T6" fmla="*/ 0 w 272"/>
                  <a:gd name="T7" fmla="*/ 0 h 52"/>
                  <a:gd name="T8" fmla="*/ 0 w 272"/>
                  <a:gd name="T9" fmla="*/ 52 h 52"/>
                  <a:gd name="T10" fmla="*/ 0 w 272"/>
                  <a:gd name="T11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2" h="52">
                    <a:moveTo>
                      <a:pt x="0" y="52"/>
                    </a:moveTo>
                    <a:lnTo>
                      <a:pt x="272" y="52"/>
                    </a:lnTo>
                    <a:lnTo>
                      <a:pt x="262" y="0"/>
                    </a:lnTo>
                    <a:lnTo>
                      <a:pt x="0" y="0"/>
                    </a:ln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0" name="Oval 178"/>
              <p:cNvSpPr>
                <a:spLocks noChangeArrowheads="1"/>
              </p:cNvSpPr>
              <p:nvPr/>
            </p:nvSpPr>
            <p:spPr bwMode="auto">
              <a:xfrm>
                <a:off x="4344" y="3435"/>
                <a:ext cx="26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1" name="Oval 179"/>
              <p:cNvSpPr>
                <a:spLocks noChangeArrowheads="1"/>
              </p:cNvSpPr>
              <p:nvPr/>
            </p:nvSpPr>
            <p:spPr bwMode="auto">
              <a:xfrm>
                <a:off x="4602" y="3435"/>
                <a:ext cx="26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2" name="Freeform 180"/>
              <p:cNvSpPr>
                <a:spLocks/>
              </p:cNvSpPr>
              <p:nvPr/>
            </p:nvSpPr>
            <p:spPr bwMode="auto">
              <a:xfrm>
                <a:off x="4396" y="3626"/>
                <a:ext cx="234" cy="67"/>
              </a:xfrm>
              <a:custGeom>
                <a:avLst/>
                <a:gdLst>
                  <a:gd name="T0" fmla="*/ 89 w 99"/>
                  <a:gd name="T1" fmla="*/ 2 h 28"/>
                  <a:gd name="T2" fmla="*/ 97 w 99"/>
                  <a:gd name="T3" fmla="*/ 2 h 28"/>
                  <a:gd name="T4" fmla="*/ 97 w 99"/>
                  <a:gd name="T5" fmla="*/ 10 h 28"/>
                  <a:gd name="T6" fmla="*/ 49 w 99"/>
                  <a:gd name="T7" fmla="*/ 28 h 28"/>
                  <a:gd name="T8" fmla="*/ 2 w 99"/>
                  <a:gd name="T9" fmla="*/ 10 h 28"/>
                  <a:gd name="T10" fmla="*/ 2 w 99"/>
                  <a:gd name="T11" fmla="*/ 2 h 28"/>
                  <a:gd name="T12" fmla="*/ 9 w 99"/>
                  <a:gd name="T13" fmla="*/ 2 h 28"/>
                  <a:gd name="T14" fmla="*/ 49 w 99"/>
                  <a:gd name="T15" fmla="*/ 17 h 28"/>
                  <a:gd name="T16" fmla="*/ 89 w 99"/>
                  <a:gd name="T17" fmla="*/ 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8">
                    <a:moveTo>
                      <a:pt x="89" y="2"/>
                    </a:moveTo>
                    <a:cubicBezTo>
                      <a:pt x="92" y="0"/>
                      <a:pt x="95" y="0"/>
                      <a:pt x="97" y="2"/>
                    </a:cubicBezTo>
                    <a:cubicBezTo>
                      <a:pt x="99" y="5"/>
                      <a:pt x="99" y="8"/>
                      <a:pt x="97" y="10"/>
                    </a:cubicBezTo>
                    <a:cubicBezTo>
                      <a:pt x="83" y="22"/>
                      <a:pt x="67" y="28"/>
                      <a:pt x="49" y="28"/>
                    </a:cubicBezTo>
                    <a:cubicBezTo>
                      <a:pt x="32" y="28"/>
                      <a:pt x="15" y="22"/>
                      <a:pt x="2" y="10"/>
                    </a:cubicBezTo>
                    <a:cubicBezTo>
                      <a:pt x="0" y="8"/>
                      <a:pt x="0" y="5"/>
                      <a:pt x="2" y="2"/>
                    </a:cubicBezTo>
                    <a:cubicBezTo>
                      <a:pt x="4" y="0"/>
                      <a:pt x="7" y="0"/>
                      <a:pt x="9" y="2"/>
                    </a:cubicBezTo>
                    <a:cubicBezTo>
                      <a:pt x="20" y="12"/>
                      <a:pt x="35" y="17"/>
                      <a:pt x="49" y="17"/>
                    </a:cubicBezTo>
                    <a:cubicBezTo>
                      <a:pt x="64" y="17"/>
                      <a:pt x="78" y="12"/>
                      <a:pt x="89" y="2"/>
                    </a:cubicBezTo>
                    <a:close/>
                  </a:path>
                </a:pathLst>
              </a:custGeom>
              <a:solidFill>
                <a:srgbClr val="995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3" name="Freeform 181"/>
              <p:cNvSpPr>
                <a:spLocks/>
              </p:cNvSpPr>
              <p:nvPr/>
            </p:nvSpPr>
            <p:spPr bwMode="auto">
              <a:xfrm>
                <a:off x="2501" y="1487"/>
                <a:ext cx="1341" cy="1342"/>
              </a:xfrm>
              <a:custGeom>
                <a:avLst/>
                <a:gdLst>
                  <a:gd name="T0" fmla="*/ 1341 w 1341"/>
                  <a:gd name="T1" fmla="*/ 0 h 1342"/>
                  <a:gd name="T2" fmla="*/ 1341 w 1341"/>
                  <a:gd name="T3" fmla="*/ 1342 h 1342"/>
                  <a:gd name="T4" fmla="*/ 0 w 1341"/>
                  <a:gd name="T5" fmla="*/ 1342 h 1342"/>
                  <a:gd name="T6" fmla="*/ 0 w 1341"/>
                  <a:gd name="T7" fmla="*/ 0 h 1342"/>
                  <a:gd name="T8" fmla="*/ 1341 w 1341"/>
                  <a:gd name="T9" fmla="*/ 0 h 1342"/>
                  <a:gd name="T10" fmla="*/ 1341 w 1341"/>
                  <a:gd name="T11" fmla="*/ 0 h 1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41" h="1342">
                    <a:moveTo>
                      <a:pt x="1341" y="0"/>
                    </a:moveTo>
                    <a:lnTo>
                      <a:pt x="1341" y="1342"/>
                    </a:lnTo>
                    <a:lnTo>
                      <a:pt x="0" y="1342"/>
                    </a:lnTo>
                    <a:lnTo>
                      <a:pt x="0" y="0"/>
                    </a:lnTo>
                    <a:lnTo>
                      <a:pt x="1341" y="0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A3C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4" name="Freeform 182"/>
              <p:cNvSpPr>
                <a:spLocks/>
              </p:cNvSpPr>
              <p:nvPr/>
            </p:nvSpPr>
            <p:spPr bwMode="auto">
              <a:xfrm>
                <a:off x="3190" y="1811"/>
                <a:ext cx="652" cy="1018"/>
              </a:xfrm>
              <a:custGeom>
                <a:avLst/>
                <a:gdLst>
                  <a:gd name="T0" fmla="*/ 652 w 652"/>
                  <a:gd name="T1" fmla="*/ 1018 h 1018"/>
                  <a:gd name="T2" fmla="*/ 0 w 652"/>
                  <a:gd name="T3" fmla="*/ 1018 h 1018"/>
                  <a:gd name="T4" fmla="*/ 172 w 652"/>
                  <a:gd name="T5" fmla="*/ 0 h 1018"/>
                  <a:gd name="T6" fmla="*/ 652 w 652"/>
                  <a:gd name="T7" fmla="*/ 480 h 1018"/>
                  <a:gd name="T8" fmla="*/ 652 w 652"/>
                  <a:gd name="T9" fmla="*/ 1018 h 1018"/>
                  <a:gd name="T10" fmla="*/ 652 w 652"/>
                  <a:gd name="T11" fmla="*/ 1018 h 10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2" h="1018">
                    <a:moveTo>
                      <a:pt x="652" y="1018"/>
                    </a:moveTo>
                    <a:lnTo>
                      <a:pt x="0" y="1018"/>
                    </a:lnTo>
                    <a:lnTo>
                      <a:pt x="172" y="0"/>
                    </a:lnTo>
                    <a:lnTo>
                      <a:pt x="652" y="480"/>
                    </a:lnTo>
                    <a:lnTo>
                      <a:pt x="652" y="1018"/>
                    </a:lnTo>
                    <a:lnTo>
                      <a:pt x="652" y="1018"/>
                    </a:lnTo>
                    <a:close/>
                  </a:path>
                </a:pathLst>
              </a:custGeom>
              <a:solidFill>
                <a:srgbClr val="799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5" name="Freeform 183"/>
              <p:cNvSpPr>
                <a:spLocks/>
              </p:cNvSpPr>
              <p:nvPr/>
            </p:nvSpPr>
            <p:spPr bwMode="auto">
              <a:xfrm>
                <a:off x="3017" y="2365"/>
                <a:ext cx="310" cy="360"/>
              </a:xfrm>
              <a:custGeom>
                <a:avLst/>
                <a:gdLst>
                  <a:gd name="T0" fmla="*/ 0 w 310"/>
                  <a:gd name="T1" fmla="*/ 0 h 360"/>
                  <a:gd name="T2" fmla="*/ 310 w 310"/>
                  <a:gd name="T3" fmla="*/ 0 h 360"/>
                  <a:gd name="T4" fmla="*/ 310 w 310"/>
                  <a:gd name="T5" fmla="*/ 360 h 360"/>
                  <a:gd name="T6" fmla="*/ 0 w 310"/>
                  <a:gd name="T7" fmla="*/ 360 h 360"/>
                  <a:gd name="T8" fmla="*/ 0 w 310"/>
                  <a:gd name="T9" fmla="*/ 0 h 360"/>
                  <a:gd name="T10" fmla="*/ 0 w 310"/>
                  <a:gd name="T11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0" h="360">
                    <a:moveTo>
                      <a:pt x="0" y="0"/>
                    </a:moveTo>
                    <a:lnTo>
                      <a:pt x="310" y="0"/>
                    </a:lnTo>
                    <a:lnTo>
                      <a:pt x="310" y="360"/>
                    </a:lnTo>
                    <a:lnTo>
                      <a:pt x="0" y="36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AE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6" name="Freeform 184"/>
              <p:cNvSpPr>
                <a:spLocks/>
              </p:cNvSpPr>
              <p:nvPr/>
            </p:nvSpPr>
            <p:spPr bwMode="auto">
              <a:xfrm>
                <a:off x="3017" y="2365"/>
                <a:ext cx="310" cy="360"/>
              </a:xfrm>
              <a:custGeom>
                <a:avLst/>
                <a:gdLst>
                  <a:gd name="T0" fmla="*/ 0 w 310"/>
                  <a:gd name="T1" fmla="*/ 0 h 360"/>
                  <a:gd name="T2" fmla="*/ 310 w 310"/>
                  <a:gd name="T3" fmla="*/ 0 h 360"/>
                  <a:gd name="T4" fmla="*/ 310 w 310"/>
                  <a:gd name="T5" fmla="*/ 360 h 360"/>
                  <a:gd name="T6" fmla="*/ 253 w 310"/>
                  <a:gd name="T7" fmla="*/ 360 h 360"/>
                  <a:gd name="T8" fmla="*/ 0 w 310"/>
                  <a:gd name="T9" fmla="*/ 106 h 360"/>
                  <a:gd name="T10" fmla="*/ 0 w 310"/>
                  <a:gd name="T11" fmla="*/ 0 h 360"/>
                  <a:gd name="T12" fmla="*/ 0 w 310"/>
                  <a:gd name="T13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0" h="360">
                    <a:moveTo>
                      <a:pt x="0" y="0"/>
                    </a:moveTo>
                    <a:lnTo>
                      <a:pt x="310" y="0"/>
                    </a:lnTo>
                    <a:lnTo>
                      <a:pt x="310" y="360"/>
                    </a:lnTo>
                    <a:lnTo>
                      <a:pt x="253" y="360"/>
                    </a:lnTo>
                    <a:lnTo>
                      <a:pt x="0" y="10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08C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7" name="Oval 185"/>
              <p:cNvSpPr>
                <a:spLocks noChangeArrowheads="1"/>
              </p:cNvSpPr>
              <p:nvPr/>
            </p:nvSpPr>
            <p:spPr bwMode="auto">
              <a:xfrm>
                <a:off x="3379" y="2055"/>
                <a:ext cx="102" cy="102"/>
              </a:xfrm>
              <a:prstGeom prst="ellipse">
                <a:avLst/>
              </a:prstGeom>
              <a:solidFill>
                <a:srgbClr val="D1AE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8" name="Oval 186"/>
              <p:cNvSpPr>
                <a:spLocks noChangeArrowheads="1"/>
              </p:cNvSpPr>
              <p:nvPr/>
            </p:nvSpPr>
            <p:spPr bwMode="auto">
              <a:xfrm>
                <a:off x="3405" y="2081"/>
                <a:ext cx="50" cy="49"/>
              </a:xfrm>
              <a:prstGeom prst="ellipse">
                <a:avLst/>
              </a:prstGeom>
              <a:solidFill>
                <a:srgbClr val="B08C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9" name="Oval 187"/>
              <p:cNvSpPr>
                <a:spLocks noChangeArrowheads="1"/>
              </p:cNvSpPr>
              <p:nvPr/>
            </p:nvSpPr>
            <p:spPr bwMode="auto">
              <a:xfrm>
                <a:off x="2863" y="2055"/>
                <a:ext cx="102" cy="102"/>
              </a:xfrm>
              <a:prstGeom prst="ellipse">
                <a:avLst/>
              </a:prstGeom>
              <a:solidFill>
                <a:srgbClr val="FFD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0" name="Oval 188"/>
              <p:cNvSpPr>
                <a:spLocks noChangeArrowheads="1"/>
              </p:cNvSpPr>
              <p:nvPr/>
            </p:nvSpPr>
            <p:spPr bwMode="auto">
              <a:xfrm>
                <a:off x="2887" y="2081"/>
                <a:ext cx="52" cy="49"/>
              </a:xfrm>
              <a:prstGeom prst="ellipse">
                <a:avLst/>
              </a:prstGeom>
              <a:solidFill>
                <a:srgbClr val="DEB4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1" name="Freeform 189"/>
              <p:cNvSpPr>
                <a:spLocks/>
              </p:cNvSpPr>
              <p:nvPr/>
            </p:nvSpPr>
            <p:spPr bwMode="auto">
              <a:xfrm>
                <a:off x="2913" y="1745"/>
                <a:ext cx="516" cy="774"/>
              </a:xfrm>
              <a:custGeom>
                <a:avLst/>
                <a:gdLst>
                  <a:gd name="T0" fmla="*/ 109 w 218"/>
                  <a:gd name="T1" fmla="*/ 0 h 327"/>
                  <a:gd name="T2" fmla="*/ 218 w 218"/>
                  <a:gd name="T3" fmla="*/ 109 h 327"/>
                  <a:gd name="T4" fmla="*/ 218 w 218"/>
                  <a:gd name="T5" fmla="*/ 218 h 327"/>
                  <a:gd name="T6" fmla="*/ 109 w 218"/>
                  <a:gd name="T7" fmla="*/ 327 h 327"/>
                  <a:gd name="T8" fmla="*/ 0 w 218"/>
                  <a:gd name="T9" fmla="*/ 218 h 327"/>
                  <a:gd name="T10" fmla="*/ 0 w 218"/>
                  <a:gd name="T11" fmla="*/ 109 h 327"/>
                  <a:gd name="T12" fmla="*/ 109 w 218"/>
                  <a:gd name="T13" fmla="*/ 0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8" h="327">
                    <a:moveTo>
                      <a:pt x="109" y="0"/>
                    </a:moveTo>
                    <a:cubicBezTo>
                      <a:pt x="169" y="0"/>
                      <a:pt x="218" y="49"/>
                      <a:pt x="218" y="109"/>
                    </a:cubicBezTo>
                    <a:cubicBezTo>
                      <a:pt x="218" y="218"/>
                      <a:pt x="218" y="218"/>
                      <a:pt x="218" y="218"/>
                    </a:cubicBezTo>
                    <a:cubicBezTo>
                      <a:pt x="218" y="278"/>
                      <a:pt x="169" y="327"/>
                      <a:pt x="109" y="327"/>
                    </a:cubicBezTo>
                    <a:cubicBezTo>
                      <a:pt x="49" y="327"/>
                      <a:pt x="0" y="278"/>
                      <a:pt x="0" y="218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</a:path>
                </a:pathLst>
              </a:custGeom>
              <a:solidFill>
                <a:srgbClr val="FFD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2" name="Freeform 190"/>
              <p:cNvSpPr>
                <a:spLocks/>
              </p:cNvSpPr>
              <p:nvPr/>
            </p:nvSpPr>
            <p:spPr bwMode="auto">
              <a:xfrm>
                <a:off x="3246" y="2220"/>
                <a:ext cx="178" cy="287"/>
              </a:xfrm>
              <a:custGeom>
                <a:avLst/>
                <a:gdLst>
                  <a:gd name="T0" fmla="*/ 75 w 75"/>
                  <a:gd name="T1" fmla="*/ 40 h 121"/>
                  <a:gd name="T2" fmla="*/ 0 w 75"/>
                  <a:gd name="T3" fmla="*/ 121 h 121"/>
                  <a:gd name="T4" fmla="*/ 34 w 75"/>
                  <a:gd name="T5" fmla="*/ 0 h 121"/>
                  <a:gd name="T6" fmla="*/ 75 w 75"/>
                  <a:gd name="T7" fmla="*/ 4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121">
                    <a:moveTo>
                      <a:pt x="75" y="40"/>
                    </a:moveTo>
                    <a:cubicBezTo>
                      <a:pt x="66" y="79"/>
                      <a:pt x="38" y="110"/>
                      <a:pt x="0" y="121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75" y="40"/>
                      <a:pt x="75" y="40"/>
                      <a:pt x="75" y="40"/>
                    </a:cubicBezTo>
                    <a:close/>
                  </a:path>
                </a:pathLst>
              </a:custGeom>
              <a:solidFill>
                <a:srgbClr val="DEB4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3" name="Freeform 191"/>
              <p:cNvSpPr>
                <a:spLocks noEditPoints="1"/>
              </p:cNvSpPr>
              <p:nvPr/>
            </p:nvSpPr>
            <p:spPr bwMode="auto">
              <a:xfrm>
                <a:off x="2901" y="1730"/>
                <a:ext cx="542" cy="800"/>
              </a:xfrm>
              <a:custGeom>
                <a:avLst/>
                <a:gdLst>
                  <a:gd name="T0" fmla="*/ 114 w 229"/>
                  <a:gd name="T1" fmla="*/ 0 h 338"/>
                  <a:gd name="T2" fmla="*/ 195 w 229"/>
                  <a:gd name="T3" fmla="*/ 34 h 338"/>
                  <a:gd name="T4" fmla="*/ 229 w 229"/>
                  <a:gd name="T5" fmla="*/ 115 h 338"/>
                  <a:gd name="T6" fmla="*/ 229 w 229"/>
                  <a:gd name="T7" fmla="*/ 224 h 338"/>
                  <a:gd name="T8" fmla="*/ 195 w 229"/>
                  <a:gd name="T9" fmla="*/ 305 h 338"/>
                  <a:gd name="T10" fmla="*/ 114 w 229"/>
                  <a:gd name="T11" fmla="*/ 338 h 338"/>
                  <a:gd name="T12" fmla="*/ 34 w 229"/>
                  <a:gd name="T13" fmla="*/ 305 h 338"/>
                  <a:gd name="T14" fmla="*/ 0 w 229"/>
                  <a:gd name="T15" fmla="*/ 224 h 338"/>
                  <a:gd name="T16" fmla="*/ 0 w 229"/>
                  <a:gd name="T17" fmla="*/ 115 h 338"/>
                  <a:gd name="T18" fmla="*/ 114 w 229"/>
                  <a:gd name="T19" fmla="*/ 0 h 338"/>
                  <a:gd name="T20" fmla="*/ 71 w 229"/>
                  <a:gd name="T21" fmla="*/ 39 h 338"/>
                  <a:gd name="T22" fmla="*/ 11 w 229"/>
                  <a:gd name="T23" fmla="*/ 115 h 338"/>
                  <a:gd name="T24" fmla="*/ 11 w 229"/>
                  <a:gd name="T25" fmla="*/ 186 h 338"/>
                  <a:gd name="T26" fmla="*/ 49 w 229"/>
                  <a:gd name="T27" fmla="*/ 224 h 338"/>
                  <a:gd name="T28" fmla="*/ 180 w 229"/>
                  <a:gd name="T29" fmla="*/ 224 h 338"/>
                  <a:gd name="T30" fmla="*/ 218 w 229"/>
                  <a:gd name="T31" fmla="*/ 186 h 338"/>
                  <a:gd name="T32" fmla="*/ 218 w 229"/>
                  <a:gd name="T33" fmla="*/ 115 h 338"/>
                  <a:gd name="T34" fmla="*/ 158 w 229"/>
                  <a:gd name="T35" fmla="*/ 39 h 338"/>
                  <a:gd name="T36" fmla="*/ 114 w 229"/>
                  <a:gd name="T37" fmla="*/ 55 h 338"/>
                  <a:gd name="T38" fmla="*/ 71 w 229"/>
                  <a:gd name="T39" fmla="*/ 39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29" h="338">
                    <a:moveTo>
                      <a:pt x="114" y="0"/>
                    </a:moveTo>
                    <a:cubicBezTo>
                      <a:pt x="146" y="0"/>
                      <a:pt x="175" y="13"/>
                      <a:pt x="195" y="34"/>
                    </a:cubicBezTo>
                    <a:cubicBezTo>
                      <a:pt x="216" y="55"/>
                      <a:pt x="229" y="83"/>
                      <a:pt x="229" y="115"/>
                    </a:cubicBezTo>
                    <a:cubicBezTo>
                      <a:pt x="229" y="224"/>
                      <a:pt x="229" y="224"/>
                      <a:pt x="229" y="224"/>
                    </a:cubicBezTo>
                    <a:cubicBezTo>
                      <a:pt x="229" y="255"/>
                      <a:pt x="216" y="284"/>
                      <a:pt x="195" y="305"/>
                    </a:cubicBezTo>
                    <a:cubicBezTo>
                      <a:pt x="175" y="326"/>
                      <a:pt x="146" y="338"/>
                      <a:pt x="114" y="338"/>
                    </a:cubicBezTo>
                    <a:cubicBezTo>
                      <a:pt x="83" y="338"/>
                      <a:pt x="54" y="326"/>
                      <a:pt x="34" y="305"/>
                    </a:cubicBezTo>
                    <a:cubicBezTo>
                      <a:pt x="13" y="284"/>
                      <a:pt x="0" y="255"/>
                      <a:pt x="0" y="224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52"/>
                      <a:pt x="51" y="0"/>
                      <a:pt x="114" y="0"/>
                    </a:cubicBezTo>
                    <a:close/>
                    <a:moveTo>
                      <a:pt x="71" y="39"/>
                    </a:moveTo>
                    <a:cubicBezTo>
                      <a:pt x="28" y="39"/>
                      <a:pt x="11" y="77"/>
                      <a:pt x="11" y="115"/>
                    </a:cubicBezTo>
                    <a:cubicBezTo>
                      <a:pt x="11" y="186"/>
                      <a:pt x="11" y="186"/>
                      <a:pt x="11" y="186"/>
                    </a:cubicBezTo>
                    <a:cubicBezTo>
                      <a:pt x="11" y="207"/>
                      <a:pt x="28" y="224"/>
                      <a:pt x="49" y="224"/>
                    </a:cubicBezTo>
                    <a:cubicBezTo>
                      <a:pt x="180" y="224"/>
                      <a:pt x="180" y="224"/>
                      <a:pt x="180" y="224"/>
                    </a:cubicBezTo>
                    <a:cubicBezTo>
                      <a:pt x="201" y="224"/>
                      <a:pt x="218" y="207"/>
                      <a:pt x="218" y="186"/>
                    </a:cubicBezTo>
                    <a:cubicBezTo>
                      <a:pt x="218" y="115"/>
                      <a:pt x="218" y="115"/>
                      <a:pt x="218" y="115"/>
                    </a:cubicBezTo>
                    <a:cubicBezTo>
                      <a:pt x="218" y="77"/>
                      <a:pt x="201" y="39"/>
                      <a:pt x="158" y="39"/>
                    </a:cubicBezTo>
                    <a:cubicBezTo>
                      <a:pt x="141" y="39"/>
                      <a:pt x="126" y="45"/>
                      <a:pt x="114" y="55"/>
                    </a:cubicBezTo>
                    <a:cubicBezTo>
                      <a:pt x="103" y="45"/>
                      <a:pt x="87" y="39"/>
                      <a:pt x="71" y="39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4" name="Freeform 192"/>
              <p:cNvSpPr>
                <a:spLocks/>
              </p:cNvSpPr>
              <p:nvPr/>
            </p:nvSpPr>
            <p:spPr bwMode="auto">
              <a:xfrm>
                <a:off x="3015" y="2254"/>
                <a:ext cx="418" cy="262"/>
              </a:xfrm>
              <a:custGeom>
                <a:avLst/>
                <a:gdLst>
                  <a:gd name="T0" fmla="*/ 177 w 177"/>
                  <a:gd name="T1" fmla="*/ 31 h 111"/>
                  <a:gd name="T2" fmla="*/ 147 w 177"/>
                  <a:gd name="T3" fmla="*/ 84 h 111"/>
                  <a:gd name="T4" fmla="*/ 103 w 177"/>
                  <a:gd name="T5" fmla="*/ 111 h 111"/>
                  <a:gd name="T6" fmla="*/ 0 w 177"/>
                  <a:gd name="T7" fmla="*/ 9 h 111"/>
                  <a:gd name="T8" fmla="*/ 0 w 177"/>
                  <a:gd name="T9" fmla="*/ 3 h 111"/>
                  <a:gd name="T10" fmla="*/ 1 w 177"/>
                  <a:gd name="T11" fmla="*/ 3 h 111"/>
                  <a:gd name="T12" fmla="*/ 132 w 177"/>
                  <a:gd name="T13" fmla="*/ 3 h 111"/>
                  <a:gd name="T14" fmla="*/ 147 w 177"/>
                  <a:gd name="T15" fmla="*/ 0 h 111"/>
                  <a:gd name="T16" fmla="*/ 177 w 177"/>
                  <a:gd name="T17" fmla="*/ 31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7" h="111">
                    <a:moveTo>
                      <a:pt x="177" y="31"/>
                    </a:moveTo>
                    <a:cubicBezTo>
                      <a:pt x="172" y="51"/>
                      <a:pt x="162" y="69"/>
                      <a:pt x="147" y="84"/>
                    </a:cubicBezTo>
                    <a:cubicBezTo>
                      <a:pt x="135" y="96"/>
                      <a:pt x="120" y="106"/>
                      <a:pt x="103" y="11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32" y="3"/>
                      <a:pt x="132" y="3"/>
                      <a:pt x="132" y="3"/>
                    </a:cubicBezTo>
                    <a:cubicBezTo>
                      <a:pt x="137" y="3"/>
                      <a:pt x="142" y="2"/>
                      <a:pt x="147" y="0"/>
                    </a:cubicBezTo>
                    <a:cubicBezTo>
                      <a:pt x="177" y="31"/>
                      <a:pt x="177" y="31"/>
                      <a:pt x="177" y="31"/>
                    </a:cubicBezTo>
                    <a:close/>
                  </a:path>
                </a:pathLst>
              </a:custGeom>
              <a:solidFill>
                <a:srgbClr val="4221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5" name="Freeform 193"/>
              <p:cNvSpPr>
                <a:spLocks/>
              </p:cNvSpPr>
              <p:nvPr/>
            </p:nvSpPr>
            <p:spPr bwMode="auto">
              <a:xfrm>
                <a:off x="2707" y="2519"/>
                <a:ext cx="930" cy="310"/>
              </a:xfrm>
              <a:custGeom>
                <a:avLst/>
                <a:gdLst>
                  <a:gd name="T0" fmla="*/ 0 w 393"/>
                  <a:gd name="T1" fmla="*/ 109 h 131"/>
                  <a:gd name="T2" fmla="*/ 0 w 393"/>
                  <a:gd name="T3" fmla="*/ 87 h 131"/>
                  <a:gd name="T4" fmla="*/ 22 w 393"/>
                  <a:gd name="T5" fmla="*/ 54 h 131"/>
                  <a:gd name="T6" fmla="*/ 131 w 393"/>
                  <a:gd name="T7" fmla="*/ 0 h 131"/>
                  <a:gd name="T8" fmla="*/ 196 w 393"/>
                  <a:gd name="T9" fmla="*/ 65 h 131"/>
                  <a:gd name="T10" fmla="*/ 262 w 393"/>
                  <a:gd name="T11" fmla="*/ 0 h 131"/>
                  <a:gd name="T12" fmla="*/ 371 w 393"/>
                  <a:gd name="T13" fmla="*/ 54 h 131"/>
                  <a:gd name="T14" fmla="*/ 393 w 393"/>
                  <a:gd name="T15" fmla="*/ 87 h 131"/>
                  <a:gd name="T16" fmla="*/ 393 w 393"/>
                  <a:gd name="T17" fmla="*/ 109 h 131"/>
                  <a:gd name="T18" fmla="*/ 360 w 393"/>
                  <a:gd name="T19" fmla="*/ 131 h 131"/>
                  <a:gd name="T20" fmla="*/ 33 w 393"/>
                  <a:gd name="T21" fmla="*/ 131 h 131"/>
                  <a:gd name="T22" fmla="*/ 0 w 393"/>
                  <a:gd name="T23" fmla="*/ 109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93" h="131">
                    <a:moveTo>
                      <a:pt x="0" y="109"/>
                    </a:moveTo>
                    <a:cubicBezTo>
                      <a:pt x="0" y="87"/>
                      <a:pt x="0" y="87"/>
                      <a:pt x="0" y="87"/>
                    </a:cubicBezTo>
                    <a:cubicBezTo>
                      <a:pt x="0" y="65"/>
                      <a:pt x="11" y="60"/>
                      <a:pt x="22" y="54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131" y="36"/>
                      <a:pt x="160" y="65"/>
                      <a:pt x="196" y="65"/>
                    </a:cubicBezTo>
                    <a:cubicBezTo>
                      <a:pt x="233" y="65"/>
                      <a:pt x="262" y="36"/>
                      <a:pt x="262" y="0"/>
                    </a:cubicBezTo>
                    <a:cubicBezTo>
                      <a:pt x="371" y="54"/>
                      <a:pt x="371" y="54"/>
                      <a:pt x="371" y="54"/>
                    </a:cubicBezTo>
                    <a:cubicBezTo>
                      <a:pt x="382" y="60"/>
                      <a:pt x="393" y="65"/>
                      <a:pt x="393" y="87"/>
                    </a:cubicBezTo>
                    <a:cubicBezTo>
                      <a:pt x="393" y="109"/>
                      <a:pt x="393" y="109"/>
                      <a:pt x="393" y="109"/>
                    </a:cubicBezTo>
                    <a:cubicBezTo>
                      <a:pt x="382" y="117"/>
                      <a:pt x="371" y="124"/>
                      <a:pt x="360" y="131"/>
                    </a:cubicBezTo>
                    <a:cubicBezTo>
                      <a:pt x="33" y="131"/>
                      <a:pt x="33" y="131"/>
                      <a:pt x="33" y="131"/>
                    </a:cubicBezTo>
                    <a:cubicBezTo>
                      <a:pt x="22" y="124"/>
                      <a:pt x="11" y="117"/>
                      <a:pt x="0" y="109"/>
                    </a:cubicBezTo>
                    <a:close/>
                  </a:path>
                </a:pathLst>
              </a:custGeom>
              <a:solidFill>
                <a:srgbClr val="A0B3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6" name="Freeform 194"/>
              <p:cNvSpPr>
                <a:spLocks/>
              </p:cNvSpPr>
              <p:nvPr/>
            </p:nvSpPr>
            <p:spPr bwMode="auto">
              <a:xfrm>
                <a:off x="3062" y="2519"/>
                <a:ext cx="575" cy="310"/>
              </a:xfrm>
              <a:custGeom>
                <a:avLst/>
                <a:gdLst>
                  <a:gd name="T0" fmla="*/ 0 w 243"/>
                  <a:gd name="T1" fmla="*/ 46 h 131"/>
                  <a:gd name="T2" fmla="*/ 46 w 243"/>
                  <a:gd name="T3" fmla="*/ 65 h 131"/>
                  <a:gd name="T4" fmla="*/ 112 w 243"/>
                  <a:gd name="T5" fmla="*/ 0 h 131"/>
                  <a:gd name="T6" fmla="*/ 221 w 243"/>
                  <a:gd name="T7" fmla="*/ 54 h 131"/>
                  <a:gd name="T8" fmla="*/ 243 w 243"/>
                  <a:gd name="T9" fmla="*/ 87 h 131"/>
                  <a:gd name="T10" fmla="*/ 243 w 243"/>
                  <a:gd name="T11" fmla="*/ 109 h 131"/>
                  <a:gd name="T12" fmla="*/ 210 w 243"/>
                  <a:gd name="T13" fmla="*/ 131 h 131"/>
                  <a:gd name="T14" fmla="*/ 85 w 243"/>
                  <a:gd name="T15" fmla="*/ 131 h 131"/>
                  <a:gd name="T16" fmla="*/ 0 w 243"/>
                  <a:gd name="T17" fmla="*/ 46 h 131"/>
                  <a:gd name="T18" fmla="*/ 0 w 243"/>
                  <a:gd name="T19" fmla="*/ 46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3" h="131">
                    <a:moveTo>
                      <a:pt x="0" y="46"/>
                    </a:moveTo>
                    <a:cubicBezTo>
                      <a:pt x="12" y="58"/>
                      <a:pt x="28" y="65"/>
                      <a:pt x="46" y="65"/>
                    </a:cubicBezTo>
                    <a:cubicBezTo>
                      <a:pt x="83" y="65"/>
                      <a:pt x="112" y="36"/>
                      <a:pt x="112" y="0"/>
                    </a:cubicBezTo>
                    <a:cubicBezTo>
                      <a:pt x="221" y="54"/>
                      <a:pt x="221" y="54"/>
                      <a:pt x="221" y="54"/>
                    </a:cubicBezTo>
                    <a:cubicBezTo>
                      <a:pt x="232" y="60"/>
                      <a:pt x="243" y="65"/>
                      <a:pt x="243" y="87"/>
                    </a:cubicBezTo>
                    <a:cubicBezTo>
                      <a:pt x="243" y="109"/>
                      <a:pt x="243" y="109"/>
                      <a:pt x="243" y="109"/>
                    </a:cubicBezTo>
                    <a:cubicBezTo>
                      <a:pt x="232" y="117"/>
                      <a:pt x="221" y="124"/>
                      <a:pt x="210" y="131"/>
                    </a:cubicBezTo>
                    <a:cubicBezTo>
                      <a:pt x="85" y="131"/>
                      <a:pt x="85" y="131"/>
                      <a:pt x="85" y="131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0" y="46"/>
                      <a:pt x="0" y="46"/>
                    </a:cubicBezTo>
                    <a:close/>
                  </a:path>
                </a:pathLst>
              </a:custGeom>
              <a:solidFill>
                <a:srgbClr val="7788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7" name="Oval 195"/>
              <p:cNvSpPr>
                <a:spLocks noChangeArrowheads="1"/>
              </p:cNvSpPr>
              <p:nvPr/>
            </p:nvSpPr>
            <p:spPr bwMode="auto">
              <a:xfrm>
                <a:off x="2991" y="2055"/>
                <a:ext cx="104" cy="10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8" name="Oval 196"/>
              <p:cNvSpPr>
                <a:spLocks noChangeArrowheads="1"/>
              </p:cNvSpPr>
              <p:nvPr/>
            </p:nvSpPr>
            <p:spPr bwMode="auto">
              <a:xfrm>
                <a:off x="3249" y="2055"/>
                <a:ext cx="104" cy="10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9" name="Oval 197"/>
              <p:cNvSpPr>
                <a:spLocks noChangeArrowheads="1"/>
              </p:cNvSpPr>
              <p:nvPr/>
            </p:nvSpPr>
            <p:spPr bwMode="auto">
              <a:xfrm>
                <a:off x="3017" y="2081"/>
                <a:ext cx="52" cy="49"/>
              </a:xfrm>
              <a:prstGeom prst="ellipse">
                <a:avLst/>
              </a:pr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0" name="Oval 198"/>
              <p:cNvSpPr>
                <a:spLocks noChangeArrowheads="1"/>
              </p:cNvSpPr>
              <p:nvPr/>
            </p:nvSpPr>
            <p:spPr bwMode="auto">
              <a:xfrm>
                <a:off x="3275" y="2081"/>
                <a:ext cx="52" cy="49"/>
              </a:xfrm>
              <a:prstGeom prst="ellipse">
                <a:avLst/>
              </a:pr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1" name="Oval 199"/>
              <p:cNvSpPr>
                <a:spLocks noChangeArrowheads="1"/>
              </p:cNvSpPr>
              <p:nvPr/>
            </p:nvSpPr>
            <p:spPr bwMode="auto">
              <a:xfrm>
                <a:off x="3005" y="2093"/>
                <a:ext cx="24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2" name="Oval 200"/>
              <p:cNvSpPr>
                <a:spLocks noChangeArrowheads="1"/>
              </p:cNvSpPr>
              <p:nvPr/>
            </p:nvSpPr>
            <p:spPr bwMode="auto">
              <a:xfrm>
                <a:off x="3263" y="2093"/>
                <a:ext cx="24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3" name="Freeform 201"/>
              <p:cNvSpPr>
                <a:spLocks/>
              </p:cNvSpPr>
              <p:nvPr/>
            </p:nvSpPr>
            <p:spPr bwMode="auto">
              <a:xfrm>
                <a:off x="3005" y="2209"/>
                <a:ext cx="334" cy="78"/>
              </a:xfrm>
              <a:custGeom>
                <a:avLst/>
                <a:gdLst>
                  <a:gd name="T0" fmla="*/ 16 w 141"/>
                  <a:gd name="T1" fmla="*/ 0 h 33"/>
                  <a:gd name="T2" fmla="*/ 21 w 141"/>
                  <a:gd name="T3" fmla="*/ 6 h 33"/>
                  <a:gd name="T4" fmla="*/ 16 w 141"/>
                  <a:gd name="T5" fmla="*/ 11 h 33"/>
                  <a:gd name="T6" fmla="*/ 10 w 141"/>
                  <a:gd name="T7" fmla="*/ 16 h 33"/>
                  <a:gd name="T8" fmla="*/ 16 w 141"/>
                  <a:gd name="T9" fmla="*/ 22 h 33"/>
                  <a:gd name="T10" fmla="*/ 27 w 141"/>
                  <a:gd name="T11" fmla="*/ 22 h 33"/>
                  <a:gd name="T12" fmla="*/ 38 w 141"/>
                  <a:gd name="T13" fmla="*/ 11 h 33"/>
                  <a:gd name="T14" fmla="*/ 49 w 141"/>
                  <a:gd name="T15" fmla="*/ 0 h 33"/>
                  <a:gd name="T16" fmla="*/ 92 w 141"/>
                  <a:gd name="T17" fmla="*/ 0 h 33"/>
                  <a:gd name="T18" fmla="*/ 103 w 141"/>
                  <a:gd name="T19" fmla="*/ 11 h 33"/>
                  <a:gd name="T20" fmla="*/ 114 w 141"/>
                  <a:gd name="T21" fmla="*/ 22 h 33"/>
                  <a:gd name="T22" fmla="*/ 125 w 141"/>
                  <a:gd name="T23" fmla="*/ 22 h 33"/>
                  <a:gd name="T24" fmla="*/ 130 w 141"/>
                  <a:gd name="T25" fmla="*/ 16 h 33"/>
                  <a:gd name="T26" fmla="*/ 125 w 141"/>
                  <a:gd name="T27" fmla="*/ 11 h 33"/>
                  <a:gd name="T28" fmla="*/ 119 w 141"/>
                  <a:gd name="T29" fmla="*/ 6 h 33"/>
                  <a:gd name="T30" fmla="*/ 125 w 141"/>
                  <a:gd name="T31" fmla="*/ 0 h 33"/>
                  <a:gd name="T32" fmla="*/ 141 w 141"/>
                  <a:gd name="T33" fmla="*/ 16 h 33"/>
                  <a:gd name="T34" fmla="*/ 125 w 141"/>
                  <a:gd name="T35" fmla="*/ 33 h 33"/>
                  <a:gd name="T36" fmla="*/ 81 w 141"/>
                  <a:gd name="T37" fmla="*/ 33 h 33"/>
                  <a:gd name="T38" fmla="*/ 70 w 141"/>
                  <a:gd name="T39" fmla="*/ 29 h 33"/>
                  <a:gd name="T40" fmla="*/ 59 w 141"/>
                  <a:gd name="T41" fmla="*/ 33 h 33"/>
                  <a:gd name="T42" fmla="*/ 16 w 141"/>
                  <a:gd name="T43" fmla="*/ 33 h 33"/>
                  <a:gd name="T44" fmla="*/ 4 w 141"/>
                  <a:gd name="T45" fmla="*/ 28 h 33"/>
                  <a:gd name="T46" fmla="*/ 0 w 141"/>
                  <a:gd name="T47" fmla="*/ 16 h 33"/>
                  <a:gd name="T48" fmla="*/ 16 w 141"/>
                  <a:gd name="T4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1" h="33">
                    <a:moveTo>
                      <a:pt x="16" y="0"/>
                    </a:moveTo>
                    <a:cubicBezTo>
                      <a:pt x="19" y="0"/>
                      <a:pt x="21" y="3"/>
                      <a:pt x="21" y="6"/>
                    </a:cubicBezTo>
                    <a:cubicBezTo>
                      <a:pt x="21" y="9"/>
                      <a:pt x="19" y="11"/>
                      <a:pt x="16" y="11"/>
                    </a:cubicBezTo>
                    <a:cubicBezTo>
                      <a:pt x="13" y="11"/>
                      <a:pt x="10" y="13"/>
                      <a:pt x="10" y="16"/>
                    </a:cubicBezTo>
                    <a:cubicBezTo>
                      <a:pt x="10" y="20"/>
                      <a:pt x="13" y="22"/>
                      <a:pt x="16" y="22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33" y="22"/>
                      <a:pt x="38" y="17"/>
                      <a:pt x="38" y="11"/>
                    </a:cubicBezTo>
                    <a:cubicBezTo>
                      <a:pt x="38" y="5"/>
                      <a:pt x="44" y="0"/>
                      <a:pt x="49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8" y="0"/>
                      <a:pt x="103" y="6"/>
                      <a:pt x="103" y="11"/>
                    </a:cubicBezTo>
                    <a:cubicBezTo>
                      <a:pt x="103" y="17"/>
                      <a:pt x="108" y="22"/>
                      <a:pt x="114" y="22"/>
                    </a:cubicBezTo>
                    <a:cubicBezTo>
                      <a:pt x="125" y="22"/>
                      <a:pt x="125" y="22"/>
                      <a:pt x="125" y="22"/>
                    </a:cubicBezTo>
                    <a:cubicBezTo>
                      <a:pt x="128" y="22"/>
                      <a:pt x="130" y="20"/>
                      <a:pt x="130" y="16"/>
                    </a:cubicBezTo>
                    <a:cubicBezTo>
                      <a:pt x="130" y="13"/>
                      <a:pt x="128" y="11"/>
                      <a:pt x="125" y="11"/>
                    </a:cubicBezTo>
                    <a:cubicBezTo>
                      <a:pt x="122" y="11"/>
                      <a:pt x="119" y="9"/>
                      <a:pt x="119" y="6"/>
                    </a:cubicBezTo>
                    <a:cubicBezTo>
                      <a:pt x="119" y="3"/>
                      <a:pt x="122" y="0"/>
                      <a:pt x="125" y="0"/>
                    </a:cubicBezTo>
                    <a:cubicBezTo>
                      <a:pt x="134" y="0"/>
                      <a:pt x="141" y="7"/>
                      <a:pt x="141" y="16"/>
                    </a:cubicBezTo>
                    <a:cubicBezTo>
                      <a:pt x="141" y="25"/>
                      <a:pt x="134" y="33"/>
                      <a:pt x="125" y="33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77" y="33"/>
                      <a:pt x="73" y="31"/>
                      <a:pt x="70" y="29"/>
                    </a:cubicBezTo>
                    <a:cubicBezTo>
                      <a:pt x="67" y="31"/>
                      <a:pt x="64" y="33"/>
                      <a:pt x="59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1" y="33"/>
                      <a:pt x="7" y="31"/>
                      <a:pt x="4" y="28"/>
                    </a:cubicBezTo>
                    <a:cubicBezTo>
                      <a:pt x="1" y="25"/>
                      <a:pt x="0" y="21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4" name="Freeform 202"/>
              <p:cNvSpPr>
                <a:spLocks/>
              </p:cNvSpPr>
              <p:nvPr/>
            </p:nvSpPr>
            <p:spPr bwMode="auto">
              <a:xfrm>
                <a:off x="3107" y="2093"/>
                <a:ext cx="78" cy="130"/>
              </a:xfrm>
              <a:custGeom>
                <a:avLst/>
                <a:gdLst>
                  <a:gd name="T0" fmla="*/ 22 w 33"/>
                  <a:gd name="T1" fmla="*/ 6 h 55"/>
                  <a:gd name="T2" fmla="*/ 27 w 33"/>
                  <a:gd name="T3" fmla="*/ 0 h 55"/>
                  <a:gd name="T4" fmla="*/ 33 w 33"/>
                  <a:gd name="T5" fmla="*/ 6 h 55"/>
                  <a:gd name="T6" fmla="*/ 33 w 33"/>
                  <a:gd name="T7" fmla="*/ 27 h 55"/>
                  <a:gd name="T8" fmla="*/ 27 w 33"/>
                  <a:gd name="T9" fmla="*/ 33 h 55"/>
                  <a:gd name="T10" fmla="*/ 16 w 33"/>
                  <a:gd name="T11" fmla="*/ 33 h 55"/>
                  <a:gd name="T12" fmla="*/ 11 w 33"/>
                  <a:gd name="T13" fmla="*/ 38 h 55"/>
                  <a:gd name="T14" fmla="*/ 16 w 33"/>
                  <a:gd name="T15" fmla="*/ 44 h 55"/>
                  <a:gd name="T16" fmla="*/ 27 w 33"/>
                  <a:gd name="T17" fmla="*/ 44 h 55"/>
                  <a:gd name="T18" fmla="*/ 33 w 33"/>
                  <a:gd name="T19" fmla="*/ 49 h 55"/>
                  <a:gd name="T20" fmla="*/ 27 w 33"/>
                  <a:gd name="T21" fmla="*/ 55 h 55"/>
                  <a:gd name="T22" fmla="*/ 16 w 33"/>
                  <a:gd name="T23" fmla="*/ 55 h 55"/>
                  <a:gd name="T24" fmla="*/ 0 w 33"/>
                  <a:gd name="T25" fmla="*/ 38 h 55"/>
                  <a:gd name="T26" fmla="*/ 16 w 33"/>
                  <a:gd name="T27" fmla="*/ 22 h 55"/>
                  <a:gd name="T28" fmla="*/ 22 w 33"/>
                  <a:gd name="T29" fmla="*/ 22 h 55"/>
                  <a:gd name="T30" fmla="*/ 22 w 33"/>
                  <a:gd name="T31" fmla="*/ 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3" h="55">
                    <a:moveTo>
                      <a:pt x="22" y="6"/>
                    </a:moveTo>
                    <a:cubicBezTo>
                      <a:pt x="22" y="3"/>
                      <a:pt x="24" y="0"/>
                      <a:pt x="27" y="0"/>
                    </a:cubicBezTo>
                    <a:cubicBezTo>
                      <a:pt x="30" y="0"/>
                      <a:pt x="33" y="3"/>
                      <a:pt x="33" y="6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33" y="30"/>
                      <a:pt x="30" y="33"/>
                      <a:pt x="27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3" y="33"/>
                      <a:pt x="11" y="35"/>
                      <a:pt x="11" y="38"/>
                    </a:cubicBezTo>
                    <a:cubicBezTo>
                      <a:pt x="11" y="41"/>
                      <a:pt x="13" y="44"/>
                      <a:pt x="16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30" y="44"/>
                      <a:pt x="33" y="46"/>
                      <a:pt x="33" y="49"/>
                    </a:cubicBezTo>
                    <a:cubicBezTo>
                      <a:pt x="33" y="52"/>
                      <a:pt x="30" y="55"/>
                      <a:pt x="27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7" y="55"/>
                      <a:pt x="0" y="47"/>
                      <a:pt x="0" y="38"/>
                    </a:cubicBezTo>
                    <a:cubicBezTo>
                      <a:pt x="0" y="29"/>
                      <a:pt x="7" y="22"/>
                      <a:pt x="16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6"/>
                      <a:pt x="22" y="6"/>
                      <a:pt x="22" y="6"/>
                    </a:cubicBezTo>
                    <a:close/>
                  </a:path>
                </a:pathLst>
              </a:custGeom>
              <a:solidFill>
                <a:srgbClr val="B08C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5" name="Freeform 203"/>
              <p:cNvSpPr>
                <a:spLocks/>
              </p:cNvSpPr>
              <p:nvPr/>
            </p:nvSpPr>
            <p:spPr bwMode="auto">
              <a:xfrm>
                <a:off x="2991" y="2015"/>
                <a:ext cx="104" cy="26"/>
              </a:xfrm>
              <a:custGeom>
                <a:avLst/>
                <a:gdLst>
                  <a:gd name="T0" fmla="*/ 6 w 44"/>
                  <a:gd name="T1" fmla="*/ 11 h 11"/>
                  <a:gd name="T2" fmla="*/ 0 w 44"/>
                  <a:gd name="T3" fmla="*/ 6 h 11"/>
                  <a:gd name="T4" fmla="*/ 6 w 44"/>
                  <a:gd name="T5" fmla="*/ 0 h 11"/>
                  <a:gd name="T6" fmla="*/ 38 w 44"/>
                  <a:gd name="T7" fmla="*/ 0 h 11"/>
                  <a:gd name="T8" fmla="*/ 44 w 44"/>
                  <a:gd name="T9" fmla="*/ 6 h 11"/>
                  <a:gd name="T10" fmla="*/ 38 w 44"/>
                  <a:gd name="T11" fmla="*/ 11 h 11"/>
                  <a:gd name="T12" fmla="*/ 6 w 44"/>
                  <a:gd name="T13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1">
                    <a:moveTo>
                      <a:pt x="6" y="11"/>
                    </a:moveTo>
                    <a:cubicBezTo>
                      <a:pt x="3" y="11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41" y="0"/>
                      <a:pt x="44" y="3"/>
                      <a:pt x="44" y="6"/>
                    </a:cubicBezTo>
                    <a:cubicBezTo>
                      <a:pt x="44" y="9"/>
                      <a:pt x="41" y="11"/>
                      <a:pt x="38" y="11"/>
                    </a:cubicBezTo>
                    <a:cubicBezTo>
                      <a:pt x="6" y="11"/>
                      <a:pt x="6" y="11"/>
                      <a:pt x="6" y="11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6" name="Freeform 204"/>
              <p:cNvSpPr>
                <a:spLocks/>
              </p:cNvSpPr>
              <p:nvPr/>
            </p:nvSpPr>
            <p:spPr bwMode="auto">
              <a:xfrm>
                <a:off x="3249" y="2015"/>
                <a:ext cx="104" cy="26"/>
              </a:xfrm>
              <a:custGeom>
                <a:avLst/>
                <a:gdLst>
                  <a:gd name="T0" fmla="*/ 6 w 44"/>
                  <a:gd name="T1" fmla="*/ 11 h 11"/>
                  <a:gd name="T2" fmla="*/ 0 w 44"/>
                  <a:gd name="T3" fmla="*/ 6 h 11"/>
                  <a:gd name="T4" fmla="*/ 6 w 44"/>
                  <a:gd name="T5" fmla="*/ 0 h 11"/>
                  <a:gd name="T6" fmla="*/ 38 w 44"/>
                  <a:gd name="T7" fmla="*/ 0 h 11"/>
                  <a:gd name="T8" fmla="*/ 44 w 44"/>
                  <a:gd name="T9" fmla="*/ 6 h 11"/>
                  <a:gd name="T10" fmla="*/ 38 w 44"/>
                  <a:gd name="T11" fmla="*/ 11 h 11"/>
                  <a:gd name="T12" fmla="*/ 6 w 44"/>
                  <a:gd name="T13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1">
                    <a:moveTo>
                      <a:pt x="6" y="11"/>
                    </a:moveTo>
                    <a:cubicBezTo>
                      <a:pt x="3" y="11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41" y="0"/>
                      <a:pt x="44" y="3"/>
                      <a:pt x="44" y="6"/>
                    </a:cubicBezTo>
                    <a:cubicBezTo>
                      <a:pt x="44" y="9"/>
                      <a:pt x="41" y="11"/>
                      <a:pt x="38" y="11"/>
                    </a:cubicBezTo>
                    <a:cubicBezTo>
                      <a:pt x="6" y="11"/>
                      <a:pt x="6" y="11"/>
                      <a:pt x="6" y="11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" name="Freeform 206"/>
            <p:cNvSpPr>
              <a:spLocks noEditPoints="1"/>
            </p:cNvSpPr>
            <p:nvPr/>
          </p:nvSpPr>
          <p:spPr bwMode="auto">
            <a:xfrm>
              <a:off x="3161" y="2041"/>
              <a:ext cx="294" cy="130"/>
            </a:xfrm>
            <a:custGeom>
              <a:avLst/>
              <a:gdLst>
                <a:gd name="T0" fmla="*/ 92 w 124"/>
                <a:gd name="T1" fmla="*/ 11 h 55"/>
                <a:gd name="T2" fmla="*/ 37 w 124"/>
                <a:gd name="T3" fmla="*/ 11 h 55"/>
                <a:gd name="T4" fmla="*/ 32 w 124"/>
                <a:gd name="T5" fmla="*/ 17 h 55"/>
                <a:gd name="T6" fmla="*/ 32 w 124"/>
                <a:gd name="T7" fmla="*/ 28 h 55"/>
                <a:gd name="T8" fmla="*/ 48 w 124"/>
                <a:gd name="T9" fmla="*/ 44 h 55"/>
                <a:gd name="T10" fmla="*/ 75 w 124"/>
                <a:gd name="T11" fmla="*/ 44 h 55"/>
                <a:gd name="T12" fmla="*/ 92 w 124"/>
                <a:gd name="T13" fmla="*/ 28 h 55"/>
                <a:gd name="T14" fmla="*/ 92 w 124"/>
                <a:gd name="T15" fmla="*/ 11 h 55"/>
                <a:gd name="T16" fmla="*/ 4 w 124"/>
                <a:gd name="T17" fmla="*/ 0 h 55"/>
                <a:gd name="T18" fmla="*/ 23 w 124"/>
                <a:gd name="T19" fmla="*/ 8 h 55"/>
                <a:gd name="T20" fmla="*/ 37 w 124"/>
                <a:gd name="T21" fmla="*/ 0 h 55"/>
                <a:gd name="T22" fmla="*/ 119 w 124"/>
                <a:gd name="T23" fmla="*/ 0 h 55"/>
                <a:gd name="T24" fmla="*/ 124 w 124"/>
                <a:gd name="T25" fmla="*/ 6 h 55"/>
                <a:gd name="T26" fmla="*/ 119 w 124"/>
                <a:gd name="T27" fmla="*/ 11 h 55"/>
                <a:gd name="T28" fmla="*/ 103 w 124"/>
                <a:gd name="T29" fmla="*/ 11 h 55"/>
                <a:gd name="T30" fmla="*/ 103 w 124"/>
                <a:gd name="T31" fmla="*/ 28 h 55"/>
                <a:gd name="T32" fmla="*/ 75 w 124"/>
                <a:gd name="T33" fmla="*/ 55 h 55"/>
                <a:gd name="T34" fmla="*/ 48 w 124"/>
                <a:gd name="T35" fmla="*/ 55 h 55"/>
                <a:gd name="T36" fmla="*/ 21 w 124"/>
                <a:gd name="T37" fmla="*/ 28 h 55"/>
                <a:gd name="T38" fmla="*/ 4 w 124"/>
                <a:gd name="T39" fmla="*/ 11 h 55"/>
                <a:gd name="T40" fmla="*/ 0 w 124"/>
                <a:gd name="T41" fmla="*/ 6 h 55"/>
                <a:gd name="T42" fmla="*/ 4 w 124"/>
                <a:gd name="T4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4" h="55">
                  <a:moveTo>
                    <a:pt x="92" y="11"/>
                  </a:moveTo>
                  <a:cubicBezTo>
                    <a:pt x="37" y="11"/>
                    <a:pt x="37" y="11"/>
                    <a:pt x="37" y="11"/>
                  </a:cubicBezTo>
                  <a:cubicBezTo>
                    <a:pt x="34" y="11"/>
                    <a:pt x="32" y="14"/>
                    <a:pt x="32" y="17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36"/>
                    <a:pt x="39" y="44"/>
                    <a:pt x="48" y="44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84" y="44"/>
                    <a:pt x="92" y="36"/>
                    <a:pt x="92" y="28"/>
                  </a:cubicBezTo>
                  <a:cubicBezTo>
                    <a:pt x="92" y="11"/>
                    <a:pt x="92" y="11"/>
                    <a:pt x="92" y="11"/>
                  </a:cubicBezTo>
                  <a:close/>
                  <a:moveTo>
                    <a:pt x="4" y="0"/>
                  </a:moveTo>
                  <a:cubicBezTo>
                    <a:pt x="12" y="0"/>
                    <a:pt x="18" y="3"/>
                    <a:pt x="23" y="8"/>
                  </a:cubicBezTo>
                  <a:cubicBezTo>
                    <a:pt x="26" y="3"/>
                    <a:pt x="31" y="0"/>
                    <a:pt x="37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22" y="0"/>
                    <a:pt x="124" y="3"/>
                    <a:pt x="124" y="6"/>
                  </a:cubicBezTo>
                  <a:cubicBezTo>
                    <a:pt x="124" y="9"/>
                    <a:pt x="122" y="11"/>
                    <a:pt x="119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28"/>
                    <a:pt x="103" y="28"/>
                    <a:pt x="103" y="28"/>
                  </a:cubicBezTo>
                  <a:cubicBezTo>
                    <a:pt x="103" y="43"/>
                    <a:pt x="90" y="55"/>
                    <a:pt x="75" y="55"/>
                  </a:cubicBezTo>
                  <a:cubicBezTo>
                    <a:pt x="48" y="55"/>
                    <a:pt x="48" y="55"/>
                    <a:pt x="48" y="55"/>
                  </a:cubicBezTo>
                  <a:cubicBezTo>
                    <a:pt x="33" y="55"/>
                    <a:pt x="21" y="43"/>
                    <a:pt x="21" y="28"/>
                  </a:cubicBezTo>
                  <a:cubicBezTo>
                    <a:pt x="21" y="18"/>
                    <a:pt x="13" y="11"/>
                    <a:pt x="4" y="1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207"/>
            <p:cNvSpPr>
              <a:spLocks noEditPoints="1"/>
            </p:cNvSpPr>
            <p:nvPr/>
          </p:nvSpPr>
          <p:spPr bwMode="auto">
            <a:xfrm>
              <a:off x="2887" y="2041"/>
              <a:ext cx="284" cy="130"/>
            </a:xfrm>
            <a:custGeom>
              <a:avLst/>
              <a:gdLst>
                <a:gd name="T0" fmla="*/ 6 w 120"/>
                <a:gd name="T1" fmla="*/ 11 h 55"/>
                <a:gd name="T2" fmla="*/ 0 w 120"/>
                <a:gd name="T3" fmla="*/ 6 h 55"/>
                <a:gd name="T4" fmla="*/ 6 w 120"/>
                <a:gd name="T5" fmla="*/ 0 h 55"/>
                <a:gd name="T6" fmla="*/ 88 w 120"/>
                <a:gd name="T7" fmla="*/ 0 h 55"/>
                <a:gd name="T8" fmla="*/ 101 w 120"/>
                <a:gd name="T9" fmla="*/ 8 h 55"/>
                <a:gd name="T10" fmla="*/ 120 w 120"/>
                <a:gd name="T11" fmla="*/ 0 h 55"/>
                <a:gd name="T12" fmla="*/ 120 w 120"/>
                <a:gd name="T13" fmla="*/ 11 h 55"/>
                <a:gd name="T14" fmla="*/ 104 w 120"/>
                <a:gd name="T15" fmla="*/ 28 h 55"/>
                <a:gd name="T16" fmla="*/ 77 w 120"/>
                <a:gd name="T17" fmla="*/ 55 h 55"/>
                <a:gd name="T18" fmla="*/ 50 w 120"/>
                <a:gd name="T19" fmla="*/ 55 h 55"/>
                <a:gd name="T20" fmla="*/ 22 w 120"/>
                <a:gd name="T21" fmla="*/ 28 h 55"/>
                <a:gd name="T22" fmla="*/ 22 w 120"/>
                <a:gd name="T23" fmla="*/ 11 h 55"/>
                <a:gd name="T24" fmla="*/ 6 w 120"/>
                <a:gd name="T25" fmla="*/ 11 h 55"/>
                <a:gd name="T26" fmla="*/ 88 w 120"/>
                <a:gd name="T27" fmla="*/ 11 h 55"/>
                <a:gd name="T28" fmla="*/ 33 w 120"/>
                <a:gd name="T29" fmla="*/ 11 h 55"/>
                <a:gd name="T30" fmla="*/ 33 w 120"/>
                <a:gd name="T31" fmla="*/ 28 h 55"/>
                <a:gd name="T32" fmla="*/ 50 w 120"/>
                <a:gd name="T33" fmla="*/ 44 h 55"/>
                <a:gd name="T34" fmla="*/ 77 w 120"/>
                <a:gd name="T35" fmla="*/ 44 h 55"/>
                <a:gd name="T36" fmla="*/ 93 w 120"/>
                <a:gd name="T37" fmla="*/ 28 h 55"/>
                <a:gd name="T38" fmla="*/ 93 w 120"/>
                <a:gd name="T39" fmla="*/ 17 h 55"/>
                <a:gd name="T40" fmla="*/ 88 w 120"/>
                <a:gd name="T41" fmla="*/ 1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0" h="55">
                  <a:moveTo>
                    <a:pt x="6" y="11"/>
                  </a:moveTo>
                  <a:cubicBezTo>
                    <a:pt x="3" y="11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3" y="0"/>
                    <a:pt x="99" y="3"/>
                    <a:pt x="101" y="8"/>
                  </a:cubicBezTo>
                  <a:cubicBezTo>
                    <a:pt x="106" y="3"/>
                    <a:pt x="113" y="0"/>
                    <a:pt x="120" y="0"/>
                  </a:cubicBezTo>
                  <a:cubicBezTo>
                    <a:pt x="120" y="11"/>
                    <a:pt x="120" y="11"/>
                    <a:pt x="120" y="11"/>
                  </a:cubicBezTo>
                  <a:cubicBezTo>
                    <a:pt x="111" y="11"/>
                    <a:pt x="104" y="18"/>
                    <a:pt x="104" y="28"/>
                  </a:cubicBezTo>
                  <a:cubicBezTo>
                    <a:pt x="104" y="43"/>
                    <a:pt x="92" y="55"/>
                    <a:pt x="77" y="55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35" y="55"/>
                    <a:pt x="22" y="43"/>
                    <a:pt x="22" y="28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6" y="11"/>
                    <a:pt x="6" y="11"/>
                    <a:pt x="6" y="11"/>
                  </a:cubicBezTo>
                  <a:close/>
                  <a:moveTo>
                    <a:pt x="88" y="11"/>
                  </a:moveTo>
                  <a:cubicBezTo>
                    <a:pt x="33" y="11"/>
                    <a:pt x="33" y="11"/>
                    <a:pt x="33" y="11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36"/>
                    <a:pt x="41" y="44"/>
                    <a:pt x="50" y="44"/>
                  </a:cubicBezTo>
                  <a:cubicBezTo>
                    <a:pt x="77" y="44"/>
                    <a:pt x="77" y="44"/>
                    <a:pt x="77" y="44"/>
                  </a:cubicBezTo>
                  <a:cubicBezTo>
                    <a:pt x="86" y="44"/>
                    <a:pt x="93" y="36"/>
                    <a:pt x="93" y="2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3" y="14"/>
                    <a:pt x="91" y="11"/>
                    <a:pt x="88" y="11"/>
                  </a:cubicBezTo>
                  <a:close/>
                </a:path>
              </a:pathLst>
            </a:custGeom>
            <a:solidFill>
              <a:srgbClr val="4049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208"/>
            <p:cNvSpPr>
              <a:spLocks/>
            </p:cNvSpPr>
            <p:nvPr/>
          </p:nvSpPr>
          <p:spPr bwMode="auto">
            <a:xfrm>
              <a:off x="2707" y="2519"/>
              <a:ext cx="310" cy="310"/>
            </a:xfrm>
            <a:custGeom>
              <a:avLst/>
              <a:gdLst>
                <a:gd name="T0" fmla="*/ 0 w 131"/>
                <a:gd name="T1" fmla="*/ 131 h 131"/>
                <a:gd name="T2" fmla="*/ 0 w 131"/>
                <a:gd name="T3" fmla="*/ 87 h 131"/>
                <a:gd name="T4" fmla="*/ 22 w 131"/>
                <a:gd name="T5" fmla="*/ 54 h 131"/>
                <a:gd name="T6" fmla="*/ 131 w 131"/>
                <a:gd name="T7" fmla="*/ 0 h 131"/>
                <a:gd name="T8" fmla="*/ 131 w 131"/>
                <a:gd name="T9" fmla="*/ 131 h 131"/>
                <a:gd name="T10" fmla="*/ 33 w 131"/>
                <a:gd name="T11" fmla="*/ 131 h 131"/>
                <a:gd name="T12" fmla="*/ 0 w 131"/>
                <a:gd name="T1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" h="131">
                  <a:moveTo>
                    <a:pt x="0" y="131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0" y="65"/>
                    <a:pt x="11" y="60"/>
                    <a:pt x="22" y="54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31" y="131"/>
                    <a:pt x="131" y="131"/>
                    <a:pt x="131" y="131"/>
                  </a:cubicBezTo>
                  <a:cubicBezTo>
                    <a:pt x="33" y="131"/>
                    <a:pt x="33" y="131"/>
                    <a:pt x="33" y="131"/>
                  </a:cubicBezTo>
                  <a:cubicBezTo>
                    <a:pt x="0" y="131"/>
                    <a:pt x="0" y="131"/>
                    <a:pt x="0" y="131"/>
                  </a:cubicBezTo>
                  <a:close/>
                </a:path>
              </a:pathLst>
            </a:custGeom>
            <a:solidFill>
              <a:srgbClr val="BA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209"/>
            <p:cNvSpPr>
              <a:spLocks noEditPoints="1"/>
            </p:cNvSpPr>
            <p:nvPr/>
          </p:nvSpPr>
          <p:spPr bwMode="auto">
            <a:xfrm>
              <a:off x="2707" y="2519"/>
              <a:ext cx="310" cy="310"/>
            </a:xfrm>
            <a:custGeom>
              <a:avLst/>
              <a:gdLst>
                <a:gd name="T0" fmla="*/ 0 w 131"/>
                <a:gd name="T1" fmla="*/ 109 h 131"/>
                <a:gd name="T2" fmla="*/ 22 w 131"/>
                <a:gd name="T3" fmla="*/ 109 h 131"/>
                <a:gd name="T4" fmla="*/ 22 w 131"/>
                <a:gd name="T5" fmla="*/ 87 h 131"/>
                <a:gd name="T6" fmla="*/ 0 w 131"/>
                <a:gd name="T7" fmla="*/ 87 h 131"/>
                <a:gd name="T8" fmla="*/ 6 w 131"/>
                <a:gd name="T9" fmla="*/ 65 h 131"/>
                <a:gd name="T10" fmla="*/ 22 w 131"/>
                <a:gd name="T11" fmla="*/ 65 h 131"/>
                <a:gd name="T12" fmla="*/ 22 w 131"/>
                <a:gd name="T13" fmla="*/ 54 h 131"/>
                <a:gd name="T14" fmla="*/ 44 w 131"/>
                <a:gd name="T15" fmla="*/ 44 h 131"/>
                <a:gd name="T16" fmla="*/ 87 w 131"/>
                <a:gd name="T17" fmla="*/ 22 h 131"/>
                <a:gd name="T18" fmla="*/ 109 w 131"/>
                <a:gd name="T19" fmla="*/ 22 h 131"/>
                <a:gd name="T20" fmla="*/ 109 w 131"/>
                <a:gd name="T21" fmla="*/ 11 h 131"/>
                <a:gd name="T22" fmla="*/ 131 w 131"/>
                <a:gd name="T23" fmla="*/ 0 h 131"/>
                <a:gd name="T24" fmla="*/ 131 w 131"/>
                <a:gd name="T25" fmla="*/ 131 h 131"/>
                <a:gd name="T26" fmla="*/ 0 w 131"/>
                <a:gd name="T27" fmla="*/ 131 h 131"/>
                <a:gd name="T28" fmla="*/ 0 w 131"/>
                <a:gd name="T29" fmla="*/ 109 h 131"/>
                <a:gd name="T30" fmla="*/ 44 w 131"/>
                <a:gd name="T31" fmla="*/ 109 h 131"/>
                <a:gd name="T32" fmla="*/ 66 w 131"/>
                <a:gd name="T33" fmla="*/ 109 h 131"/>
                <a:gd name="T34" fmla="*/ 66 w 131"/>
                <a:gd name="T35" fmla="*/ 87 h 131"/>
                <a:gd name="T36" fmla="*/ 44 w 131"/>
                <a:gd name="T37" fmla="*/ 87 h 131"/>
                <a:gd name="T38" fmla="*/ 44 w 131"/>
                <a:gd name="T39" fmla="*/ 109 h 131"/>
                <a:gd name="T40" fmla="*/ 87 w 131"/>
                <a:gd name="T41" fmla="*/ 109 h 131"/>
                <a:gd name="T42" fmla="*/ 109 w 131"/>
                <a:gd name="T43" fmla="*/ 109 h 131"/>
                <a:gd name="T44" fmla="*/ 109 w 131"/>
                <a:gd name="T45" fmla="*/ 87 h 131"/>
                <a:gd name="T46" fmla="*/ 87 w 131"/>
                <a:gd name="T47" fmla="*/ 87 h 131"/>
                <a:gd name="T48" fmla="*/ 87 w 131"/>
                <a:gd name="T49" fmla="*/ 109 h 131"/>
                <a:gd name="T50" fmla="*/ 44 w 131"/>
                <a:gd name="T51" fmla="*/ 44 h 131"/>
                <a:gd name="T52" fmla="*/ 44 w 131"/>
                <a:gd name="T53" fmla="*/ 65 h 131"/>
                <a:gd name="T54" fmla="*/ 66 w 131"/>
                <a:gd name="T55" fmla="*/ 65 h 131"/>
                <a:gd name="T56" fmla="*/ 66 w 131"/>
                <a:gd name="T57" fmla="*/ 44 h 131"/>
                <a:gd name="T58" fmla="*/ 44 w 131"/>
                <a:gd name="T59" fmla="*/ 44 h 131"/>
                <a:gd name="T60" fmla="*/ 87 w 131"/>
                <a:gd name="T61" fmla="*/ 44 h 131"/>
                <a:gd name="T62" fmla="*/ 87 w 131"/>
                <a:gd name="T63" fmla="*/ 65 h 131"/>
                <a:gd name="T64" fmla="*/ 109 w 131"/>
                <a:gd name="T65" fmla="*/ 65 h 131"/>
                <a:gd name="T66" fmla="*/ 109 w 131"/>
                <a:gd name="T67" fmla="*/ 44 h 131"/>
                <a:gd name="T68" fmla="*/ 87 w 131"/>
                <a:gd name="T69" fmla="*/ 4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31">
                  <a:moveTo>
                    <a:pt x="0" y="109"/>
                  </a:moveTo>
                  <a:cubicBezTo>
                    <a:pt x="22" y="109"/>
                    <a:pt x="22" y="109"/>
                    <a:pt x="22" y="109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79"/>
                    <a:pt x="2" y="72"/>
                    <a:pt x="6" y="65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87" y="22"/>
                    <a:pt x="87" y="22"/>
                    <a:pt x="87" y="22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9" y="11"/>
                    <a:pt x="109" y="11"/>
                    <a:pt x="109" y="11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31" y="131"/>
                    <a:pt x="131" y="131"/>
                    <a:pt x="131" y="131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09"/>
                    <a:pt x="0" y="109"/>
                    <a:pt x="0" y="109"/>
                  </a:cubicBezTo>
                  <a:close/>
                  <a:moveTo>
                    <a:pt x="44" y="109"/>
                  </a:moveTo>
                  <a:cubicBezTo>
                    <a:pt x="66" y="109"/>
                    <a:pt x="66" y="109"/>
                    <a:pt x="66" y="109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44" y="87"/>
                    <a:pt x="44" y="87"/>
                    <a:pt x="44" y="87"/>
                  </a:cubicBezTo>
                  <a:cubicBezTo>
                    <a:pt x="44" y="109"/>
                    <a:pt x="44" y="109"/>
                    <a:pt x="44" y="109"/>
                  </a:cubicBezTo>
                  <a:close/>
                  <a:moveTo>
                    <a:pt x="87" y="109"/>
                  </a:moveTo>
                  <a:cubicBezTo>
                    <a:pt x="109" y="109"/>
                    <a:pt x="109" y="109"/>
                    <a:pt x="109" y="109"/>
                  </a:cubicBezTo>
                  <a:cubicBezTo>
                    <a:pt x="109" y="87"/>
                    <a:pt x="109" y="87"/>
                    <a:pt x="109" y="87"/>
                  </a:cubicBezTo>
                  <a:cubicBezTo>
                    <a:pt x="87" y="87"/>
                    <a:pt x="87" y="87"/>
                    <a:pt x="87" y="87"/>
                  </a:cubicBezTo>
                  <a:cubicBezTo>
                    <a:pt x="87" y="109"/>
                    <a:pt x="87" y="109"/>
                    <a:pt x="87" y="109"/>
                  </a:cubicBezTo>
                  <a:close/>
                  <a:moveTo>
                    <a:pt x="44" y="44"/>
                  </a:moveTo>
                  <a:cubicBezTo>
                    <a:pt x="44" y="65"/>
                    <a:pt x="44" y="65"/>
                    <a:pt x="44" y="65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6" y="44"/>
                    <a:pt x="66" y="44"/>
                    <a:pt x="66" y="44"/>
                  </a:cubicBezTo>
                  <a:cubicBezTo>
                    <a:pt x="44" y="44"/>
                    <a:pt x="44" y="44"/>
                    <a:pt x="44" y="44"/>
                  </a:cubicBezTo>
                  <a:close/>
                  <a:moveTo>
                    <a:pt x="87" y="44"/>
                  </a:moveTo>
                  <a:cubicBezTo>
                    <a:pt x="87" y="65"/>
                    <a:pt x="87" y="65"/>
                    <a:pt x="87" y="65"/>
                  </a:cubicBezTo>
                  <a:cubicBezTo>
                    <a:pt x="109" y="65"/>
                    <a:pt x="109" y="65"/>
                    <a:pt x="109" y="65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87" y="44"/>
                    <a:pt x="87" y="44"/>
                    <a:pt x="87" y="44"/>
                  </a:cubicBezTo>
                  <a:close/>
                </a:path>
              </a:pathLst>
            </a:custGeom>
            <a:solidFill>
              <a:srgbClr val="4049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210"/>
            <p:cNvSpPr>
              <a:spLocks noEditPoints="1"/>
            </p:cNvSpPr>
            <p:nvPr/>
          </p:nvSpPr>
          <p:spPr bwMode="auto">
            <a:xfrm>
              <a:off x="2759" y="2571"/>
              <a:ext cx="258" cy="258"/>
            </a:xfrm>
            <a:custGeom>
              <a:avLst/>
              <a:gdLst>
                <a:gd name="T0" fmla="*/ 104 w 258"/>
                <a:gd name="T1" fmla="*/ 26 h 258"/>
                <a:gd name="T2" fmla="*/ 154 w 258"/>
                <a:gd name="T3" fmla="*/ 0 h 258"/>
                <a:gd name="T4" fmla="*/ 154 w 258"/>
                <a:gd name="T5" fmla="*/ 52 h 258"/>
                <a:gd name="T6" fmla="*/ 104 w 258"/>
                <a:gd name="T7" fmla="*/ 52 h 258"/>
                <a:gd name="T8" fmla="*/ 104 w 258"/>
                <a:gd name="T9" fmla="*/ 26 h 258"/>
                <a:gd name="T10" fmla="*/ 104 w 258"/>
                <a:gd name="T11" fmla="*/ 26 h 258"/>
                <a:gd name="T12" fmla="*/ 258 w 258"/>
                <a:gd name="T13" fmla="*/ 0 h 258"/>
                <a:gd name="T14" fmla="*/ 258 w 258"/>
                <a:gd name="T15" fmla="*/ 52 h 258"/>
                <a:gd name="T16" fmla="*/ 206 w 258"/>
                <a:gd name="T17" fmla="*/ 52 h 258"/>
                <a:gd name="T18" fmla="*/ 206 w 258"/>
                <a:gd name="T19" fmla="*/ 0 h 258"/>
                <a:gd name="T20" fmla="*/ 258 w 258"/>
                <a:gd name="T21" fmla="*/ 0 h 258"/>
                <a:gd name="T22" fmla="*/ 258 w 258"/>
                <a:gd name="T23" fmla="*/ 0 h 258"/>
                <a:gd name="T24" fmla="*/ 258 w 258"/>
                <a:gd name="T25" fmla="*/ 101 h 258"/>
                <a:gd name="T26" fmla="*/ 258 w 258"/>
                <a:gd name="T27" fmla="*/ 154 h 258"/>
                <a:gd name="T28" fmla="*/ 206 w 258"/>
                <a:gd name="T29" fmla="*/ 154 h 258"/>
                <a:gd name="T30" fmla="*/ 206 w 258"/>
                <a:gd name="T31" fmla="*/ 101 h 258"/>
                <a:gd name="T32" fmla="*/ 258 w 258"/>
                <a:gd name="T33" fmla="*/ 101 h 258"/>
                <a:gd name="T34" fmla="*/ 258 w 258"/>
                <a:gd name="T35" fmla="*/ 101 h 258"/>
                <a:gd name="T36" fmla="*/ 258 w 258"/>
                <a:gd name="T37" fmla="*/ 206 h 258"/>
                <a:gd name="T38" fmla="*/ 258 w 258"/>
                <a:gd name="T39" fmla="*/ 258 h 258"/>
                <a:gd name="T40" fmla="*/ 206 w 258"/>
                <a:gd name="T41" fmla="*/ 258 h 258"/>
                <a:gd name="T42" fmla="*/ 206 w 258"/>
                <a:gd name="T43" fmla="*/ 206 h 258"/>
                <a:gd name="T44" fmla="*/ 258 w 258"/>
                <a:gd name="T45" fmla="*/ 206 h 258"/>
                <a:gd name="T46" fmla="*/ 258 w 258"/>
                <a:gd name="T47" fmla="*/ 206 h 258"/>
                <a:gd name="T48" fmla="*/ 0 w 258"/>
                <a:gd name="T49" fmla="*/ 258 h 258"/>
                <a:gd name="T50" fmla="*/ 0 w 258"/>
                <a:gd name="T51" fmla="*/ 206 h 258"/>
                <a:gd name="T52" fmla="*/ 52 w 258"/>
                <a:gd name="T53" fmla="*/ 206 h 258"/>
                <a:gd name="T54" fmla="*/ 52 w 258"/>
                <a:gd name="T55" fmla="*/ 258 h 258"/>
                <a:gd name="T56" fmla="*/ 0 w 258"/>
                <a:gd name="T57" fmla="*/ 258 h 258"/>
                <a:gd name="T58" fmla="*/ 0 w 258"/>
                <a:gd name="T59" fmla="*/ 258 h 258"/>
                <a:gd name="T60" fmla="*/ 154 w 258"/>
                <a:gd name="T61" fmla="*/ 101 h 258"/>
                <a:gd name="T62" fmla="*/ 104 w 258"/>
                <a:gd name="T63" fmla="*/ 101 h 258"/>
                <a:gd name="T64" fmla="*/ 104 w 258"/>
                <a:gd name="T65" fmla="*/ 154 h 258"/>
                <a:gd name="T66" fmla="*/ 154 w 258"/>
                <a:gd name="T67" fmla="*/ 154 h 258"/>
                <a:gd name="T68" fmla="*/ 154 w 258"/>
                <a:gd name="T69" fmla="*/ 101 h 258"/>
                <a:gd name="T70" fmla="*/ 154 w 258"/>
                <a:gd name="T71" fmla="*/ 101 h 258"/>
                <a:gd name="T72" fmla="*/ 52 w 258"/>
                <a:gd name="T73" fmla="*/ 101 h 258"/>
                <a:gd name="T74" fmla="*/ 0 w 258"/>
                <a:gd name="T75" fmla="*/ 101 h 258"/>
                <a:gd name="T76" fmla="*/ 0 w 258"/>
                <a:gd name="T77" fmla="*/ 154 h 258"/>
                <a:gd name="T78" fmla="*/ 52 w 258"/>
                <a:gd name="T79" fmla="*/ 154 h 258"/>
                <a:gd name="T80" fmla="*/ 52 w 258"/>
                <a:gd name="T81" fmla="*/ 101 h 258"/>
                <a:gd name="T82" fmla="*/ 52 w 258"/>
                <a:gd name="T83" fmla="*/ 101 h 258"/>
                <a:gd name="T84" fmla="*/ 154 w 258"/>
                <a:gd name="T85" fmla="*/ 206 h 258"/>
                <a:gd name="T86" fmla="*/ 104 w 258"/>
                <a:gd name="T87" fmla="*/ 206 h 258"/>
                <a:gd name="T88" fmla="*/ 104 w 258"/>
                <a:gd name="T89" fmla="*/ 258 h 258"/>
                <a:gd name="T90" fmla="*/ 154 w 258"/>
                <a:gd name="T91" fmla="*/ 258 h 258"/>
                <a:gd name="T92" fmla="*/ 154 w 258"/>
                <a:gd name="T93" fmla="*/ 206 h 258"/>
                <a:gd name="T94" fmla="*/ 154 w 258"/>
                <a:gd name="T95" fmla="*/ 20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58" h="258">
                  <a:moveTo>
                    <a:pt x="104" y="26"/>
                  </a:moveTo>
                  <a:lnTo>
                    <a:pt x="154" y="0"/>
                  </a:lnTo>
                  <a:lnTo>
                    <a:pt x="154" y="52"/>
                  </a:lnTo>
                  <a:lnTo>
                    <a:pt x="104" y="52"/>
                  </a:lnTo>
                  <a:lnTo>
                    <a:pt x="104" y="26"/>
                  </a:lnTo>
                  <a:lnTo>
                    <a:pt x="104" y="26"/>
                  </a:lnTo>
                  <a:close/>
                  <a:moveTo>
                    <a:pt x="258" y="0"/>
                  </a:moveTo>
                  <a:lnTo>
                    <a:pt x="258" y="52"/>
                  </a:lnTo>
                  <a:lnTo>
                    <a:pt x="206" y="52"/>
                  </a:lnTo>
                  <a:lnTo>
                    <a:pt x="206" y="0"/>
                  </a:lnTo>
                  <a:lnTo>
                    <a:pt x="258" y="0"/>
                  </a:lnTo>
                  <a:lnTo>
                    <a:pt x="258" y="0"/>
                  </a:lnTo>
                  <a:close/>
                  <a:moveTo>
                    <a:pt x="258" y="101"/>
                  </a:moveTo>
                  <a:lnTo>
                    <a:pt x="258" y="154"/>
                  </a:lnTo>
                  <a:lnTo>
                    <a:pt x="206" y="154"/>
                  </a:lnTo>
                  <a:lnTo>
                    <a:pt x="206" y="101"/>
                  </a:lnTo>
                  <a:lnTo>
                    <a:pt x="258" y="101"/>
                  </a:lnTo>
                  <a:lnTo>
                    <a:pt x="258" y="101"/>
                  </a:lnTo>
                  <a:close/>
                  <a:moveTo>
                    <a:pt x="258" y="206"/>
                  </a:moveTo>
                  <a:lnTo>
                    <a:pt x="258" y="258"/>
                  </a:lnTo>
                  <a:lnTo>
                    <a:pt x="206" y="258"/>
                  </a:lnTo>
                  <a:lnTo>
                    <a:pt x="206" y="206"/>
                  </a:lnTo>
                  <a:lnTo>
                    <a:pt x="258" y="206"/>
                  </a:lnTo>
                  <a:lnTo>
                    <a:pt x="258" y="206"/>
                  </a:lnTo>
                  <a:close/>
                  <a:moveTo>
                    <a:pt x="0" y="258"/>
                  </a:moveTo>
                  <a:lnTo>
                    <a:pt x="0" y="206"/>
                  </a:lnTo>
                  <a:lnTo>
                    <a:pt x="52" y="206"/>
                  </a:lnTo>
                  <a:lnTo>
                    <a:pt x="52" y="258"/>
                  </a:lnTo>
                  <a:lnTo>
                    <a:pt x="0" y="258"/>
                  </a:lnTo>
                  <a:lnTo>
                    <a:pt x="0" y="258"/>
                  </a:lnTo>
                  <a:close/>
                  <a:moveTo>
                    <a:pt x="154" y="101"/>
                  </a:moveTo>
                  <a:lnTo>
                    <a:pt x="104" y="101"/>
                  </a:lnTo>
                  <a:lnTo>
                    <a:pt x="104" y="154"/>
                  </a:lnTo>
                  <a:lnTo>
                    <a:pt x="154" y="154"/>
                  </a:lnTo>
                  <a:lnTo>
                    <a:pt x="154" y="101"/>
                  </a:lnTo>
                  <a:lnTo>
                    <a:pt x="154" y="101"/>
                  </a:lnTo>
                  <a:close/>
                  <a:moveTo>
                    <a:pt x="52" y="101"/>
                  </a:moveTo>
                  <a:lnTo>
                    <a:pt x="0" y="101"/>
                  </a:lnTo>
                  <a:lnTo>
                    <a:pt x="0" y="154"/>
                  </a:lnTo>
                  <a:lnTo>
                    <a:pt x="52" y="154"/>
                  </a:lnTo>
                  <a:lnTo>
                    <a:pt x="52" y="101"/>
                  </a:lnTo>
                  <a:lnTo>
                    <a:pt x="52" y="101"/>
                  </a:lnTo>
                  <a:close/>
                  <a:moveTo>
                    <a:pt x="154" y="206"/>
                  </a:moveTo>
                  <a:lnTo>
                    <a:pt x="104" y="206"/>
                  </a:lnTo>
                  <a:lnTo>
                    <a:pt x="104" y="258"/>
                  </a:lnTo>
                  <a:lnTo>
                    <a:pt x="154" y="258"/>
                  </a:lnTo>
                  <a:lnTo>
                    <a:pt x="154" y="206"/>
                  </a:lnTo>
                  <a:lnTo>
                    <a:pt x="154" y="206"/>
                  </a:ln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211"/>
            <p:cNvSpPr>
              <a:spLocks/>
            </p:cNvSpPr>
            <p:nvPr/>
          </p:nvSpPr>
          <p:spPr bwMode="auto">
            <a:xfrm>
              <a:off x="3327" y="2519"/>
              <a:ext cx="310" cy="310"/>
            </a:xfrm>
            <a:custGeom>
              <a:avLst/>
              <a:gdLst>
                <a:gd name="T0" fmla="*/ 131 w 131"/>
                <a:gd name="T1" fmla="*/ 131 h 131"/>
                <a:gd name="T2" fmla="*/ 131 w 131"/>
                <a:gd name="T3" fmla="*/ 87 h 131"/>
                <a:gd name="T4" fmla="*/ 109 w 131"/>
                <a:gd name="T5" fmla="*/ 54 h 131"/>
                <a:gd name="T6" fmla="*/ 0 w 131"/>
                <a:gd name="T7" fmla="*/ 0 h 131"/>
                <a:gd name="T8" fmla="*/ 0 w 131"/>
                <a:gd name="T9" fmla="*/ 131 h 131"/>
                <a:gd name="T10" fmla="*/ 131 w 131"/>
                <a:gd name="T11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1" h="131">
                  <a:moveTo>
                    <a:pt x="131" y="131"/>
                  </a:moveTo>
                  <a:cubicBezTo>
                    <a:pt x="131" y="87"/>
                    <a:pt x="131" y="87"/>
                    <a:pt x="131" y="87"/>
                  </a:cubicBezTo>
                  <a:cubicBezTo>
                    <a:pt x="131" y="65"/>
                    <a:pt x="120" y="60"/>
                    <a:pt x="109" y="5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131" y="131"/>
                    <a:pt x="131" y="131"/>
                    <a:pt x="131" y="131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212"/>
            <p:cNvSpPr>
              <a:spLocks noEditPoints="1"/>
            </p:cNvSpPr>
            <p:nvPr/>
          </p:nvSpPr>
          <p:spPr bwMode="auto">
            <a:xfrm>
              <a:off x="3327" y="2519"/>
              <a:ext cx="310" cy="310"/>
            </a:xfrm>
            <a:custGeom>
              <a:avLst/>
              <a:gdLst>
                <a:gd name="T0" fmla="*/ 131 w 131"/>
                <a:gd name="T1" fmla="*/ 109 h 131"/>
                <a:gd name="T2" fmla="*/ 109 w 131"/>
                <a:gd name="T3" fmla="*/ 109 h 131"/>
                <a:gd name="T4" fmla="*/ 109 w 131"/>
                <a:gd name="T5" fmla="*/ 87 h 131"/>
                <a:gd name="T6" fmla="*/ 131 w 131"/>
                <a:gd name="T7" fmla="*/ 87 h 131"/>
                <a:gd name="T8" fmla="*/ 124 w 131"/>
                <a:gd name="T9" fmla="*/ 65 h 131"/>
                <a:gd name="T10" fmla="*/ 109 w 131"/>
                <a:gd name="T11" fmla="*/ 65 h 131"/>
                <a:gd name="T12" fmla="*/ 109 w 131"/>
                <a:gd name="T13" fmla="*/ 54 h 131"/>
                <a:gd name="T14" fmla="*/ 87 w 131"/>
                <a:gd name="T15" fmla="*/ 44 h 131"/>
                <a:gd name="T16" fmla="*/ 43 w 131"/>
                <a:gd name="T17" fmla="*/ 22 h 131"/>
                <a:gd name="T18" fmla="*/ 22 w 131"/>
                <a:gd name="T19" fmla="*/ 22 h 131"/>
                <a:gd name="T20" fmla="*/ 22 w 131"/>
                <a:gd name="T21" fmla="*/ 11 h 131"/>
                <a:gd name="T22" fmla="*/ 0 w 131"/>
                <a:gd name="T23" fmla="*/ 0 h 131"/>
                <a:gd name="T24" fmla="*/ 0 w 131"/>
                <a:gd name="T25" fmla="*/ 131 h 131"/>
                <a:gd name="T26" fmla="*/ 131 w 131"/>
                <a:gd name="T27" fmla="*/ 131 h 131"/>
                <a:gd name="T28" fmla="*/ 131 w 131"/>
                <a:gd name="T29" fmla="*/ 109 h 131"/>
                <a:gd name="T30" fmla="*/ 87 w 131"/>
                <a:gd name="T31" fmla="*/ 109 h 131"/>
                <a:gd name="T32" fmla="*/ 65 w 131"/>
                <a:gd name="T33" fmla="*/ 109 h 131"/>
                <a:gd name="T34" fmla="*/ 65 w 131"/>
                <a:gd name="T35" fmla="*/ 87 h 131"/>
                <a:gd name="T36" fmla="*/ 87 w 131"/>
                <a:gd name="T37" fmla="*/ 87 h 131"/>
                <a:gd name="T38" fmla="*/ 87 w 131"/>
                <a:gd name="T39" fmla="*/ 109 h 131"/>
                <a:gd name="T40" fmla="*/ 43 w 131"/>
                <a:gd name="T41" fmla="*/ 109 h 131"/>
                <a:gd name="T42" fmla="*/ 22 w 131"/>
                <a:gd name="T43" fmla="*/ 109 h 131"/>
                <a:gd name="T44" fmla="*/ 22 w 131"/>
                <a:gd name="T45" fmla="*/ 87 h 131"/>
                <a:gd name="T46" fmla="*/ 43 w 131"/>
                <a:gd name="T47" fmla="*/ 87 h 131"/>
                <a:gd name="T48" fmla="*/ 43 w 131"/>
                <a:gd name="T49" fmla="*/ 109 h 131"/>
                <a:gd name="T50" fmla="*/ 87 w 131"/>
                <a:gd name="T51" fmla="*/ 44 h 131"/>
                <a:gd name="T52" fmla="*/ 87 w 131"/>
                <a:gd name="T53" fmla="*/ 65 h 131"/>
                <a:gd name="T54" fmla="*/ 65 w 131"/>
                <a:gd name="T55" fmla="*/ 65 h 131"/>
                <a:gd name="T56" fmla="*/ 65 w 131"/>
                <a:gd name="T57" fmla="*/ 44 h 131"/>
                <a:gd name="T58" fmla="*/ 87 w 131"/>
                <a:gd name="T59" fmla="*/ 44 h 131"/>
                <a:gd name="T60" fmla="*/ 43 w 131"/>
                <a:gd name="T61" fmla="*/ 44 h 131"/>
                <a:gd name="T62" fmla="*/ 43 w 131"/>
                <a:gd name="T63" fmla="*/ 65 h 131"/>
                <a:gd name="T64" fmla="*/ 22 w 131"/>
                <a:gd name="T65" fmla="*/ 65 h 131"/>
                <a:gd name="T66" fmla="*/ 22 w 131"/>
                <a:gd name="T67" fmla="*/ 44 h 131"/>
                <a:gd name="T68" fmla="*/ 43 w 131"/>
                <a:gd name="T69" fmla="*/ 4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31">
                  <a:moveTo>
                    <a:pt x="131" y="109"/>
                  </a:moveTo>
                  <a:cubicBezTo>
                    <a:pt x="109" y="109"/>
                    <a:pt x="109" y="109"/>
                    <a:pt x="109" y="109"/>
                  </a:cubicBezTo>
                  <a:cubicBezTo>
                    <a:pt x="109" y="87"/>
                    <a:pt x="109" y="87"/>
                    <a:pt x="109" y="87"/>
                  </a:cubicBezTo>
                  <a:cubicBezTo>
                    <a:pt x="131" y="87"/>
                    <a:pt x="131" y="87"/>
                    <a:pt x="131" y="87"/>
                  </a:cubicBezTo>
                  <a:cubicBezTo>
                    <a:pt x="131" y="79"/>
                    <a:pt x="129" y="72"/>
                    <a:pt x="124" y="65"/>
                  </a:cubicBezTo>
                  <a:cubicBezTo>
                    <a:pt x="109" y="65"/>
                    <a:pt x="109" y="65"/>
                    <a:pt x="109" y="65"/>
                  </a:cubicBezTo>
                  <a:cubicBezTo>
                    <a:pt x="109" y="54"/>
                    <a:pt x="109" y="54"/>
                    <a:pt x="109" y="54"/>
                  </a:cubicBezTo>
                  <a:cubicBezTo>
                    <a:pt x="87" y="44"/>
                    <a:pt x="87" y="44"/>
                    <a:pt x="87" y="44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131" y="131"/>
                    <a:pt x="131" y="131"/>
                    <a:pt x="131" y="131"/>
                  </a:cubicBezTo>
                  <a:cubicBezTo>
                    <a:pt x="131" y="109"/>
                    <a:pt x="131" y="109"/>
                    <a:pt x="131" y="109"/>
                  </a:cubicBezTo>
                  <a:close/>
                  <a:moveTo>
                    <a:pt x="87" y="109"/>
                  </a:moveTo>
                  <a:cubicBezTo>
                    <a:pt x="65" y="109"/>
                    <a:pt x="65" y="109"/>
                    <a:pt x="65" y="109"/>
                  </a:cubicBezTo>
                  <a:cubicBezTo>
                    <a:pt x="65" y="87"/>
                    <a:pt x="65" y="87"/>
                    <a:pt x="65" y="87"/>
                  </a:cubicBezTo>
                  <a:cubicBezTo>
                    <a:pt x="87" y="87"/>
                    <a:pt x="87" y="87"/>
                    <a:pt x="87" y="87"/>
                  </a:cubicBezTo>
                  <a:cubicBezTo>
                    <a:pt x="87" y="109"/>
                    <a:pt x="87" y="109"/>
                    <a:pt x="87" y="109"/>
                  </a:cubicBezTo>
                  <a:close/>
                  <a:moveTo>
                    <a:pt x="43" y="109"/>
                  </a:moveTo>
                  <a:cubicBezTo>
                    <a:pt x="22" y="109"/>
                    <a:pt x="22" y="109"/>
                    <a:pt x="22" y="109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3" y="109"/>
                    <a:pt x="43" y="109"/>
                    <a:pt x="43" y="109"/>
                  </a:cubicBezTo>
                  <a:close/>
                  <a:moveTo>
                    <a:pt x="87" y="44"/>
                  </a:moveTo>
                  <a:cubicBezTo>
                    <a:pt x="87" y="65"/>
                    <a:pt x="87" y="65"/>
                    <a:pt x="87" y="65"/>
                  </a:cubicBezTo>
                  <a:cubicBezTo>
                    <a:pt x="65" y="65"/>
                    <a:pt x="65" y="65"/>
                    <a:pt x="65" y="65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87" y="44"/>
                    <a:pt x="87" y="44"/>
                    <a:pt x="87" y="44"/>
                  </a:cubicBezTo>
                  <a:close/>
                  <a:moveTo>
                    <a:pt x="43" y="44"/>
                  </a:moveTo>
                  <a:cubicBezTo>
                    <a:pt x="43" y="65"/>
                    <a:pt x="43" y="65"/>
                    <a:pt x="43" y="65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43" y="44"/>
                    <a:pt x="43" y="44"/>
                    <a:pt x="43" y="44"/>
                  </a:cubicBezTo>
                  <a:close/>
                </a:path>
              </a:pathLst>
            </a:custGeom>
            <a:solidFill>
              <a:srgbClr val="4049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213"/>
            <p:cNvSpPr>
              <a:spLocks noEditPoints="1"/>
            </p:cNvSpPr>
            <p:nvPr/>
          </p:nvSpPr>
          <p:spPr bwMode="auto">
            <a:xfrm>
              <a:off x="3327" y="2571"/>
              <a:ext cx="258" cy="258"/>
            </a:xfrm>
            <a:custGeom>
              <a:avLst/>
              <a:gdLst>
                <a:gd name="T0" fmla="*/ 154 w 258"/>
                <a:gd name="T1" fmla="*/ 26 h 258"/>
                <a:gd name="T2" fmla="*/ 102 w 258"/>
                <a:gd name="T3" fmla="*/ 0 h 258"/>
                <a:gd name="T4" fmla="*/ 102 w 258"/>
                <a:gd name="T5" fmla="*/ 52 h 258"/>
                <a:gd name="T6" fmla="*/ 154 w 258"/>
                <a:gd name="T7" fmla="*/ 52 h 258"/>
                <a:gd name="T8" fmla="*/ 154 w 258"/>
                <a:gd name="T9" fmla="*/ 26 h 258"/>
                <a:gd name="T10" fmla="*/ 154 w 258"/>
                <a:gd name="T11" fmla="*/ 26 h 258"/>
                <a:gd name="T12" fmla="*/ 0 w 258"/>
                <a:gd name="T13" fmla="*/ 0 h 258"/>
                <a:gd name="T14" fmla="*/ 0 w 258"/>
                <a:gd name="T15" fmla="*/ 52 h 258"/>
                <a:gd name="T16" fmla="*/ 52 w 258"/>
                <a:gd name="T17" fmla="*/ 52 h 258"/>
                <a:gd name="T18" fmla="*/ 52 w 258"/>
                <a:gd name="T19" fmla="*/ 0 h 258"/>
                <a:gd name="T20" fmla="*/ 0 w 258"/>
                <a:gd name="T21" fmla="*/ 0 h 258"/>
                <a:gd name="T22" fmla="*/ 0 w 258"/>
                <a:gd name="T23" fmla="*/ 0 h 258"/>
                <a:gd name="T24" fmla="*/ 0 w 258"/>
                <a:gd name="T25" fmla="*/ 101 h 258"/>
                <a:gd name="T26" fmla="*/ 0 w 258"/>
                <a:gd name="T27" fmla="*/ 154 h 258"/>
                <a:gd name="T28" fmla="*/ 52 w 258"/>
                <a:gd name="T29" fmla="*/ 154 h 258"/>
                <a:gd name="T30" fmla="*/ 52 w 258"/>
                <a:gd name="T31" fmla="*/ 101 h 258"/>
                <a:gd name="T32" fmla="*/ 0 w 258"/>
                <a:gd name="T33" fmla="*/ 101 h 258"/>
                <a:gd name="T34" fmla="*/ 0 w 258"/>
                <a:gd name="T35" fmla="*/ 101 h 258"/>
                <a:gd name="T36" fmla="*/ 0 w 258"/>
                <a:gd name="T37" fmla="*/ 206 h 258"/>
                <a:gd name="T38" fmla="*/ 0 w 258"/>
                <a:gd name="T39" fmla="*/ 258 h 258"/>
                <a:gd name="T40" fmla="*/ 52 w 258"/>
                <a:gd name="T41" fmla="*/ 258 h 258"/>
                <a:gd name="T42" fmla="*/ 52 w 258"/>
                <a:gd name="T43" fmla="*/ 206 h 258"/>
                <a:gd name="T44" fmla="*/ 0 w 258"/>
                <a:gd name="T45" fmla="*/ 206 h 258"/>
                <a:gd name="T46" fmla="*/ 0 w 258"/>
                <a:gd name="T47" fmla="*/ 206 h 258"/>
                <a:gd name="T48" fmla="*/ 258 w 258"/>
                <a:gd name="T49" fmla="*/ 258 h 258"/>
                <a:gd name="T50" fmla="*/ 258 w 258"/>
                <a:gd name="T51" fmla="*/ 206 h 258"/>
                <a:gd name="T52" fmla="*/ 206 w 258"/>
                <a:gd name="T53" fmla="*/ 206 h 258"/>
                <a:gd name="T54" fmla="*/ 206 w 258"/>
                <a:gd name="T55" fmla="*/ 258 h 258"/>
                <a:gd name="T56" fmla="*/ 258 w 258"/>
                <a:gd name="T57" fmla="*/ 258 h 258"/>
                <a:gd name="T58" fmla="*/ 258 w 258"/>
                <a:gd name="T59" fmla="*/ 258 h 258"/>
                <a:gd name="T60" fmla="*/ 102 w 258"/>
                <a:gd name="T61" fmla="*/ 101 h 258"/>
                <a:gd name="T62" fmla="*/ 154 w 258"/>
                <a:gd name="T63" fmla="*/ 101 h 258"/>
                <a:gd name="T64" fmla="*/ 154 w 258"/>
                <a:gd name="T65" fmla="*/ 154 h 258"/>
                <a:gd name="T66" fmla="*/ 102 w 258"/>
                <a:gd name="T67" fmla="*/ 154 h 258"/>
                <a:gd name="T68" fmla="*/ 102 w 258"/>
                <a:gd name="T69" fmla="*/ 101 h 258"/>
                <a:gd name="T70" fmla="*/ 102 w 258"/>
                <a:gd name="T71" fmla="*/ 101 h 258"/>
                <a:gd name="T72" fmla="*/ 206 w 258"/>
                <a:gd name="T73" fmla="*/ 101 h 258"/>
                <a:gd name="T74" fmla="*/ 258 w 258"/>
                <a:gd name="T75" fmla="*/ 101 h 258"/>
                <a:gd name="T76" fmla="*/ 258 w 258"/>
                <a:gd name="T77" fmla="*/ 154 h 258"/>
                <a:gd name="T78" fmla="*/ 206 w 258"/>
                <a:gd name="T79" fmla="*/ 154 h 258"/>
                <a:gd name="T80" fmla="*/ 206 w 258"/>
                <a:gd name="T81" fmla="*/ 101 h 258"/>
                <a:gd name="T82" fmla="*/ 206 w 258"/>
                <a:gd name="T83" fmla="*/ 101 h 258"/>
                <a:gd name="T84" fmla="*/ 102 w 258"/>
                <a:gd name="T85" fmla="*/ 206 h 258"/>
                <a:gd name="T86" fmla="*/ 154 w 258"/>
                <a:gd name="T87" fmla="*/ 206 h 258"/>
                <a:gd name="T88" fmla="*/ 154 w 258"/>
                <a:gd name="T89" fmla="*/ 258 h 258"/>
                <a:gd name="T90" fmla="*/ 102 w 258"/>
                <a:gd name="T91" fmla="*/ 258 h 258"/>
                <a:gd name="T92" fmla="*/ 102 w 258"/>
                <a:gd name="T93" fmla="*/ 206 h 258"/>
                <a:gd name="T94" fmla="*/ 102 w 258"/>
                <a:gd name="T95" fmla="*/ 20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58" h="258">
                  <a:moveTo>
                    <a:pt x="154" y="26"/>
                  </a:moveTo>
                  <a:lnTo>
                    <a:pt x="102" y="0"/>
                  </a:lnTo>
                  <a:lnTo>
                    <a:pt x="102" y="52"/>
                  </a:lnTo>
                  <a:lnTo>
                    <a:pt x="154" y="52"/>
                  </a:lnTo>
                  <a:lnTo>
                    <a:pt x="154" y="26"/>
                  </a:lnTo>
                  <a:lnTo>
                    <a:pt x="154" y="26"/>
                  </a:lnTo>
                  <a:close/>
                  <a:moveTo>
                    <a:pt x="0" y="0"/>
                  </a:moveTo>
                  <a:lnTo>
                    <a:pt x="0" y="52"/>
                  </a:lnTo>
                  <a:lnTo>
                    <a:pt x="52" y="52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101"/>
                  </a:moveTo>
                  <a:lnTo>
                    <a:pt x="0" y="154"/>
                  </a:lnTo>
                  <a:lnTo>
                    <a:pt x="52" y="15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101"/>
                  </a:lnTo>
                  <a:close/>
                  <a:moveTo>
                    <a:pt x="0" y="206"/>
                  </a:moveTo>
                  <a:lnTo>
                    <a:pt x="0" y="258"/>
                  </a:lnTo>
                  <a:lnTo>
                    <a:pt x="52" y="258"/>
                  </a:lnTo>
                  <a:lnTo>
                    <a:pt x="52" y="206"/>
                  </a:lnTo>
                  <a:lnTo>
                    <a:pt x="0" y="206"/>
                  </a:lnTo>
                  <a:lnTo>
                    <a:pt x="0" y="206"/>
                  </a:lnTo>
                  <a:close/>
                  <a:moveTo>
                    <a:pt x="258" y="258"/>
                  </a:moveTo>
                  <a:lnTo>
                    <a:pt x="258" y="206"/>
                  </a:lnTo>
                  <a:lnTo>
                    <a:pt x="206" y="206"/>
                  </a:lnTo>
                  <a:lnTo>
                    <a:pt x="206" y="258"/>
                  </a:lnTo>
                  <a:lnTo>
                    <a:pt x="258" y="258"/>
                  </a:lnTo>
                  <a:lnTo>
                    <a:pt x="258" y="258"/>
                  </a:lnTo>
                  <a:close/>
                  <a:moveTo>
                    <a:pt x="102" y="101"/>
                  </a:moveTo>
                  <a:lnTo>
                    <a:pt x="154" y="101"/>
                  </a:lnTo>
                  <a:lnTo>
                    <a:pt x="154" y="154"/>
                  </a:lnTo>
                  <a:lnTo>
                    <a:pt x="102" y="154"/>
                  </a:lnTo>
                  <a:lnTo>
                    <a:pt x="102" y="101"/>
                  </a:lnTo>
                  <a:lnTo>
                    <a:pt x="102" y="101"/>
                  </a:lnTo>
                  <a:close/>
                  <a:moveTo>
                    <a:pt x="206" y="101"/>
                  </a:moveTo>
                  <a:lnTo>
                    <a:pt x="258" y="101"/>
                  </a:lnTo>
                  <a:lnTo>
                    <a:pt x="258" y="154"/>
                  </a:lnTo>
                  <a:lnTo>
                    <a:pt x="206" y="154"/>
                  </a:lnTo>
                  <a:lnTo>
                    <a:pt x="206" y="101"/>
                  </a:lnTo>
                  <a:lnTo>
                    <a:pt x="206" y="101"/>
                  </a:lnTo>
                  <a:close/>
                  <a:moveTo>
                    <a:pt x="102" y="206"/>
                  </a:moveTo>
                  <a:lnTo>
                    <a:pt x="154" y="206"/>
                  </a:lnTo>
                  <a:lnTo>
                    <a:pt x="154" y="258"/>
                  </a:lnTo>
                  <a:lnTo>
                    <a:pt x="102" y="258"/>
                  </a:lnTo>
                  <a:lnTo>
                    <a:pt x="102" y="206"/>
                  </a:lnTo>
                  <a:lnTo>
                    <a:pt x="102" y="206"/>
                  </a:ln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214"/>
            <p:cNvSpPr>
              <a:spLocks/>
            </p:cNvSpPr>
            <p:nvPr/>
          </p:nvSpPr>
          <p:spPr bwMode="auto">
            <a:xfrm>
              <a:off x="2501" y="2829"/>
              <a:ext cx="1341" cy="1342"/>
            </a:xfrm>
            <a:custGeom>
              <a:avLst/>
              <a:gdLst>
                <a:gd name="T0" fmla="*/ 1341 w 1341"/>
                <a:gd name="T1" fmla="*/ 0 h 1342"/>
                <a:gd name="T2" fmla="*/ 1341 w 1341"/>
                <a:gd name="T3" fmla="*/ 1342 h 1342"/>
                <a:gd name="T4" fmla="*/ 0 w 1341"/>
                <a:gd name="T5" fmla="*/ 1342 h 1342"/>
                <a:gd name="T6" fmla="*/ 0 w 1341"/>
                <a:gd name="T7" fmla="*/ 0 h 1342"/>
                <a:gd name="T8" fmla="*/ 1341 w 1341"/>
                <a:gd name="T9" fmla="*/ 0 h 1342"/>
                <a:gd name="T10" fmla="*/ 1341 w 1341"/>
                <a:gd name="T11" fmla="*/ 0 h 1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41" h="1342">
                  <a:moveTo>
                    <a:pt x="1341" y="0"/>
                  </a:moveTo>
                  <a:lnTo>
                    <a:pt x="1341" y="1342"/>
                  </a:lnTo>
                  <a:lnTo>
                    <a:pt x="0" y="1342"/>
                  </a:lnTo>
                  <a:lnTo>
                    <a:pt x="0" y="0"/>
                  </a:lnTo>
                  <a:lnTo>
                    <a:pt x="1341" y="0"/>
                  </a:lnTo>
                  <a:lnTo>
                    <a:pt x="1341" y="0"/>
                  </a:lnTo>
                  <a:close/>
                </a:path>
              </a:pathLst>
            </a:custGeom>
            <a:solidFill>
              <a:srgbClr val="5B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215"/>
            <p:cNvSpPr>
              <a:spLocks/>
            </p:cNvSpPr>
            <p:nvPr/>
          </p:nvSpPr>
          <p:spPr bwMode="auto">
            <a:xfrm>
              <a:off x="3204" y="3063"/>
              <a:ext cx="638" cy="1108"/>
            </a:xfrm>
            <a:custGeom>
              <a:avLst/>
              <a:gdLst>
                <a:gd name="T0" fmla="*/ 638 w 638"/>
                <a:gd name="T1" fmla="*/ 1108 h 1108"/>
                <a:gd name="T2" fmla="*/ 288 w 638"/>
                <a:gd name="T3" fmla="*/ 1108 h 1108"/>
                <a:gd name="T4" fmla="*/ 0 w 638"/>
                <a:gd name="T5" fmla="*/ 1018 h 1108"/>
                <a:gd name="T6" fmla="*/ 215 w 638"/>
                <a:gd name="T7" fmla="*/ 0 h 1108"/>
                <a:gd name="T8" fmla="*/ 638 w 638"/>
                <a:gd name="T9" fmla="*/ 424 h 1108"/>
                <a:gd name="T10" fmla="*/ 638 w 638"/>
                <a:gd name="T11" fmla="*/ 1108 h 1108"/>
                <a:gd name="T12" fmla="*/ 638 w 638"/>
                <a:gd name="T13" fmla="*/ 1108 h 1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8" h="1108">
                  <a:moveTo>
                    <a:pt x="638" y="1108"/>
                  </a:moveTo>
                  <a:lnTo>
                    <a:pt x="288" y="1108"/>
                  </a:lnTo>
                  <a:lnTo>
                    <a:pt x="0" y="1018"/>
                  </a:lnTo>
                  <a:lnTo>
                    <a:pt x="215" y="0"/>
                  </a:lnTo>
                  <a:lnTo>
                    <a:pt x="638" y="424"/>
                  </a:lnTo>
                  <a:lnTo>
                    <a:pt x="638" y="1108"/>
                  </a:lnTo>
                  <a:lnTo>
                    <a:pt x="638" y="1108"/>
                  </a:lnTo>
                  <a:close/>
                </a:path>
              </a:pathLst>
            </a:custGeom>
            <a:solidFill>
              <a:srgbClr val="3678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216"/>
            <p:cNvSpPr>
              <a:spLocks/>
            </p:cNvSpPr>
            <p:nvPr/>
          </p:nvSpPr>
          <p:spPr bwMode="auto">
            <a:xfrm>
              <a:off x="3171" y="3035"/>
              <a:ext cx="447" cy="774"/>
            </a:xfrm>
            <a:custGeom>
              <a:avLst/>
              <a:gdLst>
                <a:gd name="T0" fmla="*/ 0 w 189"/>
                <a:gd name="T1" fmla="*/ 0 h 327"/>
                <a:gd name="T2" fmla="*/ 131 w 189"/>
                <a:gd name="T3" fmla="*/ 131 h 327"/>
                <a:gd name="T4" fmla="*/ 189 w 189"/>
                <a:gd name="T5" fmla="*/ 240 h 327"/>
                <a:gd name="T6" fmla="*/ 66 w 189"/>
                <a:gd name="T7" fmla="*/ 327 h 327"/>
                <a:gd name="T8" fmla="*/ 0 w 189"/>
                <a:gd name="T9" fmla="*/ 327 h 327"/>
                <a:gd name="T10" fmla="*/ 0 w 189"/>
                <a:gd name="T11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9" h="327">
                  <a:moveTo>
                    <a:pt x="0" y="0"/>
                  </a:moveTo>
                  <a:cubicBezTo>
                    <a:pt x="73" y="0"/>
                    <a:pt x="131" y="59"/>
                    <a:pt x="131" y="131"/>
                  </a:cubicBezTo>
                  <a:cubicBezTo>
                    <a:pt x="131" y="175"/>
                    <a:pt x="153" y="215"/>
                    <a:pt x="189" y="240"/>
                  </a:cubicBezTo>
                  <a:cubicBezTo>
                    <a:pt x="171" y="291"/>
                    <a:pt x="123" y="327"/>
                    <a:pt x="66" y="327"/>
                  </a:cubicBezTo>
                  <a:cubicBezTo>
                    <a:pt x="0" y="327"/>
                    <a:pt x="0" y="327"/>
                    <a:pt x="0" y="327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217"/>
            <p:cNvSpPr>
              <a:spLocks/>
            </p:cNvSpPr>
            <p:nvPr/>
          </p:nvSpPr>
          <p:spPr bwMode="auto">
            <a:xfrm>
              <a:off x="2726" y="3035"/>
              <a:ext cx="445" cy="774"/>
            </a:xfrm>
            <a:custGeom>
              <a:avLst/>
              <a:gdLst>
                <a:gd name="T0" fmla="*/ 188 w 188"/>
                <a:gd name="T1" fmla="*/ 327 h 327"/>
                <a:gd name="T2" fmla="*/ 123 w 188"/>
                <a:gd name="T3" fmla="*/ 327 h 327"/>
                <a:gd name="T4" fmla="*/ 0 w 188"/>
                <a:gd name="T5" fmla="*/ 240 h 327"/>
                <a:gd name="T6" fmla="*/ 58 w 188"/>
                <a:gd name="T7" fmla="*/ 131 h 327"/>
                <a:gd name="T8" fmla="*/ 188 w 188"/>
                <a:gd name="T9" fmla="*/ 0 h 327"/>
                <a:gd name="T10" fmla="*/ 188 w 188"/>
                <a:gd name="T11" fmla="*/ 327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8" h="327">
                  <a:moveTo>
                    <a:pt x="188" y="327"/>
                  </a:moveTo>
                  <a:cubicBezTo>
                    <a:pt x="123" y="327"/>
                    <a:pt x="123" y="327"/>
                    <a:pt x="123" y="327"/>
                  </a:cubicBezTo>
                  <a:cubicBezTo>
                    <a:pt x="66" y="327"/>
                    <a:pt x="17" y="291"/>
                    <a:pt x="0" y="240"/>
                  </a:cubicBezTo>
                  <a:cubicBezTo>
                    <a:pt x="36" y="215"/>
                    <a:pt x="58" y="175"/>
                    <a:pt x="58" y="131"/>
                  </a:cubicBezTo>
                  <a:cubicBezTo>
                    <a:pt x="58" y="59"/>
                    <a:pt x="116" y="0"/>
                    <a:pt x="188" y="0"/>
                  </a:cubicBezTo>
                  <a:cubicBezTo>
                    <a:pt x="188" y="327"/>
                    <a:pt x="188" y="327"/>
                    <a:pt x="188" y="327"/>
                  </a:cubicBezTo>
                  <a:close/>
                </a:path>
              </a:pathLst>
            </a:cu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18"/>
            <p:cNvSpPr>
              <a:spLocks/>
            </p:cNvSpPr>
            <p:nvPr/>
          </p:nvSpPr>
          <p:spPr bwMode="auto">
            <a:xfrm>
              <a:off x="2866" y="3035"/>
              <a:ext cx="305" cy="568"/>
            </a:xfrm>
            <a:custGeom>
              <a:avLst/>
              <a:gdLst>
                <a:gd name="T0" fmla="*/ 0 w 129"/>
                <a:gd name="T1" fmla="*/ 111 h 240"/>
                <a:gd name="T2" fmla="*/ 129 w 129"/>
                <a:gd name="T3" fmla="*/ 0 h 240"/>
                <a:gd name="T4" fmla="*/ 129 w 129"/>
                <a:gd name="T5" fmla="*/ 240 h 240"/>
                <a:gd name="T6" fmla="*/ 0 w 129"/>
                <a:gd name="T7" fmla="*/ 111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240">
                  <a:moveTo>
                    <a:pt x="0" y="111"/>
                  </a:moveTo>
                  <a:cubicBezTo>
                    <a:pt x="10" y="48"/>
                    <a:pt x="64" y="0"/>
                    <a:pt x="129" y="0"/>
                  </a:cubicBezTo>
                  <a:cubicBezTo>
                    <a:pt x="129" y="240"/>
                    <a:pt x="129" y="240"/>
                    <a:pt x="129" y="240"/>
                  </a:cubicBezTo>
                  <a:cubicBezTo>
                    <a:pt x="0" y="111"/>
                    <a:pt x="0" y="111"/>
                    <a:pt x="0" y="111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19"/>
            <p:cNvSpPr>
              <a:spLocks/>
            </p:cNvSpPr>
            <p:nvPr/>
          </p:nvSpPr>
          <p:spPr bwMode="auto">
            <a:xfrm>
              <a:off x="2759" y="3704"/>
              <a:ext cx="826" cy="450"/>
            </a:xfrm>
            <a:custGeom>
              <a:avLst/>
              <a:gdLst>
                <a:gd name="T0" fmla="*/ 349 w 349"/>
                <a:gd name="T1" fmla="*/ 190 h 190"/>
                <a:gd name="T2" fmla="*/ 0 w 349"/>
                <a:gd name="T3" fmla="*/ 190 h 190"/>
                <a:gd name="T4" fmla="*/ 0 w 349"/>
                <a:gd name="T5" fmla="*/ 142 h 190"/>
                <a:gd name="T6" fmla="*/ 22 w 349"/>
                <a:gd name="T7" fmla="*/ 109 h 190"/>
                <a:gd name="T8" fmla="*/ 120 w 349"/>
                <a:gd name="T9" fmla="*/ 60 h 190"/>
                <a:gd name="T10" fmla="*/ 120 w 349"/>
                <a:gd name="T11" fmla="*/ 0 h 190"/>
                <a:gd name="T12" fmla="*/ 229 w 349"/>
                <a:gd name="T13" fmla="*/ 0 h 190"/>
                <a:gd name="T14" fmla="*/ 229 w 349"/>
                <a:gd name="T15" fmla="*/ 60 h 190"/>
                <a:gd name="T16" fmla="*/ 327 w 349"/>
                <a:gd name="T17" fmla="*/ 109 h 190"/>
                <a:gd name="T18" fmla="*/ 349 w 349"/>
                <a:gd name="T19" fmla="*/ 142 h 190"/>
                <a:gd name="T20" fmla="*/ 349 w 349"/>
                <a:gd name="T21" fmla="*/ 1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9" h="190">
                  <a:moveTo>
                    <a:pt x="349" y="190"/>
                  </a:moveTo>
                  <a:cubicBezTo>
                    <a:pt x="0" y="190"/>
                    <a:pt x="0" y="190"/>
                    <a:pt x="0" y="19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20"/>
                    <a:pt x="11" y="115"/>
                    <a:pt x="22" y="109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9" y="60"/>
                    <a:pt x="229" y="60"/>
                    <a:pt x="229" y="60"/>
                  </a:cubicBezTo>
                  <a:cubicBezTo>
                    <a:pt x="327" y="109"/>
                    <a:pt x="327" y="109"/>
                    <a:pt x="327" y="109"/>
                  </a:cubicBezTo>
                  <a:cubicBezTo>
                    <a:pt x="338" y="115"/>
                    <a:pt x="349" y="120"/>
                    <a:pt x="349" y="142"/>
                  </a:cubicBezTo>
                  <a:cubicBezTo>
                    <a:pt x="349" y="190"/>
                    <a:pt x="349" y="190"/>
                    <a:pt x="349" y="190"/>
                  </a:cubicBezTo>
                  <a:close/>
                </a:path>
              </a:pathLst>
            </a:custGeom>
            <a:solidFill>
              <a:srgbClr val="BA64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0"/>
            <p:cNvSpPr>
              <a:spLocks/>
            </p:cNvSpPr>
            <p:nvPr/>
          </p:nvSpPr>
          <p:spPr bwMode="auto">
            <a:xfrm>
              <a:off x="3043" y="3704"/>
              <a:ext cx="516" cy="467"/>
            </a:xfrm>
            <a:custGeom>
              <a:avLst/>
              <a:gdLst>
                <a:gd name="T0" fmla="*/ 516 w 516"/>
                <a:gd name="T1" fmla="*/ 467 h 467"/>
                <a:gd name="T2" fmla="*/ 369 w 516"/>
                <a:gd name="T3" fmla="*/ 467 h 467"/>
                <a:gd name="T4" fmla="*/ 0 w 516"/>
                <a:gd name="T5" fmla="*/ 95 h 467"/>
                <a:gd name="T6" fmla="*/ 0 w 516"/>
                <a:gd name="T7" fmla="*/ 0 h 467"/>
                <a:gd name="T8" fmla="*/ 258 w 516"/>
                <a:gd name="T9" fmla="*/ 0 h 467"/>
                <a:gd name="T10" fmla="*/ 258 w 516"/>
                <a:gd name="T11" fmla="*/ 142 h 467"/>
                <a:gd name="T12" fmla="*/ 336 w 516"/>
                <a:gd name="T13" fmla="*/ 183 h 467"/>
                <a:gd name="T14" fmla="*/ 516 w 516"/>
                <a:gd name="T15" fmla="*/ 467 h 467"/>
                <a:gd name="T16" fmla="*/ 516 w 516"/>
                <a:gd name="T17" fmla="*/ 46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6" h="467">
                  <a:moveTo>
                    <a:pt x="516" y="467"/>
                  </a:moveTo>
                  <a:lnTo>
                    <a:pt x="369" y="467"/>
                  </a:lnTo>
                  <a:lnTo>
                    <a:pt x="0" y="95"/>
                  </a:lnTo>
                  <a:lnTo>
                    <a:pt x="0" y="0"/>
                  </a:lnTo>
                  <a:lnTo>
                    <a:pt x="258" y="0"/>
                  </a:lnTo>
                  <a:lnTo>
                    <a:pt x="258" y="142"/>
                  </a:lnTo>
                  <a:lnTo>
                    <a:pt x="336" y="183"/>
                  </a:lnTo>
                  <a:lnTo>
                    <a:pt x="516" y="467"/>
                  </a:lnTo>
                  <a:lnTo>
                    <a:pt x="516" y="467"/>
                  </a:lnTo>
                  <a:close/>
                </a:path>
              </a:pathLst>
            </a:custGeom>
            <a:solidFill>
              <a:srgbClr val="995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21"/>
            <p:cNvSpPr>
              <a:spLocks/>
            </p:cNvSpPr>
            <p:nvPr/>
          </p:nvSpPr>
          <p:spPr bwMode="auto">
            <a:xfrm>
              <a:off x="2759" y="3898"/>
              <a:ext cx="826" cy="273"/>
            </a:xfrm>
            <a:custGeom>
              <a:avLst/>
              <a:gdLst>
                <a:gd name="T0" fmla="*/ 349 w 349"/>
                <a:gd name="T1" fmla="*/ 108 h 115"/>
                <a:gd name="T2" fmla="*/ 338 w 349"/>
                <a:gd name="T3" fmla="*/ 115 h 115"/>
                <a:gd name="T4" fmla="*/ 11 w 349"/>
                <a:gd name="T5" fmla="*/ 115 h 115"/>
                <a:gd name="T6" fmla="*/ 0 w 349"/>
                <a:gd name="T7" fmla="*/ 108 h 115"/>
                <a:gd name="T8" fmla="*/ 76 w 349"/>
                <a:gd name="T9" fmla="*/ 0 h 115"/>
                <a:gd name="T10" fmla="*/ 76 w 349"/>
                <a:gd name="T11" fmla="*/ 6 h 115"/>
                <a:gd name="T12" fmla="*/ 116 w 349"/>
                <a:gd name="T13" fmla="*/ 49 h 115"/>
                <a:gd name="T14" fmla="*/ 233 w 349"/>
                <a:gd name="T15" fmla="*/ 49 h 115"/>
                <a:gd name="T16" fmla="*/ 273 w 349"/>
                <a:gd name="T17" fmla="*/ 6 h 115"/>
                <a:gd name="T18" fmla="*/ 349 w 349"/>
                <a:gd name="T19" fmla="*/ 10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9" h="115">
                  <a:moveTo>
                    <a:pt x="349" y="108"/>
                  </a:moveTo>
                  <a:cubicBezTo>
                    <a:pt x="345" y="110"/>
                    <a:pt x="341" y="113"/>
                    <a:pt x="338" y="115"/>
                  </a:cubicBezTo>
                  <a:cubicBezTo>
                    <a:pt x="11" y="115"/>
                    <a:pt x="11" y="115"/>
                    <a:pt x="11" y="115"/>
                  </a:cubicBezTo>
                  <a:cubicBezTo>
                    <a:pt x="7" y="113"/>
                    <a:pt x="4" y="110"/>
                    <a:pt x="0" y="10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6" y="30"/>
                    <a:pt x="94" y="49"/>
                    <a:pt x="116" y="49"/>
                  </a:cubicBezTo>
                  <a:cubicBezTo>
                    <a:pt x="233" y="49"/>
                    <a:pt x="233" y="49"/>
                    <a:pt x="233" y="49"/>
                  </a:cubicBezTo>
                  <a:cubicBezTo>
                    <a:pt x="255" y="49"/>
                    <a:pt x="273" y="30"/>
                    <a:pt x="273" y="6"/>
                  </a:cubicBezTo>
                  <a:cubicBezTo>
                    <a:pt x="349" y="108"/>
                    <a:pt x="349" y="108"/>
                    <a:pt x="349" y="1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22"/>
            <p:cNvSpPr>
              <a:spLocks/>
            </p:cNvSpPr>
            <p:nvPr/>
          </p:nvSpPr>
          <p:spPr bwMode="auto">
            <a:xfrm>
              <a:off x="3258" y="3913"/>
              <a:ext cx="154" cy="258"/>
            </a:xfrm>
            <a:custGeom>
              <a:avLst/>
              <a:gdLst>
                <a:gd name="T0" fmla="*/ 65 w 65"/>
                <a:gd name="T1" fmla="*/ 109 h 109"/>
                <a:gd name="T2" fmla="*/ 0 w 65"/>
                <a:gd name="T3" fmla="*/ 43 h 109"/>
                <a:gd name="T4" fmla="*/ 22 w 65"/>
                <a:gd name="T5" fmla="*/ 43 h 109"/>
                <a:gd name="T6" fmla="*/ 62 w 65"/>
                <a:gd name="T7" fmla="*/ 0 h 109"/>
                <a:gd name="T8" fmla="*/ 65 w 65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09">
                  <a:moveTo>
                    <a:pt x="65" y="109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44" y="43"/>
                    <a:pt x="62" y="24"/>
                    <a:pt x="62" y="0"/>
                  </a:cubicBezTo>
                  <a:cubicBezTo>
                    <a:pt x="65" y="109"/>
                    <a:pt x="65" y="109"/>
                    <a:pt x="65" y="109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23"/>
            <p:cNvSpPr>
              <a:spLocks noChangeArrowheads="1"/>
            </p:cNvSpPr>
            <p:nvPr/>
          </p:nvSpPr>
          <p:spPr bwMode="auto">
            <a:xfrm>
              <a:off x="3379" y="3397"/>
              <a:ext cx="102" cy="101"/>
            </a:xfrm>
            <a:prstGeom prst="ellipse">
              <a:avLst/>
            </a:prstGeom>
            <a:solidFill>
              <a:srgbClr val="BA64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224"/>
            <p:cNvSpPr>
              <a:spLocks noChangeArrowheads="1"/>
            </p:cNvSpPr>
            <p:nvPr/>
          </p:nvSpPr>
          <p:spPr bwMode="auto">
            <a:xfrm>
              <a:off x="3405" y="3423"/>
              <a:ext cx="50" cy="49"/>
            </a:xfrm>
            <a:prstGeom prst="ellipse">
              <a:avLst/>
            </a:prstGeom>
            <a:solidFill>
              <a:srgbClr val="995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Oval 225"/>
            <p:cNvSpPr>
              <a:spLocks noChangeArrowheads="1"/>
            </p:cNvSpPr>
            <p:nvPr/>
          </p:nvSpPr>
          <p:spPr bwMode="auto">
            <a:xfrm>
              <a:off x="2863" y="3397"/>
              <a:ext cx="102" cy="101"/>
            </a:xfrm>
            <a:prstGeom prst="ellipse">
              <a:avLst/>
            </a:prstGeom>
            <a:solidFill>
              <a:srgbClr val="E47A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Oval 226"/>
            <p:cNvSpPr>
              <a:spLocks noChangeArrowheads="1"/>
            </p:cNvSpPr>
            <p:nvPr/>
          </p:nvSpPr>
          <p:spPr bwMode="auto">
            <a:xfrm>
              <a:off x="2887" y="3423"/>
              <a:ext cx="52" cy="49"/>
            </a:xfrm>
            <a:prstGeom prst="ellipse">
              <a:avLst/>
            </a:prstGeom>
            <a:solidFill>
              <a:srgbClr val="BA64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27"/>
            <p:cNvSpPr>
              <a:spLocks/>
            </p:cNvSpPr>
            <p:nvPr/>
          </p:nvSpPr>
          <p:spPr bwMode="auto">
            <a:xfrm>
              <a:off x="2913" y="3257"/>
              <a:ext cx="516" cy="578"/>
            </a:xfrm>
            <a:custGeom>
              <a:avLst/>
              <a:gdLst>
                <a:gd name="T0" fmla="*/ 218 w 218"/>
                <a:gd name="T1" fmla="*/ 59 h 244"/>
                <a:gd name="T2" fmla="*/ 218 w 218"/>
                <a:gd name="T3" fmla="*/ 135 h 244"/>
                <a:gd name="T4" fmla="*/ 109 w 218"/>
                <a:gd name="T5" fmla="*/ 244 h 244"/>
                <a:gd name="T6" fmla="*/ 0 w 218"/>
                <a:gd name="T7" fmla="*/ 135 h 244"/>
                <a:gd name="T8" fmla="*/ 0 w 218"/>
                <a:gd name="T9" fmla="*/ 59 h 244"/>
                <a:gd name="T10" fmla="*/ 109 w 218"/>
                <a:gd name="T11" fmla="*/ 0 h 244"/>
                <a:gd name="T12" fmla="*/ 218 w 218"/>
                <a:gd name="T13" fmla="*/ 59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" h="244">
                  <a:moveTo>
                    <a:pt x="218" y="59"/>
                  </a:moveTo>
                  <a:cubicBezTo>
                    <a:pt x="218" y="135"/>
                    <a:pt x="218" y="135"/>
                    <a:pt x="218" y="135"/>
                  </a:cubicBezTo>
                  <a:cubicBezTo>
                    <a:pt x="218" y="195"/>
                    <a:pt x="169" y="244"/>
                    <a:pt x="109" y="244"/>
                  </a:cubicBezTo>
                  <a:cubicBezTo>
                    <a:pt x="49" y="244"/>
                    <a:pt x="0" y="195"/>
                    <a:pt x="0" y="135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6" y="59"/>
                    <a:pt x="86" y="35"/>
                    <a:pt x="109" y="0"/>
                  </a:cubicBezTo>
                  <a:cubicBezTo>
                    <a:pt x="133" y="35"/>
                    <a:pt x="173" y="59"/>
                    <a:pt x="218" y="59"/>
                  </a:cubicBezTo>
                  <a:close/>
                </a:path>
              </a:pathLst>
            </a:custGeom>
            <a:solidFill>
              <a:srgbClr val="E47A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28"/>
            <p:cNvSpPr>
              <a:spLocks/>
            </p:cNvSpPr>
            <p:nvPr/>
          </p:nvSpPr>
          <p:spPr bwMode="auto">
            <a:xfrm>
              <a:off x="2963" y="3257"/>
              <a:ext cx="466" cy="514"/>
            </a:xfrm>
            <a:custGeom>
              <a:avLst/>
              <a:gdLst>
                <a:gd name="T0" fmla="*/ 197 w 197"/>
                <a:gd name="T1" fmla="*/ 59 h 217"/>
                <a:gd name="T2" fmla="*/ 197 w 197"/>
                <a:gd name="T3" fmla="*/ 135 h 217"/>
                <a:gd name="T4" fmla="*/ 160 w 197"/>
                <a:gd name="T5" fmla="*/ 217 h 217"/>
                <a:gd name="T6" fmla="*/ 0 w 197"/>
                <a:gd name="T7" fmla="*/ 57 h 217"/>
                <a:gd name="T8" fmla="*/ 88 w 197"/>
                <a:gd name="T9" fmla="*/ 0 h 217"/>
                <a:gd name="T10" fmla="*/ 197 w 197"/>
                <a:gd name="T11" fmla="*/ 5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7" h="217">
                  <a:moveTo>
                    <a:pt x="197" y="59"/>
                  </a:moveTo>
                  <a:cubicBezTo>
                    <a:pt x="197" y="135"/>
                    <a:pt x="197" y="135"/>
                    <a:pt x="197" y="135"/>
                  </a:cubicBezTo>
                  <a:cubicBezTo>
                    <a:pt x="197" y="168"/>
                    <a:pt x="183" y="197"/>
                    <a:pt x="160" y="21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37" y="51"/>
                    <a:pt x="69" y="30"/>
                    <a:pt x="88" y="0"/>
                  </a:cubicBezTo>
                  <a:cubicBezTo>
                    <a:pt x="112" y="35"/>
                    <a:pt x="152" y="59"/>
                    <a:pt x="197" y="59"/>
                  </a:cubicBezTo>
                  <a:close/>
                </a:path>
              </a:pathLst>
            </a:custGeom>
            <a:solidFill>
              <a:srgbClr val="BA64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Oval 229"/>
            <p:cNvSpPr>
              <a:spLocks noChangeArrowheads="1"/>
            </p:cNvSpPr>
            <p:nvPr/>
          </p:nvSpPr>
          <p:spPr bwMode="auto">
            <a:xfrm>
              <a:off x="2991" y="3397"/>
              <a:ext cx="104" cy="10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Oval 230"/>
            <p:cNvSpPr>
              <a:spLocks noChangeArrowheads="1"/>
            </p:cNvSpPr>
            <p:nvPr/>
          </p:nvSpPr>
          <p:spPr bwMode="auto">
            <a:xfrm>
              <a:off x="3249" y="3397"/>
              <a:ext cx="104" cy="10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Oval 231"/>
            <p:cNvSpPr>
              <a:spLocks noChangeArrowheads="1"/>
            </p:cNvSpPr>
            <p:nvPr/>
          </p:nvSpPr>
          <p:spPr bwMode="auto">
            <a:xfrm>
              <a:off x="3017" y="3423"/>
              <a:ext cx="52" cy="49"/>
            </a:xfrm>
            <a:prstGeom prst="ellipse">
              <a:avLst/>
            </a:prstGeom>
            <a:solidFill>
              <a:srgbClr val="3678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Oval 232"/>
            <p:cNvSpPr>
              <a:spLocks noChangeArrowheads="1"/>
            </p:cNvSpPr>
            <p:nvPr/>
          </p:nvSpPr>
          <p:spPr bwMode="auto">
            <a:xfrm>
              <a:off x="3275" y="3423"/>
              <a:ext cx="52" cy="49"/>
            </a:xfrm>
            <a:prstGeom prst="ellipse">
              <a:avLst/>
            </a:prstGeom>
            <a:solidFill>
              <a:srgbClr val="3678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Oval 233"/>
            <p:cNvSpPr>
              <a:spLocks noChangeArrowheads="1"/>
            </p:cNvSpPr>
            <p:nvPr/>
          </p:nvSpPr>
          <p:spPr bwMode="auto">
            <a:xfrm>
              <a:off x="3005" y="3435"/>
              <a:ext cx="24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Oval 234"/>
            <p:cNvSpPr>
              <a:spLocks noChangeArrowheads="1"/>
            </p:cNvSpPr>
            <p:nvPr/>
          </p:nvSpPr>
          <p:spPr bwMode="auto">
            <a:xfrm>
              <a:off x="3263" y="3435"/>
              <a:ext cx="24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235"/>
            <p:cNvSpPr>
              <a:spLocks/>
            </p:cNvSpPr>
            <p:nvPr/>
          </p:nvSpPr>
          <p:spPr bwMode="auto">
            <a:xfrm>
              <a:off x="2863" y="3035"/>
              <a:ext cx="592" cy="310"/>
            </a:xfrm>
            <a:custGeom>
              <a:avLst/>
              <a:gdLst>
                <a:gd name="T0" fmla="*/ 54 w 250"/>
                <a:gd name="T1" fmla="*/ 0 h 131"/>
                <a:gd name="T2" fmla="*/ 196 w 250"/>
                <a:gd name="T3" fmla="*/ 0 h 131"/>
                <a:gd name="T4" fmla="*/ 239 w 250"/>
                <a:gd name="T5" fmla="*/ 44 h 131"/>
                <a:gd name="T6" fmla="*/ 250 w 250"/>
                <a:gd name="T7" fmla="*/ 109 h 131"/>
                <a:gd name="T8" fmla="*/ 130 w 250"/>
                <a:gd name="T9" fmla="*/ 131 h 131"/>
                <a:gd name="T10" fmla="*/ 0 w 250"/>
                <a:gd name="T11" fmla="*/ 109 h 131"/>
                <a:gd name="T12" fmla="*/ 10 w 250"/>
                <a:gd name="T13" fmla="*/ 44 h 131"/>
                <a:gd name="T14" fmla="*/ 54 w 250"/>
                <a:gd name="T15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0" h="131">
                  <a:moveTo>
                    <a:pt x="54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220" y="0"/>
                    <a:pt x="235" y="20"/>
                    <a:pt x="239" y="44"/>
                  </a:cubicBezTo>
                  <a:cubicBezTo>
                    <a:pt x="250" y="109"/>
                    <a:pt x="250" y="109"/>
                    <a:pt x="250" y="109"/>
                  </a:cubicBezTo>
                  <a:cubicBezTo>
                    <a:pt x="130" y="131"/>
                    <a:pt x="130" y="131"/>
                    <a:pt x="130" y="131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4" y="20"/>
                    <a:pt x="30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236"/>
            <p:cNvSpPr>
              <a:spLocks/>
            </p:cNvSpPr>
            <p:nvPr/>
          </p:nvSpPr>
          <p:spPr bwMode="auto">
            <a:xfrm>
              <a:off x="3171" y="3035"/>
              <a:ext cx="310" cy="310"/>
            </a:xfrm>
            <a:custGeom>
              <a:avLst/>
              <a:gdLst>
                <a:gd name="T0" fmla="*/ 0 w 131"/>
                <a:gd name="T1" fmla="*/ 0 h 131"/>
                <a:gd name="T2" fmla="*/ 77 w 131"/>
                <a:gd name="T3" fmla="*/ 0 h 131"/>
                <a:gd name="T4" fmla="*/ 120 w 131"/>
                <a:gd name="T5" fmla="*/ 44 h 131"/>
                <a:gd name="T6" fmla="*/ 131 w 131"/>
                <a:gd name="T7" fmla="*/ 109 h 131"/>
                <a:gd name="T8" fmla="*/ 0 w 131"/>
                <a:gd name="T9" fmla="*/ 131 h 131"/>
                <a:gd name="T10" fmla="*/ 0 w 131"/>
                <a:gd name="T11" fmla="*/ 131 h 131"/>
                <a:gd name="T12" fmla="*/ 0 w 131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" h="131">
                  <a:moveTo>
                    <a:pt x="0" y="0"/>
                  </a:moveTo>
                  <a:cubicBezTo>
                    <a:pt x="77" y="0"/>
                    <a:pt x="77" y="0"/>
                    <a:pt x="77" y="0"/>
                  </a:cubicBezTo>
                  <a:cubicBezTo>
                    <a:pt x="101" y="0"/>
                    <a:pt x="116" y="20"/>
                    <a:pt x="120" y="44"/>
                  </a:cubicBezTo>
                  <a:cubicBezTo>
                    <a:pt x="131" y="109"/>
                    <a:pt x="131" y="109"/>
                    <a:pt x="131" y="109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237"/>
            <p:cNvSpPr>
              <a:spLocks/>
            </p:cNvSpPr>
            <p:nvPr/>
          </p:nvSpPr>
          <p:spPr bwMode="auto">
            <a:xfrm>
              <a:off x="2759" y="3293"/>
              <a:ext cx="826" cy="52"/>
            </a:xfrm>
            <a:custGeom>
              <a:avLst/>
              <a:gdLst>
                <a:gd name="T0" fmla="*/ 11 w 349"/>
                <a:gd name="T1" fmla="*/ 22 h 22"/>
                <a:gd name="T2" fmla="*/ 338 w 349"/>
                <a:gd name="T3" fmla="*/ 22 h 22"/>
                <a:gd name="T4" fmla="*/ 349 w 349"/>
                <a:gd name="T5" fmla="*/ 11 h 22"/>
                <a:gd name="T6" fmla="*/ 338 w 349"/>
                <a:gd name="T7" fmla="*/ 0 h 22"/>
                <a:gd name="T8" fmla="*/ 11 w 349"/>
                <a:gd name="T9" fmla="*/ 0 h 22"/>
                <a:gd name="T10" fmla="*/ 0 w 349"/>
                <a:gd name="T11" fmla="*/ 11 h 22"/>
                <a:gd name="T12" fmla="*/ 11 w 34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9" h="22">
                  <a:moveTo>
                    <a:pt x="11" y="22"/>
                  </a:moveTo>
                  <a:cubicBezTo>
                    <a:pt x="338" y="22"/>
                    <a:pt x="338" y="22"/>
                    <a:pt x="338" y="22"/>
                  </a:cubicBezTo>
                  <a:cubicBezTo>
                    <a:pt x="344" y="22"/>
                    <a:pt x="349" y="17"/>
                    <a:pt x="349" y="11"/>
                  </a:cubicBezTo>
                  <a:cubicBezTo>
                    <a:pt x="349" y="5"/>
                    <a:pt x="344" y="0"/>
                    <a:pt x="338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238"/>
            <p:cNvSpPr>
              <a:spLocks/>
            </p:cNvSpPr>
            <p:nvPr/>
          </p:nvSpPr>
          <p:spPr bwMode="auto">
            <a:xfrm>
              <a:off x="2863" y="3241"/>
              <a:ext cx="566" cy="52"/>
            </a:xfrm>
            <a:custGeom>
              <a:avLst/>
              <a:gdLst>
                <a:gd name="T0" fmla="*/ 0 w 566"/>
                <a:gd name="T1" fmla="*/ 52 h 52"/>
                <a:gd name="T2" fmla="*/ 566 w 566"/>
                <a:gd name="T3" fmla="*/ 52 h 52"/>
                <a:gd name="T4" fmla="*/ 558 w 566"/>
                <a:gd name="T5" fmla="*/ 0 h 52"/>
                <a:gd name="T6" fmla="*/ 7 w 566"/>
                <a:gd name="T7" fmla="*/ 0 h 52"/>
                <a:gd name="T8" fmla="*/ 0 w 566"/>
                <a:gd name="T9" fmla="*/ 52 h 52"/>
                <a:gd name="T10" fmla="*/ 0 w 566"/>
                <a:gd name="T1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6" h="52">
                  <a:moveTo>
                    <a:pt x="0" y="52"/>
                  </a:moveTo>
                  <a:lnTo>
                    <a:pt x="566" y="52"/>
                  </a:lnTo>
                  <a:lnTo>
                    <a:pt x="558" y="0"/>
                  </a:lnTo>
                  <a:lnTo>
                    <a:pt x="7" y="0"/>
                  </a:ln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239"/>
            <p:cNvSpPr>
              <a:spLocks/>
            </p:cNvSpPr>
            <p:nvPr/>
          </p:nvSpPr>
          <p:spPr bwMode="auto">
            <a:xfrm>
              <a:off x="3171" y="3241"/>
              <a:ext cx="310" cy="52"/>
            </a:xfrm>
            <a:custGeom>
              <a:avLst/>
              <a:gdLst>
                <a:gd name="T0" fmla="*/ 0 w 310"/>
                <a:gd name="T1" fmla="*/ 52 h 52"/>
                <a:gd name="T2" fmla="*/ 310 w 310"/>
                <a:gd name="T3" fmla="*/ 52 h 52"/>
                <a:gd name="T4" fmla="*/ 302 w 310"/>
                <a:gd name="T5" fmla="*/ 0 h 52"/>
                <a:gd name="T6" fmla="*/ 0 w 310"/>
                <a:gd name="T7" fmla="*/ 0 h 52"/>
                <a:gd name="T8" fmla="*/ 0 w 310"/>
                <a:gd name="T9" fmla="*/ 52 h 52"/>
                <a:gd name="T10" fmla="*/ 0 w 310"/>
                <a:gd name="T1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0" h="52">
                  <a:moveTo>
                    <a:pt x="0" y="52"/>
                  </a:moveTo>
                  <a:lnTo>
                    <a:pt x="310" y="52"/>
                  </a:lnTo>
                  <a:lnTo>
                    <a:pt x="302" y="0"/>
                  </a:lnTo>
                  <a:lnTo>
                    <a:pt x="0" y="0"/>
                  </a:ln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BA9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240"/>
            <p:cNvSpPr>
              <a:spLocks/>
            </p:cNvSpPr>
            <p:nvPr/>
          </p:nvSpPr>
          <p:spPr bwMode="auto">
            <a:xfrm>
              <a:off x="3055" y="3626"/>
              <a:ext cx="234" cy="67"/>
            </a:xfrm>
            <a:custGeom>
              <a:avLst/>
              <a:gdLst>
                <a:gd name="T0" fmla="*/ 89 w 99"/>
                <a:gd name="T1" fmla="*/ 2 h 28"/>
                <a:gd name="T2" fmla="*/ 97 w 99"/>
                <a:gd name="T3" fmla="*/ 2 h 28"/>
                <a:gd name="T4" fmla="*/ 97 w 99"/>
                <a:gd name="T5" fmla="*/ 10 h 28"/>
                <a:gd name="T6" fmla="*/ 49 w 99"/>
                <a:gd name="T7" fmla="*/ 28 h 28"/>
                <a:gd name="T8" fmla="*/ 2 w 99"/>
                <a:gd name="T9" fmla="*/ 10 h 28"/>
                <a:gd name="T10" fmla="*/ 2 w 99"/>
                <a:gd name="T11" fmla="*/ 2 h 28"/>
                <a:gd name="T12" fmla="*/ 9 w 99"/>
                <a:gd name="T13" fmla="*/ 2 h 28"/>
                <a:gd name="T14" fmla="*/ 49 w 99"/>
                <a:gd name="T15" fmla="*/ 17 h 28"/>
                <a:gd name="T16" fmla="*/ 89 w 99"/>
                <a:gd name="T17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" h="28">
                  <a:moveTo>
                    <a:pt x="89" y="2"/>
                  </a:moveTo>
                  <a:cubicBezTo>
                    <a:pt x="92" y="0"/>
                    <a:pt x="95" y="0"/>
                    <a:pt x="97" y="2"/>
                  </a:cubicBezTo>
                  <a:cubicBezTo>
                    <a:pt x="99" y="5"/>
                    <a:pt x="99" y="8"/>
                    <a:pt x="97" y="10"/>
                  </a:cubicBezTo>
                  <a:cubicBezTo>
                    <a:pt x="84" y="22"/>
                    <a:pt x="67" y="28"/>
                    <a:pt x="49" y="28"/>
                  </a:cubicBezTo>
                  <a:cubicBezTo>
                    <a:pt x="32" y="28"/>
                    <a:pt x="15" y="22"/>
                    <a:pt x="2" y="10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4" y="0"/>
                    <a:pt x="7" y="0"/>
                    <a:pt x="9" y="2"/>
                  </a:cubicBezTo>
                  <a:cubicBezTo>
                    <a:pt x="20" y="12"/>
                    <a:pt x="35" y="17"/>
                    <a:pt x="49" y="17"/>
                  </a:cubicBezTo>
                  <a:cubicBezTo>
                    <a:pt x="64" y="17"/>
                    <a:pt x="78" y="12"/>
                    <a:pt x="89" y="2"/>
                  </a:cubicBezTo>
                  <a:close/>
                </a:path>
              </a:pathLst>
            </a:custGeom>
            <a:solidFill>
              <a:srgbClr val="DE3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241"/>
            <p:cNvSpPr>
              <a:spLocks/>
            </p:cNvSpPr>
            <p:nvPr/>
          </p:nvSpPr>
          <p:spPr bwMode="auto">
            <a:xfrm>
              <a:off x="2759" y="3875"/>
              <a:ext cx="227" cy="296"/>
            </a:xfrm>
            <a:custGeom>
              <a:avLst/>
              <a:gdLst>
                <a:gd name="T0" fmla="*/ 0 w 96"/>
                <a:gd name="T1" fmla="*/ 125 h 125"/>
                <a:gd name="T2" fmla="*/ 0 w 96"/>
                <a:gd name="T3" fmla="*/ 70 h 125"/>
                <a:gd name="T4" fmla="*/ 22 w 96"/>
                <a:gd name="T5" fmla="*/ 37 h 125"/>
                <a:gd name="T6" fmla="*/ 96 w 96"/>
                <a:gd name="T7" fmla="*/ 0 h 125"/>
                <a:gd name="T8" fmla="*/ 87 w 96"/>
                <a:gd name="T9" fmla="*/ 27 h 125"/>
                <a:gd name="T10" fmla="*/ 87 w 96"/>
                <a:gd name="T11" fmla="*/ 125 h 125"/>
                <a:gd name="T12" fmla="*/ 0 w 96"/>
                <a:gd name="T13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5">
                  <a:moveTo>
                    <a:pt x="0" y="125"/>
                  </a:moveTo>
                  <a:cubicBezTo>
                    <a:pt x="0" y="70"/>
                    <a:pt x="0" y="70"/>
                    <a:pt x="0" y="70"/>
                  </a:cubicBezTo>
                  <a:cubicBezTo>
                    <a:pt x="0" y="48"/>
                    <a:pt x="11" y="43"/>
                    <a:pt x="22" y="37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0" y="8"/>
                    <a:pt x="87" y="17"/>
                    <a:pt x="87" y="27"/>
                  </a:cubicBezTo>
                  <a:cubicBezTo>
                    <a:pt x="87" y="125"/>
                    <a:pt x="87" y="125"/>
                    <a:pt x="87" y="125"/>
                  </a:cubicBezTo>
                  <a:cubicBezTo>
                    <a:pt x="0" y="125"/>
                    <a:pt x="0" y="125"/>
                    <a:pt x="0" y="125"/>
                  </a:cubicBezTo>
                  <a:close/>
                </a:path>
              </a:pathLst>
            </a:cu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242"/>
            <p:cNvSpPr>
              <a:spLocks/>
            </p:cNvSpPr>
            <p:nvPr/>
          </p:nvSpPr>
          <p:spPr bwMode="auto">
            <a:xfrm>
              <a:off x="3379" y="4135"/>
              <a:ext cx="206" cy="36"/>
            </a:xfrm>
            <a:custGeom>
              <a:avLst/>
              <a:gdLst>
                <a:gd name="T0" fmla="*/ 87 w 87"/>
                <a:gd name="T1" fmla="*/ 8 h 15"/>
                <a:gd name="T2" fmla="*/ 76 w 87"/>
                <a:gd name="T3" fmla="*/ 15 h 15"/>
                <a:gd name="T4" fmla="*/ 0 w 87"/>
                <a:gd name="T5" fmla="*/ 15 h 15"/>
                <a:gd name="T6" fmla="*/ 0 w 87"/>
                <a:gd name="T7" fmla="*/ 0 h 15"/>
                <a:gd name="T8" fmla="*/ 87 w 87"/>
                <a:gd name="T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5">
                  <a:moveTo>
                    <a:pt x="87" y="8"/>
                  </a:moveTo>
                  <a:cubicBezTo>
                    <a:pt x="83" y="10"/>
                    <a:pt x="79" y="13"/>
                    <a:pt x="76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7" y="8"/>
                    <a:pt x="87" y="8"/>
                    <a:pt x="87" y="8"/>
                  </a:cubicBezTo>
                  <a:close/>
                </a:path>
              </a:pathLst>
            </a:cu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243"/>
            <p:cNvSpPr>
              <a:spLocks/>
            </p:cNvSpPr>
            <p:nvPr/>
          </p:nvSpPr>
          <p:spPr bwMode="auto">
            <a:xfrm>
              <a:off x="3358" y="3875"/>
              <a:ext cx="227" cy="296"/>
            </a:xfrm>
            <a:custGeom>
              <a:avLst/>
              <a:gdLst>
                <a:gd name="T0" fmla="*/ 96 w 96"/>
                <a:gd name="T1" fmla="*/ 125 h 125"/>
                <a:gd name="T2" fmla="*/ 23 w 96"/>
                <a:gd name="T3" fmla="*/ 125 h 125"/>
                <a:gd name="T4" fmla="*/ 9 w 96"/>
                <a:gd name="T5" fmla="*/ 110 h 125"/>
                <a:gd name="T6" fmla="*/ 9 w 96"/>
                <a:gd name="T7" fmla="*/ 27 h 125"/>
                <a:gd name="T8" fmla="*/ 0 w 96"/>
                <a:gd name="T9" fmla="*/ 0 h 125"/>
                <a:gd name="T10" fmla="*/ 74 w 96"/>
                <a:gd name="T11" fmla="*/ 37 h 125"/>
                <a:gd name="T12" fmla="*/ 96 w 96"/>
                <a:gd name="T13" fmla="*/ 70 h 125"/>
                <a:gd name="T14" fmla="*/ 96 w 96"/>
                <a:gd name="T1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6" h="125">
                  <a:moveTo>
                    <a:pt x="96" y="125"/>
                  </a:moveTo>
                  <a:cubicBezTo>
                    <a:pt x="23" y="125"/>
                    <a:pt x="23" y="125"/>
                    <a:pt x="23" y="125"/>
                  </a:cubicBezTo>
                  <a:cubicBezTo>
                    <a:pt x="9" y="110"/>
                    <a:pt x="9" y="110"/>
                    <a:pt x="9" y="110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17"/>
                    <a:pt x="5" y="8"/>
                    <a:pt x="0" y="0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85" y="43"/>
                    <a:pt x="96" y="48"/>
                    <a:pt x="96" y="70"/>
                  </a:cubicBezTo>
                  <a:cubicBezTo>
                    <a:pt x="96" y="125"/>
                    <a:pt x="96" y="125"/>
                    <a:pt x="96" y="125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244"/>
            <p:cNvSpPr>
              <a:spLocks/>
            </p:cNvSpPr>
            <p:nvPr/>
          </p:nvSpPr>
          <p:spPr bwMode="auto">
            <a:xfrm>
              <a:off x="3029" y="3835"/>
              <a:ext cx="196" cy="153"/>
            </a:xfrm>
            <a:custGeom>
              <a:avLst/>
              <a:gdLst>
                <a:gd name="T0" fmla="*/ 82 w 83"/>
                <a:gd name="T1" fmla="*/ 61 h 65"/>
                <a:gd name="T2" fmla="*/ 60 w 83"/>
                <a:gd name="T3" fmla="*/ 65 h 65"/>
                <a:gd name="T4" fmla="*/ 0 w 83"/>
                <a:gd name="T5" fmla="*/ 5 h 65"/>
                <a:gd name="T6" fmla="*/ 6 w 83"/>
                <a:gd name="T7" fmla="*/ 0 h 65"/>
                <a:gd name="T8" fmla="*/ 11 w 83"/>
                <a:gd name="T9" fmla="*/ 5 h 65"/>
                <a:gd name="T10" fmla="*/ 60 w 83"/>
                <a:gd name="T11" fmla="*/ 54 h 65"/>
                <a:gd name="T12" fmla="*/ 73 w 83"/>
                <a:gd name="T13" fmla="*/ 53 h 65"/>
                <a:gd name="T14" fmla="*/ 83 w 83"/>
                <a:gd name="T15" fmla="*/ 54 h 65"/>
                <a:gd name="T16" fmla="*/ 82 w 83"/>
                <a:gd name="T17" fmla="*/ 6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65">
                  <a:moveTo>
                    <a:pt x="82" y="61"/>
                  </a:moveTo>
                  <a:cubicBezTo>
                    <a:pt x="75" y="64"/>
                    <a:pt x="68" y="65"/>
                    <a:pt x="60" y="65"/>
                  </a:cubicBezTo>
                  <a:cubicBezTo>
                    <a:pt x="27" y="65"/>
                    <a:pt x="0" y="39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1" y="2"/>
                    <a:pt x="11" y="5"/>
                  </a:cubicBezTo>
                  <a:cubicBezTo>
                    <a:pt x="11" y="33"/>
                    <a:pt x="33" y="54"/>
                    <a:pt x="60" y="54"/>
                  </a:cubicBezTo>
                  <a:cubicBezTo>
                    <a:pt x="65" y="54"/>
                    <a:pt x="69" y="54"/>
                    <a:pt x="73" y="53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2" y="61"/>
                    <a:pt x="82" y="61"/>
                    <a:pt x="82" y="61"/>
                  </a:cubicBez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245"/>
            <p:cNvSpPr>
              <a:spLocks/>
            </p:cNvSpPr>
            <p:nvPr/>
          </p:nvSpPr>
          <p:spPr bwMode="auto">
            <a:xfrm>
              <a:off x="3202" y="3835"/>
              <a:ext cx="111" cy="144"/>
            </a:xfrm>
            <a:custGeom>
              <a:avLst/>
              <a:gdLst>
                <a:gd name="T0" fmla="*/ 36 w 47"/>
                <a:gd name="T1" fmla="*/ 5 h 61"/>
                <a:gd name="T2" fmla="*/ 42 w 47"/>
                <a:gd name="T3" fmla="*/ 0 h 61"/>
                <a:gd name="T4" fmla="*/ 47 w 47"/>
                <a:gd name="T5" fmla="*/ 5 h 61"/>
                <a:gd name="T6" fmla="*/ 9 w 47"/>
                <a:gd name="T7" fmla="*/ 61 h 61"/>
                <a:gd name="T8" fmla="*/ 0 w 47"/>
                <a:gd name="T9" fmla="*/ 53 h 61"/>
                <a:gd name="T10" fmla="*/ 36 w 47"/>
                <a:gd name="T11" fmla="*/ 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61">
                  <a:moveTo>
                    <a:pt x="36" y="5"/>
                  </a:moveTo>
                  <a:cubicBezTo>
                    <a:pt x="36" y="2"/>
                    <a:pt x="39" y="0"/>
                    <a:pt x="42" y="0"/>
                  </a:cubicBezTo>
                  <a:cubicBezTo>
                    <a:pt x="45" y="0"/>
                    <a:pt x="47" y="2"/>
                    <a:pt x="47" y="5"/>
                  </a:cubicBezTo>
                  <a:cubicBezTo>
                    <a:pt x="47" y="31"/>
                    <a:pt x="31" y="53"/>
                    <a:pt x="9" y="61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1" y="47"/>
                    <a:pt x="36" y="28"/>
                    <a:pt x="36" y="5"/>
                  </a:cubicBezTo>
                  <a:close/>
                </a:path>
              </a:pathLst>
            </a:custGeom>
            <a:solidFill>
              <a:srgbClr val="BA9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246"/>
            <p:cNvSpPr>
              <a:spLocks/>
            </p:cNvSpPr>
            <p:nvPr/>
          </p:nvSpPr>
          <p:spPr bwMode="auto">
            <a:xfrm>
              <a:off x="3121" y="3498"/>
              <a:ext cx="102" cy="53"/>
            </a:xfrm>
            <a:custGeom>
              <a:avLst/>
              <a:gdLst>
                <a:gd name="T0" fmla="*/ 10 w 43"/>
                <a:gd name="T1" fmla="*/ 0 h 22"/>
                <a:gd name="T2" fmla="*/ 0 w 43"/>
                <a:gd name="T3" fmla="*/ 11 h 22"/>
                <a:gd name="T4" fmla="*/ 10 w 43"/>
                <a:gd name="T5" fmla="*/ 22 h 22"/>
                <a:gd name="T6" fmla="*/ 21 w 43"/>
                <a:gd name="T7" fmla="*/ 22 h 22"/>
                <a:gd name="T8" fmla="*/ 43 w 43"/>
                <a:gd name="T9" fmla="*/ 22 h 22"/>
                <a:gd name="T10" fmla="*/ 21 w 43"/>
                <a:gd name="T11" fmla="*/ 0 h 22"/>
                <a:gd name="T12" fmla="*/ 10 w 43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22">
                  <a:moveTo>
                    <a:pt x="10" y="0"/>
                  </a:moveTo>
                  <a:cubicBezTo>
                    <a:pt x="4" y="0"/>
                    <a:pt x="0" y="5"/>
                    <a:pt x="0" y="11"/>
                  </a:cubicBezTo>
                  <a:cubicBezTo>
                    <a:pt x="0" y="17"/>
                    <a:pt x="4" y="22"/>
                    <a:pt x="10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E47A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247"/>
            <p:cNvSpPr>
              <a:spLocks/>
            </p:cNvSpPr>
            <p:nvPr/>
          </p:nvSpPr>
          <p:spPr bwMode="auto">
            <a:xfrm>
              <a:off x="3107" y="3435"/>
              <a:ext cx="78" cy="130"/>
            </a:xfrm>
            <a:custGeom>
              <a:avLst/>
              <a:gdLst>
                <a:gd name="T0" fmla="*/ 22 w 33"/>
                <a:gd name="T1" fmla="*/ 5 h 55"/>
                <a:gd name="T2" fmla="*/ 27 w 33"/>
                <a:gd name="T3" fmla="*/ 0 h 55"/>
                <a:gd name="T4" fmla="*/ 33 w 33"/>
                <a:gd name="T5" fmla="*/ 5 h 55"/>
                <a:gd name="T6" fmla="*/ 33 w 33"/>
                <a:gd name="T7" fmla="*/ 27 h 55"/>
                <a:gd name="T8" fmla="*/ 27 w 33"/>
                <a:gd name="T9" fmla="*/ 33 h 55"/>
                <a:gd name="T10" fmla="*/ 16 w 33"/>
                <a:gd name="T11" fmla="*/ 33 h 55"/>
                <a:gd name="T12" fmla="*/ 11 w 33"/>
                <a:gd name="T13" fmla="*/ 38 h 55"/>
                <a:gd name="T14" fmla="*/ 16 w 33"/>
                <a:gd name="T15" fmla="*/ 44 h 55"/>
                <a:gd name="T16" fmla="*/ 27 w 33"/>
                <a:gd name="T17" fmla="*/ 44 h 55"/>
                <a:gd name="T18" fmla="*/ 33 w 33"/>
                <a:gd name="T19" fmla="*/ 49 h 55"/>
                <a:gd name="T20" fmla="*/ 27 w 33"/>
                <a:gd name="T21" fmla="*/ 54 h 55"/>
                <a:gd name="T22" fmla="*/ 16 w 33"/>
                <a:gd name="T23" fmla="*/ 55 h 55"/>
                <a:gd name="T24" fmla="*/ 0 w 33"/>
                <a:gd name="T25" fmla="*/ 38 h 55"/>
                <a:gd name="T26" fmla="*/ 16 w 33"/>
                <a:gd name="T27" fmla="*/ 22 h 55"/>
                <a:gd name="T28" fmla="*/ 22 w 33"/>
                <a:gd name="T29" fmla="*/ 22 h 55"/>
                <a:gd name="T30" fmla="*/ 22 w 33"/>
                <a:gd name="T31" fmla="*/ 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55">
                  <a:moveTo>
                    <a:pt x="22" y="5"/>
                  </a:moveTo>
                  <a:cubicBezTo>
                    <a:pt x="22" y="2"/>
                    <a:pt x="24" y="0"/>
                    <a:pt x="27" y="0"/>
                  </a:cubicBezTo>
                  <a:cubicBezTo>
                    <a:pt x="30" y="0"/>
                    <a:pt x="33" y="2"/>
                    <a:pt x="33" y="5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30"/>
                    <a:pt x="30" y="33"/>
                    <a:pt x="27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3" y="33"/>
                    <a:pt x="11" y="35"/>
                    <a:pt x="11" y="38"/>
                  </a:cubicBezTo>
                  <a:cubicBezTo>
                    <a:pt x="11" y="41"/>
                    <a:pt x="13" y="44"/>
                    <a:pt x="16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30" y="44"/>
                    <a:pt x="33" y="46"/>
                    <a:pt x="33" y="49"/>
                  </a:cubicBezTo>
                  <a:cubicBezTo>
                    <a:pt x="33" y="52"/>
                    <a:pt x="30" y="54"/>
                    <a:pt x="27" y="54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7" y="55"/>
                    <a:pt x="0" y="47"/>
                    <a:pt x="0" y="38"/>
                  </a:cubicBezTo>
                  <a:cubicBezTo>
                    <a:pt x="0" y="29"/>
                    <a:pt x="7" y="22"/>
                    <a:pt x="16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5"/>
                    <a:pt x="22" y="5"/>
                    <a:pt x="22" y="5"/>
                  </a:cubicBezTo>
                  <a:close/>
                </a:path>
              </a:pathLst>
            </a:custGeom>
            <a:solidFill>
              <a:srgbClr val="995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248"/>
            <p:cNvSpPr>
              <a:spLocks/>
            </p:cNvSpPr>
            <p:nvPr/>
          </p:nvSpPr>
          <p:spPr bwMode="auto">
            <a:xfrm>
              <a:off x="3225" y="3626"/>
              <a:ext cx="64" cy="50"/>
            </a:xfrm>
            <a:custGeom>
              <a:avLst/>
              <a:gdLst>
                <a:gd name="T0" fmla="*/ 8 w 27"/>
                <a:gd name="T1" fmla="*/ 21 h 21"/>
                <a:gd name="T2" fmla="*/ 0 w 27"/>
                <a:gd name="T3" fmla="*/ 13 h 21"/>
                <a:gd name="T4" fmla="*/ 17 w 27"/>
                <a:gd name="T5" fmla="*/ 2 h 21"/>
                <a:gd name="T6" fmla="*/ 25 w 27"/>
                <a:gd name="T7" fmla="*/ 2 h 21"/>
                <a:gd name="T8" fmla="*/ 25 w 27"/>
                <a:gd name="T9" fmla="*/ 10 h 21"/>
                <a:gd name="T10" fmla="*/ 8 w 27"/>
                <a:gd name="T11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21">
                  <a:moveTo>
                    <a:pt x="8" y="21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6" y="10"/>
                    <a:pt x="12" y="7"/>
                    <a:pt x="17" y="2"/>
                  </a:cubicBezTo>
                  <a:cubicBezTo>
                    <a:pt x="20" y="0"/>
                    <a:pt x="23" y="0"/>
                    <a:pt x="25" y="2"/>
                  </a:cubicBezTo>
                  <a:cubicBezTo>
                    <a:pt x="27" y="5"/>
                    <a:pt x="27" y="8"/>
                    <a:pt x="25" y="10"/>
                  </a:cubicBezTo>
                  <a:cubicBezTo>
                    <a:pt x="20" y="14"/>
                    <a:pt x="14" y="18"/>
                    <a:pt x="8" y="21"/>
                  </a:cubicBezTo>
                  <a:close/>
                </a:path>
              </a:pathLst>
            </a:custGeom>
            <a:solidFill>
              <a:srgbClr val="BD2C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249"/>
            <p:cNvSpPr>
              <a:spLocks/>
            </p:cNvSpPr>
            <p:nvPr/>
          </p:nvSpPr>
          <p:spPr bwMode="auto">
            <a:xfrm>
              <a:off x="5183" y="1487"/>
              <a:ext cx="1341" cy="1342"/>
            </a:xfrm>
            <a:custGeom>
              <a:avLst/>
              <a:gdLst>
                <a:gd name="T0" fmla="*/ 1341 w 1341"/>
                <a:gd name="T1" fmla="*/ 0 h 1342"/>
                <a:gd name="T2" fmla="*/ 1341 w 1341"/>
                <a:gd name="T3" fmla="*/ 1342 h 1342"/>
                <a:gd name="T4" fmla="*/ 0 w 1341"/>
                <a:gd name="T5" fmla="*/ 1342 h 1342"/>
                <a:gd name="T6" fmla="*/ 0 w 1341"/>
                <a:gd name="T7" fmla="*/ 0 h 1342"/>
                <a:gd name="T8" fmla="*/ 1341 w 1341"/>
                <a:gd name="T9" fmla="*/ 0 h 1342"/>
                <a:gd name="T10" fmla="*/ 1341 w 1341"/>
                <a:gd name="T11" fmla="*/ 0 h 1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41" h="1342">
                  <a:moveTo>
                    <a:pt x="1341" y="0"/>
                  </a:moveTo>
                  <a:lnTo>
                    <a:pt x="1341" y="1342"/>
                  </a:lnTo>
                  <a:lnTo>
                    <a:pt x="0" y="1342"/>
                  </a:lnTo>
                  <a:lnTo>
                    <a:pt x="0" y="0"/>
                  </a:lnTo>
                  <a:lnTo>
                    <a:pt x="1341" y="0"/>
                  </a:lnTo>
                  <a:lnTo>
                    <a:pt x="1341" y="0"/>
                  </a:lnTo>
                  <a:close/>
                </a:path>
              </a:pathLst>
            </a:custGeom>
            <a:solidFill>
              <a:srgbClr val="A3C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250"/>
            <p:cNvSpPr>
              <a:spLocks/>
            </p:cNvSpPr>
            <p:nvPr/>
          </p:nvSpPr>
          <p:spPr bwMode="auto">
            <a:xfrm>
              <a:off x="5848" y="1749"/>
              <a:ext cx="676" cy="1080"/>
            </a:xfrm>
            <a:custGeom>
              <a:avLst/>
              <a:gdLst>
                <a:gd name="T0" fmla="*/ 676 w 676"/>
                <a:gd name="T1" fmla="*/ 1080 h 1080"/>
                <a:gd name="T2" fmla="*/ 0 w 676"/>
                <a:gd name="T3" fmla="*/ 1080 h 1080"/>
                <a:gd name="T4" fmla="*/ 0 w 676"/>
                <a:gd name="T5" fmla="*/ 152 h 1080"/>
                <a:gd name="T6" fmla="*/ 263 w 676"/>
                <a:gd name="T7" fmla="*/ 0 h 1080"/>
                <a:gd name="T8" fmla="*/ 676 w 676"/>
                <a:gd name="T9" fmla="*/ 415 h 1080"/>
                <a:gd name="T10" fmla="*/ 676 w 676"/>
                <a:gd name="T11" fmla="*/ 1080 h 1080"/>
                <a:gd name="T12" fmla="*/ 676 w 676"/>
                <a:gd name="T13" fmla="*/ 1080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6" h="1080">
                  <a:moveTo>
                    <a:pt x="676" y="1080"/>
                  </a:moveTo>
                  <a:lnTo>
                    <a:pt x="0" y="1080"/>
                  </a:lnTo>
                  <a:lnTo>
                    <a:pt x="0" y="152"/>
                  </a:lnTo>
                  <a:lnTo>
                    <a:pt x="263" y="0"/>
                  </a:lnTo>
                  <a:lnTo>
                    <a:pt x="676" y="415"/>
                  </a:lnTo>
                  <a:lnTo>
                    <a:pt x="676" y="1080"/>
                  </a:lnTo>
                  <a:lnTo>
                    <a:pt x="676" y="1080"/>
                  </a:lnTo>
                  <a:close/>
                </a:path>
              </a:pathLst>
            </a:custGeom>
            <a:solidFill>
              <a:srgbClr val="799D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251"/>
            <p:cNvSpPr>
              <a:spLocks/>
            </p:cNvSpPr>
            <p:nvPr/>
          </p:nvSpPr>
          <p:spPr bwMode="auto">
            <a:xfrm>
              <a:off x="5699" y="2365"/>
              <a:ext cx="310" cy="360"/>
            </a:xfrm>
            <a:custGeom>
              <a:avLst/>
              <a:gdLst>
                <a:gd name="T0" fmla="*/ 0 w 310"/>
                <a:gd name="T1" fmla="*/ 0 h 360"/>
                <a:gd name="T2" fmla="*/ 310 w 310"/>
                <a:gd name="T3" fmla="*/ 0 h 360"/>
                <a:gd name="T4" fmla="*/ 310 w 310"/>
                <a:gd name="T5" fmla="*/ 360 h 360"/>
                <a:gd name="T6" fmla="*/ 0 w 310"/>
                <a:gd name="T7" fmla="*/ 360 h 360"/>
                <a:gd name="T8" fmla="*/ 0 w 310"/>
                <a:gd name="T9" fmla="*/ 0 h 360"/>
                <a:gd name="T10" fmla="*/ 0 w 310"/>
                <a:gd name="T11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0" h="360">
                  <a:moveTo>
                    <a:pt x="0" y="0"/>
                  </a:moveTo>
                  <a:lnTo>
                    <a:pt x="310" y="0"/>
                  </a:lnTo>
                  <a:lnTo>
                    <a:pt x="310" y="360"/>
                  </a:lnTo>
                  <a:lnTo>
                    <a:pt x="0" y="36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0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252"/>
            <p:cNvSpPr>
              <a:spLocks/>
            </p:cNvSpPr>
            <p:nvPr/>
          </p:nvSpPr>
          <p:spPr bwMode="auto">
            <a:xfrm>
              <a:off x="5699" y="2365"/>
              <a:ext cx="310" cy="360"/>
            </a:xfrm>
            <a:custGeom>
              <a:avLst/>
              <a:gdLst>
                <a:gd name="T0" fmla="*/ 0 w 310"/>
                <a:gd name="T1" fmla="*/ 0 h 360"/>
                <a:gd name="T2" fmla="*/ 310 w 310"/>
                <a:gd name="T3" fmla="*/ 0 h 360"/>
                <a:gd name="T4" fmla="*/ 310 w 310"/>
                <a:gd name="T5" fmla="*/ 360 h 360"/>
                <a:gd name="T6" fmla="*/ 253 w 310"/>
                <a:gd name="T7" fmla="*/ 360 h 360"/>
                <a:gd name="T8" fmla="*/ 0 w 310"/>
                <a:gd name="T9" fmla="*/ 106 h 360"/>
                <a:gd name="T10" fmla="*/ 0 w 310"/>
                <a:gd name="T11" fmla="*/ 0 h 360"/>
                <a:gd name="T12" fmla="*/ 0 w 310"/>
                <a:gd name="T13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0" h="360">
                  <a:moveTo>
                    <a:pt x="0" y="0"/>
                  </a:moveTo>
                  <a:lnTo>
                    <a:pt x="310" y="0"/>
                  </a:lnTo>
                  <a:lnTo>
                    <a:pt x="310" y="360"/>
                  </a:lnTo>
                  <a:lnTo>
                    <a:pt x="253" y="360"/>
                  </a:lnTo>
                  <a:lnTo>
                    <a:pt x="0" y="10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4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253"/>
            <p:cNvSpPr>
              <a:spLocks/>
            </p:cNvSpPr>
            <p:nvPr/>
          </p:nvSpPr>
          <p:spPr bwMode="auto">
            <a:xfrm>
              <a:off x="5389" y="2519"/>
              <a:ext cx="930" cy="310"/>
            </a:xfrm>
            <a:custGeom>
              <a:avLst/>
              <a:gdLst>
                <a:gd name="T0" fmla="*/ 0 w 393"/>
                <a:gd name="T1" fmla="*/ 131 h 131"/>
                <a:gd name="T2" fmla="*/ 0 w 393"/>
                <a:gd name="T3" fmla="*/ 87 h 131"/>
                <a:gd name="T4" fmla="*/ 22 w 393"/>
                <a:gd name="T5" fmla="*/ 54 h 131"/>
                <a:gd name="T6" fmla="*/ 131 w 393"/>
                <a:gd name="T7" fmla="*/ 0 h 131"/>
                <a:gd name="T8" fmla="*/ 196 w 393"/>
                <a:gd name="T9" fmla="*/ 65 h 131"/>
                <a:gd name="T10" fmla="*/ 262 w 393"/>
                <a:gd name="T11" fmla="*/ 0 h 131"/>
                <a:gd name="T12" fmla="*/ 371 w 393"/>
                <a:gd name="T13" fmla="*/ 54 h 131"/>
                <a:gd name="T14" fmla="*/ 393 w 393"/>
                <a:gd name="T15" fmla="*/ 87 h 131"/>
                <a:gd name="T16" fmla="*/ 393 w 393"/>
                <a:gd name="T17" fmla="*/ 131 h 131"/>
                <a:gd name="T18" fmla="*/ 0 w 393"/>
                <a:gd name="T1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3" h="131">
                  <a:moveTo>
                    <a:pt x="0" y="131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0" y="65"/>
                    <a:pt x="11" y="60"/>
                    <a:pt x="22" y="54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31" y="36"/>
                    <a:pt x="160" y="65"/>
                    <a:pt x="196" y="65"/>
                  </a:cubicBezTo>
                  <a:cubicBezTo>
                    <a:pt x="232" y="65"/>
                    <a:pt x="262" y="36"/>
                    <a:pt x="262" y="0"/>
                  </a:cubicBezTo>
                  <a:cubicBezTo>
                    <a:pt x="371" y="54"/>
                    <a:pt x="371" y="54"/>
                    <a:pt x="371" y="54"/>
                  </a:cubicBezTo>
                  <a:cubicBezTo>
                    <a:pt x="381" y="60"/>
                    <a:pt x="393" y="65"/>
                    <a:pt x="393" y="87"/>
                  </a:cubicBezTo>
                  <a:cubicBezTo>
                    <a:pt x="393" y="131"/>
                    <a:pt x="393" y="131"/>
                    <a:pt x="393" y="131"/>
                  </a:cubicBezTo>
                  <a:cubicBezTo>
                    <a:pt x="0" y="131"/>
                    <a:pt x="0" y="131"/>
                    <a:pt x="0" y="131"/>
                  </a:cubicBez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254"/>
            <p:cNvSpPr>
              <a:spLocks/>
            </p:cNvSpPr>
            <p:nvPr/>
          </p:nvSpPr>
          <p:spPr bwMode="auto">
            <a:xfrm>
              <a:off x="5827" y="1641"/>
              <a:ext cx="388" cy="724"/>
            </a:xfrm>
            <a:custGeom>
              <a:avLst/>
              <a:gdLst>
                <a:gd name="T0" fmla="*/ 11 w 164"/>
                <a:gd name="T1" fmla="*/ 0 h 306"/>
                <a:gd name="T2" fmla="*/ 164 w 164"/>
                <a:gd name="T3" fmla="*/ 153 h 306"/>
                <a:gd name="T4" fmla="*/ 11 w 164"/>
                <a:gd name="T5" fmla="*/ 306 h 306"/>
                <a:gd name="T6" fmla="*/ 0 w 164"/>
                <a:gd name="T7" fmla="*/ 153 h 306"/>
                <a:gd name="T8" fmla="*/ 11 w 164"/>
                <a:gd name="T9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306">
                  <a:moveTo>
                    <a:pt x="11" y="0"/>
                  </a:moveTo>
                  <a:cubicBezTo>
                    <a:pt x="96" y="0"/>
                    <a:pt x="164" y="69"/>
                    <a:pt x="164" y="153"/>
                  </a:cubicBezTo>
                  <a:cubicBezTo>
                    <a:pt x="164" y="237"/>
                    <a:pt x="96" y="306"/>
                    <a:pt x="11" y="306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255"/>
            <p:cNvSpPr>
              <a:spLocks/>
            </p:cNvSpPr>
            <p:nvPr/>
          </p:nvSpPr>
          <p:spPr bwMode="auto">
            <a:xfrm>
              <a:off x="5493" y="1641"/>
              <a:ext cx="360" cy="724"/>
            </a:xfrm>
            <a:custGeom>
              <a:avLst/>
              <a:gdLst>
                <a:gd name="T0" fmla="*/ 152 w 152"/>
                <a:gd name="T1" fmla="*/ 306 h 306"/>
                <a:gd name="T2" fmla="*/ 0 w 152"/>
                <a:gd name="T3" fmla="*/ 153 h 306"/>
                <a:gd name="T4" fmla="*/ 152 w 152"/>
                <a:gd name="T5" fmla="*/ 0 h 306"/>
                <a:gd name="T6" fmla="*/ 152 w 152"/>
                <a:gd name="T7" fmla="*/ 30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2" h="306">
                  <a:moveTo>
                    <a:pt x="152" y="306"/>
                  </a:moveTo>
                  <a:cubicBezTo>
                    <a:pt x="68" y="306"/>
                    <a:pt x="0" y="237"/>
                    <a:pt x="0" y="153"/>
                  </a:cubicBezTo>
                  <a:cubicBezTo>
                    <a:pt x="0" y="69"/>
                    <a:pt x="68" y="0"/>
                    <a:pt x="152" y="0"/>
                  </a:cubicBezTo>
                  <a:cubicBezTo>
                    <a:pt x="152" y="306"/>
                    <a:pt x="152" y="306"/>
                    <a:pt x="152" y="306"/>
                  </a:cubicBezTo>
                  <a:close/>
                </a:path>
              </a:pathLst>
            </a:cu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256"/>
            <p:cNvSpPr>
              <a:spLocks/>
            </p:cNvSpPr>
            <p:nvPr/>
          </p:nvSpPr>
          <p:spPr bwMode="auto">
            <a:xfrm>
              <a:off x="5744" y="2519"/>
              <a:ext cx="575" cy="310"/>
            </a:xfrm>
            <a:custGeom>
              <a:avLst/>
              <a:gdLst>
                <a:gd name="T0" fmla="*/ 0 w 243"/>
                <a:gd name="T1" fmla="*/ 46 h 131"/>
                <a:gd name="T2" fmla="*/ 46 w 243"/>
                <a:gd name="T3" fmla="*/ 65 h 131"/>
                <a:gd name="T4" fmla="*/ 112 w 243"/>
                <a:gd name="T5" fmla="*/ 0 h 131"/>
                <a:gd name="T6" fmla="*/ 221 w 243"/>
                <a:gd name="T7" fmla="*/ 54 h 131"/>
                <a:gd name="T8" fmla="*/ 243 w 243"/>
                <a:gd name="T9" fmla="*/ 87 h 131"/>
                <a:gd name="T10" fmla="*/ 243 w 243"/>
                <a:gd name="T11" fmla="*/ 131 h 131"/>
                <a:gd name="T12" fmla="*/ 85 w 243"/>
                <a:gd name="T13" fmla="*/ 131 h 131"/>
                <a:gd name="T14" fmla="*/ 0 w 243"/>
                <a:gd name="T15" fmla="*/ 46 h 131"/>
                <a:gd name="T16" fmla="*/ 0 w 243"/>
                <a:gd name="T17" fmla="*/ 46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3" h="131">
                  <a:moveTo>
                    <a:pt x="0" y="46"/>
                  </a:moveTo>
                  <a:cubicBezTo>
                    <a:pt x="12" y="58"/>
                    <a:pt x="28" y="65"/>
                    <a:pt x="46" y="65"/>
                  </a:cubicBezTo>
                  <a:cubicBezTo>
                    <a:pt x="82" y="65"/>
                    <a:pt x="112" y="36"/>
                    <a:pt x="112" y="0"/>
                  </a:cubicBezTo>
                  <a:cubicBezTo>
                    <a:pt x="221" y="54"/>
                    <a:pt x="221" y="54"/>
                    <a:pt x="221" y="54"/>
                  </a:cubicBezTo>
                  <a:cubicBezTo>
                    <a:pt x="231" y="60"/>
                    <a:pt x="243" y="65"/>
                    <a:pt x="243" y="87"/>
                  </a:cubicBezTo>
                  <a:cubicBezTo>
                    <a:pt x="243" y="131"/>
                    <a:pt x="243" y="131"/>
                    <a:pt x="243" y="131"/>
                  </a:cubicBezTo>
                  <a:cubicBezTo>
                    <a:pt x="85" y="131"/>
                    <a:pt x="85" y="131"/>
                    <a:pt x="85" y="13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lose/>
                </a:path>
              </a:pathLst>
            </a:custGeom>
            <a:solidFill>
              <a:srgbClr val="BA9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Oval 257"/>
            <p:cNvSpPr>
              <a:spLocks noChangeArrowheads="1"/>
            </p:cNvSpPr>
            <p:nvPr/>
          </p:nvSpPr>
          <p:spPr bwMode="auto">
            <a:xfrm>
              <a:off x="6059" y="2055"/>
              <a:ext cx="104" cy="102"/>
            </a:xfrm>
            <a:prstGeom prst="ellipse">
              <a:avLst/>
            </a:prstGeom>
            <a:solidFill>
              <a:srgbClr val="9E50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Oval 258"/>
            <p:cNvSpPr>
              <a:spLocks noChangeArrowheads="1"/>
            </p:cNvSpPr>
            <p:nvPr/>
          </p:nvSpPr>
          <p:spPr bwMode="auto">
            <a:xfrm>
              <a:off x="6085" y="2081"/>
              <a:ext cx="52" cy="49"/>
            </a:xfrm>
            <a:prstGeom prst="ellipse">
              <a:avLst/>
            </a:prstGeom>
            <a:solidFill>
              <a:srgbClr val="804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Oval 259"/>
            <p:cNvSpPr>
              <a:spLocks noChangeArrowheads="1"/>
            </p:cNvSpPr>
            <p:nvPr/>
          </p:nvSpPr>
          <p:spPr bwMode="auto">
            <a:xfrm>
              <a:off x="5543" y="2055"/>
              <a:ext cx="104" cy="102"/>
            </a:xfrm>
            <a:prstGeom prst="ellipse">
              <a:avLst/>
            </a:prstGeom>
            <a:solidFill>
              <a:srgbClr val="9E50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Oval 260"/>
            <p:cNvSpPr>
              <a:spLocks noChangeArrowheads="1"/>
            </p:cNvSpPr>
            <p:nvPr/>
          </p:nvSpPr>
          <p:spPr bwMode="auto">
            <a:xfrm>
              <a:off x="5569" y="2081"/>
              <a:ext cx="52" cy="49"/>
            </a:xfrm>
            <a:prstGeom prst="ellipse">
              <a:avLst/>
            </a:prstGeom>
            <a:solidFill>
              <a:srgbClr val="804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261"/>
            <p:cNvSpPr>
              <a:spLocks/>
            </p:cNvSpPr>
            <p:nvPr/>
          </p:nvSpPr>
          <p:spPr bwMode="auto">
            <a:xfrm>
              <a:off x="5595" y="1839"/>
              <a:ext cx="516" cy="680"/>
            </a:xfrm>
            <a:custGeom>
              <a:avLst/>
              <a:gdLst>
                <a:gd name="T0" fmla="*/ 194 w 218"/>
                <a:gd name="T1" fmla="*/ 0 h 287"/>
                <a:gd name="T2" fmla="*/ 218 w 218"/>
                <a:gd name="T3" fmla="*/ 69 h 287"/>
                <a:gd name="T4" fmla="*/ 218 w 218"/>
                <a:gd name="T5" fmla="*/ 178 h 287"/>
                <a:gd name="T6" fmla="*/ 109 w 218"/>
                <a:gd name="T7" fmla="*/ 287 h 287"/>
                <a:gd name="T8" fmla="*/ 0 w 218"/>
                <a:gd name="T9" fmla="*/ 178 h 287"/>
                <a:gd name="T10" fmla="*/ 0 w 218"/>
                <a:gd name="T11" fmla="*/ 69 h 287"/>
                <a:gd name="T12" fmla="*/ 25 w 218"/>
                <a:gd name="T13" fmla="*/ 0 h 287"/>
                <a:gd name="T14" fmla="*/ 109 w 218"/>
                <a:gd name="T15" fmla="*/ 25 h 287"/>
                <a:gd name="T16" fmla="*/ 194 w 218"/>
                <a:gd name="T17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8" h="287">
                  <a:moveTo>
                    <a:pt x="194" y="0"/>
                  </a:moveTo>
                  <a:cubicBezTo>
                    <a:pt x="209" y="19"/>
                    <a:pt x="218" y="43"/>
                    <a:pt x="218" y="69"/>
                  </a:cubicBezTo>
                  <a:cubicBezTo>
                    <a:pt x="218" y="178"/>
                    <a:pt x="218" y="178"/>
                    <a:pt x="218" y="178"/>
                  </a:cubicBezTo>
                  <a:cubicBezTo>
                    <a:pt x="218" y="238"/>
                    <a:pt x="169" y="287"/>
                    <a:pt x="109" y="287"/>
                  </a:cubicBezTo>
                  <a:cubicBezTo>
                    <a:pt x="49" y="287"/>
                    <a:pt x="0" y="238"/>
                    <a:pt x="0" y="178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43"/>
                    <a:pt x="10" y="19"/>
                    <a:pt x="25" y="0"/>
                  </a:cubicBezTo>
                  <a:cubicBezTo>
                    <a:pt x="49" y="16"/>
                    <a:pt x="78" y="25"/>
                    <a:pt x="109" y="25"/>
                  </a:cubicBezTo>
                  <a:cubicBezTo>
                    <a:pt x="140" y="25"/>
                    <a:pt x="169" y="16"/>
                    <a:pt x="194" y="0"/>
                  </a:cubicBezTo>
                  <a:close/>
                </a:path>
              </a:pathLst>
            </a:custGeom>
            <a:solidFill>
              <a:srgbClr val="9E50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262"/>
            <p:cNvSpPr>
              <a:spLocks/>
            </p:cNvSpPr>
            <p:nvPr/>
          </p:nvSpPr>
          <p:spPr bwMode="auto">
            <a:xfrm>
              <a:off x="5751" y="2261"/>
              <a:ext cx="206" cy="104"/>
            </a:xfrm>
            <a:custGeom>
              <a:avLst/>
              <a:gdLst>
                <a:gd name="T0" fmla="*/ 43 w 87"/>
                <a:gd name="T1" fmla="*/ 44 h 44"/>
                <a:gd name="T2" fmla="*/ 87 w 87"/>
                <a:gd name="T3" fmla="*/ 0 h 44"/>
                <a:gd name="T4" fmla="*/ 0 w 87"/>
                <a:gd name="T5" fmla="*/ 0 h 44"/>
                <a:gd name="T6" fmla="*/ 43 w 87"/>
                <a:gd name="T7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" h="44">
                  <a:moveTo>
                    <a:pt x="43" y="44"/>
                  </a:moveTo>
                  <a:cubicBezTo>
                    <a:pt x="67" y="44"/>
                    <a:pt x="87" y="24"/>
                    <a:pt x="8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4"/>
                    <a:pt x="19" y="44"/>
                    <a:pt x="43" y="44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263"/>
            <p:cNvSpPr>
              <a:spLocks/>
            </p:cNvSpPr>
            <p:nvPr/>
          </p:nvSpPr>
          <p:spPr bwMode="auto">
            <a:xfrm>
              <a:off x="5803" y="2339"/>
              <a:ext cx="99" cy="26"/>
            </a:xfrm>
            <a:custGeom>
              <a:avLst/>
              <a:gdLst>
                <a:gd name="T0" fmla="*/ 21 w 42"/>
                <a:gd name="T1" fmla="*/ 11 h 11"/>
                <a:gd name="T2" fmla="*/ 42 w 42"/>
                <a:gd name="T3" fmla="*/ 5 h 11"/>
                <a:gd name="T4" fmla="*/ 21 w 42"/>
                <a:gd name="T5" fmla="*/ 0 h 11"/>
                <a:gd name="T6" fmla="*/ 0 w 42"/>
                <a:gd name="T7" fmla="*/ 5 h 11"/>
                <a:gd name="T8" fmla="*/ 21 w 42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1">
                  <a:moveTo>
                    <a:pt x="21" y="11"/>
                  </a:moveTo>
                  <a:cubicBezTo>
                    <a:pt x="29" y="11"/>
                    <a:pt x="36" y="9"/>
                    <a:pt x="42" y="5"/>
                  </a:cubicBezTo>
                  <a:cubicBezTo>
                    <a:pt x="36" y="2"/>
                    <a:pt x="29" y="0"/>
                    <a:pt x="21" y="0"/>
                  </a:cubicBezTo>
                  <a:cubicBezTo>
                    <a:pt x="14" y="0"/>
                    <a:pt x="6" y="2"/>
                    <a:pt x="0" y="5"/>
                  </a:cubicBezTo>
                  <a:cubicBezTo>
                    <a:pt x="6" y="9"/>
                    <a:pt x="14" y="11"/>
                    <a:pt x="21" y="11"/>
                  </a:cubicBezTo>
                  <a:close/>
                </a:path>
              </a:pathLst>
            </a:custGeom>
            <a:solidFill>
              <a:srgbClr val="DE3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Oval 264"/>
            <p:cNvSpPr>
              <a:spLocks noChangeArrowheads="1"/>
            </p:cNvSpPr>
            <p:nvPr/>
          </p:nvSpPr>
          <p:spPr bwMode="auto">
            <a:xfrm>
              <a:off x="5673" y="2055"/>
              <a:ext cx="104" cy="10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265"/>
            <p:cNvSpPr>
              <a:spLocks/>
            </p:cNvSpPr>
            <p:nvPr/>
          </p:nvSpPr>
          <p:spPr bwMode="auto">
            <a:xfrm>
              <a:off x="5777" y="2261"/>
              <a:ext cx="154" cy="26"/>
            </a:xfrm>
            <a:custGeom>
              <a:avLst/>
              <a:gdLst>
                <a:gd name="T0" fmla="*/ 65 w 65"/>
                <a:gd name="T1" fmla="*/ 0 h 11"/>
                <a:gd name="T2" fmla="*/ 54 w 65"/>
                <a:gd name="T3" fmla="*/ 11 h 11"/>
                <a:gd name="T4" fmla="*/ 10 w 65"/>
                <a:gd name="T5" fmla="*/ 11 h 11"/>
                <a:gd name="T6" fmla="*/ 0 w 65"/>
                <a:gd name="T7" fmla="*/ 0 h 11"/>
                <a:gd name="T8" fmla="*/ 65 w 65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1">
                  <a:moveTo>
                    <a:pt x="65" y="0"/>
                  </a:moveTo>
                  <a:cubicBezTo>
                    <a:pt x="65" y="6"/>
                    <a:pt x="60" y="11"/>
                    <a:pt x="54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4" y="11"/>
                    <a:pt x="0" y="6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Oval 266"/>
            <p:cNvSpPr>
              <a:spLocks noChangeArrowheads="1"/>
            </p:cNvSpPr>
            <p:nvPr/>
          </p:nvSpPr>
          <p:spPr bwMode="auto">
            <a:xfrm>
              <a:off x="5931" y="2055"/>
              <a:ext cx="104" cy="10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Oval 267"/>
            <p:cNvSpPr>
              <a:spLocks noChangeArrowheads="1"/>
            </p:cNvSpPr>
            <p:nvPr/>
          </p:nvSpPr>
          <p:spPr bwMode="auto">
            <a:xfrm>
              <a:off x="5699" y="2081"/>
              <a:ext cx="52" cy="49"/>
            </a:xfrm>
            <a:prstGeom prst="ellipse">
              <a:avLst/>
            </a:pr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Oval 268"/>
            <p:cNvSpPr>
              <a:spLocks noChangeArrowheads="1"/>
            </p:cNvSpPr>
            <p:nvPr/>
          </p:nvSpPr>
          <p:spPr bwMode="auto">
            <a:xfrm>
              <a:off x="5957" y="2081"/>
              <a:ext cx="52" cy="49"/>
            </a:xfrm>
            <a:prstGeom prst="ellipse">
              <a:avLst/>
            </a:pr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Oval 269"/>
            <p:cNvSpPr>
              <a:spLocks noChangeArrowheads="1"/>
            </p:cNvSpPr>
            <p:nvPr/>
          </p:nvSpPr>
          <p:spPr bwMode="auto">
            <a:xfrm>
              <a:off x="5685" y="2093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Oval 270"/>
            <p:cNvSpPr>
              <a:spLocks noChangeArrowheads="1"/>
            </p:cNvSpPr>
            <p:nvPr/>
          </p:nvSpPr>
          <p:spPr bwMode="auto">
            <a:xfrm>
              <a:off x="5943" y="2093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271"/>
            <p:cNvSpPr>
              <a:spLocks/>
            </p:cNvSpPr>
            <p:nvPr/>
          </p:nvSpPr>
          <p:spPr bwMode="auto">
            <a:xfrm>
              <a:off x="5652" y="2003"/>
              <a:ext cx="144" cy="52"/>
            </a:xfrm>
            <a:custGeom>
              <a:avLst/>
              <a:gdLst>
                <a:gd name="T0" fmla="*/ 59 w 61"/>
                <a:gd name="T1" fmla="*/ 13 h 22"/>
                <a:gd name="T2" fmla="*/ 59 w 61"/>
                <a:gd name="T3" fmla="*/ 20 h 22"/>
                <a:gd name="T4" fmla="*/ 51 w 61"/>
                <a:gd name="T5" fmla="*/ 20 h 22"/>
                <a:gd name="T6" fmla="*/ 31 w 61"/>
                <a:gd name="T7" fmla="*/ 11 h 22"/>
                <a:gd name="T8" fmla="*/ 10 w 61"/>
                <a:gd name="T9" fmla="*/ 20 h 22"/>
                <a:gd name="T10" fmla="*/ 3 w 61"/>
                <a:gd name="T11" fmla="*/ 20 h 22"/>
                <a:gd name="T12" fmla="*/ 2 w 61"/>
                <a:gd name="T13" fmla="*/ 13 h 22"/>
                <a:gd name="T14" fmla="*/ 31 w 61"/>
                <a:gd name="T15" fmla="*/ 0 h 22"/>
                <a:gd name="T16" fmla="*/ 59 w 61"/>
                <a:gd name="T1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22">
                  <a:moveTo>
                    <a:pt x="59" y="13"/>
                  </a:moveTo>
                  <a:cubicBezTo>
                    <a:pt x="61" y="15"/>
                    <a:pt x="61" y="18"/>
                    <a:pt x="59" y="20"/>
                  </a:cubicBezTo>
                  <a:cubicBezTo>
                    <a:pt x="57" y="22"/>
                    <a:pt x="53" y="22"/>
                    <a:pt x="51" y="20"/>
                  </a:cubicBezTo>
                  <a:cubicBezTo>
                    <a:pt x="46" y="14"/>
                    <a:pt x="39" y="11"/>
                    <a:pt x="31" y="11"/>
                  </a:cubicBezTo>
                  <a:cubicBezTo>
                    <a:pt x="23" y="11"/>
                    <a:pt x="16" y="14"/>
                    <a:pt x="10" y="20"/>
                  </a:cubicBezTo>
                  <a:cubicBezTo>
                    <a:pt x="8" y="22"/>
                    <a:pt x="5" y="22"/>
                    <a:pt x="3" y="20"/>
                  </a:cubicBezTo>
                  <a:cubicBezTo>
                    <a:pt x="1" y="18"/>
                    <a:pt x="0" y="15"/>
                    <a:pt x="2" y="13"/>
                  </a:cubicBezTo>
                  <a:cubicBezTo>
                    <a:pt x="10" y="5"/>
                    <a:pt x="20" y="0"/>
                    <a:pt x="31" y="0"/>
                  </a:cubicBezTo>
                  <a:cubicBezTo>
                    <a:pt x="42" y="0"/>
                    <a:pt x="52" y="5"/>
                    <a:pt x="59" y="13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272"/>
            <p:cNvSpPr>
              <a:spLocks/>
            </p:cNvSpPr>
            <p:nvPr/>
          </p:nvSpPr>
          <p:spPr bwMode="auto">
            <a:xfrm>
              <a:off x="5910" y="1988"/>
              <a:ext cx="144" cy="55"/>
            </a:xfrm>
            <a:custGeom>
              <a:avLst/>
              <a:gdLst>
                <a:gd name="T0" fmla="*/ 59 w 61"/>
                <a:gd name="T1" fmla="*/ 13 h 23"/>
                <a:gd name="T2" fmla="*/ 59 w 61"/>
                <a:gd name="T3" fmla="*/ 21 h 23"/>
                <a:gd name="T4" fmla="*/ 51 w 61"/>
                <a:gd name="T5" fmla="*/ 20 h 23"/>
                <a:gd name="T6" fmla="*/ 31 w 61"/>
                <a:gd name="T7" fmla="*/ 11 h 23"/>
                <a:gd name="T8" fmla="*/ 10 w 61"/>
                <a:gd name="T9" fmla="*/ 20 h 23"/>
                <a:gd name="T10" fmla="*/ 3 w 61"/>
                <a:gd name="T11" fmla="*/ 21 h 23"/>
                <a:gd name="T12" fmla="*/ 2 w 61"/>
                <a:gd name="T13" fmla="*/ 13 h 23"/>
                <a:gd name="T14" fmla="*/ 31 w 61"/>
                <a:gd name="T15" fmla="*/ 0 h 23"/>
                <a:gd name="T16" fmla="*/ 59 w 61"/>
                <a:gd name="T1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23">
                  <a:moveTo>
                    <a:pt x="59" y="13"/>
                  </a:moveTo>
                  <a:cubicBezTo>
                    <a:pt x="61" y="15"/>
                    <a:pt x="61" y="19"/>
                    <a:pt x="59" y="21"/>
                  </a:cubicBezTo>
                  <a:cubicBezTo>
                    <a:pt x="57" y="23"/>
                    <a:pt x="53" y="23"/>
                    <a:pt x="51" y="20"/>
                  </a:cubicBezTo>
                  <a:cubicBezTo>
                    <a:pt x="46" y="15"/>
                    <a:pt x="39" y="11"/>
                    <a:pt x="31" y="11"/>
                  </a:cubicBezTo>
                  <a:cubicBezTo>
                    <a:pt x="23" y="11"/>
                    <a:pt x="16" y="15"/>
                    <a:pt x="10" y="20"/>
                  </a:cubicBezTo>
                  <a:cubicBezTo>
                    <a:pt x="8" y="23"/>
                    <a:pt x="5" y="23"/>
                    <a:pt x="3" y="21"/>
                  </a:cubicBezTo>
                  <a:cubicBezTo>
                    <a:pt x="1" y="19"/>
                    <a:pt x="0" y="15"/>
                    <a:pt x="2" y="13"/>
                  </a:cubicBezTo>
                  <a:cubicBezTo>
                    <a:pt x="10" y="5"/>
                    <a:pt x="20" y="0"/>
                    <a:pt x="31" y="0"/>
                  </a:cubicBezTo>
                  <a:cubicBezTo>
                    <a:pt x="42" y="0"/>
                    <a:pt x="52" y="5"/>
                    <a:pt x="59" y="13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273"/>
            <p:cNvSpPr>
              <a:spLocks/>
            </p:cNvSpPr>
            <p:nvPr/>
          </p:nvSpPr>
          <p:spPr bwMode="auto">
            <a:xfrm>
              <a:off x="5827" y="1887"/>
              <a:ext cx="298" cy="643"/>
            </a:xfrm>
            <a:custGeom>
              <a:avLst/>
              <a:gdLst>
                <a:gd name="T0" fmla="*/ 115 w 126"/>
                <a:gd name="T1" fmla="*/ 5 h 272"/>
                <a:gd name="T2" fmla="*/ 120 w 126"/>
                <a:gd name="T3" fmla="*/ 0 h 272"/>
                <a:gd name="T4" fmla="*/ 126 w 126"/>
                <a:gd name="T5" fmla="*/ 5 h 272"/>
                <a:gd name="T6" fmla="*/ 126 w 126"/>
                <a:gd name="T7" fmla="*/ 158 h 272"/>
                <a:gd name="T8" fmla="*/ 11 w 126"/>
                <a:gd name="T9" fmla="*/ 272 h 272"/>
                <a:gd name="T10" fmla="*/ 0 w 126"/>
                <a:gd name="T11" fmla="*/ 248 h 272"/>
                <a:gd name="T12" fmla="*/ 11 w 126"/>
                <a:gd name="T13" fmla="*/ 223 h 272"/>
                <a:gd name="T14" fmla="*/ 55 w 126"/>
                <a:gd name="T15" fmla="*/ 207 h 272"/>
                <a:gd name="T16" fmla="*/ 55 w 126"/>
                <a:gd name="T17" fmla="*/ 252 h 272"/>
                <a:gd name="T18" fmla="*/ 115 w 126"/>
                <a:gd name="T19" fmla="*/ 158 h 272"/>
                <a:gd name="T20" fmla="*/ 115 w 126"/>
                <a:gd name="T21" fmla="*/ 5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6" h="272">
                  <a:moveTo>
                    <a:pt x="115" y="5"/>
                  </a:moveTo>
                  <a:cubicBezTo>
                    <a:pt x="115" y="2"/>
                    <a:pt x="117" y="0"/>
                    <a:pt x="120" y="0"/>
                  </a:cubicBezTo>
                  <a:cubicBezTo>
                    <a:pt x="123" y="0"/>
                    <a:pt x="126" y="2"/>
                    <a:pt x="126" y="5"/>
                  </a:cubicBezTo>
                  <a:cubicBezTo>
                    <a:pt x="126" y="158"/>
                    <a:pt x="126" y="158"/>
                    <a:pt x="126" y="158"/>
                  </a:cubicBezTo>
                  <a:cubicBezTo>
                    <a:pt x="126" y="221"/>
                    <a:pt x="74" y="272"/>
                    <a:pt x="11" y="272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11" y="223"/>
                    <a:pt x="11" y="223"/>
                    <a:pt x="11" y="223"/>
                  </a:cubicBezTo>
                  <a:cubicBezTo>
                    <a:pt x="28" y="223"/>
                    <a:pt x="43" y="217"/>
                    <a:pt x="55" y="207"/>
                  </a:cubicBezTo>
                  <a:cubicBezTo>
                    <a:pt x="55" y="252"/>
                    <a:pt x="55" y="252"/>
                    <a:pt x="55" y="252"/>
                  </a:cubicBezTo>
                  <a:cubicBezTo>
                    <a:pt x="91" y="235"/>
                    <a:pt x="115" y="198"/>
                    <a:pt x="115" y="158"/>
                  </a:cubicBezTo>
                  <a:cubicBezTo>
                    <a:pt x="115" y="5"/>
                    <a:pt x="115" y="5"/>
                    <a:pt x="115" y="5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274"/>
            <p:cNvSpPr>
              <a:spLocks/>
            </p:cNvSpPr>
            <p:nvPr/>
          </p:nvSpPr>
          <p:spPr bwMode="auto">
            <a:xfrm>
              <a:off x="5583" y="1887"/>
              <a:ext cx="270" cy="643"/>
            </a:xfrm>
            <a:custGeom>
              <a:avLst/>
              <a:gdLst>
                <a:gd name="T0" fmla="*/ 114 w 114"/>
                <a:gd name="T1" fmla="*/ 272 h 272"/>
                <a:gd name="T2" fmla="*/ 114 w 114"/>
                <a:gd name="T3" fmla="*/ 272 h 272"/>
                <a:gd name="T4" fmla="*/ 0 w 114"/>
                <a:gd name="T5" fmla="*/ 158 h 272"/>
                <a:gd name="T6" fmla="*/ 0 w 114"/>
                <a:gd name="T7" fmla="*/ 5 h 272"/>
                <a:gd name="T8" fmla="*/ 5 w 114"/>
                <a:gd name="T9" fmla="*/ 0 h 272"/>
                <a:gd name="T10" fmla="*/ 11 w 114"/>
                <a:gd name="T11" fmla="*/ 5 h 272"/>
                <a:gd name="T12" fmla="*/ 11 w 114"/>
                <a:gd name="T13" fmla="*/ 158 h 272"/>
                <a:gd name="T14" fmla="*/ 71 w 114"/>
                <a:gd name="T15" fmla="*/ 252 h 272"/>
                <a:gd name="T16" fmla="*/ 71 w 114"/>
                <a:gd name="T17" fmla="*/ 207 h 272"/>
                <a:gd name="T18" fmla="*/ 114 w 114"/>
                <a:gd name="T19" fmla="*/ 223 h 272"/>
                <a:gd name="T20" fmla="*/ 114 w 114"/>
                <a:gd name="T21" fmla="*/ 223 h 272"/>
                <a:gd name="T22" fmla="*/ 114 w 114"/>
                <a:gd name="T23" fmla="*/ 27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4" h="272">
                  <a:moveTo>
                    <a:pt x="114" y="272"/>
                  </a:moveTo>
                  <a:cubicBezTo>
                    <a:pt x="114" y="272"/>
                    <a:pt x="114" y="272"/>
                    <a:pt x="114" y="272"/>
                  </a:cubicBezTo>
                  <a:cubicBezTo>
                    <a:pt x="51" y="272"/>
                    <a:pt x="0" y="221"/>
                    <a:pt x="0" y="15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1" y="2"/>
                    <a:pt x="11" y="5"/>
                  </a:cubicBezTo>
                  <a:cubicBezTo>
                    <a:pt x="11" y="158"/>
                    <a:pt x="11" y="158"/>
                    <a:pt x="11" y="158"/>
                  </a:cubicBezTo>
                  <a:cubicBezTo>
                    <a:pt x="11" y="198"/>
                    <a:pt x="34" y="235"/>
                    <a:pt x="71" y="252"/>
                  </a:cubicBezTo>
                  <a:cubicBezTo>
                    <a:pt x="71" y="207"/>
                    <a:pt x="71" y="207"/>
                    <a:pt x="71" y="207"/>
                  </a:cubicBezTo>
                  <a:cubicBezTo>
                    <a:pt x="82" y="217"/>
                    <a:pt x="98" y="223"/>
                    <a:pt x="114" y="223"/>
                  </a:cubicBezTo>
                  <a:cubicBezTo>
                    <a:pt x="114" y="223"/>
                    <a:pt x="114" y="223"/>
                    <a:pt x="114" y="223"/>
                  </a:cubicBezTo>
                  <a:cubicBezTo>
                    <a:pt x="114" y="272"/>
                    <a:pt x="114" y="272"/>
                    <a:pt x="114" y="272"/>
                  </a:cubicBezTo>
                  <a:close/>
                </a:path>
              </a:pathLst>
            </a:cu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275"/>
            <p:cNvSpPr>
              <a:spLocks noEditPoints="1"/>
            </p:cNvSpPr>
            <p:nvPr/>
          </p:nvSpPr>
          <p:spPr bwMode="auto">
            <a:xfrm>
              <a:off x="5843" y="2041"/>
              <a:ext cx="294" cy="130"/>
            </a:xfrm>
            <a:custGeom>
              <a:avLst/>
              <a:gdLst>
                <a:gd name="T0" fmla="*/ 91 w 124"/>
                <a:gd name="T1" fmla="*/ 11 h 55"/>
                <a:gd name="T2" fmla="*/ 37 w 124"/>
                <a:gd name="T3" fmla="*/ 11 h 55"/>
                <a:gd name="T4" fmla="*/ 32 w 124"/>
                <a:gd name="T5" fmla="*/ 17 h 55"/>
                <a:gd name="T6" fmla="*/ 32 w 124"/>
                <a:gd name="T7" fmla="*/ 28 h 55"/>
                <a:gd name="T8" fmla="*/ 48 w 124"/>
                <a:gd name="T9" fmla="*/ 44 h 55"/>
                <a:gd name="T10" fmla="*/ 75 w 124"/>
                <a:gd name="T11" fmla="*/ 44 h 55"/>
                <a:gd name="T12" fmla="*/ 91 w 124"/>
                <a:gd name="T13" fmla="*/ 28 h 55"/>
                <a:gd name="T14" fmla="*/ 91 w 124"/>
                <a:gd name="T15" fmla="*/ 11 h 55"/>
                <a:gd name="T16" fmla="*/ 4 w 124"/>
                <a:gd name="T17" fmla="*/ 0 h 55"/>
                <a:gd name="T18" fmla="*/ 23 w 124"/>
                <a:gd name="T19" fmla="*/ 8 h 55"/>
                <a:gd name="T20" fmla="*/ 37 w 124"/>
                <a:gd name="T21" fmla="*/ 0 h 55"/>
                <a:gd name="T22" fmla="*/ 119 w 124"/>
                <a:gd name="T23" fmla="*/ 0 h 55"/>
                <a:gd name="T24" fmla="*/ 124 w 124"/>
                <a:gd name="T25" fmla="*/ 6 h 55"/>
                <a:gd name="T26" fmla="*/ 119 w 124"/>
                <a:gd name="T27" fmla="*/ 11 h 55"/>
                <a:gd name="T28" fmla="*/ 102 w 124"/>
                <a:gd name="T29" fmla="*/ 11 h 55"/>
                <a:gd name="T30" fmla="*/ 102 w 124"/>
                <a:gd name="T31" fmla="*/ 28 h 55"/>
                <a:gd name="T32" fmla="*/ 75 w 124"/>
                <a:gd name="T33" fmla="*/ 55 h 55"/>
                <a:gd name="T34" fmla="*/ 48 w 124"/>
                <a:gd name="T35" fmla="*/ 55 h 55"/>
                <a:gd name="T36" fmla="*/ 21 w 124"/>
                <a:gd name="T37" fmla="*/ 28 h 55"/>
                <a:gd name="T38" fmla="*/ 4 w 124"/>
                <a:gd name="T39" fmla="*/ 11 h 55"/>
                <a:gd name="T40" fmla="*/ 0 w 124"/>
                <a:gd name="T41" fmla="*/ 6 h 55"/>
                <a:gd name="T42" fmla="*/ 4 w 124"/>
                <a:gd name="T4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4" h="55">
                  <a:moveTo>
                    <a:pt x="91" y="11"/>
                  </a:moveTo>
                  <a:cubicBezTo>
                    <a:pt x="37" y="11"/>
                    <a:pt x="37" y="11"/>
                    <a:pt x="37" y="11"/>
                  </a:cubicBezTo>
                  <a:cubicBezTo>
                    <a:pt x="34" y="11"/>
                    <a:pt x="32" y="14"/>
                    <a:pt x="32" y="17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36"/>
                    <a:pt x="39" y="44"/>
                    <a:pt x="48" y="44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84" y="44"/>
                    <a:pt x="91" y="36"/>
                    <a:pt x="91" y="28"/>
                  </a:cubicBezTo>
                  <a:cubicBezTo>
                    <a:pt x="91" y="11"/>
                    <a:pt x="91" y="11"/>
                    <a:pt x="91" y="11"/>
                  </a:cubicBezTo>
                  <a:close/>
                  <a:moveTo>
                    <a:pt x="4" y="0"/>
                  </a:moveTo>
                  <a:cubicBezTo>
                    <a:pt x="12" y="0"/>
                    <a:pt x="18" y="3"/>
                    <a:pt x="23" y="8"/>
                  </a:cubicBezTo>
                  <a:cubicBezTo>
                    <a:pt x="26" y="3"/>
                    <a:pt x="31" y="0"/>
                    <a:pt x="37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22" y="0"/>
                    <a:pt x="124" y="3"/>
                    <a:pt x="124" y="6"/>
                  </a:cubicBezTo>
                  <a:cubicBezTo>
                    <a:pt x="124" y="9"/>
                    <a:pt x="122" y="11"/>
                    <a:pt x="119" y="11"/>
                  </a:cubicBezTo>
                  <a:cubicBezTo>
                    <a:pt x="102" y="11"/>
                    <a:pt x="102" y="11"/>
                    <a:pt x="102" y="11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2" y="43"/>
                    <a:pt x="90" y="55"/>
                    <a:pt x="75" y="55"/>
                  </a:cubicBezTo>
                  <a:cubicBezTo>
                    <a:pt x="48" y="55"/>
                    <a:pt x="48" y="55"/>
                    <a:pt x="48" y="55"/>
                  </a:cubicBezTo>
                  <a:cubicBezTo>
                    <a:pt x="33" y="55"/>
                    <a:pt x="21" y="43"/>
                    <a:pt x="21" y="28"/>
                  </a:cubicBezTo>
                  <a:cubicBezTo>
                    <a:pt x="21" y="18"/>
                    <a:pt x="13" y="11"/>
                    <a:pt x="4" y="1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BA9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276"/>
            <p:cNvSpPr>
              <a:spLocks noEditPoints="1"/>
            </p:cNvSpPr>
            <p:nvPr/>
          </p:nvSpPr>
          <p:spPr bwMode="auto">
            <a:xfrm>
              <a:off x="5569" y="2041"/>
              <a:ext cx="284" cy="130"/>
            </a:xfrm>
            <a:custGeom>
              <a:avLst/>
              <a:gdLst>
                <a:gd name="T0" fmla="*/ 6 w 120"/>
                <a:gd name="T1" fmla="*/ 11 h 55"/>
                <a:gd name="T2" fmla="*/ 0 w 120"/>
                <a:gd name="T3" fmla="*/ 6 h 55"/>
                <a:gd name="T4" fmla="*/ 6 w 120"/>
                <a:gd name="T5" fmla="*/ 0 h 55"/>
                <a:gd name="T6" fmla="*/ 88 w 120"/>
                <a:gd name="T7" fmla="*/ 0 h 55"/>
                <a:gd name="T8" fmla="*/ 101 w 120"/>
                <a:gd name="T9" fmla="*/ 8 h 55"/>
                <a:gd name="T10" fmla="*/ 120 w 120"/>
                <a:gd name="T11" fmla="*/ 0 h 55"/>
                <a:gd name="T12" fmla="*/ 120 w 120"/>
                <a:gd name="T13" fmla="*/ 11 h 55"/>
                <a:gd name="T14" fmla="*/ 104 w 120"/>
                <a:gd name="T15" fmla="*/ 28 h 55"/>
                <a:gd name="T16" fmla="*/ 77 w 120"/>
                <a:gd name="T17" fmla="*/ 55 h 55"/>
                <a:gd name="T18" fmla="*/ 49 w 120"/>
                <a:gd name="T19" fmla="*/ 55 h 55"/>
                <a:gd name="T20" fmla="*/ 22 w 120"/>
                <a:gd name="T21" fmla="*/ 28 h 55"/>
                <a:gd name="T22" fmla="*/ 22 w 120"/>
                <a:gd name="T23" fmla="*/ 11 h 55"/>
                <a:gd name="T24" fmla="*/ 6 w 120"/>
                <a:gd name="T25" fmla="*/ 11 h 55"/>
                <a:gd name="T26" fmla="*/ 88 w 120"/>
                <a:gd name="T27" fmla="*/ 11 h 55"/>
                <a:gd name="T28" fmla="*/ 33 w 120"/>
                <a:gd name="T29" fmla="*/ 11 h 55"/>
                <a:gd name="T30" fmla="*/ 33 w 120"/>
                <a:gd name="T31" fmla="*/ 28 h 55"/>
                <a:gd name="T32" fmla="*/ 49 w 120"/>
                <a:gd name="T33" fmla="*/ 44 h 55"/>
                <a:gd name="T34" fmla="*/ 77 w 120"/>
                <a:gd name="T35" fmla="*/ 44 h 55"/>
                <a:gd name="T36" fmla="*/ 93 w 120"/>
                <a:gd name="T37" fmla="*/ 28 h 55"/>
                <a:gd name="T38" fmla="*/ 93 w 120"/>
                <a:gd name="T39" fmla="*/ 17 h 55"/>
                <a:gd name="T40" fmla="*/ 88 w 120"/>
                <a:gd name="T41" fmla="*/ 1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0" h="55">
                  <a:moveTo>
                    <a:pt x="6" y="11"/>
                  </a:moveTo>
                  <a:cubicBezTo>
                    <a:pt x="3" y="11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3" y="0"/>
                    <a:pt x="98" y="3"/>
                    <a:pt x="101" y="8"/>
                  </a:cubicBezTo>
                  <a:cubicBezTo>
                    <a:pt x="106" y="3"/>
                    <a:pt x="113" y="0"/>
                    <a:pt x="120" y="0"/>
                  </a:cubicBezTo>
                  <a:cubicBezTo>
                    <a:pt x="120" y="11"/>
                    <a:pt x="120" y="11"/>
                    <a:pt x="120" y="11"/>
                  </a:cubicBezTo>
                  <a:cubicBezTo>
                    <a:pt x="111" y="11"/>
                    <a:pt x="104" y="18"/>
                    <a:pt x="104" y="28"/>
                  </a:cubicBezTo>
                  <a:cubicBezTo>
                    <a:pt x="104" y="43"/>
                    <a:pt x="92" y="55"/>
                    <a:pt x="77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34" y="55"/>
                    <a:pt x="22" y="43"/>
                    <a:pt x="22" y="28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6" y="11"/>
                    <a:pt x="6" y="11"/>
                    <a:pt x="6" y="11"/>
                  </a:cubicBezTo>
                  <a:close/>
                  <a:moveTo>
                    <a:pt x="88" y="11"/>
                  </a:moveTo>
                  <a:cubicBezTo>
                    <a:pt x="33" y="11"/>
                    <a:pt x="33" y="11"/>
                    <a:pt x="33" y="11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36"/>
                    <a:pt x="40" y="44"/>
                    <a:pt x="49" y="44"/>
                  </a:cubicBezTo>
                  <a:cubicBezTo>
                    <a:pt x="77" y="44"/>
                    <a:pt x="77" y="44"/>
                    <a:pt x="77" y="44"/>
                  </a:cubicBezTo>
                  <a:cubicBezTo>
                    <a:pt x="86" y="44"/>
                    <a:pt x="93" y="36"/>
                    <a:pt x="93" y="2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3" y="14"/>
                    <a:pt x="91" y="11"/>
                    <a:pt x="88" y="11"/>
                  </a:cubicBez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277"/>
            <p:cNvSpPr>
              <a:spLocks/>
            </p:cNvSpPr>
            <p:nvPr/>
          </p:nvSpPr>
          <p:spPr bwMode="auto">
            <a:xfrm>
              <a:off x="5763" y="2093"/>
              <a:ext cx="180" cy="130"/>
            </a:xfrm>
            <a:custGeom>
              <a:avLst/>
              <a:gdLst>
                <a:gd name="T0" fmla="*/ 55 w 76"/>
                <a:gd name="T1" fmla="*/ 6 h 55"/>
                <a:gd name="T2" fmla="*/ 49 w 76"/>
                <a:gd name="T3" fmla="*/ 0 h 55"/>
                <a:gd name="T4" fmla="*/ 44 w 76"/>
                <a:gd name="T5" fmla="*/ 6 h 55"/>
                <a:gd name="T6" fmla="*/ 44 w 76"/>
                <a:gd name="T7" fmla="*/ 27 h 55"/>
                <a:gd name="T8" fmla="*/ 49 w 76"/>
                <a:gd name="T9" fmla="*/ 33 h 55"/>
                <a:gd name="T10" fmla="*/ 60 w 76"/>
                <a:gd name="T11" fmla="*/ 33 h 55"/>
                <a:gd name="T12" fmla="*/ 65 w 76"/>
                <a:gd name="T13" fmla="*/ 38 h 55"/>
                <a:gd name="T14" fmla="*/ 60 w 76"/>
                <a:gd name="T15" fmla="*/ 44 h 55"/>
                <a:gd name="T16" fmla="*/ 16 w 76"/>
                <a:gd name="T17" fmla="*/ 44 h 55"/>
                <a:gd name="T18" fmla="*/ 11 w 76"/>
                <a:gd name="T19" fmla="*/ 38 h 55"/>
                <a:gd name="T20" fmla="*/ 16 w 76"/>
                <a:gd name="T21" fmla="*/ 33 h 55"/>
                <a:gd name="T22" fmla="*/ 27 w 76"/>
                <a:gd name="T23" fmla="*/ 33 h 55"/>
                <a:gd name="T24" fmla="*/ 33 w 76"/>
                <a:gd name="T25" fmla="*/ 27 h 55"/>
                <a:gd name="T26" fmla="*/ 33 w 76"/>
                <a:gd name="T27" fmla="*/ 6 h 55"/>
                <a:gd name="T28" fmla="*/ 27 w 76"/>
                <a:gd name="T29" fmla="*/ 0 h 55"/>
                <a:gd name="T30" fmla="*/ 22 w 76"/>
                <a:gd name="T31" fmla="*/ 6 h 55"/>
                <a:gd name="T32" fmla="*/ 22 w 76"/>
                <a:gd name="T33" fmla="*/ 22 h 55"/>
                <a:gd name="T34" fmla="*/ 16 w 76"/>
                <a:gd name="T35" fmla="*/ 22 h 55"/>
                <a:gd name="T36" fmla="*/ 0 w 76"/>
                <a:gd name="T37" fmla="*/ 38 h 55"/>
                <a:gd name="T38" fmla="*/ 16 w 76"/>
                <a:gd name="T39" fmla="*/ 55 h 55"/>
                <a:gd name="T40" fmla="*/ 60 w 76"/>
                <a:gd name="T41" fmla="*/ 55 h 55"/>
                <a:gd name="T42" fmla="*/ 76 w 76"/>
                <a:gd name="T43" fmla="*/ 38 h 55"/>
                <a:gd name="T44" fmla="*/ 60 w 76"/>
                <a:gd name="T45" fmla="*/ 22 h 55"/>
                <a:gd name="T46" fmla="*/ 55 w 76"/>
                <a:gd name="T47" fmla="*/ 22 h 55"/>
                <a:gd name="T48" fmla="*/ 55 w 76"/>
                <a:gd name="T49" fmla="*/ 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6" h="55">
                  <a:moveTo>
                    <a:pt x="55" y="6"/>
                  </a:moveTo>
                  <a:cubicBezTo>
                    <a:pt x="55" y="3"/>
                    <a:pt x="52" y="0"/>
                    <a:pt x="49" y="0"/>
                  </a:cubicBezTo>
                  <a:cubicBezTo>
                    <a:pt x="46" y="0"/>
                    <a:pt x="44" y="3"/>
                    <a:pt x="44" y="6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44" y="30"/>
                    <a:pt x="46" y="33"/>
                    <a:pt x="49" y="33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3" y="33"/>
                    <a:pt x="65" y="35"/>
                    <a:pt x="65" y="38"/>
                  </a:cubicBezTo>
                  <a:cubicBezTo>
                    <a:pt x="65" y="41"/>
                    <a:pt x="63" y="44"/>
                    <a:pt x="60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3" y="44"/>
                    <a:pt x="11" y="41"/>
                    <a:pt x="11" y="38"/>
                  </a:cubicBezTo>
                  <a:cubicBezTo>
                    <a:pt x="11" y="35"/>
                    <a:pt x="13" y="33"/>
                    <a:pt x="16" y="33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30" y="33"/>
                    <a:pt x="33" y="30"/>
                    <a:pt x="33" y="27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3"/>
                    <a:pt x="30" y="0"/>
                    <a:pt x="27" y="0"/>
                  </a:cubicBezTo>
                  <a:cubicBezTo>
                    <a:pt x="24" y="0"/>
                    <a:pt x="22" y="3"/>
                    <a:pt x="22" y="6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7" y="22"/>
                    <a:pt x="0" y="29"/>
                    <a:pt x="0" y="38"/>
                  </a:cubicBezTo>
                  <a:cubicBezTo>
                    <a:pt x="0" y="47"/>
                    <a:pt x="7" y="55"/>
                    <a:pt x="16" y="55"/>
                  </a:cubicBezTo>
                  <a:cubicBezTo>
                    <a:pt x="60" y="55"/>
                    <a:pt x="60" y="55"/>
                    <a:pt x="60" y="55"/>
                  </a:cubicBezTo>
                  <a:cubicBezTo>
                    <a:pt x="69" y="55"/>
                    <a:pt x="76" y="47"/>
                    <a:pt x="76" y="38"/>
                  </a:cubicBezTo>
                  <a:cubicBezTo>
                    <a:pt x="76" y="29"/>
                    <a:pt x="69" y="22"/>
                    <a:pt x="60" y="22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5" y="6"/>
                    <a:pt x="55" y="6"/>
                    <a:pt x="55" y="6"/>
                  </a:cubicBezTo>
                  <a:close/>
                </a:path>
              </a:pathLst>
            </a:custGeom>
            <a:solidFill>
              <a:srgbClr val="804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278"/>
            <p:cNvSpPr>
              <a:spLocks/>
            </p:cNvSpPr>
            <p:nvPr/>
          </p:nvSpPr>
          <p:spPr bwMode="auto">
            <a:xfrm>
              <a:off x="1160" y="2829"/>
              <a:ext cx="1341" cy="1342"/>
            </a:xfrm>
            <a:custGeom>
              <a:avLst/>
              <a:gdLst>
                <a:gd name="T0" fmla="*/ 1341 w 1341"/>
                <a:gd name="T1" fmla="*/ 0 h 1342"/>
                <a:gd name="T2" fmla="*/ 1341 w 1341"/>
                <a:gd name="T3" fmla="*/ 1342 h 1342"/>
                <a:gd name="T4" fmla="*/ 0 w 1341"/>
                <a:gd name="T5" fmla="*/ 1342 h 1342"/>
                <a:gd name="T6" fmla="*/ 0 w 1341"/>
                <a:gd name="T7" fmla="*/ 0 h 1342"/>
                <a:gd name="T8" fmla="*/ 1341 w 1341"/>
                <a:gd name="T9" fmla="*/ 0 h 1342"/>
                <a:gd name="T10" fmla="*/ 1341 w 1341"/>
                <a:gd name="T11" fmla="*/ 0 h 1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41" h="1342">
                  <a:moveTo>
                    <a:pt x="1341" y="0"/>
                  </a:moveTo>
                  <a:lnTo>
                    <a:pt x="1341" y="1342"/>
                  </a:lnTo>
                  <a:lnTo>
                    <a:pt x="0" y="1342"/>
                  </a:lnTo>
                  <a:lnTo>
                    <a:pt x="0" y="0"/>
                  </a:lnTo>
                  <a:lnTo>
                    <a:pt x="1341" y="0"/>
                  </a:lnTo>
                  <a:lnTo>
                    <a:pt x="1341" y="0"/>
                  </a:lnTo>
                  <a:close/>
                </a:path>
              </a:pathLst>
            </a:custGeom>
            <a:solidFill>
              <a:srgbClr val="A3C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279"/>
            <p:cNvSpPr>
              <a:spLocks/>
            </p:cNvSpPr>
            <p:nvPr/>
          </p:nvSpPr>
          <p:spPr bwMode="auto">
            <a:xfrm>
              <a:off x="1825" y="3061"/>
              <a:ext cx="676" cy="1110"/>
            </a:xfrm>
            <a:custGeom>
              <a:avLst/>
              <a:gdLst>
                <a:gd name="T0" fmla="*/ 676 w 676"/>
                <a:gd name="T1" fmla="*/ 1110 h 1110"/>
                <a:gd name="T2" fmla="*/ 0 w 676"/>
                <a:gd name="T3" fmla="*/ 1110 h 1110"/>
                <a:gd name="T4" fmla="*/ 0 w 676"/>
                <a:gd name="T5" fmla="*/ 182 h 1110"/>
                <a:gd name="T6" fmla="*/ 315 w 676"/>
                <a:gd name="T7" fmla="*/ 0 h 1110"/>
                <a:gd name="T8" fmla="*/ 676 w 676"/>
                <a:gd name="T9" fmla="*/ 362 h 1110"/>
                <a:gd name="T10" fmla="*/ 676 w 676"/>
                <a:gd name="T11" fmla="*/ 1110 h 1110"/>
                <a:gd name="T12" fmla="*/ 676 w 676"/>
                <a:gd name="T13" fmla="*/ 1110 h 1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6" h="1110">
                  <a:moveTo>
                    <a:pt x="676" y="1110"/>
                  </a:moveTo>
                  <a:lnTo>
                    <a:pt x="0" y="1110"/>
                  </a:lnTo>
                  <a:lnTo>
                    <a:pt x="0" y="182"/>
                  </a:lnTo>
                  <a:lnTo>
                    <a:pt x="315" y="0"/>
                  </a:lnTo>
                  <a:lnTo>
                    <a:pt x="676" y="362"/>
                  </a:lnTo>
                  <a:lnTo>
                    <a:pt x="676" y="1110"/>
                  </a:lnTo>
                  <a:lnTo>
                    <a:pt x="676" y="1110"/>
                  </a:lnTo>
                  <a:close/>
                </a:path>
              </a:pathLst>
            </a:custGeom>
            <a:solidFill>
              <a:srgbClr val="799D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280"/>
            <p:cNvSpPr>
              <a:spLocks/>
            </p:cNvSpPr>
            <p:nvPr/>
          </p:nvSpPr>
          <p:spPr bwMode="auto">
            <a:xfrm>
              <a:off x="1676" y="3704"/>
              <a:ext cx="310" cy="363"/>
            </a:xfrm>
            <a:custGeom>
              <a:avLst/>
              <a:gdLst>
                <a:gd name="T0" fmla="*/ 0 w 310"/>
                <a:gd name="T1" fmla="*/ 0 h 363"/>
                <a:gd name="T2" fmla="*/ 310 w 310"/>
                <a:gd name="T3" fmla="*/ 0 h 363"/>
                <a:gd name="T4" fmla="*/ 310 w 310"/>
                <a:gd name="T5" fmla="*/ 363 h 363"/>
                <a:gd name="T6" fmla="*/ 0 w 310"/>
                <a:gd name="T7" fmla="*/ 363 h 363"/>
                <a:gd name="T8" fmla="*/ 0 w 310"/>
                <a:gd name="T9" fmla="*/ 0 h 363"/>
                <a:gd name="T10" fmla="*/ 0 w 310"/>
                <a:gd name="T11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0" h="363">
                  <a:moveTo>
                    <a:pt x="0" y="0"/>
                  </a:moveTo>
                  <a:lnTo>
                    <a:pt x="310" y="0"/>
                  </a:lnTo>
                  <a:lnTo>
                    <a:pt x="310" y="363"/>
                  </a:lnTo>
                  <a:lnTo>
                    <a:pt x="0" y="36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92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281"/>
            <p:cNvSpPr>
              <a:spLocks/>
            </p:cNvSpPr>
            <p:nvPr/>
          </p:nvSpPr>
          <p:spPr bwMode="auto">
            <a:xfrm>
              <a:off x="1676" y="3704"/>
              <a:ext cx="310" cy="363"/>
            </a:xfrm>
            <a:custGeom>
              <a:avLst/>
              <a:gdLst>
                <a:gd name="T0" fmla="*/ 0 w 310"/>
                <a:gd name="T1" fmla="*/ 0 h 363"/>
                <a:gd name="T2" fmla="*/ 310 w 310"/>
                <a:gd name="T3" fmla="*/ 0 h 363"/>
                <a:gd name="T4" fmla="*/ 310 w 310"/>
                <a:gd name="T5" fmla="*/ 363 h 363"/>
                <a:gd name="T6" fmla="*/ 255 w 310"/>
                <a:gd name="T7" fmla="*/ 363 h 363"/>
                <a:gd name="T8" fmla="*/ 0 w 310"/>
                <a:gd name="T9" fmla="*/ 109 h 363"/>
                <a:gd name="T10" fmla="*/ 0 w 310"/>
                <a:gd name="T11" fmla="*/ 0 h 363"/>
                <a:gd name="T12" fmla="*/ 0 w 310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0" h="363">
                  <a:moveTo>
                    <a:pt x="0" y="0"/>
                  </a:moveTo>
                  <a:lnTo>
                    <a:pt x="310" y="0"/>
                  </a:lnTo>
                  <a:lnTo>
                    <a:pt x="310" y="363"/>
                  </a:lnTo>
                  <a:lnTo>
                    <a:pt x="255" y="363"/>
                  </a:lnTo>
                  <a:lnTo>
                    <a:pt x="0" y="10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78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282"/>
            <p:cNvSpPr>
              <a:spLocks/>
            </p:cNvSpPr>
            <p:nvPr/>
          </p:nvSpPr>
          <p:spPr bwMode="auto">
            <a:xfrm>
              <a:off x="1366" y="3861"/>
              <a:ext cx="930" cy="310"/>
            </a:xfrm>
            <a:custGeom>
              <a:avLst/>
              <a:gdLst>
                <a:gd name="T0" fmla="*/ 0 w 393"/>
                <a:gd name="T1" fmla="*/ 131 h 131"/>
                <a:gd name="T2" fmla="*/ 0 w 393"/>
                <a:gd name="T3" fmla="*/ 87 h 131"/>
                <a:gd name="T4" fmla="*/ 22 w 393"/>
                <a:gd name="T5" fmla="*/ 54 h 131"/>
                <a:gd name="T6" fmla="*/ 131 w 393"/>
                <a:gd name="T7" fmla="*/ 0 h 131"/>
                <a:gd name="T8" fmla="*/ 196 w 393"/>
                <a:gd name="T9" fmla="*/ 65 h 131"/>
                <a:gd name="T10" fmla="*/ 262 w 393"/>
                <a:gd name="T11" fmla="*/ 0 h 131"/>
                <a:gd name="T12" fmla="*/ 371 w 393"/>
                <a:gd name="T13" fmla="*/ 54 h 131"/>
                <a:gd name="T14" fmla="*/ 393 w 393"/>
                <a:gd name="T15" fmla="*/ 87 h 131"/>
                <a:gd name="T16" fmla="*/ 393 w 393"/>
                <a:gd name="T17" fmla="*/ 131 h 131"/>
                <a:gd name="T18" fmla="*/ 0 w 393"/>
                <a:gd name="T1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3" h="131">
                  <a:moveTo>
                    <a:pt x="0" y="131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0" y="65"/>
                    <a:pt x="11" y="60"/>
                    <a:pt x="22" y="54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31" y="36"/>
                    <a:pt x="160" y="65"/>
                    <a:pt x="196" y="65"/>
                  </a:cubicBezTo>
                  <a:cubicBezTo>
                    <a:pt x="233" y="65"/>
                    <a:pt x="262" y="36"/>
                    <a:pt x="262" y="0"/>
                  </a:cubicBezTo>
                  <a:cubicBezTo>
                    <a:pt x="371" y="54"/>
                    <a:pt x="371" y="54"/>
                    <a:pt x="371" y="54"/>
                  </a:cubicBezTo>
                  <a:cubicBezTo>
                    <a:pt x="382" y="60"/>
                    <a:pt x="393" y="65"/>
                    <a:pt x="393" y="87"/>
                  </a:cubicBezTo>
                  <a:cubicBezTo>
                    <a:pt x="393" y="131"/>
                    <a:pt x="393" y="131"/>
                    <a:pt x="393" y="131"/>
                  </a:cubicBezTo>
                  <a:cubicBezTo>
                    <a:pt x="0" y="131"/>
                    <a:pt x="0" y="131"/>
                    <a:pt x="0" y="131"/>
                  </a:cubicBezTo>
                  <a:close/>
                </a:path>
              </a:pathLst>
            </a:custGeom>
            <a:solidFill>
              <a:srgbClr val="9E50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283"/>
            <p:cNvSpPr>
              <a:spLocks/>
            </p:cNvSpPr>
            <p:nvPr/>
          </p:nvSpPr>
          <p:spPr bwMode="auto">
            <a:xfrm>
              <a:off x="1721" y="3861"/>
              <a:ext cx="575" cy="310"/>
            </a:xfrm>
            <a:custGeom>
              <a:avLst/>
              <a:gdLst>
                <a:gd name="T0" fmla="*/ 0 w 243"/>
                <a:gd name="T1" fmla="*/ 46 h 131"/>
                <a:gd name="T2" fmla="*/ 46 w 243"/>
                <a:gd name="T3" fmla="*/ 65 h 131"/>
                <a:gd name="T4" fmla="*/ 112 w 243"/>
                <a:gd name="T5" fmla="*/ 0 h 131"/>
                <a:gd name="T6" fmla="*/ 221 w 243"/>
                <a:gd name="T7" fmla="*/ 54 h 131"/>
                <a:gd name="T8" fmla="*/ 243 w 243"/>
                <a:gd name="T9" fmla="*/ 87 h 131"/>
                <a:gd name="T10" fmla="*/ 243 w 243"/>
                <a:gd name="T11" fmla="*/ 131 h 131"/>
                <a:gd name="T12" fmla="*/ 85 w 243"/>
                <a:gd name="T13" fmla="*/ 131 h 131"/>
                <a:gd name="T14" fmla="*/ 0 w 243"/>
                <a:gd name="T15" fmla="*/ 46 h 131"/>
                <a:gd name="T16" fmla="*/ 0 w 243"/>
                <a:gd name="T17" fmla="*/ 46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3" h="131">
                  <a:moveTo>
                    <a:pt x="0" y="46"/>
                  </a:moveTo>
                  <a:cubicBezTo>
                    <a:pt x="12" y="58"/>
                    <a:pt x="28" y="65"/>
                    <a:pt x="46" y="65"/>
                  </a:cubicBezTo>
                  <a:cubicBezTo>
                    <a:pt x="83" y="65"/>
                    <a:pt x="112" y="36"/>
                    <a:pt x="112" y="0"/>
                  </a:cubicBezTo>
                  <a:cubicBezTo>
                    <a:pt x="221" y="54"/>
                    <a:pt x="221" y="54"/>
                    <a:pt x="221" y="54"/>
                  </a:cubicBezTo>
                  <a:cubicBezTo>
                    <a:pt x="232" y="60"/>
                    <a:pt x="243" y="65"/>
                    <a:pt x="243" y="87"/>
                  </a:cubicBezTo>
                  <a:cubicBezTo>
                    <a:pt x="243" y="131"/>
                    <a:pt x="243" y="131"/>
                    <a:pt x="243" y="131"/>
                  </a:cubicBezTo>
                  <a:cubicBezTo>
                    <a:pt x="85" y="131"/>
                    <a:pt x="85" y="131"/>
                    <a:pt x="85" y="13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lose/>
                </a:path>
              </a:pathLst>
            </a:custGeom>
            <a:solidFill>
              <a:srgbClr val="804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Oval 284"/>
            <p:cNvSpPr>
              <a:spLocks noChangeArrowheads="1"/>
            </p:cNvSpPr>
            <p:nvPr/>
          </p:nvSpPr>
          <p:spPr bwMode="auto">
            <a:xfrm>
              <a:off x="2038" y="3397"/>
              <a:ext cx="102" cy="101"/>
            </a:xfrm>
            <a:prstGeom prst="ellipse">
              <a:avLst/>
            </a:prstGeom>
            <a:solidFill>
              <a:srgbClr val="C792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Oval 285"/>
            <p:cNvSpPr>
              <a:spLocks noChangeArrowheads="1"/>
            </p:cNvSpPr>
            <p:nvPr/>
          </p:nvSpPr>
          <p:spPr bwMode="auto">
            <a:xfrm>
              <a:off x="2064" y="3423"/>
              <a:ext cx="50" cy="49"/>
            </a:xfrm>
            <a:prstGeom prst="ellipse">
              <a:avLst/>
            </a:prstGeom>
            <a:solidFill>
              <a:srgbClr val="A878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Oval 286"/>
            <p:cNvSpPr>
              <a:spLocks noChangeArrowheads="1"/>
            </p:cNvSpPr>
            <p:nvPr/>
          </p:nvSpPr>
          <p:spPr bwMode="auto">
            <a:xfrm>
              <a:off x="1522" y="3397"/>
              <a:ext cx="102" cy="101"/>
            </a:xfrm>
            <a:prstGeom prst="ellipse">
              <a:avLst/>
            </a:prstGeom>
            <a:solidFill>
              <a:srgbClr val="E8B2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Oval 287"/>
            <p:cNvSpPr>
              <a:spLocks noChangeArrowheads="1"/>
            </p:cNvSpPr>
            <p:nvPr/>
          </p:nvSpPr>
          <p:spPr bwMode="auto">
            <a:xfrm>
              <a:off x="1548" y="3423"/>
              <a:ext cx="50" cy="49"/>
            </a:xfrm>
            <a:prstGeom prst="ellipse">
              <a:avLst/>
            </a:prstGeom>
            <a:solidFill>
              <a:srgbClr val="C792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288"/>
            <p:cNvSpPr>
              <a:spLocks/>
            </p:cNvSpPr>
            <p:nvPr/>
          </p:nvSpPr>
          <p:spPr bwMode="auto">
            <a:xfrm>
              <a:off x="1572" y="3087"/>
              <a:ext cx="516" cy="774"/>
            </a:xfrm>
            <a:custGeom>
              <a:avLst/>
              <a:gdLst>
                <a:gd name="T0" fmla="*/ 109 w 218"/>
                <a:gd name="T1" fmla="*/ 0 h 327"/>
                <a:gd name="T2" fmla="*/ 218 w 218"/>
                <a:gd name="T3" fmla="*/ 109 h 327"/>
                <a:gd name="T4" fmla="*/ 218 w 218"/>
                <a:gd name="T5" fmla="*/ 218 h 327"/>
                <a:gd name="T6" fmla="*/ 109 w 218"/>
                <a:gd name="T7" fmla="*/ 327 h 327"/>
                <a:gd name="T8" fmla="*/ 0 w 218"/>
                <a:gd name="T9" fmla="*/ 218 h 327"/>
                <a:gd name="T10" fmla="*/ 0 w 218"/>
                <a:gd name="T11" fmla="*/ 109 h 327"/>
                <a:gd name="T12" fmla="*/ 109 w 218"/>
                <a:gd name="T13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" h="327">
                  <a:moveTo>
                    <a:pt x="109" y="0"/>
                  </a:moveTo>
                  <a:cubicBezTo>
                    <a:pt x="169" y="0"/>
                    <a:pt x="218" y="49"/>
                    <a:pt x="218" y="109"/>
                  </a:cubicBezTo>
                  <a:cubicBezTo>
                    <a:pt x="218" y="218"/>
                    <a:pt x="218" y="218"/>
                    <a:pt x="218" y="218"/>
                  </a:cubicBezTo>
                  <a:cubicBezTo>
                    <a:pt x="218" y="278"/>
                    <a:pt x="169" y="327"/>
                    <a:pt x="109" y="327"/>
                  </a:cubicBezTo>
                  <a:cubicBezTo>
                    <a:pt x="50" y="327"/>
                    <a:pt x="0" y="278"/>
                    <a:pt x="0" y="218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49"/>
                    <a:pt x="50" y="0"/>
                    <a:pt x="109" y="0"/>
                  </a:cubicBezTo>
                  <a:close/>
                </a:path>
              </a:pathLst>
            </a:custGeom>
            <a:solidFill>
              <a:srgbClr val="E8B2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289"/>
            <p:cNvSpPr>
              <a:spLocks/>
            </p:cNvSpPr>
            <p:nvPr/>
          </p:nvSpPr>
          <p:spPr bwMode="auto">
            <a:xfrm>
              <a:off x="1577" y="3551"/>
              <a:ext cx="508" cy="276"/>
            </a:xfrm>
            <a:custGeom>
              <a:avLst/>
              <a:gdLst>
                <a:gd name="T0" fmla="*/ 0 w 215"/>
                <a:gd name="T1" fmla="*/ 33 h 117"/>
                <a:gd name="T2" fmla="*/ 107 w 215"/>
                <a:gd name="T3" fmla="*/ 117 h 117"/>
                <a:gd name="T4" fmla="*/ 215 w 215"/>
                <a:gd name="T5" fmla="*/ 33 h 117"/>
                <a:gd name="T6" fmla="*/ 172 w 215"/>
                <a:gd name="T7" fmla="*/ 33 h 117"/>
                <a:gd name="T8" fmla="*/ 107 w 215"/>
                <a:gd name="T9" fmla="*/ 0 h 117"/>
                <a:gd name="T10" fmla="*/ 43 w 215"/>
                <a:gd name="T11" fmla="*/ 33 h 117"/>
                <a:gd name="T12" fmla="*/ 0 w 215"/>
                <a:gd name="T13" fmla="*/ 33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5" h="117">
                  <a:moveTo>
                    <a:pt x="0" y="33"/>
                  </a:moveTo>
                  <a:cubicBezTo>
                    <a:pt x="12" y="81"/>
                    <a:pt x="55" y="117"/>
                    <a:pt x="107" y="117"/>
                  </a:cubicBezTo>
                  <a:cubicBezTo>
                    <a:pt x="160" y="117"/>
                    <a:pt x="203" y="81"/>
                    <a:pt x="215" y="33"/>
                  </a:cubicBezTo>
                  <a:cubicBezTo>
                    <a:pt x="172" y="33"/>
                    <a:pt x="172" y="33"/>
                    <a:pt x="172" y="33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0" y="33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C792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290"/>
            <p:cNvSpPr>
              <a:spLocks/>
            </p:cNvSpPr>
            <p:nvPr/>
          </p:nvSpPr>
          <p:spPr bwMode="auto">
            <a:xfrm>
              <a:off x="1728" y="3603"/>
              <a:ext cx="206" cy="90"/>
            </a:xfrm>
            <a:custGeom>
              <a:avLst/>
              <a:gdLst>
                <a:gd name="T0" fmla="*/ 65 w 87"/>
                <a:gd name="T1" fmla="*/ 38 h 38"/>
                <a:gd name="T2" fmla="*/ 87 w 87"/>
                <a:gd name="T3" fmla="*/ 0 h 38"/>
                <a:gd name="T4" fmla="*/ 43 w 87"/>
                <a:gd name="T5" fmla="*/ 5 h 38"/>
                <a:gd name="T6" fmla="*/ 0 w 87"/>
                <a:gd name="T7" fmla="*/ 0 h 38"/>
                <a:gd name="T8" fmla="*/ 22 w 87"/>
                <a:gd name="T9" fmla="*/ 38 h 38"/>
                <a:gd name="T10" fmla="*/ 22 w 87"/>
                <a:gd name="T11" fmla="*/ 38 h 38"/>
                <a:gd name="T12" fmla="*/ 65 w 87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38">
                  <a:moveTo>
                    <a:pt x="65" y="38"/>
                  </a:moveTo>
                  <a:cubicBezTo>
                    <a:pt x="78" y="31"/>
                    <a:pt x="87" y="16"/>
                    <a:pt x="87" y="0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9" y="31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65" y="38"/>
                    <a:pt x="65" y="38"/>
                    <a:pt x="65" y="38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291"/>
            <p:cNvSpPr>
              <a:spLocks/>
            </p:cNvSpPr>
            <p:nvPr/>
          </p:nvSpPr>
          <p:spPr bwMode="auto">
            <a:xfrm>
              <a:off x="1780" y="3681"/>
              <a:ext cx="102" cy="23"/>
            </a:xfrm>
            <a:custGeom>
              <a:avLst/>
              <a:gdLst>
                <a:gd name="T0" fmla="*/ 21 w 43"/>
                <a:gd name="T1" fmla="*/ 10 h 10"/>
                <a:gd name="T2" fmla="*/ 43 w 43"/>
                <a:gd name="T3" fmla="*/ 5 h 10"/>
                <a:gd name="T4" fmla="*/ 21 w 43"/>
                <a:gd name="T5" fmla="*/ 0 h 10"/>
                <a:gd name="T6" fmla="*/ 0 w 43"/>
                <a:gd name="T7" fmla="*/ 5 h 10"/>
                <a:gd name="T8" fmla="*/ 21 w 4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10">
                  <a:moveTo>
                    <a:pt x="21" y="10"/>
                  </a:moveTo>
                  <a:cubicBezTo>
                    <a:pt x="29" y="10"/>
                    <a:pt x="36" y="8"/>
                    <a:pt x="43" y="5"/>
                  </a:cubicBezTo>
                  <a:cubicBezTo>
                    <a:pt x="36" y="2"/>
                    <a:pt x="29" y="0"/>
                    <a:pt x="21" y="0"/>
                  </a:cubicBezTo>
                  <a:cubicBezTo>
                    <a:pt x="14" y="0"/>
                    <a:pt x="7" y="2"/>
                    <a:pt x="0" y="5"/>
                  </a:cubicBezTo>
                  <a:cubicBezTo>
                    <a:pt x="7" y="8"/>
                    <a:pt x="14" y="10"/>
                    <a:pt x="21" y="10"/>
                  </a:cubicBezTo>
                  <a:close/>
                </a:path>
              </a:pathLst>
            </a:custGeom>
            <a:solidFill>
              <a:srgbClr val="DE3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Oval 292"/>
            <p:cNvSpPr>
              <a:spLocks noChangeArrowheads="1"/>
            </p:cNvSpPr>
            <p:nvPr/>
          </p:nvSpPr>
          <p:spPr bwMode="auto">
            <a:xfrm>
              <a:off x="1650" y="3397"/>
              <a:ext cx="104" cy="10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293"/>
            <p:cNvSpPr>
              <a:spLocks/>
            </p:cNvSpPr>
            <p:nvPr/>
          </p:nvSpPr>
          <p:spPr bwMode="auto">
            <a:xfrm>
              <a:off x="1754" y="3603"/>
              <a:ext cx="154" cy="26"/>
            </a:xfrm>
            <a:custGeom>
              <a:avLst/>
              <a:gdLst>
                <a:gd name="T0" fmla="*/ 65 w 65"/>
                <a:gd name="T1" fmla="*/ 0 h 11"/>
                <a:gd name="T2" fmla="*/ 54 w 65"/>
                <a:gd name="T3" fmla="*/ 11 h 11"/>
                <a:gd name="T4" fmla="*/ 11 w 65"/>
                <a:gd name="T5" fmla="*/ 11 h 11"/>
                <a:gd name="T6" fmla="*/ 0 w 65"/>
                <a:gd name="T7" fmla="*/ 0 h 11"/>
                <a:gd name="T8" fmla="*/ 65 w 65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1">
                  <a:moveTo>
                    <a:pt x="65" y="0"/>
                  </a:moveTo>
                  <a:cubicBezTo>
                    <a:pt x="65" y="6"/>
                    <a:pt x="60" y="11"/>
                    <a:pt x="54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1"/>
                    <a:pt x="0" y="6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294"/>
            <p:cNvSpPr>
              <a:spLocks/>
            </p:cNvSpPr>
            <p:nvPr/>
          </p:nvSpPr>
          <p:spPr bwMode="auto">
            <a:xfrm>
              <a:off x="1830" y="3551"/>
              <a:ext cx="156" cy="78"/>
            </a:xfrm>
            <a:custGeom>
              <a:avLst/>
              <a:gdLst>
                <a:gd name="T0" fmla="*/ 0 w 66"/>
                <a:gd name="T1" fmla="*/ 0 h 33"/>
                <a:gd name="T2" fmla="*/ 33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  <a:gd name="T8" fmla="*/ 0 w 66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33">
                  <a:moveTo>
                    <a:pt x="0" y="0"/>
                  </a:moveTo>
                  <a:cubicBezTo>
                    <a:pt x="0" y="18"/>
                    <a:pt x="15" y="33"/>
                    <a:pt x="33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5"/>
                    <a:pt x="51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Oval 295"/>
            <p:cNvSpPr>
              <a:spLocks noChangeArrowheads="1"/>
            </p:cNvSpPr>
            <p:nvPr/>
          </p:nvSpPr>
          <p:spPr bwMode="auto">
            <a:xfrm>
              <a:off x="1908" y="3397"/>
              <a:ext cx="104" cy="10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Oval 296"/>
            <p:cNvSpPr>
              <a:spLocks noChangeArrowheads="1"/>
            </p:cNvSpPr>
            <p:nvPr/>
          </p:nvSpPr>
          <p:spPr bwMode="auto">
            <a:xfrm>
              <a:off x="1676" y="3423"/>
              <a:ext cx="52" cy="49"/>
            </a:xfrm>
            <a:prstGeom prst="ellipse">
              <a:avLst/>
            </a:prstGeom>
            <a:solidFill>
              <a:srgbClr val="3678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Oval 297"/>
            <p:cNvSpPr>
              <a:spLocks noChangeArrowheads="1"/>
            </p:cNvSpPr>
            <p:nvPr/>
          </p:nvSpPr>
          <p:spPr bwMode="auto">
            <a:xfrm>
              <a:off x="1934" y="3423"/>
              <a:ext cx="52" cy="49"/>
            </a:xfrm>
            <a:prstGeom prst="ellipse">
              <a:avLst/>
            </a:prstGeom>
            <a:solidFill>
              <a:srgbClr val="3678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Oval 298"/>
            <p:cNvSpPr>
              <a:spLocks noChangeArrowheads="1"/>
            </p:cNvSpPr>
            <p:nvPr/>
          </p:nvSpPr>
          <p:spPr bwMode="auto">
            <a:xfrm>
              <a:off x="1664" y="3435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Oval 299"/>
            <p:cNvSpPr>
              <a:spLocks noChangeArrowheads="1"/>
            </p:cNvSpPr>
            <p:nvPr/>
          </p:nvSpPr>
          <p:spPr bwMode="auto">
            <a:xfrm>
              <a:off x="1922" y="3435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300"/>
            <p:cNvSpPr>
              <a:spLocks/>
            </p:cNvSpPr>
            <p:nvPr/>
          </p:nvSpPr>
          <p:spPr bwMode="auto">
            <a:xfrm>
              <a:off x="1572" y="3188"/>
              <a:ext cx="52" cy="157"/>
            </a:xfrm>
            <a:custGeom>
              <a:avLst/>
              <a:gdLst>
                <a:gd name="T0" fmla="*/ 22 w 22"/>
                <a:gd name="T1" fmla="*/ 44 h 66"/>
                <a:gd name="T2" fmla="*/ 22 w 22"/>
                <a:gd name="T3" fmla="*/ 0 h 66"/>
                <a:gd name="T4" fmla="*/ 0 w 22"/>
                <a:gd name="T5" fmla="*/ 22 h 66"/>
                <a:gd name="T6" fmla="*/ 0 w 22"/>
                <a:gd name="T7" fmla="*/ 66 h 66"/>
                <a:gd name="T8" fmla="*/ 22 w 22"/>
                <a:gd name="T9" fmla="*/ 4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6">
                  <a:moveTo>
                    <a:pt x="22" y="44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12" y="66"/>
                    <a:pt x="22" y="56"/>
                    <a:pt x="22" y="44"/>
                  </a:cubicBezTo>
                  <a:close/>
                </a:path>
              </a:pathLst>
            </a:cu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301"/>
            <p:cNvSpPr>
              <a:spLocks/>
            </p:cNvSpPr>
            <p:nvPr/>
          </p:nvSpPr>
          <p:spPr bwMode="auto">
            <a:xfrm>
              <a:off x="1598" y="3061"/>
              <a:ext cx="542" cy="153"/>
            </a:xfrm>
            <a:custGeom>
              <a:avLst/>
              <a:gdLst>
                <a:gd name="T0" fmla="*/ 164 w 229"/>
                <a:gd name="T1" fmla="*/ 65 h 65"/>
                <a:gd name="T2" fmla="*/ 0 w 229"/>
                <a:gd name="T3" fmla="*/ 65 h 65"/>
                <a:gd name="T4" fmla="*/ 66 w 229"/>
                <a:gd name="T5" fmla="*/ 0 h 65"/>
                <a:gd name="T6" fmla="*/ 229 w 229"/>
                <a:gd name="T7" fmla="*/ 0 h 65"/>
                <a:gd name="T8" fmla="*/ 164 w 229"/>
                <a:gd name="T9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" h="65">
                  <a:moveTo>
                    <a:pt x="164" y="65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29"/>
                    <a:pt x="30" y="0"/>
                    <a:pt x="66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9" y="36"/>
                    <a:pt x="200" y="65"/>
                    <a:pt x="164" y="65"/>
                  </a:cubicBezTo>
                  <a:close/>
                </a:path>
              </a:pathLst>
            </a:cu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302"/>
            <p:cNvSpPr>
              <a:spLocks/>
            </p:cNvSpPr>
            <p:nvPr/>
          </p:nvSpPr>
          <p:spPr bwMode="auto">
            <a:xfrm>
              <a:off x="1598" y="3063"/>
              <a:ext cx="542" cy="151"/>
            </a:xfrm>
            <a:custGeom>
              <a:avLst/>
              <a:gdLst>
                <a:gd name="T0" fmla="*/ 164 w 229"/>
                <a:gd name="T1" fmla="*/ 64 h 64"/>
                <a:gd name="T2" fmla="*/ 0 w 229"/>
                <a:gd name="T3" fmla="*/ 64 h 64"/>
                <a:gd name="T4" fmla="*/ 0 w 229"/>
                <a:gd name="T5" fmla="*/ 63 h 64"/>
                <a:gd name="T6" fmla="*/ 33 w 229"/>
                <a:gd name="T7" fmla="*/ 32 h 64"/>
                <a:gd name="T8" fmla="*/ 197 w 229"/>
                <a:gd name="T9" fmla="*/ 32 h 64"/>
                <a:gd name="T10" fmla="*/ 197 w 229"/>
                <a:gd name="T11" fmla="*/ 32 h 64"/>
                <a:gd name="T12" fmla="*/ 229 w 229"/>
                <a:gd name="T13" fmla="*/ 0 h 64"/>
                <a:gd name="T14" fmla="*/ 164 w 229"/>
                <a:gd name="T1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9" h="64">
                  <a:moveTo>
                    <a:pt x="164" y="64"/>
                  </a:moveTo>
                  <a:cubicBezTo>
                    <a:pt x="0" y="64"/>
                    <a:pt x="0" y="64"/>
                    <a:pt x="0" y="64"/>
                  </a:cubicBezTo>
                  <a:cubicBezTo>
                    <a:pt x="0" y="64"/>
                    <a:pt x="0" y="64"/>
                    <a:pt x="0" y="63"/>
                  </a:cubicBezTo>
                  <a:cubicBezTo>
                    <a:pt x="1" y="46"/>
                    <a:pt x="15" y="32"/>
                    <a:pt x="33" y="32"/>
                  </a:cubicBezTo>
                  <a:cubicBezTo>
                    <a:pt x="197" y="32"/>
                    <a:pt x="197" y="32"/>
                    <a:pt x="197" y="32"/>
                  </a:cubicBezTo>
                  <a:cubicBezTo>
                    <a:pt x="197" y="32"/>
                    <a:pt x="197" y="32"/>
                    <a:pt x="197" y="32"/>
                  </a:cubicBezTo>
                  <a:cubicBezTo>
                    <a:pt x="214" y="32"/>
                    <a:pt x="229" y="17"/>
                    <a:pt x="229" y="0"/>
                  </a:cubicBezTo>
                  <a:cubicBezTo>
                    <a:pt x="229" y="35"/>
                    <a:pt x="200" y="64"/>
                    <a:pt x="164" y="64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303"/>
            <p:cNvSpPr>
              <a:spLocks/>
            </p:cNvSpPr>
            <p:nvPr/>
          </p:nvSpPr>
          <p:spPr bwMode="auto">
            <a:xfrm>
              <a:off x="2038" y="3188"/>
              <a:ext cx="50" cy="157"/>
            </a:xfrm>
            <a:custGeom>
              <a:avLst/>
              <a:gdLst>
                <a:gd name="T0" fmla="*/ 0 w 21"/>
                <a:gd name="T1" fmla="*/ 44 h 66"/>
                <a:gd name="T2" fmla="*/ 0 w 21"/>
                <a:gd name="T3" fmla="*/ 0 h 66"/>
                <a:gd name="T4" fmla="*/ 21 w 21"/>
                <a:gd name="T5" fmla="*/ 22 h 66"/>
                <a:gd name="T6" fmla="*/ 21 w 21"/>
                <a:gd name="T7" fmla="*/ 66 h 66"/>
                <a:gd name="T8" fmla="*/ 0 w 21"/>
                <a:gd name="T9" fmla="*/ 4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6">
                  <a:moveTo>
                    <a:pt x="0" y="4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21" y="10"/>
                    <a:pt x="21" y="22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9" y="66"/>
                    <a:pt x="0" y="56"/>
                    <a:pt x="0" y="44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304"/>
            <p:cNvSpPr>
              <a:spLocks/>
            </p:cNvSpPr>
            <p:nvPr/>
          </p:nvSpPr>
          <p:spPr bwMode="auto">
            <a:xfrm>
              <a:off x="1676" y="3551"/>
              <a:ext cx="154" cy="78"/>
            </a:xfrm>
            <a:custGeom>
              <a:avLst/>
              <a:gdLst>
                <a:gd name="T0" fmla="*/ 65 w 65"/>
                <a:gd name="T1" fmla="*/ 0 h 33"/>
                <a:gd name="T2" fmla="*/ 33 w 65"/>
                <a:gd name="T3" fmla="*/ 0 h 33"/>
                <a:gd name="T4" fmla="*/ 0 w 65"/>
                <a:gd name="T5" fmla="*/ 33 h 33"/>
                <a:gd name="T6" fmla="*/ 33 w 65"/>
                <a:gd name="T7" fmla="*/ 33 h 33"/>
                <a:gd name="T8" fmla="*/ 65 w 65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33">
                  <a:moveTo>
                    <a:pt x="65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5"/>
                    <a:pt x="0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51" y="33"/>
                    <a:pt x="65" y="18"/>
                    <a:pt x="65" y="0"/>
                  </a:cubicBezTo>
                  <a:close/>
                </a:path>
              </a:pathLst>
            </a:cu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305"/>
            <p:cNvSpPr>
              <a:spLocks/>
            </p:cNvSpPr>
            <p:nvPr/>
          </p:nvSpPr>
          <p:spPr bwMode="auto">
            <a:xfrm>
              <a:off x="1766" y="3435"/>
              <a:ext cx="78" cy="130"/>
            </a:xfrm>
            <a:custGeom>
              <a:avLst/>
              <a:gdLst>
                <a:gd name="T0" fmla="*/ 22 w 33"/>
                <a:gd name="T1" fmla="*/ 5 h 55"/>
                <a:gd name="T2" fmla="*/ 27 w 33"/>
                <a:gd name="T3" fmla="*/ 0 h 55"/>
                <a:gd name="T4" fmla="*/ 33 w 33"/>
                <a:gd name="T5" fmla="*/ 5 h 55"/>
                <a:gd name="T6" fmla="*/ 33 w 33"/>
                <a:gd name="T7" fmla="*/ 27 h 55"/>
                <a:gd name="T8" fmla="*/ 27 w 33"/>
                <a:gd name="T9" fmla="*/ 33 h 55"/>
                <a:gd name="T10" fmla="*/ 17 w 33"/>
                <a:gd name="T11" fmla="*/ 33 h 55"/>
                <a:gd name="T12" fmla="*/ 11 w 33"/>
                <a:gd name="T13" fmla="*/ 38 h 55"/>
                <a:gd name="T14" fmla="*/ 17 w 33"/>
                <a:gd name="T15" fmla="*/ 44 h 55"/>
                <a:gd name="T16" fmla="*/ 27 w 33"/>
                <a:gd name="T17" fmla="*/ 44 h 55"/>
                <a:gd name="T18" fmla="*/ 33 w 33"/>
                <a:gd name="T19" fmla="*/ 49 h 55"/>
                <a:gd name="T20" fmla="*/ 27 w 33"/>
                <a:gd name="T21" fmla="*/ 54 h 55"/>
                <a:gd name="T22" fmla="*/ 17 w 33"/>
                <a:gd name="T23" fmla="*/ 55 h 55"/>
                <a:gd name="T24" fmla="*/ 0 w 33"/>
                <a:gd name="T25" fmla="*/ 38 h 55"/>
                <a:gd name="T26" fmla="*/ 17 w 33"/>
                <a:gd name="T27" fmla="*/ 22 h 55"/>
                <a:gd name="T28" fmla="*/ 22 w 33"/>
                <a:gd name="T29" fmla="*/ 22 h 55"/>
                <a:gd name="T30" fmla="*/ 22 w 33"/>
                <a:gd name="T31" fmla="*/ 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55">
                  <a:moveTo>
                    <a:pt x="22" y="5"/>
                  </a:moveTo>
                  <a:cubicBezTo>
                    <a:pt x="22" y="2"/>
                    <a:pt x="24" y="0"/>
                    <a:pt x="27" y="0"/>
                  </a:cubicBezTo>
                  <a:cubicBezTo>
                    <a:pt x="30" y="0"/>
                    <a:pt x="33" y="2"/>
                    <a:pt x="33" y="5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30"/>
                    <a:pt x="30" y="33"/>
                    <a:pt x="2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4" y="33"/>
                    <a:pt x="11" y="35"/>
                    <a:pt x="11" y="38"/>
                  </a:cubicBezTo>
                  <a:cubicBezTo>
                    <a:pt x="11" y="41"/>
                    <a:pt x="14" y="44"/>
                    <a:pt x="1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30" y="44"/>
                    <a:pt x="33" y="46"/>
                    <a:pt x="33" y="49"/>
                  </a:cubicBezTo>
                  <a:cubicBezTo>
                    <a:pt x="33" y="52"/>
                    <a:pt x="30" y="54"/>
                    <a:pt x="27" y="54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8" y="55"/>
                    <a:pt x="0" y="47"/>
                    <a:pt x="0" y="38"/>
                  </a:cubicBezTo>
                  <a:cubicBezTo>
                    <a:pt x="0" y="29"/>
                    <a:pt x="8" y="22"/>
                    <a:pt x="17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5"/>
                    <a:pt x="22" y="5"/>
                    <a:pt x="22" y="5"/>
                  </a:cubicBezTo>
                  <a:close/>
                </a:path>
              </a:pathLst>
            </a:custGeom>
            <a:solidFill>
              <a:srgbClr val="A878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306"/>
            <p:cNvSpPr>
              <a:spLocks/>
            </p:cNvSpPr>
            <p:nvPr/>
          </p:nvSpPr>
          <p:spPr bwMode="auto">
            <a:xfrm>
              <a:off x="1650" y="3371"/>
              <a:ext cx="104" cy="26"/>
            </a:xfrm>
            <a:custGeom>
              <a:avLst/>
              <a:gdLst>
                <a:gd name="T0" fmla="*/ 6 w 44"/>
                <a:gd name="T1" fmla="*/ 11 h 11"/>
                <a:gd name="T2" fmla="*/ 0 w 44"/>
                <a:gd name="T3" fmla="*/ 5 h 11"/>
                <a:gd name="T4" fmla="*/ 6 w 44"/>
                <a:gd name="T5" fmla="*/ 0 h 11"/>
                <a:gd name="T6" fmla="*/ 38 w 44"/>
                <a:gd name="T7" fmla="*/ 0 h 11"/>
                <a:gd name="T8" fmla="*/ 44 w 44"/>
                <a:gd name="T9" fmla="*/ 5 h 11"/>
                <a:gd name="T10" fmla="*/ 38 w 44"/>
                <a:gd name="T11" fmla="*/ 11 h 11"/>
                <a:gd name="T12" fmla="*/ 6 w 44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11">
                  <a:moveTo>
                    <a:pt x="6" y="11"/>
                  </a:moveTo>
                  <a:cubicBezTo>
                    <a:pt x="3" y="11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1" y="0"/>
                    <a:pt x="44" y="2"/>
                    <a:pt x="44" y="5"/>
                  </a:cubicBezTo>
                  <a:cubicBezTo>
                    <a:pt x="44" y="8"/>
                    <a:pt x="41" y="11"/>
                    <a:pt x="38" y="11"/>
                  </a:cubicBezTo>
                  <a:cubicBezTo>
                    <a:pt x="6" y="11"/>
                    <a:pt x="6" y="11"/>
                    <a:pt x="6" y="11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307"/>
            <p:cNvSpPr>
              <a:spLocks/>
            </p:cNvSpPr>
            <p:nvPr/>
          </p:nvSpPr>
          <p:spPr bwMode="auto">
            <a:xfrm>
              <a:off x="1905" y="3371"/>
              <a:ext cx="105" cy="26"/>
            </a:xfrm>
            <a:custGeom>
              <a:avLst/>
              <a:gdLst>
                <a:gd name="T0" fmla="*/ 6 w 44"/>
                <a:gd name="T1" fmla="*/ 11 h 11"/>
                <a:gd name="T2" fmla="*/ 0 w 44"/>
                <a:gd name="T3" fmla="*/ 5 h 11"/>
                <a:gd name="T4" fmla="*/ 6 w 44"/>
                <a:gd name="T5" fmla="*/ 0 h 11"/>
                <a:gd name="T6" fmla="*/ 38 w 44"/>
                <a:gd name="T7" fmla="*/ 0 h 11"/>
                <a:gd name="T8" fmla="*/ 44 w 44"/>
                <a:gd name="T9" fmla="*/ 5 h 11"/>
                <a:gd name="T10" fmla="*/ 38 w 44"/>
                <a:gd name="T11" fmla="*/ 11 h 11"/>
                <a:gd name="T12" fmla="*/ 6 w 44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11">
                  <a:moveTo>
                    <a:pt x="6" y="11"/>
                  </a:moveTo>
                  <a:cubicBezTo>
                    <a:pt x="3" y="11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1" y="0"/>
                    <a:pt x="44" y="2"/>
                    <a:pt x="44" y="5"/>
                  </a:cubicBezTo>
                  <a:cubicBezTo>
                    <a:pt x="44" y="8"/>
                    <a:pt x="41" y="11"/>
                    <a:pt x="38" y="11"/>
                  </a:cubicBezTo>
                  <a:cubicBezTo>
                    <a:pt x="6" y="11"/>
                    <a:pt x="6" y="11"/>
                    <a:pt x="6" y="11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Freeform 308"/>
            <p:cNvSpPr>
              <a:spLocks/>
            </p:cNvSpPr>
            <p:nvPr/>
          </p:nvSpPr>
          <p:spPr bwMode="auto">
            <a:xfrm>
              <a:off x="1806" y="3498"/>
              <a:ext cx="334" cy="464"/>
            </a:xfrm>
            <a:custGeom>
              <a:avLst/>
              <a:gdLst>
                <a:gd name="T0" fmla="*/ 98 w 141"/>
                <a:gd name="T1" fmla="*/ 175 h 196"/>
                <a:gd name="T2" fmla="*/ 76 w 141"/>
                <a:gd name="T3" fmla="*/ 153 h 196"/>
                <a:gd name="T4" fmla="*/ 76 w 141"/>
                <a:gd name="T5" fmla="*/ 196 h 196"/>
                <a:gd name="T6" fmla="*/ 54 w 141"/>
                <a:gd name="T7" fmla="*/ 175 h 196"/>
                <a:gd name="T8" fmla="*/ 54 w 141"/>
                <a:gd name="T9" fmla="*/ 196 h 196"/>
                <a:gd name="T10" fmla="*/ 32 w 141"/>
                <a:gd name="T11" fmla="*/ 175 h 196"/>
                <a:gd name="T12" fmla="*/ 32 w 141"/>
                <a:gd name="T13" fmla="*/ 196 h 196"/>
                <a:gd name="T14" fmla="*/ 10 w 141"/>
                <a:gd name="T15" fmla="*/ 175 h 196"/>
                <a:gd name="T16" fmla="*/ 0 w 141"/>
                <a:gd name="T17" fmla="*/ 142 h 196"/>
                <a:gd name="T18" fmla="*/ 10 w 141"/>
                <a:gd name="T19" fmla="*/ 109 h 196"/>
                <a:gd name="T20" fmla="*/ 76 w 141"/>
                <a:gd name="T21" fmla="*/ 44 h 196"/>
                <a:gd name="T22" fmla="*/ 119 w 141"/>
                <a:gd name="T23" fmla="*/ 0 h 196"/>
                <a:gd name="T24" fmla="*/ 141 w 141"/>
                <a:gd name="T25" fmla="*/ 131 h 196"/>
                <a:gd name="T26" fmla="*/ 119 w 141"/>
                <a:gd name="T27" fmla="*/ 109 h 196"/>
                <a:gd name="T28" fmla="*/ 119 w 141"/>
                <a:gd name="T29" fmla="*/ 153 h 196"/>
                <a:gd name="T30" fmla="*/ 98 w 141"/>
                <a:gd name="T31" fmla="*/ 131 h 196"/>
                <a:gd name="T32" fmla="*/ 98 w 141"/>
                <a:gd name="T33" fmla="*/ 175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1" h="196">
                  <a:moveTo>
                    <a:pt x="98" y="175"/>
                  </a:moveTo>
                  <a:cubicBezTo>
                    <a:pt x="86" y="175"/>
                    <a:pt x="76" y="165"/>
                    <a:pt x="76" y="153"/>
                  </a:cubicBezTo>
                  <a:cubicBezTo>
                    <a:pt x="76" y="196"/>
                    <a:pt x="76" y="196"/>
                    <a:pt x="76" y="196"/>
                  </a:cubicBezTo>
                  <a:cubicBezTo>
                    <a:pt x="64" y="196"/>
                    <a:pt x="54" y="187"/>
                    <a:pt x="54" y="175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42" y="196"/>
                    <a:pt x="32" y="187"/>
                    <a:pt x="32" y="175"/>
                  </a:cubicBezTo>
                  <a:cubicBezTo>
                    <a:pt x="32" y="196"/>
                    <a:pt x="32" y="196"/>
                    <a:pt x="32" y="196"/>
                  </a:cubicBezTo>
                  <a:cubicBezTo>
                    <a:pt x="20" y="196"/>
                    <a:pt x="10" y="187"/>
                    <a:pt x="10" y="175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0" y="109"/>
                    <a:pt x="10" y="109"/>
                    <a:pt x="10" y="109"/>
                  </a:cubicBezTo>
                  <a:cubicBezTo>
                    <a:pt x="47" y="109"/>
                    <a:pt x="76" y="80"/>
                    <a:pt x="76" y="44"/>
                  </a:cubicBezTo>
                  <a:cubicBezTo>
                    <a:pt x="76" y="20"/>
                    <a:pt x="95" y="0"/>
                    <a:pt x="119" y="0"/>
                  </a:cubicBezTo>
                  <a:cubicBezTo>
                    <a:pt x="141" y="131"/>
                    <a:pt x="141" y="131"/>
                    <a:pt x="141" y="131"/>
                  </a:cubicBezTo>
                  <a:cubicBezTo>
                    <a:pt x="129" y="131"/>
                    <a:pt x="119" y="121"/>
                    <a:pt x="119" y="109"/>
                  </a:cubicBezTo>
                  <a:cubicBezTo>
                    <a:pt x="119" y="153"/>
                    <a:pt x="119" y="153"/>
                    <a:pt x="119" y="153"/>
                  </a:cubicBezTo>
                  <a:cubicBezTo>
                    <a:pt x="107" y="153"/>
                    <a:pt x="98" y="143"/>
                    <a:pt x="98" y="131"/>
                  </a:cubicBezTo>
                  <a:cubicBezTo>
                    <a:pt x="98" y="175"/>
                    <a:pt x="98" y="175"/>
                    <a:pt x="98" y="175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309"/>
            <p:cNvSpPr>
              <a:spLocks/>
            </p:cNvSpPr>
            <p:nvPr/>
          </p:nvSpPr>
          <p:spPr bwMode="auto">
            <a:xfrm>
              <a:off x="1522" y="3498"/>
              <a:ext cx="308" cy="464"/>
            </a:xfrm>
            <a:custGeom>
              <a:avLst/>
              <a:gdLst>
                <a:gd name="T0" fmla="*/ 130 w 130"/>
                <a:gd name="T1" fmla="*/ 175 h 196"/>
                <a:gd name="T2" fmla="*/ 109 w 130"/>
                <a:gd name="T3" fmla="*/ 196 h 196"/>
                <a:gd name="T4" fmla="*/ 109 w 130"/>
                <a:gd name="T5" fmla="*/ 175 h 196"/>
                <a:gd name="T6" fmla="*/ 87 w 130"/>
                <a:gd name="T7" fmla="*/ 196 h 196"/>
                <a:gd name="T8" fmla="*/ 87 w 130"/>
                <a:gd name="T9" fmla="*/ 175 h 196"/>
                <a:gd name="T10" fmla="*/ 65 w 130"/>
                <a:gd name="T11" fmla="*/ 196 h 196"/>
                <a:gd name="T12" fmla="*/ 65 w 130"/>
                <a:gd name="T13" fmla="*/ 153 h 196"/>
                <a:gd name="T14" fmla="*/ 43 w 130"/>
                <a:gd name="T15" fmla="*/ 175 h 196"/>
                <a:gd name="T16" fmla="*/ 43 w 130"/>
                <a:gd name="T17" fmla="*/ 131 h 196"/>
                <a:gd name="T18" fmla="*/ 21 w 130"/>
                <a:gd name="T19" fmla="*/ 153 h 196"/>
                <a:gd name="T20" fmla="*/ 21 w 130"/>
                <a:gd name="T21" fmla="*/ 109 h 196"/>
                <a:gd name="T22" fmla="*/ 0 w 130"/>
                <a:gd name="T23" fmla="*/ 131 h 196"/>
                <a:gd name="T24" fmla="*/ 21 w 130"/>
                <a:gd name="T25" fmla="*/ 0 h 196"/>
                <a:gd name="T26" fmla="*/ 65 w 130"/>
                <a:gd name="T27" fmla="*/ 44 h 196"/>
                <a:gd name="T28" fmla="*/ 130 w 130"/>
                <a:gd name="T29" fmla="*/ 109 h 196"/>
                <a:gd name="T30" fmla="*/ 130 w 130"/>
                <a:gd name="T31" fmla="*/ 109 h 196"/>
                <a:gd name="T32" fmla="*/ 130 w 130"/>
                <a:gd name="T33" fmla="*/ 175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0" h="196">
                  <a:moveTo>
                    <a:pt x="130" y="175"/>
                  </a:moveTo>
                  <a:cubicBezTo>
                    <a:pt x="130" y="187"/>
                    <a:pt x="121" y="196"/>
                    <a:pt x="109" y="196"/>
                  </a:cubicBezTo>
                  <a:cubicBezTo>
                    <a:pt x="109" y="175"/>
                    <a:pt x="109" y="175"/>
                    <a:pt x="109" y="175"/>
                  </a:cubicBezTo>
                  <a:cubicBezTo>
                    <a:pt x="109" y="187"/>
                    <a:pt x="99" y="196"/>
                    <a:pt x="87" y="196"/>
                  </a:cubicBezTo>
                  <a:cubicBezTo>
                    <a:pt x="87" y="175"/>
                    <a:pt x="87" y="175"/>
                    <a:pt x="87" y="175"/>
                  </a:cubicBezTo>
                  <a:cubicBezTo>
                    <a:pt x="87" y="187"/>
                    <a:pt x="77" y="196"/>
                    <a:pt x="65" y="196"/>
                  </a:cubicBezTo>
                  <a:cubicBezTo>
                    <a:pt x="65" y="153"/>
                    <a:pt x="65" y="153"/>
                    <a:pt x="65" y="153"/>
                  </a:cubicBezTo>
                  <a:cubicBezTo>
                    <a:pt x="65" y="165"/>
                    <a:pt x="55" y="175"/>
                    <a:pt x="43" y="175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3" y="143"/>
                    <a:pt x="33" y="153"/>
                    <a:pt x="21" y="153"/>
                  </a:cubicBezTo>
                  <a:cubicBezTo>
                    <a:pt x="21" y="109"/>
                    <a:pt x="21" y="109"/>
                    <a:pt x="21" y="109"/>
                  </a:cubicBezTo>
                  <a:cubicBezTo>
                    <a:pt x="21" y="121"/>
                    <a:pt x="12" y="131"/>
                    <a:pt x="0" y="131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46" y="0"/>
                    <a:pt x="65" y="20"/>
                    <a:pt x="65" y="44"/>
                  </a:cubicBezTo>
                  <a:cubicBezTo>
                    <a:pt x="65" y="80"/>
                    <a:pt x="94" y="109"/>
                    <a:pt x="130" y="109"/>
                  </a:cubicBezTo>
                  <a:cubicBezTo>
                    <a:pt x="130" y="109"/>
                    <a:pt x="130" y="109"/>
                    <a:pt x="130" y="109"/>
                  </a:cubicBezTo>
                  <a:cubicBezTo>
                    <a:pt x="130" y="175"/>
                    <a:pt x="130" y="175"/>
                    <a:pt x="130" y="175"/>
                  </a:cubicBezTo>
                  <a:close/>
                </a:path>
              </a:pathLst>
            </a:cu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Freeform 310"/>
            <p:cNvSpPr>
              <a:spLocks/>
            </p:cNvSpPr>
            <p:nvPr/>
          </p:nvSpPr>
          <p:spPr bwMode="auto">
            <a:xfrm>
              <a:off x="5183" y="2829"/>
              <a:ext cx="1341" cy="1342"/>
            </a:xfrm>
            <a:custGeom>
              <a:avLst/>
              <a:gdLst>
                <a:gd name="T0" fmla="*/ 1341 w 1341"/>
                <a:gd name="T1" fmla="*/ 0 h 1342"/>
                <a:gd name="T2" fmla="*/ 1341 w 1341"/>
                <a:gd name="T3" fmla="*/ 1342 h 1342"/>
                <a:gd name="T4" fmla="*/ 0 w 1341"/>
                <a:gd name="T5" fmla="*/ 1342 h 1342"/>
                <a:gd name="T6" fmla="*/ 0 w 1341"/>
                <a:gd name="T7" fmla="*/ 0 h 1342"/>
                <a:gd name="T8" fmla="*/ 1341 w 1341"/>
                <a:gd name="T9" fmla="*/ 0 h 1342"/>
                <a:gd name="T10" fmla="*/ 1341 w 1341"/>
                <a:gd name="T11" fmla="*/ 0 h 1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41" h="1342">
                  <a:moveTo>
                    <a:pt x="1341" y="0"/>
                  </a:moveTo>
                  <a:lnTo>
                    <a:pt x="1341" y="1342"/>
                  </a:lnTo>
                  <a:lnTo>
                    <a:pt x="0" y="1342"/>
                  </a:lnTo>
                  <a:lnTo>
                    <a:pt x="0" y="0"/>
                  </a:lnTo>
                  <a:lnTo>
                    <a:pt x="1341" y="0"/>
                  </a:lnTo>
                  <a:lnTo>
                    <a:pt x="1341" y="0"/>
                  </a:lnTo>
                  <a:close/>
                </a:path>
              </a:pathLst>
            </a:custGeom>
            <a:solidFill>
              <a:srgbClr val="5B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311"/>
            <p:cNvSpPr>
              <a:spLocks/>
            </p:cNvSpPr>
            <p:nvPr/>
          </p:nvSpPr>
          <p:spPr bwMode="auto">
            <a:xfrm>
              <a:off x="5876" y="3089"/>
              <a:ext cx="648" cy="1082"/>
            </a:xfrm>
            <a:custGeom>
              <a:avLst/>
              <a:gdLst>
                <a:gd name="T0" fmla="*/ 648 w 648"/>
                <a:gd name="T1" fmla="*/ 1082 h 1082"/>
                <a:gd name="T2" fmla="*/ 0 w 648"/>
                <a:gd name="T3" fmla="*/ 1082 h 1082"/>
                <a:gd name="T4" fmla="*/ 232 w 648"/>
                <a:gd name="T5" fmla="*/ 0 h 1082"/>
                <a:gd name="T6" fmla="*/ 648 w 648"/>
                <a:gd name="T7" fmla="*/ 414 h 1082"/>
                <a:gd name="T8" fmla="*/ 648 w 648"/>
                <a:gd name="T9" fmla="*/ 1082 h 1082"/>
                <a:gd name="T10" fmla="*/ 648 w 648"/>
                <a:gd name="T11" fmla="*/ 1082 h 1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8" h="1082">
                  <a:moveTo>
                    <a:pt x="648" y="1082"/>
                  </a:moveTo>
                  <a:lnTo>
                    <a:pt x="0" y="1082"/>
                  </a:lnTo>
                  <a:lnTo>
                    <a:pt x="232" y="0"/>
                  </a:lnTo>
                  <a:lnTo>
                    <a:pt x="648" y="414"/>
                  </a:lnTo>
                  <a:lnTo>
                    <a:pt x="648" y="1082"/>
                  </a:lnTo>
                  <a:lnTo>
                    <a:pt x="648" y="1082"/>
                  </a:lnTo>
                  <a:close/>
                </a:path>
              </a:pathLst>
            </a:custGeom>
            <a:solidFill>
              <a:srgbClr val="3678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312"/>
            <p:cNvSpPr>
              <a:spLocks/>
            </p:cNvSpPr>
            <p:nvPr/>
          </p:nvSpPr>
          <p:spPr bwMode="auto">
            <a:xfrm>
              <a:off x="5441" y="3704"/>
              <a:ext cx="826" cy="467"/>
            </a:xfrm>
            <a:custGeom>
              <a:avLst/>
              <a:gdLst>
                <a:gd name="T0" fmla="*/ 349 w 349"/>
                <a:gd name="T1" fmla="*/ 190 h 197"/>
                <a:gd name="T2" fmla="*/ 337 w 349"/>
                <a:gd name="T3" fmla="*/ 197 h 197"/>
                <a:gd name="T4" fmla="*/ 11 w 349"/>
                <a:gd name="T5" fmla="*/ 197 h 197"/>
                <a:gd name="T6" fmla="*/ 0 w 349"/>
                <a:gd name="T7" fmla="*/ 190 h 197"/>
                <a:gd name="T8" fmla="*/ 0 w 349"/>
                <a:gd name="T9" fmla="*/ 142 h 197"/>
                <a:gd name="T10" fmla="*/ 22 w 349"/>
                <a:gd name="T11" fmla="*/ 109 h 197"/>
                <a:gd name="T12" fmla="*/ 120 w 349"/>
                <a:gd name="T13" fmla="*/ 60 h 197"/>
                <a:gd name="T14" fmla="*/ 120 w 349"/>
                <a:gd name="T15" fmla="*/ 0 h 197"/>
                <a:gd name="T16" fmla="*/ 120 w 349"/>
                <a:gd name="T17" fmla="*/ 0 h 197"/>
                <a:gd name="T18" fmla="*/ 229 w 349"/>
                <a:gd name="T19" fmla="*/ 0 h 197"/>
                <a:gd name="T20" fmla="*/ 229 w 349"/>
                <a:gd name="T21" fmla="*/ 0 h 197"/>
                <a:gd name="T22" fmla="*/ 229 w 349"/>
                <a:gd name="T23" fmla="*/ 60 h 197"/>
                <a:gd name="T24" fmla="*/ 327 w 349"/>
                <a:gd name="T25" fmla="*/ 109 h 197"/>
                <a:gd name="T26" fmla="*/ 349 w 349"/>
                <a:gd name="T27" fmla="*/ 142 h 197"/>
                <a:gd name="T28" fmla="*/ 349 w 349"/>
                <a:gd name="T29" fmla="*/ 19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9" h="197">
                  <a:moveTo>
                    <a:pt x="349" y="190"/>
                  </a:moveTo>
                  <a:cubicBezTo>
                    <a:pt x="345" y="192"/>
                    <a:pt x="341" y="195"/>
                    <a:pt x="337" y="197"/>
                  </a:cubicBezTo>
                  <a:cubicBezTo>
                    <a:pt x="11" y="197"/>
                    <a:pt x="11" y="197"/>
                    <a:pt x="11" y="197"/>
                  </a:cubicBezTo>
                  <a:cubicBezTo>
                    <a:pt x="7" y="195"/>
                    <a:pt x="3" y="192"/>
                    <a:pt x="0" y="19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20"/>
                    <a:pt x="11" y="115"/>
                    <a:pt x="22" y="109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9" y="60"/>
                    <a:pt x="229" y="60"/>
                    <a:pt x="229" y="60"/>
                  </a:cubicBezTo>
                  <a:cubicBezTo>
                    <a:pt x="327" y="109"/>
                    <a:pt x="327" y="109"/>
                    <a:pt x="327" y="109"/>
                  </a:cubicBezTo>
                  <a:cubicBezTo>
                    <a:pt x="338" y="115"/>
                    <a:pt x="349" y="120"/>
                    <a:pt x="349" y="142"/>
                  </a:cubicBezTo>
                  <a:cubicBezTo>
                    <a:pt x="349" y="190"/>
                    <a:pt x="349" y="190"/>
                    <a:pt x="349" y="190"/>
                  </a:cubicBezTo>
                  <a:close/>
                </a:path>
              </a:pathLst>
            </a:custGeom>
            <a:solidFill>
              <a:srgbClr val="FFD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313"/>
            <p:cNvSpPr>
              <a:spLocks/>
            </p:cNvSpPr>
            <p:nvPr/>
          </p:nvSpPr>
          <p:spPr bwMode="auto">
            <a:xfrm>
              <a:off x="5725" y="3704"/>
              <a:ext cx="542" cy="467"/>
            </a:xfrm>
            <a:custGeom>
              <a:avLst/>
              <a:gdLst>
                <a:gd name="T0" fmla="*/ 229 w 229"/>
                <a:gd name="T1" fmla="*/ 190 h 197"/>
                <a:gd name="T2" fmla="*/ 217 w 229"/>
                <a:gd name="T3" fmla="*/ 197 h 197"/>
                <a:gd name="T4" fmla="*/ 156 w 229"/>
                <a:gd name="T5" fmla="*/ 197 h 197"/>
                <a:gd name="T6" fmla="*/ 0 w 229"/>
                <a:gd name="T7" fmla="*/ 40 h 197"/>
                <a:gd name="T8" fmla="*/ 0 w 229"/>
                <a:gd name="T9" fmla="*/ 0 h 197"/>
                <a:gd name="T10" fmla="*/ 109 w 229"/>
                <a:gd name="T11" fmla="*/ 0 h 197"/>
                <a:gd name="T12" fmla="*/ 109 w 229"/>
                <a:gd name="T13" fmla="*/ 0 h 197"/>
                <a:gd name="T14" fmla="*/ 109 w 229"/>
                <a:gd name="T15" fmla="*/ 60 h 197"/>
                <a:gd name="T16" fmla="*/ 207 w 229"/>
                <a:gd name="T17" fmla="*/ 109 h 197"/>
                <a:gd name="T18" fmla="*/ 229 w 229"/>
                <a:gd name="T19" fmla="*/ 142 h 197"/>
                <a:gd name="T20" fmla="*/ 229 w 229"/>
                <a:gd name="T21" fmla="*/ 19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9" h="197">
                  <a:moveTo>
                    <a:pt x="229" y="190"/>
                  </a:moveTo>
                  <a:cubicBezTo>
                    <a:pt x="225" y="192"/>
                    <a:pt x="221" y="195"/>
                    <a:pt x="217" y="197"/>
                  </a:cubicBezTo>
                  <a:cubicBezTo>
                    <a:pt x="156" y="197"/>
                    <a:pt x="156" y="197"/>
                    <a:pt x="156" y="19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60"/>
                    <a:pt x="109" y="60"/>
                    <a:pt x="109" y="60"/>
                  </a:cubicBezTo>
                  <a:cubicBezTo>
                    <a:pt x="207" y="109"/>
                    <a:pt x="207" y="109"/>
                    <a:pt x="207" y="109"/>
                  </a:cubicBezTo>
                  <a:cubicBezTo>
                    <a:pt x="218" y="115"/>
                    <a:pt x="229" y="120"/>
                    <a:pt x="229" y="142"/>
                  </a:cubicBezTo>
                  <a:cubicBezTo>
                    <a:pt x="229" y="190"/>
                    <a:pt x="229" y="190"/>
                    <a:pt x="229" y="190"/>
                  </a:cubicBezTo>
                  <a:close/>
                </a:path>
              </a:pathLst>
            </a:custGeom>
            <a:solidFill>
              <a:srgbClr val="F7C0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Freeform 314"/>
            <p:cNvSpPr>
              <a:spLocks noEditPoints="1"/>
            </p:cNvSpPr>
            <p:nvPr/>
          </p:nvSpPr>
          <p:spPr bwMode="auto">
            <a:xfrm>
              <a:off x="5441" y="3913"/>
              <a:ext cx="826" cy="258"/>
            </a:xfrm>
            <a:custGeom>
              <a:avLst/>
              <a:gdLst>
                <a:gd name="T0" fmla="*/ 349 w 349"/>
                <a:gd name="T1" fmla="*/ 102 h 109"/>
                <a:gd name="T2" fmla="*/ 337 w 349"/>
                <a:gd name="T3" fmla="*/ 109 h 109"/>
                <a:gd name="T4" fmla="*/ 174 w 349"/>
                <a:gd name="T5" fmla="*/ 109 h 109"/>
                <a:gd name="T6" fmla="*/ 283 w 349"/>
                <a:gd name="T7" fmla="*/ 0 h 109"/>
                <a:gd name="T8" fmla="*/ 349 w 349"/>
                <a:gd name="T9" fmla="*/ 102 h 109"/>
                <a:gd name="T10" fmla="*/ 0 w 349"/>
                <a:gd name="T11" fmla="*/ 109 h 109"/>
                <a:gd name="T12" fmla="*/ 0 w 349"/>
                <a:gd name="T13" fmla="*/ 54 h 109"/>
                <a:gd name="T14" fmla="*/ 22 w 349"/>
                <a:gd name="T15" fmla="*/ 21 h 109"/>
                <a:gd name="T16" fmla="*/ 65 w 349"/>
                <a:gd name="T17" fmla="*/ 0 h 109"/>
                <a:gd name="T18" fmla="*/ 65 w 349"/>
                <a:gd name="T19" fmla="*/ 0 h 109"/>
                <a:gd name="T20" fmla="*/ 174 w 349"/>
                <a:gd name="T21" fmla="*/ 109 h 109"/>
                <a:gd name="T22" fmla="*/ 0 w 349"/>
                <a:gd name="T2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9" h="109">
                  <a:moveTo>
                    <a:pt x="349" y="102"/>
                  </a:moveTo>
                  <a:cubicBezTo>
                    <a:pt x="337" y="109"/>
                    <a:pt x="337" y="109"/>
                    <a:pt x="337" y="109"/>
                  </a:cubicBezTo>
                  <a:cubicBezTo>
                    <a:pt x="174" y="109"/>
                    <a:pt x="174" y="109"/>
                    <a:pt x="174" y="10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349" y="102"/>
                    <a:pt x="349" y="102"/>
                    <a:pt x="349" y="102"/>
                  </a:cubicBezTo>
                  <a:close/>
                  <a:moveTo>
                    <a:pt x="0" y="109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0" y="32"/>
                    <a:pt x="11" y="27"/>
                    <a:pt x="22" y="21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174" y="109"/>
                    <a:pt x="174" y="109"/>
                    <a:pt x="174" y="109"/>
                  </a:cubicBezTo>
                  <a:cubicBezTo>
                    <a:pt x="0" y="109"/>
                    <a:pt x="0" y="109"/>
                    <a:pt x="0" y="109"/>
                  </a:cubicBezTo>
                  <a:close/>
                </a:path>
              </a:pathLst>
            </a:custGeom>
            <a:solidFill>
              <a:srgbClr val="A3C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315"/>
            <p:cNvSpPr>
              <a:spLocks noEditPoints="1"/>
            </p:cNvSpPr>
            <p:nvPr/>
          </p:nvSpPr>
          <p:spPr bwMode="auto">
            <a:xfrm>
              <a:off x="5441" y="3962"/>
              <a:ext cx="802" cy="157"/>
            </a:xfrm>
            <a:custGeom>
              <a:avLst/>
              <a:gdLst>
                <a:gd name="T0" fmla="*/ 0 w 339"/>
                <a:gd name="T1" fmla="*/ 66 h 66"/>
                <a:gd name="T2" fmla="*/ 0 w 339"/>
                <a:gd name="T3" fmla="*/ 44 h 66"/>
                <a:gd name="T4" fmla="*/ 131 w 339"/>
                <a:gd name="T5" fmla="*/ 44 h 66"/>
                <a:gd name="T6" fmla="*/ 152 w 339"/>
                <a:gd name="T7" fmla="*/ 66 h 66"/>
                <a:gd name="T8" fmla="*/ 0 w 339"/>
                <a:gd name="T9" fmla="*/ 66 h 66"/>
                <a:gd name="T10" fmla="*/ 1 w 339"/>
                <a:gd name="T11" fmla="*/ 22 h 66"/>
                <a:gd name="T12" fmla="*/ 22 w 339"/>
                <a:gd name="T13" fmla="*/ 0 h 66"/>
                <a:gd name="T14" fmla="*/ 22 w 339"/>
                <a:gd name="T15" fmla="*/ 0 h 66"/>
                <a:gd name="T16" fmla="*/ 87 w 339"/>
                <a:gd name="T17" fmla="*/ 0 h 66"/>
                <a:gd name="T18" fmla="*/ 109 w 339"/>
                <a:gd name="T19" fmla="*/ 22 h 66"/>
                <a:gd name="T20" fmla="*/ 1 w 339"/>
                <a:gd name="T21" fmla="*/ 22 h 66"/>
                <a:gd name="T22" fmla="*/ 196 w 339"/>
                <a:gd name="T23" fmla="*/ 66 h 66"/>
                <a:gd name="T24" fmla="*/ 218 w 339"/>
                <a:gd name="T25" fmla="*/ 44 h 66"/>
                <a:gd name="T26" fmla="*/ 325 w 339"/>
                <a:gd name="T27" fmla="*/ 44 h 66"/>
                <a:gd name="T28" fmla="*/ 339 w 339"/>
                <a:gd name="T29" fmla="*/ 66 h 66"/>
                <a:gd name="T30" fmla="*/ 196 w 339"/>
                <a:gd name="T31" fmla="*/ 66 h 66"/>
                <a:gd name="T32" fmla="*/ 240 w 339"/>
                <a:gd name="T33" fmla="*/ 22 h 66"/>
                <a:gd name="T34" fmla="*/ 261 w 339"/>
                <a:gd name="T35" fmla="*/ 0 h 66"/>
                <a:gd name="T36" fmla="*/ 297 w 339"/>
                <a:gd name="T37" fmla="*/ 0 h 66"/>
                <a:gd name="T38" fmla="*/ 311 w 339"/>
                <a:gd name="T39" fmla="*/ 22 h 66"/>
                <a:gd name="T40" fmla="*/ 240 w 339"/>
                <a:gd name="T41" fmla="*/ 2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9" h="66">
                  <a:moveTo>
                    <a:pt x="0" y="66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131" y="44"/>
                    <a:pt x="131" y="44"/>
                    <a:pt x="131" y="44"/>
                  </a:cubicBezTo>
                  <a:cubicBezTo>
                    <a:pt x="152" y="66"/>
                    <a:pt x="152" y="66"/>
                    <a:pt x="152" y="66"/>
                  </a:cubicBezTo>
                  <a:cubicBezTo>
                    <a:pt x="0" y="66"/>
                    <a:pt x="0" y="66"/>
                    <a:pt x="0" y="66"/>
                  </a:cubicBezTo>
                  <a:close/>
                  <a:moveTo>
                    <a:pt x="1" y="22"/>
                  </a:moveTo>
                  <a:cubicBezTo>
                    <a:pt x="4" y="9"/>
                    <a:pt x="13" y="5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" y="22"/>
                    <a:pt x="1" y="22"/>
                    <a:pt x="1" y="22"/>
                  </a:cubicBezTo>
                  <a:close/>
                  <a:moveTo>
                    <a:pt x="196" y="66"/>
                  </a:moveTo>
                  <a:cubicBezTo>
                    <a:pt x="218" y="44"/>
                    <a:pt x="218" y="44"/>
                    <a:pt x="218" y="44"/>
                  </a:cubicBezTo>
                  <a:cubicBezTo>
                    <a:pt x="325" y="44"/>
                    <a:pt x="325" y="44"/>
                    <a:pt x="325" y="44"/>
                  </a:cubicBezTo>
                  <a:cubicBezTo>
                    <a:pt x="339" y="66"/>
                    <a:pt x="339" y="66"/>
                    <a:pt x="339" y="66"/>
                  </a:cubicBezTo>
                  <a:cubicBezTo>
                    <a:pt x="196" y="66"/>
                    <a:pt x="196" y="66"/>
                    <a:pt x="196" y="66"/>
                  </a:cubicBezTo>
                  <a:close/>
                  <a:moveTo>
                    <a:pt x="240" y="22"/>
                  </a:moveTo>
                  <a:cubicBezTo>
                    <a:pt x="261" y="0"/>
                    <a:pt x="261" y="0"/>
                    <a:pt x="261" y="0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311" y="22"/>
                    <a:pt x="311" y="22"/>
                    <a:pt x="311" y="22"/>
                  </a:cubicBezTo>
                  <a:cubicBezTo>
                    <a:pt x="240" y="22"/>
                    <a:pt x="240" y="22"/>
                    <a:pt x="240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Freeform 316"/>
            <p:cNvSpPr>
              <a:spLocks/>
            </p:cNvSpPr>
            <p:nvPr/>
          </p:nvSpPr>
          <p:spPr bwMode="auto">
            <a:xfrm>
              <a:off x="5973" y="3913"/>
              <a:ext cx="294" cy="258"/>
            </a:xfrm>
            <a:custGeom>
              <a:avLst/>
              <a:gdLst>
                <a:gd name="T0" fmla="*/ 124 w 124"/>
                <a:gd name="T1" fmla="*/ 109 h 109"/>
                <a:gd name="T2" fmla="*/ 51 w 124"/>
                <a:gd name="T3" fmla="*/ 109 h 109"/>
                <a:gd name="T4" fmla="*/ 0 w 124"/>
                <a:gd name="T5" fmla="*/ 58 h 109"/>
                <a:gd name="T6" fmla="*/ 58 w 124"/>
                <a:gd name="T7" fmla="*/ 0 h 109"/>
                <a:gd name="T8" fmla="*/ 102 w 124"/>
                <a:gd name="T9" fmla="*/ 21 h 109"/>
                <a:gd name="T10" fmla="*/ 124 w 124"/>
                <a:gd name="T11" fmla="*/ 54 h 109"/>
                <a:gd name="T12" fmla="*/ 124 w 124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4" h="109">
                  <a:moveTo>
                    <a:pt x="124" y="109"/>
                  </a:moveTo>
                  <a:cubicBezTo>
                    <a:pt x="51" y="109"/>
                    <a:pt x="51" y="109"/>
                    <a:pt x="51" y="109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13" y="27"/>
                    <a:pt x="124" y="32"/>
                    <a:pt x="124" y="54"/>
                  </a:cubicBezTo>
                  <a:cubicBezTo>
                    <a:pt x="124" y="109"/>
                    <a:pt x="124" y="109"/>
                    <a:pt x="124" y="109"/>
                  </a:cubicBezTo>
                  <a:close/>
                </a:path>
              </a:pathLst>
            </a:custGeom>
            <a:solidFill>
              <a:srgbClr val="799D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317"/>
            <p:cNvSpPr>
              <a:spLocks noEditPoints="1"/>
            </p:cNvSpPr>
            <p:nvPr/>
          </p:nvSpPr>
          <p:spPr bwMode="auto">
            <a:xfrm>
              <a:off x="5992" y="3962"/>
              <a:ext cx="275" cy="157"/>
            </a:xfrm>
            <a:custGeom>
              <a:avLst/>
              <a:gdLst>
                <a:gd name="T0" fmla="*/ 21 w 116"/>
                <a:gd name="T1" fmla="*/ 66 h 66"/>
                <a:gd name="T2" fmla="*/ 0 w 116"/>
                <a:gd name="T3" fmla="*/ 44 h 66"/>
                <a:gd name="T4" fmla="*/ 116 w 116"/>
                <a:gd name="T5" fmla="*/ 44 h 66"/>
                <a:gd name="T6" fmla="*/ 116 w 116"/>
                <a:gd name="T7" fmla="*/ 66 h 66"/>
                <a:gd name="T8" fmla="*/ 21 w 116"/>
                <a:gd name="T9" fmla="*/ 66 h 66"/>
                <a:gd name="T10" fmla="*/ 7 w 116"/>
                <a:gd name="T11" fmla="*/ 22 h 66"/>
                <a:gd name="T12" fmla="*/ 28 w 116"/>
                <a:gd name="T13" fmla="*/ 0 h 66"/>
                <a:gd name="T14" fmla="*/ 94 w 116"/>
                <a:gd name="T15" fmla="*/ 0 h 66"/>
                <a:gd name="T16" fmla="*/ 94 w 116"/>
                <a:gd name="T17" fmla="*/ 0 h 66"/>
                <a:gd name="T18" fmla="*/ 115 w 116"/>
                <a:gd name="T19" fmla="*/ 22 h 66"/>
                <a:gd name="T20" fmla="*/ 7 w 116"/>
                <a:gd name="T21" fmla="*/ 2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66">
                  <a:moveTo>
                    <a:pt x="21" y="66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21" y="66"/>
                    <a:pt x="21" y="66"/>
                    <a:pt x="21" y="66"/>
                  </a:cubicBezTo>
                  <a:close/>
                  <a:moveTo>
                    <a:pt x="7" y="22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103" y="5"/>
                    <a:pt x="111" y="9"/>
                    <a:pt x="115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</a:path>
              </a:pathLst>
            </a:custGeom>
            <a:solidFill>
              <a:srgbClr val="A0B3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318"/>
            <p:cNvSpPr>
              <a:spLocks/>
            </p:cNvSpPr>
            <p:nvPr/>
          </p:nvSpPr>
          <p:spPr bwMode="auto">
            <a:xfrm>
              <a:off x="5493" y="2983"/>
              <a:ext cx="722" cy="773"/>
            </a:xfrm>
            <a:custGeom>
              <a:avLst/>
              <a:gdLst>
                <a:gd name="T0" fmla="*/ 152 w 305"/>
                <a:gd name="T1" fmla="*/ 0 h 327"/>
                <a:gd name="T2" fmla="*/ 305 w 305"/>
                <a:gd name="T3" fmla="*/ 153 h 327"/>
                <a:gd name="T4" fmla="*/ 305 w 305"/>
                <a:gd name="T5" fmla="*/ 327 h 327"/>
                <a:gd name="T6" fmla="*/ 152 w 305"/>
                <a:gd name="T7" fmla="*/ 305 h 327"/>
                <a:gd name="T8" fmla="*/ 0 w 305"/>
                <a:gd name="T9" fmla="*/ 153 h 327"/>
                <a:gd name="T10" fmla="*/ 152 w 305"/>
                <a:gd name="T11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" h="327">
                  <a:moveTo>
                    <a:pt x="152" y="0"/>
                  </a:moveTo>
                  <a:cubicBezTo>
                    <a:pt x="237" y="0"/>
                    <a:pt x="305" y="69"/>
                    <a:pt x="305" y="153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152" y="305"/>
                    <a:pt x="152" y="305"/>
                    <a:pt x="152" y="305"/>
                  </a:cubicBezTo>
                  <a:cubicBezTo>
                    <a:pt x="69" y="306"/>
                    <a:pt x="0" y="237"/>
                    <a:pt x="0" y="153"/>
                  </a:cubicBezTo>
                  <a:cubicBezTo>
                    <a:pt x="0" y="69"/>
                    <a:pt x="68" y="0"/>
                    <a:pt x="152" y="0"/>
                  </a:cubicBez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319"/>
            <p:cNvSpPr>
              <a:spLocks/>
            </p:cNvSpPr>
            <p:nvPr/>
          </p:nvSpPr>
          <p:spPr bwMode="auto">
            <a:xfrm>
              <a:off x="5969" y="3345"/>
              <a:ext cx="392" cy="669"/>
            </a:xfrm>
            <a:custGeom>
              <a:avLst/>
              <a:gdLst>
                <a:gd name="T0" fmla="*/ 60 w 166"/>
                <a:gd name="T1" fmla="*/ 0 h 283"/>
                <a:gd name="T2" fmla="*/ 104 w 166"/>
                <a:gd name="T3" fmla="*/ 44 h 283"/>
                <a:gd name="T4" fmla="*/ 166 w 166"/>
                <a:gd name="T5" fmla="*/ 127 h 283"/>
                <a:gd name="T6" fmla="*/ 129 w 166"/>
                <a:gd name="T7" fmla="*/ 149 h 283"/>
                <a:gd name="T8" fmla="*/ 166 w 166"/>
                <a:gd name="T9" fmla="*/ 171 h 283"/>
                <a:gd name="T10" fmla="*/ 129 w 166"/>
                <a:gd name="T11" fmla="*/ 192 h 283"/>
                <a:gd name="T12" fmla="*/ 166 w 166"/>
                <a:gd name="T13" fmla="*/ 214 h 283"/>
                <a:gd name="T14" fmla="*/ 129 w 166"/>
                <a:gd name="T15" fmla="*/ 236 h 283"/>
                <a:gd name="T16" fmla="*/ 166 w 166"/>
                <a:gd name="T17" fmla="*/ 258 h 283"/>
                <a:gd name="T18" fmla="*/ 104 w 166"/>
                <a:gd name="T19" fmla="*/ 283 h 283"/>
                <a:gd name="T20" fmla="*/ 102 w 166"/>
                <a:gd name="T21" fmla="*/ 283 h 283"/>
                <a:gd name="T22" fmla="*/ 0 w 166"/>
                <a:gd name="T23" fmla="*/ 180 h 283"/>
                <a:gd name="T24" fmla="*/ 17 w 166"/>
                <a:gd name="T25" fmla="*/ 124 h 283"/>
                <a:gd name="T26" fmla="*/ 17 w 166"/>
                <a:gd name="T27" fmla="*/ 92 h 283"/>
                <a:gd name="T28" fmla="*/ 17 w 166"/>
                <a:gd name="T29" fmla="*/ 43 h 283"/>
                <a:gd name="T30" fmla="*/ 17 w 166"/>
                <a:gd name="T31" fmla="*/ 0 h 283"/>
                <a:gd name="T32" fmla="*/ 60 w 166"/>
                <a:gd name="T33" fmla="*/ 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6" h="283">
                  <a:moveTo>
                    <a:pt x="60" y="0"/>
                  </a:moveTo>
                  <a:cubicBezTo>
                    <a:pt x="84" y="0"/>
                    <a:pt x="104" y="19"/>
                    <a:pt x="104" y="44"/>
                  </a:cubicBezTo>
                  <a:cubicBezTo>
                    <a:pt x="104" y="83"/>
                    <a:pt x="130" y="116"/>
                    <a:pt x="166" y="127"/>
                  </a:cubicBezTo>
                  <a:cubicBezTo>
                    <a:pt x="155" y="137"/>
                    <a:pt x="143" y="145"/>
                    <a:pt x="129" y="149"/>
                  </a:cubicBezTo>
                  <a:cubicBezTo>
                    <a:pt x="139" y="159"/>
                    <a:pt x="152" y="166"/>
                    <a:pt x="166" y="171"/>
                  </a:cubicBezTo>
                  <a:cubicBezTo>
                    <a:pt x="156" y="181"/>
                    <a:pt x="143" y="188"/>
                    <a:pt x="129" y="192"/>
                  </a:cubicBezTo>
                  <a:cubicBezTo>
                    <a:pt x="139" y="202"/>
                    <a:pt x="152" y="210"/>
                    <a:pt x="166" y="214"/>
                  </a:cubicBezTo>
                  <a:cubicBezTo>
                    <a:pt x="156" y="224"/>
                    <a:pt x="143" y="232"/>
                    <a:pt x="129" y="236"/>
                  </a:cubicBezTo>
                  <a:cubicBezTo>
                    <a:pt x="139" y="246"/>
                    <a:pt x="152" y="254"/>
                    <a:pt x="166" y="258"/>
                  </a:cubicBezTo>
                  <a:cubicBezTo>
                    <a:pt x="150" y="274"/>
                    <a:pt x="128" y="283"/>
                    <a:pt x="104" y="283"/>
                  </a:cubicBezTo>
                  <a:cubicBezTo>
                    <a:pt x="103" y="283"/>
                    <a:pt x="102" y="283"/>
                    <a:pt x="102" y="283"/>
                  </a:cubicBezTo>
                  <a:cubicBezTo>
                    <a:pt x="45" y="282"/>
                    <a:pt x="0" y="236"/>
                    <a:pt x="0" y="180"/>
                  </a:cubicBezTo>
                  <a:cubicBezTo>
                    <a:pt x="0" y="159"/>
                    <a:pt x="6" y="140"/>
                    <a:pt x="17" y="124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60" y="0"/>
                    <a:pt x="60" y="0"/>
                    <a:pt x="60" y="0"/>
                  </a:cubicBezTo>
                  <a:close/>
                </a:path>
              </a:pathLst>
            </a:custGeom>
            <a:solidFill>
              <a:srgbClr val="BA9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Oval 320"/>
            <p:cNvSpPr>
              <a:spLocks noChangeArrowheads="1"/>
            </p:cNvSpPr>
            <p:nvPr/>
          </p:nvSpPr>
          <p:spPr bwMode="auto">
            <a:xfrm>
              <a:off x="5543" y="3397"/>
              <a:ext cx="104" cy="101"/>
            </a:xfrm>
            <a:prstGeom prst="ellipse">
              <a:avLst/>
            </a:prstGeom>
            <a:solidFill>
              <a:srgbClr val="FFD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Oval 321"/>
            <p:cNvSpPr>
              <a:spLocks noChangeArrowheads="1"/>
            </p:cNvSpPr>
            <p:nvPr/>
          </p:nvSpPr>
          <p:spPr bwMode="auto">
            <a:xfrm>
              <a:off x="6059" y="3397"/>
              <a:ext cx="104" cy="101"/>
            </a:xfrm>
            <a:prstGeom prst="ellipse">
              <a:avLst/>
            </a:prstGeom>
            <a:solidFill>
              <a:srgbClr val="F7C0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Oval 322"/>
            <p:cNvSpPr>
              <a:spLocks noChangeArrowheads="1"/>
            </p:cNvSpPr>
            <p:nvPr/>
          </p:nvSpPr>
          <p:spPr bwMode="auto">
            <a:xfrm>
              <a:off x="6085" y="3423"/>
              <a:ext cx="52" cy="49"/>
            </a:xfrm>
            <a:prstGeom prst="ellipse">
              <a:avLst/>
            </a:prstGeom>
            <a:solidFill>
              <a:srgbClr val="EBA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Oval 323"/>
            <p:cNvSpPr>
              <a:spLocks noChangeArrowheads="1"/>
            </p:cNvSpPr>
            <p:nvPr/>
          </p:nvSpPr>
          <p:spPr bwMode="auto">
            <a:xfrm>
              <a:off x="5569" y="3423"/>
              <a:ext cx="52" cy="49"/>
            </a:xfrm>
            <a:prstGeom prst="ellipse">
              <a:avLst/>
            </a:prstGeom>
            <a:solidFill>
              <a:srgbClr val="F7C0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Freeform 324"/>
            <p:cNvSpPr>
              <a:spLocks/>
            </p:cNvSpPr>
            <p:nvPr/>
          </p:nvSpPr>
          <p:spPr bwMode="auto">
            <a:xfrm>
              <a:off x="5595" y="3139"/>
              <a:ext cx="516" cy="696"/>
            </a:xfrm>
            <a:custGeom>
              <a:avLst/>
              <a:gdLst>
                <a:gd name="T0" fmla="*/ 218 w 218"/>
                <a:gd name="T1" fmla="*/ 87 h 294"/>
                <a:gd name="T2" fmla="*/ 218 w 218"/>
                <a:gd name="T3" fmla="*/ 185 h 294"/>
                <a:gd name="T4" fmla="*/ 109 w 218"/>
                <a:gd name="T5" fmla="*/ 294 h 294"/>
                <a:gd name="T6" fmla="*/ 0 w 218"/>
                <a:gd name="T7" fmla="*/ 185 h 294"/>
                <a:gd name="T8" fmla="*/ 0 w 218"/>
                <a:gd name="T9" fmla="*/ 87 h 294"/>
                <a:gd name="T10" fmla="*/ 44 w 218"/>
                <a:gd name="T11" fmla="*/ 0 h 294"/>
                <a:gd name="T12" fmla="*/ 131 w 218"/>
                <a:gd name="T13" fmla="*/ 0 h 294"/>
                <a:gd name="T14" fmla="*/ 175 w 218"/>
                <a:gd name="T15" fmla="*/ 43 h 294"/>
                <a:gd name="T16" fmla="*/ 175 w 218"/>
                <a:gd name="T17" fmla="*/ 43 h 294"/>
                <a:gd name="T18" fmla="*/ 218 w 218"/>
                <a:gd name="T19" fmla="*/ 87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8" h="294">
                  <a:moveTo>
                    <a:pt x="218" y="87"/>
                  </a:moveTo>
                  <a:cubicBezTo>
                    <a:pt x="218" y="185"/>
                    <a:pt x="218" y="185"/>
                    <a:pt x="218" y="185"/>
                  </a:cubicBezTo>
                  <a:cubicBezTo>
                    <a:pt x="218" y="245"/>
                    <a:pt x="169" y="294"/>
                    <a:pt x="109" y="294"/>
                  </a:cubicBezTo>
                  <a:cubicBezTo>
                    <a:pt x="49" y="294"/>
                    <a:pt x="0" y="245"/>
                    <a:pt x="0" y="185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51"/>
                    <a:pt x="17" y="20"/>
                    <a:pt x="44" y="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55" y="0"/>
                    <a:pt x="175" y="19"/>
                    <a:pt x="175" y="43"/>
                  </a:cubicBezTo>
                  <a:cubicBezTo>
                    <a:pt x="175" y="43"/>
                    <a:pt x="175" y="43"/>
                    <a:pt x="175" y="43"/>
                  </a:cubicBezTo>
                  <a:cubicBezTo>
                    <a:pt x="175" y="67"/>
                    <a:pt x="194" y="87"/>
                    <a:pt x="218" y="87"/>
                  </a:cubicBezTo>
                  <a:close/>
                </a:path>
              </a:pathLst>
            </a:custGeom>
            <a:solidFill>
              <a:srgbClr val="FFD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325"/>
            <p:cNvSpPr>
              <a:spLocks/>
            </p:cNvSpPr>
            <p:nvPr/>
          </p:nvSpPr>
          <p:spPr bwMode="auto">
            <a:xfrm>
              <a:off x="6037" y="3314"/>
              <a:ext cx="74" cy="73"/>
            </a:xfrm>
            <a:custGeom>
              <a:avLst/>
              <a:gdLst>
                <a:gd name="T0" fmla="*/ 31 w 31"/>
                <a:gd name="T1" fmla="*/ 13 h 31"/>
                <a:gd name="T2" fmla="*/ 31 w 31"/>
                <a:gd name="T3" fmla="*/ 31 h 31"/>
                <a:gd name="T4" fmla="*/ 0 w 31"/>
                <a:gd name="T5" fmla="*/ 0 h 31"/>
                <a:gd name="T6" fmla="*/ 0 w 31"/>
                <a:gd name="T7" fmla="*/ 0 h 31"/>
                <a:gd name="T8" fmla="*/ 31 w 31"/>
                <a:gd name="T9" fmla="*/ 1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31" y="13"/>
                  </a:moveTo>
                  <a:cubicBezTo>
                    <a:pt x="31" y="31"/>
                    <a:pt x="31" y="31"/>
                    <a:pt x="31" y="3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8"/>
                    <a:pt x="19" y="13"/>
                    <a:pt x="31" y="13"/>
                  </a:cubicBezTo>
                  <a:close/>
                </a:path>
              </a:pathLst>
            </a:custGeom>
            <a:solidFill>
              <a:srgbClr val="F7C0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Oval 326"/>
            <p:cNvSpPr>
              <a:spLocks noChangeArrowheads="1"/>
            </p:cNvSpPr>
            <p:nvPr/>
          </p:nvSpPr>
          <p:spPr bwMode="auto">
            <a:xfrm>
              <a:off x="5673" y="3397"/>
              <a:ext cx="104" cy="10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Oval 327"/>
            <p:cNvSpPr>
              <a:spLocks noChangeArrowheads="1"/>
            </p:cNvSpPr>
            <p:nvPr/>
          </p:nvSpPr>
          <p:spPr bwMode="auto">
            <a:xfrm>
              <a:off x="5931" y="3397"/>
              <a:ext cx="104" cy="10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Oval 328"/>
            <p:cNvSpPr>
              <a:spLocks noChangeArrowheads="1"/>
            </p:cNvSpPr>
            <p:nvPr/>
          </p:nvSpPr>
          <p:spPr bwMode="auto">
            <a:xfrm>
              <a:off x="5699" y="3423"/>
              <a:ext cx="52" cy="49"/>
            </a:xfrm>
            <a:prstGeom prst="ellipse">
              <a:avLst/>
            </a:pr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Oval 329"/>
            <p:cNvSpPr>
              <a:spLocks noChangeArrowheads="1"/>
            </p:cNvSpPr>
            <p:nvPr/>
          </p:nvSpPr>
          <p:spPr bwMode="auto">
            <a:xfrm>
              <a:off x="5957" y="3423"/>
              <a:ext cx="52" cy="49"/>
            </a:xfrm>
            <a:prstGeom prst="ellipse">
              <a:avLst/>
            </a:pr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Freeform 330"/>
            <p:cNvSpPr>
              <a:spLocks/>
            </p:cNvSpPr>
            <p:nvPr/>
          </p:nvSpPr>
          <p:spPr bwMode="auto">
            <a:xfrm>
              <a:off x="5789" y="3435"/>
              <a:ext cx="78" cy="130"/>
            </a:xfrm>
            <a:custGeom>
              <a:avLst/>
              <a:gdLst>
                <a:gd name="T0" fmla="*/ 22 w 33"/>
                <a:gd name="T1" fmla="*/ 5 h 55"/>
                <a:gd name="T2" fmla="*/ 27 w 33"/>
                <a:gd name="T3" fmla="*/ 0 h 55"/>
                <a:gd name="T4" fmla="*/ 33 w 33"/>
                <a:gd name="T5" fmla="*/ 5 h 55"/>
                <a:gd name="T6" fmla="*/ 33 w 33"/>
                <a:gd name="T7" fmla="*/ 27 h 55"/>
                <a:gd name="T8" fmla="*/ 27 w 33"/>
                <a:gd name="T9" fmla="*/ 33 h 55"/>
                <a:gd name="T10" fmla="*/ 16 w 33"/>
                <a:gd name="T11" fmla="*/ 33 h 55"/>
                <a:gd name="T12" fmla="*/ 11 w 33"/>
                <a:gd name="T13" fmla="*/ 38 h 55"/>
                <a:gd name="T14" fmla="*/ 16 w 33"/>
                <a:gd name="T15" fmla="*/ 44 h 55"/>
                <a:gd name="T16" fmla="*/ 27 w 33"/>
                <a:gd name="T17" fmla="*/ 44 h 55"/>
                <a:gd name="T18" fmla="*/ 33 w 33"/>
                <a:gd name="T19" fmla="*/ 49 h 55"/>
                <a:gd name="T20" fmla="*/ 27 w 33"/>
                <a:gd name="T21" fmla="*/ 54 h 55"/>
                <a:gd name="T22" fmla="*/ 16 w 33"/>
                <a:gd name="T23" fmla="*/ 55 h 55"/>
                <a:gd name="T24" fmla="*/ 0 w 33"/>
                <a:gd name="T25" fmla="*/ 38 h 55"/>
                <a:gd name="T26" fmla="*/ 16 w 33"/>
                <a:gd name="T27" fmla="*/ 22 h 55"/>
                <a:gd name="T28" fmla="*/ 22 w 33"/>
                <a:gd name="T29" fmla="*/ 22 h 55"/>
                <a:gd name="T30" fmla="*/ 22 w 33"/>
                <a:gd name="T31" fmla="*/ 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55">
                  <a:moveTo>
                    <a:pt x="22" y="5"/>
                  </a:moveTo>
                  <a:cubicBezTo>
                    <a:pt x="22" y="2"/>
                    <a:pt x="24" y="0"/>
                    <a:pt x="27" y="0"/>
                  </a:cubicBezTo>
                  <a:cubicBezTo>
                    <a:pt x="30" y="0"/>
                    <a:pt x="33" y="2"/>
                    <a:pt x="33" y="5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30"/>
                    <a:pt x="30" y="33"/>
                    <a:pt x="27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3" y="33"/>
                    <a:pt x="11" y="35"/>
                    <a:pt x="11" y="38"/>
                  </a:cubicBezTo>
                  <a:cubicBezTo>
                    <a:pt x="11" y="41"/>
                    <a:pt x="13" y="44"/>
                    <a:pt x="16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30" y="44"/>
                    <a:pt x="33" y="46"/>
                    <a:pt x="33" y="49"/>
                  </a:cubicBezTo>
                  <a:cubicBezTo>
                    <a:pt x="33" y="52"/>
                    <a:pt x="30" y="54"/>
                    <a:pt x="27" y="54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7" y="55"/>
                    <a:pt x="0" y="47"/>
                    <a:pt x="0" y="38"/>
                  </a:cubicBezTo>
                  <a:cubicBezTo>
                    <a:pt x="0" y="29"/>
                    <a:pt x="7" y="22"/>
                    <a:pt x="16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5"/>
                    <a:pt x="22" y="5"/>
                    <a:pt x="22" y="5"/>
                  </a:cubicBezTo>
                  <a:close/>
                </a:path>
              </a:pathLst>
            </a:custGeom>
            <a:solidFill>
              <a:srgbClr val="B08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Oval 331"/>
            <p:cNvSpPr>
              <a:spLocks noChangeArrowheads="1"/>
            </p:cNvSpPr>
            <p:nvPr/>
          </p:nvSpPr>
          <p:spPr bwMode="auto">
            <a:xfrm>
              <a:off x="5685" y="3435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Oval 332"/>
            <p:cNvSpPr>
              <a:spLocks noChangeArrowheads="1"/>
            </p:cNvSpPr>
            <p:nvPr/>
          </p:nvSpPr>
          <p:spPr bwMode="auto">
            <a:xfrm>
              <a:off x="5943" y="3435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333"/>
            <p:cNvSpPr>
              <a:spLocks/>
            </p:cNvSpPr>
            <p:nvPr/>
          </p:nvSpPr>
          <p:spPr bwMode="auto">
            <a:xfrm>
              <a:off x="5647" y="3330"/>
              <a:ext cx="154" cy="50"/>
            </a:xfrm>
            <a:custGeom>
              <a:avLst/>
              <a:gdLst>
                <a:gd name="T0" fmla="*/ 0 w 65"/>
                <a:gd name="T1" fmla="*/ 13 h 21"/>
                <a:gd name="T2" fmla="*/ 33 w 65"/>
                <a:gd name="T3" fmla="*/ 0 h 21"/>
                <a:gd name="T4" fmla="*/ 65 w 65"/>
                <a:gd name="T5" fmla="*/ 13 h 21"/>
                <a:gd name="T6" fmla="*/ 58 w 65"/>
                <a:gd name="T7" fmla="*/ 21 h 21"/>
                <a:gd name="T8" fmla="*/ 33 w 65"/>
                <a:gd name="T9" fmla="*/ 11 h 21"/>
                <a:gd name="T10" fmla="*/ 7 w 65"/>
                <a:gd name="T11" fmla="*/ 21 h 21"/>
                <a:gd name="T12" fmla="*/ 0 w 65"/>
                <a:gd name="T13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21">
                  <a:moveTo>
                    <a:pt x="0" y="13"/>
                  </a:moveTo>
                  <a:cubicBezTo>
                    <a:pt x="9" y="5"/>
                    <a:pt x="21" y="0"/>
                    <a:pt x="33" y="0"/>
                  </a:cubicBezTo>
                  <a:cubicBezTo>
                    <a:pt x="45" y="0"/>
                    <a:pt x="56" y="5"/>
                    <a:pt x="65" y="13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1" y="15"/>
                    <a:pt x="42" y="11"/>
                    <a:pt x="33" y="11"/>
                  </a:cubicBezTo>
                  <a:cubicBezTo>
                    <a:pt x="23" y="11"/>
                    <a:pt x="15" y="15"/>
                    <a:pt x="7" y="21"/>
                  </a:cubicBezTo>
                  <a:cubicBezTo>
                    <a:pt x="0" y="1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B08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Freeform 334"/>
            <p:cNvSpPr>
              <a:spLocks/>
            </p:cNvSpPr>
            <p:nvPr/>
          </p:nvSpPr>
          <p:spPr bwMode="auto">
            <a:xfrm>
              <a:off x="5905" y="3330"/>
              <a:ext cx="154" cy="50"/>
            </a:xfrm>
            <a:custGeom>
              <a:avLst/>
              <a:gdLst>
                <a:gd name="T0" fmla="*/ 0 w 65"/>
                <a:gd name="T1" fmla="*/ 13 h 21"/>
                <a:gd name="T2" fmla="*/ 33 w 65"/>
                <a:gd name="T3" fmla="*/ 0 h 21"/>
                <a:gd name="T4" fmla="*/ 65 w 65"/>
                <a:gd name="T5" fmla="*/ 13 h 21"/>
                <a:gd name="T6" fmla="*/ 58 w 65"/>
                <a:gd name="T7" fmla="*/ 21 h 21"/>
                <a:gd name="T8" fmla="*/ 33 w 65"/>
                <a:gd name="T9" fmla="*/ 11 h 21"/>
                <a:gd name="T10" fmla="*/ 8 w 65"/>
                <a:gd name="T11" fmla="*/ 21 h 21"/>
                <a:gd name="T12" fmla="*/ 0 w 65"/>
                <a:gd name="T13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21">
                  <a:moveTo>
                    <a:pt x="0" y="13"/>
                  </a:moveTo>
                  <a:cubicBezTo>
                    <a:pt x="9" y="5"/>
                    <a:pt x="21" y="0"/>
                    <a:pt x="33" y="0"/>
                  </a:cubicBezTo>
                  <a:cubicBezTo>
                    <a:pt x="45" y="0"/>
                    <a:pt x="56" y="5"/>
                    <a:pt x="65" y="13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1" y="15"/>
                    <a:pt x="42" y="11"/>
                    <a:pt x="33" y="11"/>
                  </a:cubicBezTo>
                  <a:cubicBezTo>
                    <a:pt x="23" y="11"/>
                    <a:pt x="15" y="15"/>
                    <a:pt x="8" y="21"/>
                  </a:cubicBezTo>
                  <a:cubicBezTo>
                    <a:pt x="0" y="1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B08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335"/>
            <p:cNvSpPr>
              <a:spLocks/>
            </p:cNvSpPr>
            <p:nvPr/>
          </p:nvSpPr>
          <p:spPr bwMode="auto">
            <a:xfrm>
              <a:off x="5737" y="3614"/>
              <a:ext cx="232" cy="53"/>
            </a:xfrm>
            <a:custGeom>
              <a:avLst/>
              <a:gdLst>
                <a:gd name="T0" fmla="*/ 0 w 98"/>
                <a:gd name="T1" fmla="*/ 6 h 22"/>
                <a:gd name="T2" fmla="*/ 6 w 98"/>
                <a:gd name="T3" fmla="*/ 0 h 22"/>
                <a:gd name="T4" fmla="*/ 11 w 98"/>
                <a:gd name="T5" fmla="*/ 6 h 22"/>
                <a:gd name="T6" fmla="*/ 13 w 98"/>
                <a:gd name="T7" fmla="*/ 10 h 22"/>
                <a:gd name="T8" fmla="*/ 13 w 98"/>
                <a:gd name="T9" fmla="*/ 10 h 22"/>
                <a:gd name="T10" fmla="*/ 17 w 98"/>
                <a:gd name="T11" fmla="*/ 11 h 22"/>
                <a:gd name="T12" fmla="*/ 82 w 98"/>
                <a:gd name="T13" fmla="*/ 11 h 22"/>
                <a:gd name="T14" fmla="*/ 86 w 98"/>
                <a:gd name="T15" fmla="*/ 10 h 22"/>
                <a:gd name="T16" fmla="*/ 87 w 98"/>
                <a:gd name="T17" fmla="*/ 6 h 22"/>
                <a:gd name="T18" fmla="*/ 93 w 98"/>
                <a:gd name="T19" fmla="*/ 0 h 22"/>
                <a:gd name="T20" fmla="*/ 98 w 98"/>
                <a:gd name="T21" fmla="*/ 6 h 22"/>
                <a:gd name="T22" fmla="*/ 94 w 98"/>
                <a:gd name="T23" fmla="*/ 17 h 22"/>
                <a:gd name="T24" fmla="*/ 94 w 98"/>
                <a:gd name="T25" fmla="*/ 17 h 22"/>
                <a:gd name="T26" fmla="*/ 94 w 98"/>
                <a:gd name="T27" fmla="*/ 17 h 22"/>
                <a:gd name="T28" fmla="*/ 82 w 98"/>
                <a:gd name="T29" fmla="*/ 22 h 22"/>
                <a:gd name="T30" fmla="*/ 17 w 98"/>
                <a:gd name="T31" fmla="*/ 22 h 22"/>
                <a:gd name="T32" fmla="*/ 5 w 98"/>
                <a:gd name="T33" fmla="*/ 17 h 22"/>
                <a:gd name="T34" fmla="*/ 5 w 98"/>
                <a:gd name="T35" fmla="*/ 17 h 22"/>
                <a:gd name="T36" fmla="*/ 5 w 98"/>
                <a:gd name="T37" fmla="*/ 17 h 22"/>
                <a:gd name="T38" fmla="*/ 0 w 98"/>
                <a:gd name="T39" fmla="*/ 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8" h="22">
                  <a:moveTo>
                    <a:pt x="0" y="6"/>
                  </a:move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ubicBezTo>
                    <a:pt x="11" y="7"/>
                    <a:pt x="12" y="9"/>
                    <a:pt x="13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4" y="11"/>
                    <a:pt x="15" y="11"/>
                    <a:pt x="17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3" y="11"/>
                    <a:pt x="85" y="11"/>
                    <a:pt x="86" y="10"/>
                  </a:cubicBezTo>
                  <a:cubicBezTo>
                    <a:pt x="87" y="9"/>
                    <a:pt x="87" y="7"/>
                    <a:pt x="87" y="6"/>
                  </a:cubicBezTo>
                  <a:cubicBezTo>
                    <a:pt x="87" y="3"/>
                    <a:pt x="90" y="0"/>
                    <a:pt x="93" y="0"/>
                  </a:cubicBezTo>
                  <a:cubicBezTo>
                    <a:pt x="96" y="0"/>
                    <a:pt x="98" y="3"/>
                    <a:pt x="98" y="6"/>
                  </a:cubicBezTo>
                  <a:cubicBezTo>
                    <a:pt x="98" y="10"/>
                    <a:pt x="96" y="14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1" y="20"/>
                    <a:pt x="86" y="22"/>
                    <a:pt x="82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2" y="22"/>
                    <a:pt x="8" y="20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2" y="14"/>
                    <a:pt x="0" y="10"/>
                    <a:pt x="0" y="6"/>
                  </a:cubicBezTo>
                  <a:close/>
                </a:path>
              </a:pathLst>
            </a:custGeom>
            <a:solidFill>
              <a:srgbClr val="B08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Freeform 336"/>
            <p:cNvSpPr>
              <a:spLocks noEditPoints="1"/>
            </p:cNvSpPr>
            <p:nvPr/>
          </p:nvSpPr>
          <p:spPr bwMode="auto">
            <a:xfrm>
              <a:off x="5843" y="3383"/>
              <a:ext cx="294" cy="130"/>
            </a:xfrm>
            <a:custGeom>
              <a:avLst/>
              <a:gdLst>
                <a:gd name="T0" fmla="*/ 91 w 124"/>
                <a:gd name="T1" fmla="*/ 11 h 55"/>
                <a:gd name="T2" fmla="*/ 37 w 124"/>
                <a:gd name="T3" fmla="*/ 11 h 55"/>
                <a:gd name="T4" fmla="*/ 32 w 124"/>
                <a:gd name="T5" fmla="*/ 17 h 55"/>
                <a:gd name="T6" fmla="*/ 32 w 124"/>
                <a:gd name="T7" fmla="*/ 27 h 55"/>
                <a:gd name="T8" fmla="*/ 48 w 124"/>
                <a:gd name="T9" fmla="*/ 44 h 55"/>
                <a:gd name="T10" fmla="*/ 75 w 124"/>
                <a:gd name="T11" fmla="*/ 44 h 55"/>
                <a:gd name="T12" fmla="*/ 91 w 124"/>
                <a:gd name="T13" fmla="*/ 27 h 55"/>
                <a:gd name="T14" fmla="*/ 91 w 124"/>
                <a:gd name="T15" fmla="*/ 11 h 55"/>
                <a:gd name="T16" fmla="*/ 4 w 124"/>
                <a:gd name="T17" fmla="*/ 0 h 55"/>
                <a:gd name="T18" fmla="*/ 23 w 124"/>
                <a:gd name="T19" fmla="*/ 8 h 55"/>
                <a:gd name="T20" fmla="*/ 37 w 124"/>
                <a:gd name="T21" fmla="*/ 0 h 55"/>
                <a:gd name="T22" fmla="*/ 119 w 124"/>
                <a:gd name="T23" fmla="*/ 0 h 55"/>
                <a:gd name="T24" fmla="*/ 124 w 124"/>
                <a:gd name="T25" fmla="*/ 6 h 55"/>
                <a:gd name="T26" fmla="*/ 119 w 124"/>
                <a:gd name="T27" fmla="*/ 11 h 55"/>
                <a:gd name="T28" fmla="*/ 102 w 124"/>
                <a:gd name="T29" fmla="*/ 11 h 55"/>
                <a:gd name="T30" fmla="*/ 102 w 124"/>
                <a:gd name="T31" fmla="*/ 27 h 55"/>
                <a:gd name="T32" fmla="*/ 75 w 124"/>
                <a:gd name="T33" fmla="*/ 55 h 55"/>
                <a:gd name="T34" fmla="*/ 48 w 124"/>
                <a:gd name="T35" fmla="*/ 55 h 55"/>
                <a:gd name="T36" fmla="*/ 21 w 124"/>
                <a:gd name="T37" fmla="*/ 27 h 55"/>
                <a:gd name="T38" fmla="*/ 4 w 124"/>
                <a:gd name="T39" fmla="*/ 11 h 55"/>
                <a:gd name="T40" fmla="*/ 0 w 124"/>
                <a:gd name="T41" fmla="*/ 6 h 55"/>
                <a:gd name="T42" fmla="*/ 4 w 124"/>
                <a:gd name="T4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4" h="55">
                  <a:moveTo>
                    <a:pt x="91" y="11"/>
                  </a:moveTo>
                  <a:cubicBezTo>
                    <a:pt x="37" y="11"/>
                    <a:pt x="37" y="11"/>
                    <a:pt x="37" y="11"/>
                  </a:cubicBezTo>
                  <a:cubicBezTo>
                    <a:pt x="34" y="11"/>
                    <a:pt x="32" y="14"/>
                    <a:pt x="32" y="1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36"/>
                    <a:pt x="39" y="44"/>
                    <a:pt x="48" y="44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84" y="44"/>
                    <a:pt x="91" y="36"/>
                    <a:pt x="91" y="27"/>
                  </a:cubicBezTo>
                  <a:cubicBezTo>
                    <a:pt x="91" y="11"/>
                    <a:pt x="91" y="11"/>
                    <a:pt x="91" y="11"/>
                  </a:cubicBezTo>
                  <a:close/>
                  <a:moveTo>
                    <a:pt x="4" y="0"/>
                  </a:moveTo>
                  <a:cubicBezTo>
                    <a:pt x="12" y="0"/>
                    <a:pt x="18" y="3"/>
                    <a:pt x="23" y="8"/>
                  </a:cubicBezTo>
                  <a:cubicBezTo>
                    <a:pt x="26" y="3"/>
                    <a:pt x="31" y="0"/>
                    <a:pt x="37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22" y="0"/>
                    <a:pt x="124" y="3"/>
                    <a:pt x="124" y="6"/>
                  </a:cubicBezTo>
                  <a:cubicBezTo>
                    <a:pt x="124" y="9"/>
                    <a:pt x="122" y="11"/>
                    <a:pt x="119" y="11"/>
                  </a:cubicBezTo>
                  <a:cubicBezTo>
                    <a:pt x="102" y="11"/>
                    <a:pt x="102" y="11"/>
                    <a:pt x="102" y="11"/>
                  </a:cubicBezTo>
                  <a:cubicBezTo>
                    <a:pt x="102" y="27"/>
                    <a:pt x="102" y="27"/>
                    <a:pt x="102" y="27"/>
                  </a:cubicBezTo>
                  <a:cubicBezTo>
                    <a:pt x="102" y="42"/>
                    <a:pt x="90" y="55"/>
                    <a:pt x="75" y="55"/>
                  </a:cubicBezTo>
                  <a:cubicBezTo>
                    <a:pt x="48" y="55"/>
                    <a:pt x="48" y="55"/>
                    <a:pt x="48" y="55"/>
                  </a:cubicBezTo>
                  <a:cubicBezTo>
                    <a:pt x="33" y="55"/>
                    <a:pt x="21" y="42"/>
                    <a:pt x="21" y="27"/>
                  </a:cubicBezTo>
                  <a:cubicBezTo>
                    <a:pt x="21" y="18"/>
                    <a:pt x="13" y="11"/>
                    <a:pt x="4" y="1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3678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337"/>
            <p:cNvSpPr>
              <a:spLocks noEditPoints="1"/>
            </p:cNvSpPr>
            <p:nvPr/>
          </p:nvSpPr>
          <p:spPr bwMode="auto">
            <a:xfrm>
              <a:off x="5569" y="3383"/>
              <a:ext cx="284" cy="130"/>
            </a:xfrm>
            <a:custGeom>
              <a:avLst/>
              <a:gdLst>
                <a:gd name="T0" fmla="*/ 6 w 120"/>
                <a:gd name="T1" fmla="*/ 11 h 55"/>
                <a:gd name="T2" fmla="*/ 0 w 120"/>
                <a:gd name="T3" fmla="*/ 6 h 55"/>
                <a:gd name="T4" fmla="*/ 6 w 120"/>
                <a:gd name="T5" fmla="*/ 0 h 55"/>
                <a:gd name="T6" fmla="*/ 88 w 120"/>
                <a:gd name="T7" fmla="*/ 0 h 55"/>
                <a:gd name="T8" fmla="*/ 101 w 120"/>
                <a:gd name="T9" fmla="*/ 8 h 55"/>
                <a:gd name="T10" fmla="*/ 120 w 120"/>
                <a:gd name="T11" fmla="*/ 0 h 55"/>
                <a:gd name="T12" fmla="*/ 120 w 120"/>
                <a:gd name="T13" fmla="*/ 11 h 55"/>
                <a:gd name="T14" fmla="*/ 104 w 120"/>
                <a:gd name="T15" fmla="*/ 27 h 55"/>
                <a:gd name="T16" fmla="*/ 77 w 120"/>
                <a:gd name="T17" fmla="*/ 55 h 55"/>
                <a:gd name="T18" fmla="*/ 49 w 120"/>
                <a:gd name="T19" fmla="*/ 55 h 55"/>
                <a:gd name="T20" fmla="*/ 22 w 120"/>
                <a:gd name="T21" fmla="*/ 27 h 55"/>
                <a:gd name="T22" fmla="*/ 22 w 120"/>
                <a:gd name="T23" fmla="*/ 11 h 55"/>
                <a:gd name="T24" fmla="*/ 6 w 120"/>
                <a:gd name="T25" fmla="*/ 11 h 55"/>
                <a:gd name="T26" fmla="*/ 88 w 120"/>
                <a:gd name="T27" fmla="*/ 11 h 55"/>
                <a:gd name="T28" fmla="*/ 33 w 120"/>
                <a:gd name="T29" fmla="*/ 11 h 55"/>
                <a:gd name="T30" fmla="*/ 33 w 120"/>
                <a:gd name="T31" fmla="*/ 27 h 55"/>
                <a:gd name="T32" fmla="*/ 49 w 120"/>
                <a:gd name="T33" fmla="*/ 44 h 55"/>
                <a:gd name="T34" fmla="*/ 77 w 120"/>
                <a:gd name="T35" fmla="*/ 44 h 55"/>
                <a:gd name="T36" fmla="*/ 93 w 120"/>
                <a:gd name="T37" fmla="*/ 27 h 55"/>
                <a:gd name="T38" fmla="*/ 93 w 120"/>
                <a:gd name="T39" fmla="*/ 17 h 55"/>
                <a:gd name="T40" fmla="*/ 88 w 120"/>
                <a:gd name="T41" fmla="*/ 1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0" h="55">
                  <a:moveTo>
                    <a:pt x="6" y="11"/>
                  </a:moveTo>
                  <a:cubicBezTo>
                    <a:pt x="3" y="11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3" y="0"/>
                    <a:pt x="98" y="3"/>
                    <a:pt x="101" y="8"/>
                  </a:cubicBezTo>
                  <a:cubicBezTo>
                    <a:pt x="106" y="3"/>
                    <a:pt x="113" y="0"/>
                    <a:pt x="120" y="0"/>
                  </a:cubicBezTo>
                  <a:cubicBezTo>
                    <a:pt x="120" y="11"/>
                    <a:pt x="120" y="11"/>
                    <a:pt x="120" y="11"/>
                  </a:cubicBezTo>
                  <a:cubicBezTo>
                    <a:pt x="111" y="11"/>
                    <a:pt x="104" y="18"/>
                    <a:pt x="104" y="27"/>
                  </a:cubicBezTo>
                  <a:cubicBezTo>
                    <a:pt x="104" y="42"/>
                    <a:pt x="92" y="55"/>
                    <a:pt x="77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34" y="55"/>
                    <a:pt x="22" y="42"/>
                    <a:pt x="22" y="27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6" y="11"/>
                    <a:pt x="6" y="11"/>
                    <a:pt x="6" y="11"/>
                  </a:cubicBezTo>
                  <a:close/>
                  <a:moveTo>
                    <a:pt x="88" y="11"/>
                  </a:moveTo>
                  <a:cubicBezTo>
                    <a:pt x="33" y="11"/>
                    <a:pt x="33" y="11"/>
                    <a:pt x="33" y="11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36"/>
                    <a:pt x="40" y="44"/>
                    <a:pt x="49" y="44"/>
                  </a:cubicBezTo>
                  <a:cubicBezTo>
                    <a:pt x="77" y="44"/>
                    <a:pt x="77" y="44"/>
                    <a:pt x="77" y="44"/>
                  </a:cubicBezTo>
                  <a:cubicBezTo>
                    <a:pt x="86" y="44"/>
                    <a:pt x="93" y="36"/>
                    <a:pt x="93" y="2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3" y="14"/>
                    <a:pt x="91" y="11"/>
                    <a:pt x="88" y="11"/>
                  </a:cubicBezTo>
                  <a:close/>
                </a:path>
              </a:pathLst>
            </a:custGeom>
            <a:solidFill>
              <a:srgbClr val="5B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Freeform 338"/>
            <p:cNvSpPr>
              <a:spLocks/>
            </p:cNvSpPr>
            <p:nvPr/>
          </p:nvSpPr>
          <p:spPr bwMode="auto">
            <a:xfrm>
              <a:off x="5183" y="145"/>
              <a:ext cx="1341" cy="1342"/>
            </a:xfrm>
            <a:custGeom>
              <a:avLst/>
              <a:gdLst>
                <a:gd name="T0" fmla="*/ 1341 w 1341"/>
                <a:gd name="T1" fmla="*/ 0 h 1342"/>
                <a:gd name="T2" fmla="*/ 1341 w 1341"/>
                <a:gd name="T3" fmla="*/ 1342 h 1342"/>
                <a:gd name="T4" fmla="*/ 0 w 1341"/>
                <a:gd name="T5" fmla="*/ 1342 h 1342"/>
                <a:gd name="T6" fmla="*/ 0 w 1341"/>
                <a:gd name="T7" fmla="*/ 0 h 1342"/>
                <a:gd name="T8" fmla="*/ 1341 w 1341"/>
                <a:gd name="T9" fmla="*/ 0 h 1342"/>
                <a:gd name="T10" fmla="*/ 1341 w 1341"/>
                <a:gd name="T11" fmla="*/ 0 h 1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41" h="1342">
                  <a:moveTo>
                    <a:pt x="1341" y="0"/>
                  </a:moveTo>
                  <a:lnTo>
                    <a:pt x="1341" y="1342"/>
                  </a:lnTo>
                  <a:lnTo>
                    <a:pt x="0" y="1342"/>
                  </a:lnTo>
                  <a:lnTo>
                    <a:pt x="0" y="0"/>
                  </a:lnTo>
                  <a:lnTo>
                    <a:pt x="1341" y="0"/>
                  </a:lnTo>
                  <a:lnTo>
                    <a:pt x="1341" y="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339"/>
            <p:cNvSpPr>
              <a:spLocks/>
            </p:cNvSpPr>
            <p:nvPr/>
          </p:nvSpPr>
          <p:spPr bwMode="auto">
            <a:xfrm>
              <a:off x="5853" y="355"/>
              <a:ext cx="671" cy="1132"/>
            </a:xfrm>
            <a:custGeom>
              <a:avLst/>
              <a:gdLst>
                <a:gd name="T0" fmla="*/ 671 w 671"/>
                <a:gd name="T1" fmla="*/ 1132 h 1132"/>
                <a:gd name="T2" fmla="*/ 0 w 671"/>
                <a:gd name="T3" fmla="*/ 1132 h 1132"/>
                <a:gd name="T4" fmla="*/ 0 w 671"/>
                <a:gd name="T5" fmla="*/ 204 h 1132"/>
                <a:gd name="T6" fmla="*/ 203 w 671"/>
                <a:gd name="T7" fmla="*/ 0 h 1132"/>
                <a:gd name="T8" fmla="*/ 671 w 671"/>
                <a:gd name="T9" fmla="*/ 469 h 1132"/>
                <a:gd name="T10" fmla="*/ 671 w 671"/>
                <a:gd name="T11" fmla="*/ 1132 h 1132"/>
                <a:gd name="T12" fmla="*/ 671 w 671"/>
                <a:gd name="T13" fmla="*/ 1132 h 1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1" h="1132">
                  <a:moveTo>
                    <a:pt x="671" y="1132"/>
                  </a:moveTo>
                  <a:lnTo>
                    <a:pt x="0" y="1132"/>
                  </a:lnTo>
                  <a:lnTo>
                    <a:pt x="0" y="204"/>
                  </a:lnTo>
                  <a:lnTo>
                    <a:pt x="203" y="0"/>
                  </a:lnTo>
                  <a:lnTo>
                    <a:pt x="671" y="469"/>
                  </a:lnTo>
                  <a:lnTo>
                    <a:pt x="671" y="1132"/>
                  </a:lnTo>
                  <a:lnTo>
                    <a:pt x="671" y="1132"/>
                  </a:lnTo>
                  <a:close/>
                </a:path>
              </a:pathLst>
            </a:custGeom>
            <a:solidFill>
              <a:srgbClr val="BA9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Freeform 340"/>
            <p:cNvSpPr>
              <a:spLocks/>
            </p:cNvSpPr>
            <p:nvPr/>
          </p:nvSpPr>
          <p:spPr bwMode="auto">
            <a:xfrm>
              <a:off x="5699" y="1023"/>
              <a:ext cx="310" cy="360"/>
            </a:xfrm>
            <a:custGeom>
              <a:avLst/>
              <a:gdLst>
                <a:gd name="T0" fmla="*/ 0 w 310"/>
                <a:gd name="T1" fmla="*/ 0 h 360"/>
                <a:gd name="T2" fmla="*/ 310 w 310"/>
                <a:gd name="T3" fmla="*/ 0 h 360"/>
                <a:gd name="T4" fmla="*/ 310 w 310"/>
                <a:gd name="T5" fmla="*/ 360 h 360"/>
                <a:gd name="T6" fmla="*/ 0 w 310"/>
                <a:gd name="T7" fmla="*/ 360 h 360"/>
                <a:gd name="T8" fmla="*/ 0 w 310"/>
                <a:gd name="T9" fmla="*/ 0 h 360"/>
                <a:gd name="T10" fmla="*/ 0 w 310"/>
                <a:gd name="T11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0" h="360">
                  <a:moveTo>
                    <a:pt x="0" y="0"/>
                  </a:moveTo>
                  <a:lnTo>
                    <a:pt x="310" y="0"/>
                  </a:lnTo>
                  <a:lnTo>
                    <a:pt x="310" y="360"/>
                  </a:lnTo>
                  <a:lnTo>
                    <a:pt x="0" y="36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92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341"/>
            <p:cNvSpPr>
              <a:spLocks/>
            </p:cNvSpPr>
            <p:nvPr/>
          </p:nvSpPr>
          <p:spPr bwMode="auto">
            <a:xfrm>
              <a:off x="5699" y="1023"/>
              <a:ext cx="310" cy="360"/>
            </a:xfrm>
            <a:custGeom>
              <a:avLst/>
              <a:gdLst>
                <a:gd name="T0" fmla="*/ 0 w 310"/>
                <a:gd name="T1" fmla="*/ 0 h 360"/>
                <a:gd name="T2" fmla="*/ 310 w 310"/>
                <a:gd name="T3" fmla="*/ 0 h 360"/>
                <a:gd name="T4" fmla="*/ 310 w 310"/>
                <a:gd name="T5" fmla="*/ 360 h 360"/>
                <a:gd name="T6" fmla="*/ 253 w 310"/>
                <a:gd name="T7" fmla="*/ 360 h 360"/>
                <a:gd name="T8" fmla="*/ 0 w 310"/>
                <a:gd name="T9" fmla="*/ 106 h 360"/>
                <a:gd name="T10" fmla="*/ 0 w 310"/>
                <a:gd name="T11" fmla="*/ 0 h 360"/>
                <a:gd name="T12" fmla="*/ 0 w 310"/>
                <a:gd name="T13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0" h="360">
                  <a:moveTo>
                    <a:pt x="0" y="0"/>
                  </a:moveTo>
                  <a:lnTo>
                    <a:pt x="310" y="0"/>
                  </a:lnTo>
                  <a:lnTo>
                    <a:pt x="310" y="360"/>
                  </a:lnTo>
                  <a:lnTo>
                    <a:pt x="253" y="360"/>
                  </a:lnTo>
                  <a:lnTo>
                    <a:pt x="0" y="10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78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Freeform 342"/>
            <p:cNvSpPr>
              <a:spLocks/>
            </p:cNvSpPr>
            <p:nvPr/>
          </p:nvSpPr>
          <p:spPr bwMode="auto">
            <a:xfrm>
              <a:off x="5389" y="1177"/>
              <a:ext cx="930" cy="310"/>
            </a:xfrm>
            <a:custGeom>
              <a:avLst/>
              <a:gdLst>
                <a:gd name="T0" fmla="*/ 0 w 393"/>
                <a:gd name="T1" fmla="*/ 131 h 131"/>
                <a:gd name="T2" fmla="*/ 0 w 393"/>
                <a:gd name="T3" fmla="*/ 87 h 131"/>
                <a:gd name="T4" fmla="*/ 22 w 393"/>
                <a:gd name="T5" fmla="*/ 55 h 131"/>
                <a:gd name="T6" fmla="*/ 131 w 393"/>
                <a:gd name="T7" fmla="*/ 0 h 131"/>
                <a:gd name="T8" fmla="*/ 196 w 393"/>
                <a:gd name="T9" fmla="*/ 65 h 131"/>
                <a:gd name="T10" fmla="*/ 262 w 393"/>
                <a:gd name="T11" fmla="*/ 0 h 131"/>
                <a:gd name="T12" fmla="*/ 371 w 393"/>
                <a:gd name="T13" fmla="*/ 55 h 131"/>
                <a:gd name="T14" fmla="*/ 393 w 393"/>
                <a:gd name="T15" fmla="*/ 87 h 131"/>
                <a:gd name="T16" fmla="*/ 393 w 393"/>
                <a:gd name="T17" fmla="*/ 131 h 131"/>
                <a:gd name="T18" fmla="*/ 0 w 393"/>
                <a:gd name="T1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3" h="131">
                  <a:moveTo>
                    <a:pt x="0" y="131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0" y="65"/>
                    <a:pt x="11" y="60"/>
                    <a:pt x="22" y="55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31" y="36"/>
                    <a:pt x="160" y="65"/>
                    <a:pt x="196" y="65"/>
                  </a:cubicBezTo>
                  <a:cubicBezTo>
                    <a:pt x="232" y="65"/>
                    <a:pt x="262" y="36"/>
                    <a:pt x="262" y="0"/>
                  </a:cubicBezTo>
                  <a:cubicBezTo>
                    <a:pt x="371" y="55"/>
                    <a:pt x="371" y="55"/>
                    <a:pt x="371" y="55"/>
                  </a:cubicBezTo>
                  <a:cubicBezTo>
                    <a:pt x="381" y="60"/>
                    <a:pt x="393" y="65"/>
                    <a:pt x="393" y="87"/>
                  </a:cubicBezTo>
                  <a:cubicBezTo>
                    <a:pt x="393" y="131"/>
                    <a:pt x="393" y="131"/>
                    <a:pt x="393" y="131"/>
                  </a:cubicBezTo>
                  <a:cubicBezTo>
                    <a:pt x="0" y="131"/>
                    <a:pt x="0" y="131"/>
                    <a:pt x="0" y="131"/>
                  </a:cubicBezTo>
                  <a:close/>
                </a:path>
              </a:pathLst>
            </a:custGeom>
            <a:solidFill>
              <a:srgbClr val="BA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343"/>
            <p:cNvSpPr>
              <a:spLocks/>
            </p:cNvSpPr>
            <p:nvPr/>
          </p:nvSpPr>
          <p:spPr bwMode="auto">
            <a:xfrm>
              <a:off x="5744" y="1177"/>
              <a:ext cx="575" cy="310"/>
            </a:xfrm>
            <a:custGeom>
              <a:avLst/>
              <a:gdLst>
                <a:gd name="T0" fmla="*/ 46 w 243"/>
                <a:gd name="T1" fmla="*/ 65 h 131"/>
                <a:gd name="T2" fmla="*/ 112 w 243"/>
                <a:gd name="T3" fmla="*/ 0 h 131"/>
                <a:gd name="T4" fmla="*/ 221 w 243"/>
                <a:gd name="T5" fmla="*/ 55 h 131"/>
                <a:gd name="T6" fmla="*/ 243 w 243"/>
                <a:gd name="T7" fmla="*/ 87 h 131"/>
                <a:gd name="T8" fmla="*/ 243 w 243"/>
                <a:gd name="T9" fmla="*/ 131 h 131"/>
                <a:gd name="T10" fmla="*/ 85 w 243"/>
                <a:gd name="T11" fmla="*/ 131 h 131"/>
                <a:gd name="T12" fmla="*/ 0 w 243"/>
                <a:gd name="T13" fmla="*/ 46 h 131"/>
                <a:gd name="T14" fmla="*/ 46 w 243"/>
                <a:gd name="T15" fmla="*/ 65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3" h="131">
                  <a:moveTo>
                    <a:pt x="46" y="65"/>
                  </a:moveTo>
                  <a:cubicBezTo>
                    <a:pt x="82" y="65"/>
                    <a:pt x="112" y="36"/>
                    <a:pt x="112" y="0"/>
                  </a:cubicBezTo>
                  <a:cubicBezTo>
                    <a:pt x="221" y="55"/>
                    <a:pt x="221" y="55"/>
                    <a:pt x="221" y="55"/>
                  </a:cubicBezTo>
                  <a:cubicBezTo>
                    <a:pt x="231" y="60"/>
                    <a:pt x="243" y="65"/>
                    <a:pt x="243" y="87"/>
                  </a:cubicBezTo>
                  <a:cubicBezTo>
                    <a:pt x="243" y="131"/>
                    <a:pt x="243" y="131"/>
                    <a:pt x="243" y="131"/>
                  </a:cubicBezTo>
                  <a:cubicBezTo>
                    <a:pt x="85" y="131"/>
                    <a:pt x="85" y="131"/>
                    <a:pt x="85" y="13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2" y="59"/>
                    <a:pt x="29" y="65"/>
                    <a:pt x="46" y="65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Freeform 344"/>
            <p:cNvSpPr>
              <a:spLocks/>
            </p:cNvSpPr>
            <p:nvPr/>
          </p:nvSpPr>
          <p:spPr bwMode="auto">
            <a:xfrm>
              <a:off x="5543" y="1229"/>
              <a:ext cx="52" cy="258"/>
            </a:xfrm>
            <a:custGeom>
              <a:avLst/>
              <a:gdLst>
                <a:gd name="T0" fmla="*/ 0 w 52"/>
                <a:gd name="T1" fmla="*/ 26 h 258"/>
                <a:gd name="T2" fmla="*/ 52 w 52"/>
                <a:gd name="T3" fmla="*/ 0 h 258"/>
                <a:gd name="T4" fmla="*/ 52 w 52"/>
                <a:gd name="T5" fmla="*/ 258 h 258"/>
                <a:gd name="T6" fmla="*/ 0 w 52"/>
                <a:gd name="T7" fmla="*/ 258 h 258"/>
                <a:gd name="T8" fmla="*/ 0 w 52"/>
                <a:gd name="T9" fmla="*/ 26 h 258"/>
                <a:gd name="T10" fmla="*/ 0 w 52"/>
                <a:gd name="T11" fmla="*/ 2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258">
                  <a:moveTo>
                    <a:pt x="0" y="26"/>
                  </a:moveTo>
                  <a:lnTo>
                    <a:pt x="52" y="0"/>
                  </a:lnTo>
                  <a:lnTo>
                    <a:pt x="52" y="258"/>
                  </a:lnTo>
                  <a:lnTo>
                    <a:pt x="0" y="258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345"/>
            <p:cNvSpPr>
              <a:spLocks/>
            </p:cNvSpPr>
            <p:nvPr/>
          </p:nvSpPr>
          <p:spPr bwMode="auto">
            <a:xfrm>
              <a:off x="6111" y="1229"/>
              <a:ext cx="52" cy="258"/>
            </a:xfrm>
            <a:custGeom>
              <a:avLst/>
              <a:gdLst>
                <a:gd name="T0" fmla="*/ 0 w 52"/>
                <a:gd name="T1" fmla="*/ 0 h 258"/>
                <a:gd name="T2" fmla="*/ 52 w 52"/>
                <a:gd name="T3" fmla="*/ 26 h 258"/>
                <a:gd name="T4" fmla="*/ 52 w 52"/>
                <a:gd name="T5" fmla="*/ 258 h 258"/>
                <a:gd name="T6" fmla="*/ 0 w 52"/>
                <a:gd name="T7" fmla="*/ 258 h 258"/>
                <a:gd name="T8" fmla="*/ 0 w 52"/>
                <a:gd name="T9" fmla="*/ 0 h 258"/>
                <a:gd name="T10" fmla="*/ 0 w 52"/>
                <a:gd name="T11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258">
                  <a:moveTo>
                    <a:pt x="0" y="0"/>
                  </a:moveTo>
                  <a:lnTo>
                    <a:pt x="52" y="26"/>
                  </a:lnTo>
                  <a:lnTo>
                    <a:pt x="52" y="258"/>
                  </a:lnTo>
                  <a:lnTo>
                    <a:pt x="0" y="2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Oval 346"/>
            <p:cNvSpPr>
              <a:spLocks noChangeArrowheads="1"/>
            </p:cNvSpPr>
            <p:nvPr/>
          </p:nvSpPr>
          <p:spPr bwMode="auto">
            <a:xfrm>
              <a:off x="6059" y="713"/>
              <a:ext cx="104" cy="102"/>
            </a:xfrm>
            <a:prstGeom prst="ellipse">
              <a:avLst/>
            </a:prstGeom>
            <a:solidFill>
              <a:srgbClr val="C792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Oval 347"/>
            <p:cNvSpPr>
              <a:spLocks noChangeArrowheads="1"/>
            </p:cNvSpPr>
            <p:nvPr/>
          </p:nvSpPr>
          <p:spPr bwMode="auto">
            <a:xfrm>
              <a:off x="6085" y="739"/>
              <a:ext cx="52" cy="49"/>
            </a:xfrm>
            <a:prstGeom prst="ellipse">
              <a:avLst/>
            </a:prstGeom>
            <a:solidFill>
              <a:srgbClr val="A878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Oval 348"/>
            <p:cNvSpPr>
              <a:spLocks noChangeArrowheads="1"/>
            </p:cNvSpPr>
            <p:nvPr/>
          </p:nvSpPr>
          <p:spPr bwMode="auto">
            <a:xfrm>
              <a:off x="5543" y="713"/>
              <a:ext cx="104" cy="102"/>
            </a:xfrm>
            <a:prstGeom prst="ellipse">
              <a:avLst/>
            </a:prstGeom>
            <a:solidFill>
              <a:srgbClr val="E8B2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Oval 349"/>
            <p:cNvSpPr>
              <a:spLocks noChangeArrowheads="1"/>
            </p:cNvSpPr>
            <p:nvPr/>
          </p:nvSpPr>
          <p:spPr bwMode="auto">
            <a:xfrm>
              <a:off x="5569" y="739"/>
              <a:ext cx="52" cy="49"/>
            </a:xfrm>
            <a:prstGeom prst="ellipse">
              <a:avLst/>
            </a:prstGeom>
            <a:solidFill>
              <a:srgbClr val="C792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Freeform 350"/>
            <p:cNvSpPr>
              <a:spLocks/>
            </p:cNvSpPr>
            <p:nvPr/>
          </p:nvSpPr>
          <p:spPr bwMode="auto">
            <a:xfrm>
              <a:off x="5595" y="403"/>
              <a:ext cx="516" cy="774"/>
            </a:xfrm>
            <a:custGeom>
              <a:avLst/>
              <a:gdLst>
                <a:gd name="T0" fmla="*/ 109 w 218"/>
                <a:gd name="T1" fmla="*/ 0 h 327"/>
                <a:gd name="T2" fmla="*/ 218 w 218"/>
                <a:gd name="T3" fmla="*/ 109 h 327"/>
                <a:gd name="T4" fmla="*/ 218 w 218"/>
                <a:gd name="T5" fmla="*/ 218 h 327"/>
                <a:gd name="T6" fmla="*/ 109 w 218"/>
                <a:gd name="T7" fmla="*/ 327 h 327"/>
                <a:gd name="T8" fmla="*/ 0 w 218"/>
                <a:gd name="T9" fmla="*/ 218 h 327"/>
                <a:gd name="T10" fmla="*/ 0 w 218"/>
                <a:gd name="T11" fmla="*/ 109 h 327"/>
                <a:gd name="T12" fmla="*/ 109 w 218"/>
                <a:gd name="T13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" h="327">
                  <a:moveTo>
                    <a:pt x="109" y="0"/>
                  </a:moveTo>
                  <a:cubicBezTo>
                    <a:pt x="169" y="0"/>
                    <a:pt x="218" y="49"/>
                    <a:pt x="218" y="109"/>
                  </a:cubicBezTo>
                  <a:cubicBezTo>
                    <a:pt x="218" y="218"/>
                    <a:pt x="218" y="218"/>
                    <a:pt x="218" y="218"/>
                  </a:cubicBezTo>
                  <a:cubicBezTo>
                    <a:pt x="218" y="278"/>
                    <a:pt x="169" y="327"/>
                    <a:pt x="109" y="327"/>
                  </a:cubicBezTo>
                  <a:cubicBezTo>
                    <a:pt x="49" y="327"/>
                    <a:pt x="0" y="278"/>
                    <a:pt x="0" y="218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49"/>
                    <a:pt x="49" y="0"/>
                    <a:pt x="109" y="0"/>
                  </a:cubicBezTo>
                  <a:close/>
                </a:path>
              </a:pathLst>
            </a:custGeom>
            <a:solidFill>
              <a:srgbClr val="E8B2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351"/>
            <p:cNvSpPr>
              <a:spLocks/>
            </p:cNvSpPr>
            <p:nvPr/>
          </p:nvSpPr>
          <p:spPr bwMode="auto">
            <a:xfrm>
              <a:off x="5697" y="878"/>
              <a:ext cx="409" cy="287"/>
            </a:xfrm>
            <a:custGeom>
              <a:avLst/>
              <a:gdLst>
                <a:gd name="T0" fmla="*/ 173 w 173"/>
                <a:gd name="T1" fmla="*/ 40 h 121"/>
                <a:gd name="T2" fmla="*/ 98 w 173"/>
                <a:gd name="T3" fmla="*/ 121 h 121"/>
                <a:gd name="T4" fmla="*/ 0 w 173"/>
                <a:gd name="T5" fmla="*/ 23 h 121"/>
                <a:gd name="T6" fmla="*/ 23 w 173"/>
                <a:gd name="T7" fmla="*/ 20 h 121"/>
                <a:gd name="T8" fmla="*/ 127 w 173"/>
                <a:gd name="T9" fmla="*/ 20 h 121"/>
                <a:gd name="T10" fmla="*/ 132 w 173"/>
                <a:gd name="T11" fmla="*/ 0 h 121"/>
                <a:gd name="T12" fmla="*/ 173 w 173"/>
                <a:gd name="T13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" h="121">
                  <a:moveTo>
                    <a:pt x="173" y="40"/>
                  </a:moveTo>
                  <a:cubicBezTo>
                    <a:pt x="164" y="79"/>
                    <a:pt x="135" y="110"/>
                    <a:pt x="98" y="12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73" y="40"/>
                    <a:pt x="173" y="40"/>
                    <a:pt x="173" y="40"/>
                  </a:cubicBezTo>
                  <a:close/>
                </a:path>
              </a:pathLst>
            </a:custGeom>
            <a:solidFill>
              <a:srgbClr val="C792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Freeform 352"/>
            <p:cNvSpPr>
              <a:spLocks/>
            </p:cNvSpPr>
            <p:nvPr/>
          </p:nvSpPr>
          <p:spPr bwMode="auto">
            <a:xfrm>
              <a:off x="5595" y="919"/>
              <a:ext cx="516" cy="258"/>
            </a:xfrm>
            <a:custGeom>
              <a:avLst/>
              <a:gdLst>
                <a:gd name="T0" fmla="*/ 218 w 218"/>
                <a:gd name="T1" fmla="*/ 0 h 109"/>
                <a:gd name="T2" fmla="*/ 109 w 218"/>
                <a:gd name="T3" fmla="*/ 109 h 109"/>
                <a:gd name="T4" fmla="*/ 0 w 218"/>
                <a:gd name="T5" fmla="*/ 0 h 109"/>
                <a:gd name="T6" fmla="*/ 218 w 218"/>
                <a:gd name="T7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8" h="109">
                  <a:moveTo>
                    <a:pt x="218" y="0"/>
                  </a:moveTo>
                  <a:cubicBezTo>
                    <a:pt x="218" y="60"/>
                    <a:pt x="169" y="109"/>
                    <a:pt x="109" y="109"/>
                  </a:cubicBezTo>
                  <a:cubicBezTo>
                    <a:pt x="49" y="109"/>
                    <a:pt x="0" y="60"/>
                    <a:pt x="0" y="0"/>
                  </a:cubicBezTo>
                  <a:cubicBezTo>
                    <a:pt x="218" y="0"/>
                    <a:pt x="218" y="0"/>
                    <a:pt x="218" y="0"/>
                  </a:cubicBezTo>
                  <a:close/>
                </a:path>
              </a:pathLst>
            </a:custGeom>
            <a:solidFill>
              <a:srgbClr val="C792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Freeform 353"/>
            <p:cNvSpPr>
              <a:spLocks/>
            </p:cNvSpPr>
            <p:nvPr/>
          </p:nvSpPr>
          <p:spPr bwMode="auto">
            <a:xfrm>
              <a:off x="5697" y="919"/>
              <a:ext cx="409" cy="246"/>
            </a:xfrm>
            <a:custGeom>
              <a:avLst/>
              <a:gdLst>
                <a:gd name="T0" fmla="*/ 173 w 173"/>
                <a:gd name="T1" fmla="*/ 23 h 104"/>
                <a:gd name="T2" fmla="*/ 98 w 173"/>
                <a:gd name="T3" fmla="*/ 104 h 104"/>
                <a:gd name="T4" fmla="*/ 0 w 173"/>
                <a:gd name="T5" fmla="*/ 6 h 104"/>
                <a:gd name="T6" fmla="*/ 23 w 173"/>
                <a:gd name="T7" fmla="*/ 3 h 104"/>
                <a:gd name="T8" fmla="*/ 127 w 173"/>
                <a:gd name="T9" fmla="*/ 3 h 104"/>
                <a:gd name="T10" fmla="*/ 128 w 173"/>
                <a:gd name="T11" fmla="*/ 0 h 104"/>
                <a:gd name="T12" fmla="*/ 149 w 173"/>
                <a:gd name="T13" fmla="*/ 0 h 104"/>
                <a:gd name="T14" fmla="*/ 173 w 173"/>
                <a:gd name="T15" fmla="*/ 2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3" h="104">
                  <a:moveTo>
                    <a:pt x="173" y="23"/>
                  </a:moveTo>
                  <a:cubicBezTo>
                    <a:pt x="164" y="62"/>
                    <a:pt x="135" y="93"/>
                    <a:pt x="98" y="10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73" y="23"/>
                    <a:pt x="173" y="23"/>
                    <a:pt x="173" y="23"/>
                  </a:cubicBezTo>
                  <a:close/>
                </a:path>
              </a:pathLst>
            </a:custGeom>
            <a:solidFill>
              <a:srgbClr val="A878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Freeform 354"/>
            <p:cNvSpPr>
              <a:spLocks/>
            </p:cNvSpPr>
            <p:nvPr/>
          </p:nvSpPr>
          <p:spPr bwMode="auto">
            <a:xfrm>
              <a:off x="5685" y="867"/>
              <a:ext cx="336" cy="78"/>
            </a:xfrm>
            <a:custGeom>
              <a:avLst/>
              <a:gdLst>
                <a:gd name="T0" fmla="*/ 17 w 142"/>
                <a:gd name="T1" fmla="*/ 0 h 33"/>
                <a:gd name="T2" fmla="*/ 22 w 142"/>
                <a:gd name="T3" fmla="*/ 6 h 33"/>
                <a:gd name="T4" fmla="*/ 17 w 142"/>
                <a:gd name="T5" fmla="*/ 11 h 33"/>
                <a:gd name="T6" fmla="*/ 11 w 142"/>
                <a:gd name="T7" fmla="*/ 17 h 33"/>
                <a:gd name="T8" fmla="*/ 17 w 142"/>
                <a:gd name="T9" fmla="*/ 22 h 33"/>
                <a:gd name="T10" fmla="*/ 28 w 142"/>
                <a:gd name="T11" fmla="*/ 22 h 33"/>
                <a:gd name="T12" fmla="*/ 39 w 142"/>
                <a:gd name="T13" fmla="*/ 11 h 33"/>
                <a:gd name="T14" fmla="*/ 49 w 142"/>
                <a:gd name="T15" fmla="*/ 0 h 33"/>
                <a:gd name="T16" fmla="*/ 93 w 142"/>
                <a:gd name="T17" fmla="*/ 0 h 33"/>
                <a:gd name="T18" fmla="*/ 104 w 142"/>
                <a:gd name="T19" fmla="*/ 11 h 33"/>
                <a:gd name="T20" fmla="*/ 115 w 142"/>
                <a:gd name="T21" fmla="*/ 22 h 33"/>
                <a:gd name="T22" fmla="*/ 126 w 142"/>
                <a:gd name="T23" fmla="*/ 22 h 33"/>
                <a:gd name="T24" fmla="*/ 131 w 142"/>
                <a:gd name="T25" fmla="*/ 17 h 33"/>
                <a:gd name="T26" fmla="*/ 126 w 142"/>
                <a:gd name="T27" fmla="*/ 11 h 33"/>
                <a:gd name="T28" fmla="*/ 120 w 142"/>
                <a:gd name="T29" fmla="*/ 6 h 33"/>
                <a:gd name="T30" fmla="*/ 126 w 142"/>
                <a:gd name="T31" fmla="*/ 0 h 33"/>
                <a:gd name="T32" fmla="*/ 142 w 142"/>
                <a:gd name="T33" fmla="*/ 17 h 33"/>
                <a:gd name="T34" fmla="*/ 126 w 142"/>
                <a:gd name="T35" fmla="*/ 33 h 33"/>
                <a:gd name="T36" fmla="*/ 82 w 142"/>
                <a:gd name="T37" fmla="*/ 33 h 33"/>
                <a:gd name="T38" fmla="*/ 71 w 142"/>
                <a:gd name="T39" fmla="*/ 29 h 33"/>
                <a:gd name="T40" fmla="*/ 60 w 142"/>
                <a:gd name="T41" fmla="*/ 33 h 33"/>
                <a:gd name="T42" fmla="*/ 17 w 142"/>
                <a:gd name="T43" fmla="*/ 33 h 33"/>
                <a:gd name="T44" fmla="*/ 5 w 142"/>
                <a:gd name="T45" fmla="*/ 28 h 33"/>
                <a:gd name="T46" fmla="*/ 0 w 142"/>
                <a:gd name="T47" fmla="*/ 17 h 33"/>
                <a:gd name="T48" fmla="*/ 17 w 142"/>
                <a:gd name="T4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2" h="33">
                  <a:moveTo>
                    <a:pt x="17" y="0"/>
                  </a:moveTo>
                  <a:cubicBezTo>
                    <a:pt x="20" y="0"/>
                    <a:pt x="22" y="3"/>
                    <a:pt x="22" y="6"/>
                  </a:cubicBezTo>
                  <a:cubicBezTo>
                    <a:pt x="22" y="9"/>
                    <a:pt x="20" y="11"/>
                    <a:pt x="17" y="11"/>
                  </a:cubicBezTo>
                  <a:cubicBezTo>
                    <a:pt x="14" y="11"/>
                    <a:pt x="11" y="14"/>
                    <a:pt x="11" y="17"/>
                  </a:cubicBezTo>
                  <a:cubicBezTo>
                    <a:pt x="11" y="20"/>
                    <a:pt x="14" y="22"/>
                    <a:pt x="17" y="2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34" y="22"/>
                    <a:pt x="39" y="17"/>
                    <a:pt x="39" y="11"/>
                  </a:cubicBezTo>
                  <a:cubicBezTo>
                    <a:pt x="39" y="5"/>
                    <a:pt x="44" y="0"/>
                    <a:pt x="49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9" y="0"/>
                    <a:pt x="104" y="6"/>
                    <a:pt x="104" y="11"/>
                  </a:cubicBezTo>
                  <a:cubicBezTo>
                    <a:pt x="104" y="17"/>
                    <a:pt x="109" y="22"/>
                    <a:pt x="115" y="22"/>
                  </a:cubicBezTo>
                  <a:cubicBezTo>
                    <a:pt x="126" y="22"/>
                    <a:pt x="126" y="22"/>
                    <a:pt x="126" y="22"/>
                  </a:cubicBezTo>
                  <a:cubicBezTo>
                    <a:pt x="129" y="22"/>
                    <a:pt x="131" y="20"/>
                    <a:pt x="131" y="17"/>
                  </a:cubicBezTo>
                  <a:cubicBezTo>
                    <a:pt x="131" y="14"/>
                    <a:pt x="129" y="11"/>
                    <a:pt x="126" y="11"/>
                  </a:cubicBezTo>
                  <a:cubicBezTo>
                    <a:pt x="123" y="11"/>
                    <a:pt x="120" y="9"/>
                    <a:pt x="120" y="6"/>
                  </a:cubicBezTo>
                  <a:cubicBezTo>
                    <a:pt x="120" y="3"/>
                    <a:pt x="123" y="0"/>
                    <a:pt x="126" y="0"/>
                  </a:cubicBezTo>
                  <a:cubicBezTo>
                    <a:pt x="135" y="0"/>
                    <a:pt x="142" y="8"/>
                    <a:pt x="142" y="17"/>
                  </a:cubicBezTo>
                  <a:cubicBezTo>
                    <a:pt x="142" y="26"/>
                    <a:pt x="135" y="33"/>
                    <a:pt x="126" y="33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78" y="33"/>
                    <a:pt x="74" y="31"/>
                    <a:pt x="71" y="29"/>
                  </a:cubicBezTo>
                  <a:cubicBezTo>
                    <a:pt x="68" y="31"/>
                    <a:pt x="65" y="33"/>
                    <a:pt x="60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2" y="33"/>
                    <a:pt x="8" y="31"/>
                    <a:pt x="5" y="28"/>
                  </a:cubicBezTo>
                  <a:cubicBezTo>
                    <a:pt x="2" y="25"/>
                    <a:pt x="0" y="21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Oval 355"/>
            <p:cNvSpPr>
              <a:spLocks noChangeArrowheads="1"/>
            </p:cNvSpPr>
            <p:nvPr/>
          </p:nvSpPr>
          <p:spPr bwMode="auto">
            <a:xfrm>
              <a:off x="5673" y="713"/>
              <a:ext cx="104" cy="10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Oval 356"/>
            <p:cNvSpPr>
              <a:spLocks noChangeArrowheads="1"/>
            </p:cNvSpPr>
            <p:nvPr/>
          </p:nvSpPr>
          <p:spPr bwMode="auto">
            <a:xfrm>
              <a:off x="5931" y="713"/>
              <a:ext cx="104" cy="10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Oval 357"/>
            <p:cNvSpPr>
              <a:spLocks noChangeArrowheads="1"/>
            </p:cNvSpPr>
            <p:nvPr/>
          </p:nvSpPr>
          <p:spPr bwMode="auto">
            <a:xfrm>
              <a:off x="5699" y="739"/>
              <a:ext cx="52" cy="49"/>
            </a:xfrm>
            <a:prstGeom prst="ellipse">
              <a:avLst/>
            </a:prstGeom>
            <a:solidFill>
              <a:srgbClr val="3678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Oval 358"/>
            <p:cNvSpPr>
              <a:spLocks noChangeArrowheads="1"/>
            </p:cNvSpPr>
            <p:nvPr/>
          </p:nvSpPr>
          <p:spPr bwMode="auto">
            <a:xfrm>
              <a:off x="5957" y="739"/>
              <a:ext cx="52" cy="49"/>
            </a:xfrm>
            <a:prstGeom prst="ellipse">
              <a:avLst/>
            </a:prstGeom>
            <a:solidFill>
              <a:srgbClr val="3678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Oval 359"/>
            <p:cNvSpPr>
              <a:spLocks noChangeArrowheads="1"/>
            </p:cNvSpPr>
            <p:nvPr/>
          </p:nvSpPr>
          <p:spPr bwMode="auto">
            <a:xfrm>
              <a:off x="5685" y="751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Oval 360"/>
            <p:cNvSpPr>
              <a:spLocks noChangeArrowheads="1"/>
            </p:cNvSpPr>
            <p:nvPr/>
          </p:nvSpPr>
          <p:spPr bwMode="auto">
            <a:xfrm>
              <a:off x="5943" y="751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361"/>
            <p:cNvSpPr>
              <a:spLocks/>
            </p:cNvSpPr>
            <p:nvPr/>
          </p:nvSpPr>
          <p:spPr bwMode="auto">
            <a:xfrm>
              <a:off x="5583" y="389"/>
              <a:ext cx="542" cy="542"/>
            </a:xfrm>
            <a:custGeom>
              <a:avLst/>
              <a:gdLst>
                <a:gd name="T0" fmla="*/ 11 w 229"/>
                <a:gd name="T1" fmla="*/ 224 h 229"/>
                <a:gd name="T2" fmla="*/ 5 w 229"/>
                <a:gd name="T3" fmla="*/ 229 h 229"/>
                <a:gd name="T4" fmla="*/ 0 w 229"/>
                <a:gd name="T5" fmla="*/ 224 h 229"/>
                <a:gd name="T6" fmla="*/ 0 w 229"/>
                <a:gd name="T7" fmla="*/ 115 h 229"/>
                <a:gd name="T8" fmla="*/ 33 w 229"/>
                <a:gd name="T9" fmla="*/ 34 h 229"/>
                <a:gd name="T10" fmla="*/ 114 w 229"/>
                <a:gd name="T11" fmla="*/ 0 h 229"/>
                <a:gd name="T12" fmla="*/ 195 w 229"/>
                <a:gd name="T13" fmla="*/ 34 h 229"/>
                <a:gd name="T14" fmla="*/ 229 w 229"/>
                <a:gd name="T15" fmla="*/ 115 h 229"/>
                <a:gd name="T16" fmla="*/ 229 w 229"/>
                <a:gd name="T17" fmla="*/ 224 h 229"/>
                <a:gd name="T18" fmla="*/ 223 w 229"/>
                <a:gd name="T19" fmla="*/ 229 h 229"/>
                <a:gd name="T20" fmla="*/ 218 w 229"/>
                <a:gd name="T21" fmla="*/ 224 h 229"/>
                <a:gd name="T22" fmla="*/ 218 w 229"/>
                <a:gd name="T23" fmla="*/ 115 h 229"/>
                <a:gd name="T24" fmla="*/ 187 w 229"/>
                <a:gd name="T25" fmla="*/ 42 h 229"/>
                <a:gd name="T26" fmla="*/ 114 w 229"/>
                <a:gd name="T27" fmla="*/ 11 h 229"/>
                <a:gd name="T28" fmla="*/ 41 w 229"/>
                <a:gd name="T29" fmla="*/ 42 h 229"/>
                <a:gd name="T30" fmla="*/ 11 w 229"/>
                <a:gd name="T31" fmla="*/ 115 h 229"/>
                <a:gd name="T32" fmla="*/ 11 w 229"/>
                <a:gd name="T33" fmla="*/ 22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9" h="229">
                  <a:moveTo>
                    <a:pt x="11" y="224"/>
                  </a:moveTo>
                  <a:cubicBezTo>
                    <a:pt x="11" y="227"/>
                    <a:pt x="8" y="229"/>
                    <a:pt x="5" y="229"/>
                  </a:cubicBezTo>
                  <a:cubicBezTo>
                    <a:pt x="2" y="229"/>
                    <a:pt x="0" y="227"/>
                    <a:pt x="0" y="224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83"/>
                    <a:pt x="13" y="55"/>
                    <a:pt x="33" y="34"/>
                  </a:cubicBezTo>
                  <a:cubicBezTo>
                    <a:pt x="54" y="13"/>
                    <a:pt x="83" y="0"/>
                    <a:pt x="114" y="0"/>
                  </a:cubicBezTo>
                  <a:cubicBezTo>
                    <a:pt x="146" y="0"/>
                    <a:pt x="174" y="13"/>
                    <a:pt x="195" y="34"/>
                  </a:cubicBezTo>
                  <a:cubicBezTo>
                    <a:pt x="216" y="55"/>
                    <a:pt x="229" y="83"/>
                    <a:pt x="229" y="115"/>
                  </a:cubicBezTo>
                  <a:cubicBezTo>
                    <a:pt x="229" y="224"/>
                    <a:pt x="229" y="224"/>
                    <a:pt x="229" y="224"/>
                  </a:cubicBezTo>
                  <a:cubicBezTo>
                    <a:pt x="229" y="227"/>
                    <a:pt x="226" y="229"/>
                    <a:pt x="223" y="229"/>
                  </a:cubicBezTo>
                  <a:cubicBezTo>
                    <a:pt x="220" y="229"/>
                    <a:pt x="218" y="227"/>
                    <a:pt x="218" y="224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18" y="86"/>
                    <a:pt x="206" y="61"/>
                    <a:pt x="187" y="42"/>
                  </a:cubicBezTo>
                  <a:cubicBezTo>
                    <a:pt x="169" y="23"/>
                    <a:pt x="143" y="11"/>
                    <a:pt x="114" y="11"/>
                  </a:cubicBezTo>
                  <a:cubicBezTo>
                    <a:pt x="86" y="11"/>
                    <a:pt x="60" y="23"/>
                    <a:pt x="41" y="42"/>
                  </a:cubicBezTo>
                  <a:cubicBezTo>
                    <a:pt x="22" y="61"/>
                    <a:pt x="11" y="86"/>
                    <a:pt x="11" y="115"/>
                  </a:cubicBezTo>
                  <a:cubicBezTo>
                    <a:pt x="11" y="224"/>
                    <a:pt x="11" y="224"/>
                    <a:pt x="11" y="224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Freeform 362"/>
            <p:cNvSpPr>
              <a:spLocks/>
            </p:cNvSpPr>
            <p:nvPr/>
          </p:nvSpPr>
          <p:spPr bwMode="auto">
            <a:xfrm>
              <a:off x="5583" y="389"/>
              <a:ext cx="270" cy="542"/>
            </a:xfrm>
            <a:custGeom>
              <a:avLst/>
              <a:gdLst>
                <a:gd name="T0" fmla="*/ 11 w 114"/>
                <a:gd name="T1" fmla="*/ 224 h 229"/>
                <a:gd name="T2" fmla="*/ 5 w 114"/>
                <a:gd name="T3" fmla="*/ 229 h 229"/>
                <a:gd name="T4" fmla="*/ 0 w 114"/>
                <a:gd name="T5" fmla="*/ 224 h 229"/>
                <a:gd name="T6" fmla="*/ 0 w 114"/>
                <a:gd name="T7" fmla="*/ 115 h 229"/>
                <a:gd name="T8" fmla="*/ 33 w 114"/>
                <a:gd name="T9" fmla="*/ 34 h 229"/>
                <a:gd name="T10" fmla="*/ 114 w 114"/>
                <a:gd name="T11" fmla="*/ 0 h 229"/>
                <a:gd name="T12" fmla="*/ 114 w 114"/>
                <a:gd name="T13" fmla="*/ 11 h 229"/>
                <a:gd name="T14" fmla="*/ 41 w 114"/>
                <a:gd name="T15" fmla="*/ 42 h 229"/>
                <a:gd name="T16" fmla="*/ 11 w 114"/>
                <a:gd name="T17" fmla="*/ 115 h 229"/>
                <a:gd name="T18" fmla="*/ 11 w 114"/>
                <a:gd name="T19" fmla="*/ 22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229">
                  <a:moveTo>
                    <a:pt x="11" y="224"/>
                  </a:moveTo>
                  <a:cubicBezTo>
                    <a:pt x="11" y="227"/>
                    <a:pt x="8" y="229"/>
                    <a:pt x="5" y="229"/>
                  </a:cubicBezTo>
                  <a:cubicBezTo>
                    <a:pt x="2" y="229"/>
                    <a:pt x="0" y="227"/>
                    <a:pt x="0" y="224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83"/>
                    <a:pt x="13" y="55"/>
                    <a:pt x="33" y="34"/>
                  </a:cubicBezTo>
                  <a:cubicBezTo>
                    <a:pt x="54" y="13"/>
                    <a:pt x="83" y="0"/>
                    <a:pt x="114" y="0"/>
                  </a:cubicBezTo>
                  <a:cubicBezTo>
                    <a:pt x="114" y="11"/>
                    <a:pt x="114" y="11"/>
                    <a:pt x="114" y="11"/>
                  </a:cubicBezTo>
                  <a:cubicBezTo>
                    <a:pt x="86" y="11"/>
                    <a:pt x="60" y="23"/>
                    <a:pt x="41" y="42"/>
                  </a:cubicBezTo>
                  <a:cubicBezTo>
                    <a:pt x="22" y="61"/>
                    <a:pt x="11" y="86"/>
                    <a:pt x="11" y="115"/>
                  </a:cubicBezTo>
                  <a:cubicBezTo>
                    <a:pt x="11" y="224"/>
                    <a:pt x="11" y="224"/>
                    <a:pt x="11" y="224"/>
                  </a:cubicBezTo>
                  <a:close/>
                </a:path>
              </a:pathLst>
            </a:cu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Freeform 363"/>
            <p:cNvSpPr>
              <a:spLocks noEditPoints="1"/>
            </p:cNvSpPr>
            <p:nvPr/>
          </p:nvSpPr>
          <p:spPr bwMode="auto">
            <a:xfrm>
              <a:off x="5635" y="713"/>
              <a:ext cx="438" cy="135"/>
            </a:xfrm>
            <a:custGeom>
              <a:avLst/>
              <a:gdLst>
                <a:gd name="T0" fmla="*/ 49 w 185"/>
                <a:gd name="T1" fmla="*/ 0 h 57"/>
                <a:gd name="T2" fmla="*/ 70 w 185"/>
                <a:gd name="T3" fmla="*/ 22 h 57"/>
                <a:gd name="T4" fmla="*/ 35 w 185"/>
                <a:gd name="T5" fmla="*/ 57 h 57"/>
                <a:gd name="T6" fmla="*/ 0 w 185"/>
                <a:gd name="T7" fmla="*/ 22 h 57"/>
                <a:gd name="T8" fmla="*/ 0 w 185"/>
                <a:gd name="T9" fmla="*/ 0 h 57"/>
                <a:gd name="T10" fmla="*/ 49 w 185"/>
                <a:gd name="T11" fmla="*/ 0 h 57"/>
                <a:gd name="T12" fmla="*/ 136 w 185"/>
                <a:gd name="T13" fmla="*/ 0 h 57"/>
                <a:gd name="T14" fmla="*/ 185 w 185"/>
                <a:gd name="T15" fmla="*/ 0 h 57"/>
                <a:gd name="T16" fmla="*/ 185 w 185"/>
                <a:gd name="T17" fmla="*/ 22 h 57"/>
                <a:gd name="T18" fmla="*/ 149 w 185"/>
                <a:gd name="T19" fmla="*/ 57 h 57"/>
                <a:gd name="T20" fmla="*/ 114 w 185"/>
                <a:gd name="T21" fmla="*/ 22 h 57"/>
                <a:gd name="T22" fmla="*/ 136 w 185"/>
                <a:gd name="T2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5" h="57">
                  <a:moveTo>
                    <a:pt x="49" y="0"/>
                  </a:moveTo>
                  <a:cubicBezTo>
                    <a:pt x="61" y="0"/>
                    <a:pt x="70" y="10"/>
                    <a:pt x="70" y="22"/>
                  </a:cubicBezTo>
                  <a:cubicBezTo>
                    <a:pt x="70" y="41"/>
                    <a:pt x="55" y="57"/>
                    <a:pt x="35" y="57"/>
                  </a:cubicBezTo>
                  <a:cubicBezTo>
                    <a:pt x="15" y="57"/>
                    <a:pt x="0" y="41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lose/>
                  <a:moveTo>
                    <a:pt x="136" y="0"/>
                  </a:moveTo>
                  <a:cubicBezTo>
                    <a:pt x="185" y="0"/>
                    <a:pt x="185" y="0"/>
                    <a:pt x="185" y="0"/>
                  </a:cubicBezTo>
                  <a:cubicBezTo>
                    <a:pt x="185" y="22"/>
                    <a:pt x="185" y="22"/>
                    <a:pt x="185" y="22"/>
                  </a:cubicBezTo>
                  <a:cubicBezTo>
                    <a:pt x="185" y="41"/>
                    <a:pt x="169" y="57"/>
                    <a:pt x="149" y="57"/>
                  </a:cubicBezTo>
                  <a:cubicBezTo>
                    <a:pt x="130" y="57"/>
                    <a:pt x="114" y="41"/>
                    <a:pt x="114" y="22"/>
                  </a:cubicBezTo>
                  <a:cubicBezTo>
                    <a:pt x="114" y="10"/>
                    <a:pt x="124" y="0"/>
                    <a:pt x="136" y="0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6" name="Freeform 364"/>
            <p:cNvSpPr>
              <a:spLocks noEditPoints="1"/>
            </p:cNvSpPr>
            <p:nvPr/>
          </p:nvSpPr>
          <p:spPr bwMode="auto">
            <a:xfrm>
              <a:off x="5635" y="713"/>
              <a:ext cx="428" cy="130"/>
            </a:xfrm>
            <a:custGeom>
              <a:avLst/>
              <a:gdLst>
                <a:gd name="T0" fmla="*/ 68 w 181"/>
                <a:gd name="T1" fmla="*/ 34 h 55"/>
                <a:gd name="T2" fmla="*/ 63 w 181"/>
                <a:gd name="T3" fmla="*/ 44 h 55"/>
                <a:gd name="T4" fmla="*/ 19 w 181"/>
                <a:gd name="T5" fmla="*/ 0 h 55"/>
                <a:gd name="T6" fmla="*/ 35 w 181"/>
                <a:gd name="T7" fmla="*/ 0 h 55"/>
                <a:gd name="T8" fmla="*/ 68 w 181"/>
                <a:gd name="T9" fmla="*/ 34 h 55"/>
                <a:gd name="T10" fmla="*/ 60 w 181"/>
                <a:gd name="T11" fmla="*/ 47 h 55"/>
                <a:gd name="T12" fmla="*/ 51 w 181"/>
                <a:gd name="T13" fmla="*/ 53 h 55"/>
                <a:gd name="T14" fmla="*/ 0 w 181"/>
                <a:gd name="T15" fmla="*/ 2 h 55"/>
                <a:gd name="T16" fmla="*/ 0 w 181"/>
                <a:gd name="T17" fmla="*/ 0 h 55"/>
                <a:gd name="T18" fmla="*/ 13 w 181"/>
                <a:gd name="T19" fmla="*/ 0 h 55"/>
                <a:gd name="T20" fmla="*/ 60 w 181"/>
                <a:gd name="T21" fmla="*/ 47 h 55"/>
                <a:gd name="T22" fmla="*/ 144 w 181"/>
                <a:gd name="T23" fmla="*/ 0 h 55"/>
                <a:gd name="T24" fmla="*/ 181 w 181"/>
                <a:gd name="T25" fmla="*/ 37 h 55"/>
                <a:gd name="T26" fmla="*/ 175 w 181"/>
                <a:gd name="T27" fmla="*/ 46 h 55"/>
                <a:gd name="T28" fmla="*/ 129 w 181"/>
                <a:gd name="T29" fmla="*/ 1 h 55"/>
                <a:gd name="T30" fmla="*/ 136 w 181"/>
                <a:gd name="T31" fmla="*/ 0 h 55"/>
                <a:gd name="T32" fmla="*/ 144 w 181"/>
                <a:gd name="T33" fmla="*/ 0 h 55"/>
                <a:gd name="T34" fmla="*/ 125 w 181"/>
                <a:gd name="T35" fmla="*/ 3 h 55"/>
                <a:gd name="T36" fmla="*/ 171 w 181"/>
                <a:gd name="T37" fmla="*/ 49 h 55"/>
                <a:gd name="T38" fmla="*/ 161 w 181"/>
                <a:gd name="T39" fmla="*/ 55 h 55"/>
                <a:gd name="T40" fmla="*/ 117 w 181"/>
                <a:gd name="T41" fmla="*/ 11 h 55"/>
                <a:gd name="T42" fmla="*/ 125 w 181"/>
                <a:gd name="T43" fmla="*/ 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1" h="55">
                  <a:moveTo>
                    <a:pt x="68" y="34"/>
                  </a:moveTo>
                  <a:cubicBezTo>
                    <a:pt x="67" y="37"/>
                    <a:pt x="65" y="41"/>
                    <a:pt x="63" y="4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68" y="34"/>
                    <a:pt x="68" y="34"/>
                    <a:pt x="68" y="34"/>
                  </a:cubicBezTo>
                  <a:close/>
                  <a:moveTo>
                    <a:pt x="60" y="47"/>
                  </a:moveTo>
                  <a:cubicBezTo>
                    <a:pt x="57" y="49"/>
                    <a:pt x="54" y="52"/>
                    <a:pt x="51" y="5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0" y="47"/>
                    <a:pt x="60" y="47"/>
                    <a:pt x="60" y="47"/>
                  </a:cubicBezTo>
                  <a:close/>
                  <a:moveTo>
                    <a:pt x="144" y="0"/>
                  </a:moveTo>
                  <a:cubicBezTo>
                    <a:pt x="181" y="37"/>
                    <a:pt x="181" y="37"/>
                    <a:pt x="181" y="37"/>
                  </a:cubicBezTo>
                  <a:cubicBezTo>
                    <a:pt x="180" y="41"/>
                    <a:pt x="177" y="44"/>
                    <a:pt x="175" y="46"/>
                  </a:cubicBezTo>
                  <a:cubicBezTo>
                    <a:pt x="129" y="1"/>
                    <a:pt x="129" y="1"/>
                    <a:pt x="129" y="1"/>
                  </a:cubicBezTo>
                  <a:cubicBezTo>
                    <a:pt x="131" y="0"/>
                    <a:pt x="134" y="0"/>
                    <a:pt x="136" y="0"/>
                  </a:cubicBezTo>
                  <a:cubicBezTo>
                    <a:pt x="144" y="0"/>
                    <a:pt x="144" y="0"/>
                    <a:pt x="144" y="0"/>
                  </a:cubicBezTo>
                  <a:close/>
                  <a:moveTo>
                    <a:pt x="125" y="3"/>
                  </a:moveTo>
                  <a:cubicBezTo>
                    <a:pt x="171" y="49"/>
                    <a:pt x="171" y="49"/>
                    <a:pt x="171" y="49"/>
                  </a:cubicBezTo>
                  <a:cubicBezTo>
                    <a:pt x="168" y="52"/>
                    <a:pt x="165" y="54"/>
                    <a:pt x="161" y="55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9" y="7"/>
                    <a:pt x="122" y="5"/>
                    <a:pt x="125" y="3"/>
                  </a:cubicBezTo>
                  <a:close/>
                </a:path>
              </a:pathLst>
            </a:custGeom>
            <a:solidFill>
              <a:srgbClr val="6472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Freeform 365"/>
            <p:cNvSpPr>
              <a:spLocks/>
            </p:cNvSpPr>
            <p:nvPr/>
          </p:nvSpPr>
          <p:spPr bwMode="auto">
            <a:xfrm>
              <a:off x="5652" y="673"/>
              <a:ext cx="144" cy="54"/>
            </a:xfrm>
            <a:custGeom>
              <a:avLst/>
              <a:gdLst>
                <a:gd name="T0" fmla="*/ 59 w 61"/>
                <a:gd name="T1" fmla="*/ 13 h 23"/>
                <a:gd name="T2" fmla="*/ 59 w 61"/>
                <a:gd name="T3" fmla="*/ 21 h 23"/>
                <a:gd name="T4" fmla="*/ 51 w 61"/>
                <a:gd name="T5" fmla="*/ 20 h 23"/>
                <a:gd name="T6" fmla="*/ 31 w 61"/>
                <a:gd name="T7" fmla="*/ 11 h 23"/>
                <a:gd name="T8" fmla="*/ 10 w 61"/>
                <a:gd name="T9" fmla="*/ 20 h 23"/>
                <a:gd name="T10" fmla="*/ 3 w 61"/>
                <a:gd name="T11" fmla="*/ 21 h 23"/>
                <a:gd name="T12" fmla="*/ 2 w 61"/>
                <a:gd name="T13" fmla="*/ 13 h 23"/>
                <a:gd name="T14" fmla="*/ 31 w 61"/>
                <a:gd name="T15" fmla="*/ 0 h 23"/>
                <a:gd name="T16" fmla="*/ 59 w 61"/>
                <a:gd name="T1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23">
                  <a:moveTo>
                    <a:pt x="59" y="13"/>
                  </a:moveTo>
                  <a:cubicBezTo>
                    <a:pt x="61" y="15"/>
                    <a:pt x="61" y="19"/>
                    <a:pt x="59" y="21"/>
                  </a:cubicBezTo>
                  <a:cubicBezTo>
                    <a:pt x="57" y="23"/>
                    <a:pt x="53" y="23"/>
                    <a:pt x="51" y="20"/>
                  </a:cubicBezTo>
                  <a:cubicBezTo>
                    <a:pt x="46" y="15"/>
                    <a:pt x="39" y="11"/>
                    <a:pt x="31" y="11"/>
                  </a:cubicBezTo>
                  <a:cubicBezTo>
                    <a:pt x="23" y="11"/>
                    <a:pt x="16" y="15"/>
                    <a:pt x="10" y="20"/>
                  </a:cubicBezTo>
                  <a:cubicBezTo>
                    <a:pt x="8" y="23"/>
                    <a:pt x="5" y="23"/>
                    <a:pt x="3" y="21"/>
                  </a:cubicBezTo>
                  <a:cubicBezTo>
                    <a:pt x="1" y="19"/>
                    <a:pt x="0" y="15"/>
                    <a:pt x="2" y="13"/>
                  </a:cubicBezTo>
                  <a:cubicBezTo>
                    <a:pt x="10" y="5"/>
                    <a:pt x="20" y="0"/>
                    <a:pt x="31" y="0"/>
                  </a:cubicBezTo>
                  <a:cubicBezTo>
                    <a:pt x="42" y="0"/>
                    <a:pt x="52" y="5"/>
                    <a:pt x="59" y="13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8" name="Freeform 366"/>
            <p:cNvSpPr>
              <a:spLocks/>
            </p:cNvSpPr>
            <p:nvPr/>
          </p:nvSpPr>
          <p:spPr bwMode="auto">
            <a:xfrm>
              <a:off x="5910" y="649"/>
              <a:ext cx="144" cy="52"/>
            </a:xfrm>
            <a:custGeom>
              <a:avLst/>
              <a:gdLst>
                <a:gd name="T0" fmla="*/ 59 w 61"/>
                <a:gd name="T1" fmla="*/ 12 h 22"/>
                <a:gd name="T2" fmla="*/ 59 w 61"/>
                <a:gd name="T3" fmla="*/ 20 h 22"/>
                <a:gd name="T4" fmla="*/ 51 w 61"/>
                <a:gd name="T5" fmla="*/ 19 h 22"/>
                <a:gd name="T6" fmla="*/ 31 w 61"/>
                <a:gd name="T7" fmla="*/ 10 h 22"/>
                <a:gd name="T8" fmla="*/ 10 w 61"/>
                <a:gd name="T9" fmla="*/ 19 h 22"/>
                <a:gd name="T10" fmla="*/ 3 w 61"/>
                <a:gd name="T11" fmla="*/ 20 h 22"/>
                <a:gd name="T12" fmla="*/ 2 w 61"/>
                <a:gd name="T13" fmla="*/ 12 h 22"/>
                <a:gd name="T14" fmla="*/ 31 w 61"/>
                <a:gd name="T15" fmla="*/ 0 h 22"/>
                <a:gd name="T16" fmla="*/ 59 w 61"/>
                <a:gd name="T17" fmla="*/ 1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22">
                  <a:moveTo>
                    <a:pt x="59" y="12"/>
                  </a:moveTo>
                  <a:cubicBezTo>
                    <a:pt x="61" y="14"/>
                    <a:pt x="61" y="18"/>
                    <a:pt x="59" y="20"/>
                  </a:cubicBezTo>
                  <a:cubicBezTo>
                    <a:pt x="57" y="22"/>
                    <a:pt x="53" y="22"/>
                    <a:pt x="51" y="19"/>
                  </a:cubicBezTo>
                  <a:cubicBezTo>
                    <a:pt x="46" y="14"/>
                    <a:pt x="39" y="10"/>
                    <a:pt x="31" y="10"/>
                  </a:cubicBezTo>
                  <a:cubicBezTo>
                    <a:pt x="23" y="10"/>
                    <a:pt x="16" y="14"/>
                    <a:pt x="10" y="19"/>
                  </a:cubicBezTo>
                  <a:cubicBezTo>
                    <a:pt x="8" y="22"/>
                    <a:pt x="5" y="22"/>
                    <a:pt x="3" y="20"/>
                  </a:cubicBezTo>
                  <a:cubicBezTo>
                    <a:pt x="1" y="18"/>
                    <a:pt x="0" y="14"/>
                    <a:pt x="2" y="12"/>
                  </a:cubicBezTo>
                  <a:cubicBezTo>
                    <a:pt x="10" y="4"/>
                    <a:pt x="20" y="0"/>
                    <a:pt x="31" y="0"/>
                  </a:cubicBezTo>
                  <a:cubicBezTo>
                    <a:pt x="42" y="0"/>
                    <a:pt x="52" y="4"/>
                    <a:pt x="59" y="12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Freeform 367"/>
            <p:cNvSpPr>
              <a:spLocks noEditPoints="1"/>
            </p:cNvSpPr>
            <p:nvPr/>
          </p:nvSpPr>
          <p:spPr bwMode="auto">
            <a:xfrm>
              <a:off x="5841" y="699"/>
              <a:ext cx="296" cy="161"/>
            </a:xfrm>
            <a:custGeom>
              <a:avLst/>
              <a:gdLst>
                <a:gd name="T0" fmla="*/ 49 w 125"/>
                <a:gd name="T1" fmla="*/ 11 h 68"/>
                <a:gd name="T2" fmla="*/ 33 w 125"/>
                <a:gd name="T3" fmla="*/ 28 h 68"/>
                <a:gd name="T4" fmla="*/ 62 w 125"/>
                <a:gd name="T5" fmla="*/ 58 h 68"/>
                <a:gd name="T6" fmla="*/ 92 w 125"/>
                <a:gd name="T7" fmla="*/ 28 h 68"/>
                <a:gd name="T8" fmla="*/ 92 w 125"/>
                <a:gd name="T9" fmla="*/ 11 h 68"/>
                <a:gd name="T10" fmla="*/ 49 w 125"/>
                <a:gd name="T11" fmla="*/ 11 h 68"/>
                <a:gd name="T12" fmla="*/ 5 w 125"/>
                <a:gd name="T13" fmla="*/ 11 h 68"/>
                <a:gd name="T14" fmla="*/ 0 w 125"/>
                <a:gd name="T15" fmla="*/ 6 h 68"/>
                <a:gd name="T16" fmla="*/ 5 w 125"/>
                <a:gd name="T17" fmla="*/ 0 h 68"/>
                <a:gd name="T18" fmla="*/ 27 w 125"/>
                <a:gd name="T19" fmla="*/ 11 h 68"/>
                <a:gd name="T20" fmla="*/ 49 w 125"/>
                <a:gd name="T21" fmla="*/ 0 h 68"/>
                <a:gd name="T22" fmla="*/ 120 w 125"/>
                <a:gd name="T23" fmla="*/ 0 h 68"/>
                <a:gd name="T24" fmla="*/ 125 w 125"/>
                <a:gd name="T25" fmla="*/ 6 h 68"/>
                <a:gd name="T26" fmla="*/ 120 w 125"/>
                <a:gd name="T27" fmla="*/ 11 h 68"/>
                <a:gd name="T28" fmla="*/ 103 w 125"/>
                <a:gd name="T29" fmla="*/ 11 h 68"/>
                <a:gd name="T30" fmla="*/ 103 w 125"/>
                <a:gd name="T31" fmla="*/ 28 h 68"/>
                <a:gd name="T32" fmla="*/ 62 w 125"/>
                <a:gd name="T33" fmla="*/ 68 h 68"/>
                <a:gd name="T34" fmla="*/ 22 w 125"/>
                <a:gd name="T35" fmla="*/ 28 h 68"/>
                <a:gd name="T36" fmla="*/ 5 w 125"/>
                <a:gd name="T37" fmla="*/ 1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5" h="68">
                  <a:moveTo>
                    <a:pt x="49" y="11"/>
                  </a:moveTo>
                  <a:cubicBezTo>
                    <a:pt x="40" y="11"/>
                    <a:pt x="33" y="19"/>
                    <a:pt x="33" y="28"/>
                  </a:cubicBezTo>
                  <a:cubicBezTo>
                    <a:pt x="33" y="44"/>
                    <a:pt x="46" y="58"/>
                    <a:pt x="62" y="58"/>
                  </a:cubicBezTo>
                  <a:cubicBezTo>
                    <a:pt x="79" y="58"/>
                    <a:pt x="92" y="44"/>
                    <a:pt x="92" y="28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49" y="11"/>
                    <a:pt x="49" y="11"/>
                    <a:pt x="49" y="11"/>
                  </a:cubicBezTo>
                  <a:close/>
                  <a:moveTo>
                    <a:pt x="5" y="11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4" y="0"/>
                    <a:pt x="22" y="4"/>
                    <a:pt x="27" y="11"/>
                  </a:cubicBezTo>
                  <a:cubicBezTo>
                    <a:pt x="32" y="4"/>
                    <a:pt x="40" y="0"/>
                    <a:pt x="49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3" y="0"/>
                    <a:pt x="125" y="3"/>
                    <a:pt x="125" y="6"/>
                  </a:cubicBezTo>
                  <a:cubicBezTo>
                    <a:pt x="125" y="9"/>
                    <a:pt x="123" y="11"/>
                    <a:pt x="120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28"/>
                    <a:pt x="103" y="28"/>
                    <a:pt x="103" y="28"/>
                  </a:cubicBezTo>
                  <a:cubicBezTo>
                    <a:pt x="103" y="50"/>
                    <a:pt x="85" y="68"/>
                    <a:pt x="62" y="68"/>
                  </a:cubicBezTo>
                  <a:cubicBezTo>
                    <a:pt x="40" y="68"/>
                    <a:pt x="22" y="50"/>
                    <a:pt x="22" y="28"/>
                  </a:cubicBezTo>
                  <a:cubicBezTo>
                    <a:pt x="22" y="19"/>
                    <a:pt x="14" y="11"/>
                    <a:pt x="5" y="1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0" name="Freeform 368"/>
            <p:cNvSpPr>
              <a:spLocks noEditPoints="1"/>
            </p:cNvSpPr>
            <p:nvPr/>
          </p:nvSpPr>
          <p:spPr bwMode="auto">
            <a:xfrm>
              <a:off x="5569" y="699"/>
              <a:ext cx="284" cy="161"/>
            </a:xfrm>
            <a:custGeom>
              <a:avLst/>
              <a:gdLst>
                <a:gd name="T0" fmla="*/ 120 w 120"/>
                <a:gd name="T1" fmla="*/ 11 h 68"/>
                <a:gd name="T2" fmla="*/ 104 w 120"/>
                <a:gd name="T3" fmla="*/ 28 h 68"/>
                <a:gd name="T4" fmla="*/ 63 w 120"/>
                <a:gd name="T5" fmla="*/ 68 h 68"/>
                <a:gd name="T6" fmla="*/ 22 w 120"/>
                <a:gd name="T7" fmla="*/ 28 h 68"/>
                <a:gd name="T8" fmla="*/ 22 w 120"/>
                <a:gd name="T9" fmla="*/ 11 h 68"/>
                <a:gd name="T10" fmla="*/ 6 w 120"/>
                <a:gd name="T11" fmla="*/ 11 h 68"/>
                <a:gd name="T12" fmla="*/ 0 w 120"/>
                <a:gd name="T13" fmla="*/ 6 h 68"/>
                <a:gd name="T14" fmla="*/ 6 w 120"/>
                <a:gd name="T15" fmla="*/ 0 h 68"/>
                <a:gd name="T16" fmla="*/ 77 w 120"/>
                <a:gd name="T17" fmla="*/ 0 h 68"/>
                <a:gd name="T18" fmla="*/ 98 w 120"/>
                <a:gd name="T19" fmla="*/ 11 h 68"/>
                <a:gd name="T20" fmla="*/ 120 w 120"/>
                <a:gd name="T21" fmla="*/ 0 h 68"/>
                <a:gd name="T22" fmla="*/ 120 w 120"/>
                <a:gd name="T23" fmla="*/ 11 h 68"/>
                <a:gd name="T24" fmla="*/ 77 w 120"/>
                <a:gd name="T25" fmla="*/ 11 h 68"/>
                <a:gd name="T26" fmla="*/ 33 w 120"/>
                <a:gd name="T27" fmla="*/ 11 h 68"/>
                <a:gd name="T28" fmla="*/ 33 w 120"/>
                <a:gd name="T29" fmla="*/ 28 h 68"/>
                <a:gd name="T30" fmla="*/ 63 w 120"/>
                <a:gd name="T31" fmla="*/ 58 h 68"/>
                <a:gd name="T32" fmla="*/ 93 w 120"/>
                <a:gd name="T33" fmla="*/ 28 h 68"/>
                <a:gd name="T34" fmla="*/ 77 w 120"/>
                <a:gd name="T35" fmla="*/ 1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" h="68">
                  <a:moveTo>
                    <a:pt x="120" y="11"/>
                  </a:moveTo>
                  <a:cubicBezTo>
                    <a:pt x="111" y="11"/>
                    <a:pt x="104" y="19"/>
                    <a:pt x="104" y="28"/>
                  </a:cubicBezTo>
                  <a:cubicBezTo>
                    <a:pt x="104" y="50"/>
                    <a:pt x="86" y="68"/>
                    <a:pt x="63" y="68"/>
                  </a:cubicBezTo>
                  <a:cubicBezTo>
                    <a:pt x="40" y="68"/>
                    <a:pt x="22" y="50"/>
                    <a:pt x="22" y="28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5" y="0"/>
                    <a:pt x="93" y="4"/>
                    <a:pt x="98" y="11"/>
                  </a:cubicBezTo>
                  <a:cubicBezTo>
                    <a:pt x="104" y="4"/>
                    <a:pt x="112" y="0"/>
                    <a:pt x="120" y="0"/>
                  </a:cubicBezTo>
                  <a:cubicBezTo>
                    <a:pt x="120" y="11"/>
                    <a:pt x="120" y="11"/>
                    <a:pt x="120" y="11"/>
                  </a:cubicBezTo>
                  <a:close/>
                  <a:moveTo>
                    <a:pt x="77" y="11"/>
                  </a:moveTo>
                  <a:cubicBezTo>
                    <a:pt x="33" y="11"/>
                    <a:pt x="33" y="11"/>
                    <a:pt x="33" y="11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44"/>
                    <a:pt x="46" y="58"/>
                    <a:pt x="63" y="58"/>
                  </a:cubicBezTo>
                  <a:cubicBezTo>
                    <a:pt x="80" y="58"/>
                    <a:pt x="93" y="44"/>
                    <a:pt x="93" y="28"/>
                  </a:cubicBezTo>
                  <a:cubicBezTo>
                    <a:pt x="93" y="19"/>
                    <a:pt x="86" y="11"/>
                    <a:pt x="77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Freeform 369"/>
            <p:cNvSpPr>
              <a:spLocks/>
            </p:cNvSpPr>
            <p:nvPr/>
          </p:nvSpPr>
          <p:spPr bwMode="auto">
            <a:xfrm>
              <a:off x="5789" y="751"/>
              <a:ext cx="78" cy="130"/>
            </a:xfrm>
            <a:custGeom>
              <a:avLst/>
              <a:gdLst>
                <a:gd name="T0" fmla="*/ 22 w 33"/>
                <a:gd name="T1" fmla="*/ 6 h 55"/>
                <a:gd name="T2" fmla="*/ 27 w 33"/>
                <a:gd name="T3" fmla="*/ 0 h 55"/>
                <a:gd name="T4" fmla="*/ 33 w 33"/>
                <a:gd name="T5" fmla="*/ 6 h 55"/>
                <a:gd name="T6" fmla="*/ 33 w 33"/>
                <a:gd name="T7" fmla="*/ 27 h 55"/>
                <a:gd name="T8" fmla="*/ 27 w 33"/>
                <a:gd name="T9" fmla="*/ 33 h 55"/>
                <a:gd name="T10" fmla="*/ 16 w 33"/>
                <a:gd name="T11" fmla="*/ 33 h 55"/>
                <a:gd name="T12" fmla="*/ 11 w 33"/>
                <a:gd name="T13" fmla="*/ 38 h 55"/>
                <a:gd name="T14" fmla="*/ 16 w 33"/>
                <a:gd name="T15" fmla="*/ 44 h 55"/>
                <a:gd name="T16" fmla="*/ 27 w 33"/>
                <a:gd name="T17" fmla="*/ 44 h 55"/>
                <a:gd name="T18" fmla="*/ 33 w 33"/>
                <a:gd name="T19" fmla="*/ 49 h 55"/>
                <a:gd name="T20" fmla="*/ 27 w 33"/>
                <a:gd name="T21" fmla="*/ 55 h 55"/>
                <a:gd name="T22" fmla="*/ 16 w 33"/>
                <a:gd name="T23" fmla="*/ 55 h 55"/>
                <a:gd name="T24" fmla="*/ 0 w 33"/>
                <a:gd name="T25" fmla="*/ 38 h 55"/>
                <a:gd name="T26" fmla="*/ 16 w 33"/>
                <a:gd name="T27" fmla="*/ 22 h 55"/>
                <a:gd name="T28" fmla="*/ 22 w 33"/>
                <a:gd name="T29" fmla="*/ 22 h 55"/>
                <a:gd name="T30" fmla="*/ 22 w 33"/>
                <a:gd name="T31" fmla="*/ 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55">
                  <a:moveTo>
                    <a:pt x="22" y="6"/>
                  </a:moveTo>
                  <a:cubicBezTo>
                    <a:pt x="22" y="3"/>
                    <a:pt x="24" y="0"/>
                    <a:pt x="27" y="0"/>
                  </a:cubicBezTo>
                  <a:cubicBezTo>
                    <a:pt x="30" y="0"/>
                    <a:pt x="33" y="3"/>
                    <a:pt x="33" y="6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30"/>
                    <a:pt x="30" y="33"/>
                    <a:pt x="27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3" y="33"/>
                    <a:pt x="11" y="35"/>
                    <a:pt x="11" y="38"/>
                  </a:cubicBezTo>
                  <a:cubicBezTo>
                    <a:pt x="11" y="41"/>
                    <a:pt x="13" y="44"/>
                    <a:pt x="16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30" y="44"/>
                    <a:pt x="33" y="46"/>
                    <a:pt x="33" y="49"/>
                  </a:cubicBezTo>
                  <a:cubicBezTo>
                    <a:pt x="33" y="52"/>
                    <a:pt x="30" y="55"/>
                    <a:pt x="27" y="55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7" y="55"/>
                    <a:pt x="0" y="47"/>
                    <a:pt x="0" y="38"/>
                  </a:cubicBezTo>
                  <a:cubicBezTo>
                    <a:pt x="0" y="29"/>
                    <a:pt x="7" y="22"/>
                    <a:pt x="16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6"/>
                    <a:pt x="22" y="6"/>
                    <a:pt x="22" y="6"/>
                  </a:cubicBezTo>
                  <a:close/>
                </a:path>
              </a:pathLst>
            </a:custGeom>
            <a:solidFill>
              <a:srgbClr val="A878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Freeform 370"/>
            <p:cNvSpPr>
              <a:spLocks/>
            </p:cNvSpPr>
            <p:nvPr/>
          </p:nvSpPr>
          <p:spPr bwMode="auto">
            <a:xfrm>
              <a:off x="5647" y="325"/>
              <a:ext cx="438" cy="206"/>
            </a:xfrm>
            <a:custGeom>
              <a:avLst/>
              <a:gdLst>
                <a:gd name="T0" fmla="*/ 142 w 185"/>
                <a:gd name="T1" fmla="*/ 87 h 87"/>
                <a:gd name="T2" fmla="*/ 185 w 185"/>
                <a:gd name="T3" fmla="*/ 44 h 87"/>
                <a:gd name="T4" fmla="*/ 142 w 185"/>
                <a:gd name="T5" fmla="*/ 0 h 87"/>
                <a:gd name="T6" fmla="*/ 153 w 185"/>
                <a:gd name="T7" fmla="*/ 11 h 87"/>
                <a:gd name="T8" fmla="*/ 142 w 185"/>
                <a:gd name="T9" fmla="*/ 22 h 87"/>
                <a:gd name="T10" fmla="*/ 33 w 185"/>
                <a:gd name="T11" fmla="*/ 22 h 87"/>
                <a:gd name="T12" fmla="*/ 0 w 185"/>
                <a:gd name="T13" fmla="*/ 55 h 87"/>
                <a:gd name="T14" fmla="*/ 33 w 185"/>
                <a:gd name="T15" fmla="*/ 87 h 87"/>
                <a:gd name="T16" fmla="*/ 142 w 185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5" h="87">
                  <a:moveTo>
                    <a:pt x="142" y="87"/>
                  </a:moveTo>
                  <a:cubicBezTo>
                    <a:pt x="166" y="87"/>
                    <a:pt x="185" y="68"/>
                    <a:pt x="185" y="44"/>
                  </a:cubicBezTo>
                  <a:cubicBezTo>
                    <a:pt x="185" y="20"/>
                    <a:pt x="166" y="0"/>
                    <a:pt x="142" y="0"/>
                  </a:cubicBezTo>
                  <a:cubicBezTo>
                    <a:pt x="148" y="0"/>
                    <a:pt x="153" y="5"/>
                    <a:pt x="153" y="11"/>
                  </a:cubicBezTo>
                  <a:cubicBezTo>
                    <a:pt x="153" y="17"/>
                    <a:pt x="148" y="22"/>
                    <a:pt x="142" y="22"/>
                  </a:cubicBezTo>
                  <a:cubicBezTo>
                    <a:pt x="116" y="22"/>
                    <a:pt x="58" y="22"/>
                    <a:pt x="33" y="22"/>
                  </a:cubicBezTo>
                  <a:cubicBezTo>
                    <a:pt x="15" y="22"/>
                    <a:pt x="0" y="37"/>
                    <a:pt x="0" y="55"/>
                  </a:cubicBezTo>
                  <a:cubicBezTo>
                    <a:pt x="0" y="73"/>
                    <a:pt x="15" y="87"/>
                    <a:pt x="33" y="87"/>
                  </a:cubicBezTo>
                  <a:cubicBezTo>
                    <a:pt x="142" y="87"/>
                    <a:pt x="142" y="87"/>
                    <a:pt x="142" y="87"/>
                  </a:cubicBez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371"/>
            <p:cNvSpPr>
              <a:spLocks/>
            </p:cNvSpPr>
            <p:nvPr/>
          </p:nvSpPr>
          <p:spPr bwMode="auto">
            <a:xfrm>
              <a:off x="5647" y="325"/>
              <a:ext cx="400" cy="130"/>
            </a:xfrm>
            <a:custGeom>
              <a:avLst/>
              <a:gdLst>
                <a:gd name="T0" fmla="*/ 143 w 169"/>
                <a:gd name="T1" fmla="*/ 0 h 55"/>
                <a:gd name="T2" fmla="*/ 142 w 169"/>
                <a:gd name="T3" fmla="*/ 0 h 55"/>
                <a:gd name="T4" fmla="*/ 153 w 169"/>
                <a:gd name="T5" fmla="*/ 11 h 55"/>
                <a:gd name="T6" fmla="*/ 142 w 169"/>
                <a:gd name="T7" fmla="*/ 22 h 55"/>
                <a:gd name="T8" fmla="*/ 33 w 169"/>
                <a:gd name="T9" fmla="*/ 22 h 55"/>
                <a:gd name="T10" fmla="*/ 0 w 169"/>
                <a:gd name="T11" fmla="*/ 55 h 55"/>
                <a:gd name="T12" fmla="*/ 142 w 169"/>
                <a:gd name="T13" fmla="*/ 55 h 55"/>
                <a:gd name="T14" fmla="*/ 169 w 169"/>
                <a:gd name="T15" fmla="*/ 28 h 55"/>
                <a:gd name="T16" fmla="*/ 143 w 169"/>
                <a:gd name="T17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9" h="55">
                  <a:moveTo>
                    <a:pt x="143" y="0"/>
                  </a:moveTo>
                  <a:cubicBezTo>
                    <a:pt x="143" y="0"/>
                    <a:pt x="142" y="0"/>
                    <a:pt x="142" y="0"/>
                  </a:cubicBezTo>
                  <a:cubicBezTo>
                    <a:pt x="148" y="0"/>
                    <a:pt x="153" y="5"/>
                    <a:pt x="153" y="11"/>
                  </a:cubicBezTo>
                  <a:cubicBezTo>
                    <a:pt x="153" y="17"/>
                    <a:pt x="148" y="22"/>
                    <a:pt x="142" y="22"/>
                  </a:cubicBezTo>
                  <a:cubicBezTo>
                    <a:pt x="116" y="22"/>
                    <a:pt x="58" y="22"/>
                    <a:pt x="33" y="22"/>
                  </a:cubicBezTo>
                  <a:cubicBezTo>
                    <a:pt x="15" y="22"/>
                    <a:pt x="0" y="37"/>
                    <a:pt x="0" y="55"/>
                  </a:cubicBezTo>
                  <a:cubicBezTo>
                    <a:pt x="142" y="55"/>
                    <a:pt x="142" y="55"/>
                    <a:pt x="142" y="55"/>
                  </a:cubicBezTo>
                  <a:cubicBezTo>
                    <a:pt x="157" y="55"/>
                    <a:pt x="169" y="43"/>
                    <a:pt x="169" y="28"/>
                  </a:cubicBezTo>
                  <a:cubicBezTo>
                    <a:pt x="169" y="13"/>
                    <a:pt x="158" y="1"/>
                    <a:pt x="143" y="0"/>
                  </a:cubicBezTo>
                  <a:close/>
                </a:path>
              </a:pathLst>
            </a:cu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Freeform 372"/>
            <p:cNvSpPr>
              <a:spLocks/>
            </p:cNvSpPr>
            <p:nvPr/>
          </p:nvSpPr>
          <p:spPr bwMode="auto">
            <a:xfrm>
              <a:off x="5699" y="1319"/>
              <a:ext cx="154" cy="130"/>
            </a:xfrm>
            <a:custGeom>
              <a:avLst/>
              <a:gdLst>
                <a:gd name="T0" fmla="*/ 0 w 154"/>
                <a:gd name="T1" fmla="*/ 130 h 130"/>
                <a:gd name="T2" fmla="*/ 154 w 154"/>
                <a:gd name="T3" fmla="*/ 64 h 130"/>
                <a:gd name="T4" fmla="*/ 0 w 154"/>
                <a:gd name="T5" fmla="*/ 0 h 130"/>
                <a:gd name="T6" fmla="*/ 0 w 154"/>
                <a:gd name="T7" fmla="*/ 130 h 130"/>
                <a:gd name="T8" fmla="*/ 0 w 154"/>
                <a:gd name="T9" fmla="*/ 13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" h="130">
                  <a:moveTo>
                    <a:pt x="0" y="130"/>
                  </a:moveTo>
                  <a:lnTo>
                    <a:pt x="154" y="64"/>
                  </a:lnTo>
                  <a:lnTo>
                    <a:pt x="0" y="0"/>
                  </a:lnTo>
                  <a:lnTo>
                    <a:pt x="0" y="130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424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373"/>
            <p:cNvSpPr>
              <a:spLocks/>
            </p:cNvSpPr>
            <p:nvPr/>
          </p:nvSpPr>
          <p:spPr bwMode="auto">
            <a:xfrm>
              <a:off x="5853" y="1319"/>
              <a:ext cx="156" cy="130"/>
            </a:xfrm>
            <a:custGeom>
              <a:avLst/>
              <a:gdLst>
                <a:gd name="T0" fmla="*/ 156 w 156"/>
                <a:gd name="T1" fmla="*/ 130 h 130"/>
                <a:gd name="T2" fmla="*/ 0 w 156"/>
                <a:gd name="T3" fmla="*/ 64 h 130"/>
                <a:gd name="T4" fmla="*/ 156 w 156"/>
                <a:gd name="T5" fmla="*/ 0 h 130"/>
                <a:gd name="T6" fmla="*/ 156 w 156"/>
                <a:gd name="T7" fmla="*/ 130 h 130"/>
                <a:gd name="T8" fmla="*/ 156 w 156"/>
                <a:gd name="T9" fmla="*/ 13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130">
                  <a:moveTo>
                    <a:pt x="156" y="130"/>
                  </a:moveTo>
                  <a:lnTo>
                    <a:pt x="0" y="64"/>
                  </a:lnTo>
                  <a:lnTo>
                    <a:pt x="156" y="0"/>
                  </a:lnTo>
                  <a:lnTo>
                    <a:pt x="156" y="130"/>
                  </a:lnTo>
                  <a:lnTo>
                    <a:pt x="156" y="130"/>
                  </a:lnTo>
                  <a:close/>
                </a:path>
              </a:pathLst>
            </a:cu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Oval 374"/>
            <p:cNvSpPr>
              <a:spLocks noChangeArrowheads="1"/>
            </p:cNvSpPr>
            <p:nvPr/>
          </p:nvSpPr>
          <p:spPr bwMode="auto">
            <a:xfrm>
              <a:off x="5815" y="1345"/>
              <a:ext cx="78" cy="78"/>
            </a:xfrm>
            <a:prstGeom prst="ellipse">
              <a:avLst/>
            </a:prstGeom>
            <a:solidFill>
              <a:srgbClr val="2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796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组合 148"/>
          <p:cNvGrpSpPr/>
          <p:nvPr/>
        </p:nvGrpSpPr>
        <p:grpSpPr>
          <a:xfrm>
            <a:off x="1406650" y="1449936"/>
            <a:ext cx="1570038" cy="1790701"/>
            <a:chOff x="3192463" y="369888"/>
            <a:chExt cx="1570038" cy="1790701"/>
          </a:xfrm>
        </p:grpSpPr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3192463" y="587376"/>
              <a:ext cx="1570038" cy="1573213"/>
            </a:xfrm>
            <a:custGeom>
              <a:avLst/>
              <a:gdLst>
                <a:gd name="T0" fmla="*/ 418 w 418"/>
                <a:gd name="T1" fmla="*/ 395 h 419"/>
                <a:gd name="T2" fmla="*/ 394 w 418"/>
                <a:gd name="T3" fmla="*/ 419 h 419"/>
                <a:gd name="T4" fmla="*/ 24 w 418"/>
                <a:gd name="T5" fmla="*/ 419 h 419"/>
                <a:gd name="T6" fmla="*/ 0 w 418"/>
                <a:gd name="T7" fmla="*/ 395 h 419"/>
                <a:gd name="T8" fmla="*/ 0 w 418"/>
                <a:gd name="T9" fmla="*/ 24 h 419"/>
                <a:gd name="T10" fmla="*/ 24 w 418"/>
                <a:gd name="T11" fmla="*/ 0 h 419"/>
                <a:gd name="T12" fmla="*/ 394 w 418"/>
                <a:gd name="T13" fmla="*/ 0 h 419"/>
                <a:gd name="T14" fmla="*/ 418 w 418"/>
                <a:gd name="T15" fmla="*/ 24 h 419"/>
                <a:gd name="T16" fmla="*/ 418 w 418"/>
                <a:gd name="T17" fmla="*/ 39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8" h="419">
                  <a:moveTo>
                    <a:pt x="418" y="395"/>
                  </a:moveTo>
                  <a:cubicBezTo>
                    <a:pt x="418" y="408"/>
                    <a:pt x="408" y="419"/>
                    <a:pt x="394" y="419"/>
                  </a:cubicBezTo>
                  <a:cubicBezTo>
                    <a:pt x="24" y="419"/>
                    <a:pt x="24" y="419"/>
                    <a:pt x="24" y="419"/>
                  </a:cubicBezTo>
                  <a:cubicBezTo>
                    <a:pt x="10" y="419"/>
                    <a:pt x="0" y="408"/>
                    <a:pt x="0" y="3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0"/>
                    <a:pt x="24" y="0"/>
                  </a:cubicBezTo>
                  <a:cubicBezTo>
                    <a:pt x="394" y="0"/>
                    <a:pt x="394" y="0"/>
                    <a:pt x="394" y="0"/>
                  </a:cubicBezTo>
                  <a:cubicBezTo>
                    <a:pt x="408" y="0"/>
                    <a:pt x="418" y="11"/>
                    <a:pt x="418" y="24"/>
                  </a:cubicBezTo>
                  <a:lnTo>
                    <a:pt x="418" y="395"/>
                  </a:lnTo>
                  <a:close/>
                </a:path>
              </a:pathLst>
            </a:custGeom>
            <a:solidFill>
              <a:srgbClr val="2B69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3910013" y="1455738"/>
              <a:ext cx="195263" cy="179388"/>
            </a:xfrm>
            <a:custGeom>
              <a:avLst/>
              <a:gdLst>
                <a:gd name="T0" fmla="*/ 52 w 52"/>
                <a:gd name="T1" fmla="*/ 16 h 48"/>
                <a:gd name="T2" fmla="*/ 52 w 52"/>
                <a:gd name="T3" fmla="*/ 0 h 48"/>
                <a:gd name="T4" fmla="*/ 0 w 52"/>
                <a:gd name="T5" fmla="*/ 0 h 48"/>
                <a:gd name="T6" fmla="*/ 0 w 52"/>
                <a:gd name="T7" fmla="*/ 48 h 48"/>
                <a:gd name="T8" fmla="*/ 52 w 52"/>
                <a:gd name="T9" fmla="*/ 1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8">
                  <a:moveTo>
                    <a:pt x="52" y="16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1" y="31"/>
                    <a:pt x="30" y="19"/>
                    <a:pt x="52" y="16"/>
                  </a:cubicBezTo>
                  <a:close/>
                </a:path>
              </a:pathLst>
            </a:custGeom>
            <a:solidFill>
              <a:srgbClr val="EEC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3643313" y="681038"/>
              <a:ext cx="731838" cy="792163"/>
            </a:xfrm>
            <a:custGeom>
              <a:avLst/>
              <a:gdLst>
                <a:gd name="T0" fmla="*/ 195 w 195"/>
                <a:gd name="T1" fmla="*/ 24 h 211"/>
                <a:gd name="T2" fmla="*/ 171 w 195"/>
                <a:gd name="T3" fmla="*/ 0 h 211"/>
                <a:gd name="T4" fmla="*/ 24 w 195"/>
                <a:gd name="T5" fmla="*/ 0 h 211"/>
                <a:gd name="T6" fmla="*/ 0 w 195"/>
                <a:gd name="T7" fmla="*/ 24 h 211"/>
                <a:gd name="T8" fmla="*/ 0 w 195"/>
                <a:gd name="T9" fmla="*/ 187 h 211"/>
                <a:gd name="T10" fmla="*/ 24 w 195"/>
                <a:gd name="T11" fmla="*/ 211 h 211"/>
                <a:gd name="T12" fmla="*/ 171 w 195"/>
                <a:gd name="T13" fmla="*/ 211 h 211"/>
                <a:gd name="T14" fmla="*/ 195 w 195"/>
                <a:gd name="T15" fmla="*/ 187 h 211"/>
                <a:gd name="T16" fmla="*/ 195 w 195"/>
                <a:gd name="T17" fmla="*/ 2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211">
                  <a:moveTo>
                    <a:pt x="195" y="24"/>
                  </a:moveTo>
                  <a:cubicBezTo>
                    <a:pt x="195" y="11"/>
                    <a:pt x="184" y="0"/>
                    <a:pt x="171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0" y="0"/>
                    <a:pt x="0" y="11"/>
                    <a:pt x="0" y="24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201"/>
                    <a:pt x="10" y="211"/>
                    <a:pt x="24" y="211"/>
                  </a:cubicBezTo>
                  <a:cubicBezTo>
                    <a:pt x="171" y="211"/>
                    <a:pt x="171" y="211"/>
                    <a:pt x="171" y="211"/>
                  </a:cubicBezTo>
                  <a:cubicBezTo>
                    <a:pt x="184" y="211"/>
                    <a:pt x="195" y="201"/>
                    <a:pt x="195" y="187"/>
                  </a:cubicBezTo>
                  <a:lnTo>
                    <a:pt x="195" y="24"/>
                  </a:lnTo>
                  <a:close/>
                </a:path>
              </a:pathLst>
            </a:custGeom>
            <a:solidFill>
              <a:srgbClr val="FFD8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3481388" y="369888"/>
              <a:ext cx="1000125" cy="784225"/>
            </a:xfrm>
            <a:custGeom>
              <a:avLst/>
              <a:gdLst>
                <a:gd name="T0" fmla="*/ 198 w 266"/>
                <a:gd name="T1" fmla="*/ 91 h 209"/>
                <a:gd name="T2" fmla="*/ 144 w 266"/>
                <a:gd name="T3" fmla="*/ 123 h 209"/>
                <a:gd name="T4" fmla="*/ 98 w 266"/>
                <a:gd name="T5" fmla="*/ 133 h 209"/>
                <a:gd name="T6" fmla="*/ 123 w 266"/>
                <a:gd name="T7" fmla="*/ 99 h 209"/>
                <a:gd name="T8" fmla="*/ 101 w 266"/>
                <a:gd name="T9" fmla="*/ 112 h 209"/>
                <a:gd name="T10" fmla="*/ 49 w 266"/>
                <a:gd name="T11" fmla="*/ 151 h 209"/>
                <a:gd name="T12" fmla="*/ 41 w 266"/>
                <a:gd name="T13" fmla="*/ 180 h 209"/>
                <a:gd name="T14" fmla="*/ 41 w 266"/>
                <a:gd name="T15" fmla="*/ 209 h 209"/>
                <a:gd name="T16" fmla="*/ 32 w 266"/>
                <a:gd name="T17" fmla="*/ 158 h 209"/>
                <a:gd name="T18" fmla="*/ 33 w 266"/>
                <a:gd name="T19" fmla="*/ 147 h 209"/>
                <a:gd name="T20" fmla="*/ 25 w 266"/>
                <a:gd name="T21" fmla="*/ 157 h 209"/>
                <a:gd name="T22" fmla="*/ 25 w 266"/>
                <a:gd name="T23" fmla="*/ 166 h 209"/>
                <a:gd name="T24" fmla="*/ 14 w 266"/>
                <a:gd name="T25" fmla="*/ 128 h 209"/>
                <a:gd name="T26" fmla="*/ 14 w 266"/>
                <a:gd name="T27" fmla="*/ 115 h 209"/>
                <a:gd name="T28" fmla="*/ 4 w 266"/>
                <a:gd name="T29" fmla="*/ 127 h 209"/>
                <a:gd name="T30" fmla="*/ 13 w 266"/>
                <a:gd name="T31" fmla="*/ 88 h 209"/>
                <a:gd name="T32" fmla="*/ 21 w 266"/>
                <a:gd name="T33" fmla="*/ 55 h 209"/>
                <a:gd name="T34" fmla="*/ 38 w 266"/>
                <a:gd name="T35" fmla="*/ 33 h 209"/>
                <a:gd name="T36" fmla="*/ 27 w 266"/>
                <a:gd name="T37" fmla="*/ 37 h 209"/>
                <a:gd name="T38" fmla="*/ 63 w 266"/>
                <a:gd name="T39" fmla="*/ 9 h 209"/>
                <a:gd name="T40" fmla="*/ 105 w 266"/>
                <a:gd name="T41" fmla="*/ 0 h 209"/>
                <a:gd name="T42" fmla="*/ 126 w 266"/>
                <a:gd name="T43" fmla="*/ 0 h 209"/>
                <a:gd name="T44" fmla="*/ 138 w 266"/>
                <a:gd name="T45" fmla="*/ 0 h 209"/>
                <a:gd name="T46" fmla="*/ 170 w 266"/>
                <a:gd name="T47" fmla="*/ 0 h 209"/>
                <a:gd name="T48" fmla="*/ 226 w 266"/>
                <a:gd name="T49" fmla="*/ 23 h 209"/>
                <a:gd name="T50" fmla="*/ 263 w 266"/>
                <a:gd name="T51" fmla="*/ 80 h 209"/>
                <a:gd name="T52" fmla="*/ 263 w 266"/>
                <a:gd name="T53" fmla="*/ 84 h 209"/>
                <a:gd name="T54" fmla="*/ 255 w 266"/>
                <a:gd name="T55" fmla="*/ 77 h 209"/>
                <a:gd name="T56" fmla="*/ 260 w 266"/>
                <a:gd name="T57" fmla="*/ 98 h 209"/>
                <a:gd name="T58" fmla="*/ 254 w 266"/>
                <a:gd name="T59" fmla="*/ 92 h 209"/>
                <a:gd name="T60" fmla="*/ 252 w 266"/>
                <a:gd name="T61" fmla="*/ 134 h 209"/>
                <a:gd name="T62" fmla="*/ 238 w 266"/>
                <a:gd name="T63" fmla="*/ 200 h 209"/>
                <a:gd name="T64" fmla="*/ 233 w 266"/>
                <a:gd name="T65" fmla="*/ 128 h 209"/>
                <a:gd name="T66" fmla="*/ 224 w 266"/>
                <a:gd name="T67" fmla="*/ 104 h 209"/>
                <a:gd name="T68" fmla="*/ 202 w 266"/>
                <a:gd name="T69" fmla="*/ 124 h 209"/>
                <a:gd name="T70" fmla="*/ 198 w 266"/>
                <a:gd name="T71" fmla="*/ 91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6" h="209">
                  <a:moveTo>
                    <a:pt x="198" y="91"/>
                  </a:moveTo>
                  <a:cubicBezTo>
                    <a:pt x="198" y="91"/>
                    <a:pt x="174" y="116"/>
                    <a:pt x="144" y="123"/>
                  </a:cubicBezTo>
                  <a:cubicBezTo>
                    <a:pt x="114" y="130"/>
                    <a:pt x="98" y="133"/>
                    <a:pt x="98" y="133"/>
                  </a:cubicBezTo>
                  <a:cubicBezTo>
                    <a:pt x="98" y="133"/>
                    <a:pt x="123" y="106"/>
                    <a:pt x="123" y="99"/>
                  </a:cubicBezTo>
                  <a:cubicBezTo>
                    <a:pt x="124" y="92"/>
                    <a:pt x="119" y="102"/>
                    <a:pt x="101" y="112"/>
                  </a:cubicBezTo>
                  <a:cubicBezTo>
                    <a:pt x="83" y="122"/>
                    <a:pt x="56" y="143"/>
                    <a:pt x="49" y="151"/>
                  </a:cubicBezTo>
                  <a:cubicBezTo>
                    <a:pt x="42" y="159"/>
                    <a:pt x="41" y="166"/>
                    <a:pt x="41" y="180"/>
                  </a:cubicBezTo>
                  <a:cubicBezTo>
                    <a:pt x="41" y="194"/>
                    <a:pt x="41" y="209"/>
                    <a:pt x="41" y="209"/>
                  </a:cubicBezTo>
                  <a:cubicBezTo>
                    <a:pt x="41" y="209"/>
                    <a:pt x="31" y="169"/>
                    <a:pt x="32" y="158"/>
                  </a:cubicBezTo>
                  <a:cubicBezTo>
                    <a:pt x="33" y="147"/>
                    <a:pt x="33" y="147"/>
                    <a:pt x="33" y="147"/>
                  </a:cubicBezTo>
                  <a:cubicBezTo>
                    <a:pt x="33" y="147"/>
                    <a:pt x="26" y="150"/>
                    <a:pt x="25" y="157"/>
                  </a:cubicBezTo>
                  <a:cubicBezTo>
                    <a:pt x="24" y="163"/>
                    <a:pt x="25" y="166"/>
                    <a:pt x="25" y="166"/>
                  </a:cubicBezTo>
                  <a:cubicBezTo>
                    <a:pt x="25" y="166"/>
                    <a:pt x="14" y="141"/>
                    <a:pt x="14" y="128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9" y="123"/>
                    <a:pt x="4" y="127"/>
                  </a:cubicBezTo>
                  <a:cubicBezTo>
                    <a:pt x="0" y="131"/>
                    <a:pt x="12" y="112"/>
                    <a:pt x="13" y="88"/>
                  </a:cubicBezTo>
                  <a:cubicBezTo>
                    <a:pt x="13" y="88"/>
                    <a:pt x="14" y="65"/>
                    <a:pt x="21" y="55"/>
                  </a:cubicBezTo>
                  <a:cubicBezTo>
                    <a:pt x="27" y="46"/>
                    <a:pt x="38" y="33"/>
                    <a:pt x="38" y="33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7"/>
                    <a:pt x="51" y="14"/>
                    <a:pt x="63" y="9"/>
                  </a:cubicBezTo>
                  <a:cubicBezTo>
                    <a:pt x="75" y="4"/>
                    <a:pt x="94" y="0"/>
                    <a:pt x="105" y="0"/>
                  </a:cubicBezTo>
                  <a:cubicBezTo>
                    <a:pt x="117" y="0"/>
                    <a:pt x="126" y="0"/>
                    <a:pt x="12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0"/>
                    <a:pt x="158" y="0"/>
                    <a:pt x="170" y="0"/>
                  </a:cubicBezTo>
                  <a:cubicBezTo>
                    <a:pt x="181" y="1"/>
                    <a:pt x="210" y="6"/>
                    <a:pt x="226" y="23"/>
                  </a:cubicBezTo>
                  <a:cubicBezTo>
                    <a:pt x="243" y="40"/>
                    <a:pt x="260" y="65"/>
                    <a:pt x="263" y="80"/>
                  </a:cubicBezTo>
                  <a:cubicBezTo>
                    <a:pt x="266" y="94"/>
                    <a:pt x="263" y="84"/>
                    <a:pt x="263" y="84"/>
                  </a:cubicBezTo>
                  <a:cubicBezTo>
                    <a:pt x="255" y="77"/>
                    <a:pt x="255" y="77"/>
                    <a:pt x="255" y="77"/>
                  </a:cubicBezTo>
                  <a:cubicBezTo>
                    <a:pt x="255" y="77"/>
                    <a:pt x="261" y="94"/>
                    <a:pt x="260" y="98"/>
                  </a:cubicBezTo>
                  <a:cubicBezTo>
                    <a:pt x="259" y="101"/>
                    <a:pt x="254" y="92"/>
                    <a:pt x="254" y="92"/>
                  </a:cubicBezTo>
                  <a:cubicBezTo>
                    <a:pt x="254" y="92"/>
                    <a:pt x="254" y="113"/>
                    <a:pt x="252" y="134"/>
                  </a:cubicBezTo>
                  <a:cubicBezTo>
                    <a:pt x="251" y="156"/>
                    <a:pt x="238" y="200"/>
                    <a:pt x="238" y="200"/>
                  </a:cubicBezTo>
                  <a:cubicBezTo>
                    <a:pt x="238" y="200"/>
                    <a:pt x="238" y="148"/>
                    <a:pt x="233" y="128"/>
                  </a:cubicBezTo>
                  <a:cubicBezTo>
                    <a:pt x="228" y="109"/>
                    <a:pt x="224" y="104"/>
                    <a:pt x="224" y="104"/>
                  </a:cubicBezTo>
                  <a:cubicBezTo>
                    <a:pt x="202" y="124"/>
                    <a:pt x="202" y="124"/>
                    <a:pt x="202" y="124"/>
                  </a:cubicBezTo>
                  <a:cubicBezTo>
                    <a:pt x="202" y="124"/>
                    <a:pt x="206" y="102"/>
                    <a:pt x="198" y="91"/>
                  </a:cubicBezTo>
                  <a:close/>
                </a:path>
              </a:pathLst>
            </a:custGeom>
            <a:solidFill>
              <a:srgbClr val="4121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3910013" y="1514476"/>
              <a:ext cx="195263" cy="390525"/>
            </a:xfrm>
            <a:custGeom>
              <a:avLst/>
              <a:gdLst>
                <a:gd name="T0" fmla="*/ 52 w 52"/>
                <a:gd name="T1" fmla="*/ 104 h 104"/>
                <a:gd name="T2" fmla="*/ 52 w 52"/>
                <a:gd name="T3" fmla="*/ 0 h 104"/>
                <a:gd name="T4" fmla="*/ 0 w 52"/>
                <a:gd name="T5" fmla="*/ 32 h 104"/>
                <a:gd name="T6" fmla="*/ 0 w 52"/>
                <a:gd name="T7" fmla="*/ 104 h 104"/>
                <a:gd name="T8" fmla="*/ 52 w 52"/>
                <a:gd name="T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04">
                  <a:moveTo>
                    <a:pt x="52" y="104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30" y="3"/>
                    <a:pt x="11" y="15"/>
                    <a:pt x="0" y="32"/>
                  </a:cubicBezTo>
                  <a:cubicBezTo>
                    <a:pt x="0" y="104"/>
                    <a:pt x="0" y="104"/>
                    <a:pt x="0" y="104"/>
                  </a:cubicBezTo>
                  <a:lnTo>
                    <a:pt x="52" y="104"/>
                  </a:lnTo>
                  <a:close/>
                </a:path>
              </a:pathLst>
            </a:custGeom>
            <a:solidFill>
              <a:srgbClr val="FFD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3508376" y="1651001"/>
              <a:ext cx="1014413" cy="509588"/>
            </a:xfrm>
            <a:custGeom>
              <a:avLst/>
              <a:gdLst>
                <a:gd name="T0" fmla="*/ 270 w 270"/>
                <a:gd name="T1" fmla="*/ 136 h 136"/>
                <a:gd name="T2" fmla="*/ 270 w 270"/>
                <a:gd name="T3" fmla="*/ 25 h 136"/>
                <a:gd name="T4" fmla="*/ 246 w 270"/>
                <a:gd name="T5" fmla="*/ 0 h 136"/>
                <a:gd name="T6" fmla="*/ 159 w 270"/>
                <a:gd name="T7" fmla="*/ 0 h 136"/>
                <a:gd name="T8" fmla="*/ 135 w 270"/>
                <a:gd name="T9" fmla="*/ 64 h 136"/>
                <a:gd name="T10" fmla="*/ 107 w 270"/>
                <a:gd name="T11" fmla="*/ 0 h 136"/>
                <a:gd name="T12" fmla="*/ 24 w 270"/>
                <a:gd name="T13" fmla="*/ 0 h 136"/>
                <a:gd name="T14" fmla="*/ 0 w 270"/>
                <a:gd name="T15" fmla="*/ 25 h 136"/>
                <a:gd name="T16" fmla="*/ 0 w 270"/>
                <a:gd name="T17" fmla="*/ 136 h 136"/>
                <a:gd name="T18" fmla="*/ 270 w 270"/>
                <a:gd name="T19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0" h="136">
                  <a:moveTo>
                    <a:pt x="270" y="136"/>
                  </a:moveTo>
                  <a:cubicBezTo>
                    <a:pt x="270" y="25"/>
                    <a:pt x="270" y="25"/>
                    <a:pt x="270" y="25"/>
                  </a:cubicBezTo>
                  <a:cubicBezTo>
                    <a:pt x="270" y="11"/>
                    <a:pt x="259" y="0"/>
                    <a:pt x="246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35" y="64"/>
                    <a:pt x="135" y="64"/>
                    <a:pt x="135" y="64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0" y="0"/>
                    <a:pt x="0" y="11"/>
                    <a:pt x="0" y="25"/>
                  </a:cubicBezTo>
                  <a:cubicBezTo>
                    <a:pt x="0" y="136"/>
                    <a:pt x="0" y="136"/>
                    <a:pt x="0" y="136"/>
                  </a:cubicBezTo>
                  <a:lnTo>
                    <a:pt x="270" y="136"/>
                  </a:lnTo>
                  <a:close/>
                </a:path>
              </a:pathLst>
            </a:custGeom>
            <a:solidFill>
              <a:srgbClr val="779A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3709988" y="1876426"/>
              <a:ext cx="136525" cy="195263"/>
            </a:xfrm>
            <a:prstGeom prst="rect">
              <a:avLst/>
            </a:prstGeom>
            <a:solidFill>
              <a:srgbClr val="6C8C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3846513" y="1651001"/>
              <a:ext cx="190500" cy="333375"/>
            </a:xfrm>
            <a:custGeom>
              <a:avLst/>
              <a:gdLst>
                <a:gd name="T0" fmla="*/ 120 w 120"/>
                <a:gd name="T1" fmla="*/ 170 h 210"/>
                <a:gd name="T2" fmla="*/ 101 w 120"/>
                <a:gd name="T3" fmla="*/ 210 h 210"/>
                <a:gd name="T4" fmla="*/ 0 w 120"/>
                <a:gd name="T5" fmla="*/ 0 h 210"/>
                <a:gd name="T6" fmla="*/ 40 w 120"/>
                <a:gd name="T7" fmla="*/ 0 h 210"/>
                <a:gd name="T8" fmla="*/ 120 w 120"/>
                <a:gd name="T9" fmla="*/ 17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210">
                  <a:moveTo>
                    <a:pt x="120" y="170"/>
                  </a:moveTo>
                  <a:lnTo>
                    <a:pt x="101" y="210"/>
                  </a:lnTo>
                  <a:lnTo>
                    <a:pt x="0" y="0"/>
                  </a:lnTo>
                  <a:lnTo>
                    <a:pt x="40" y="0"/>
                  </a:lnTo>
                  <a:lnTo>
                    <a:pt x="120" y="170"/>
                  </a:lnTo>
                  <a:close/>
                </a:path>
              </a:pathLst>
            </a:custGeom>
            <a:solidFill>
              <a:srgbClr val="6D84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3976688" y="1651001"/>
              <a:ext cx="192088" cy="333375"/>
            </a:xfrm>
            <a:custGeom>
              <a:avLst/>
              <a:gdLst>
                <a:gd name="T0" fmla="*/ 0 w 121"/>
                <a:gd name="T1" fmla="*/ 170 h 210"/>
                <a:gd name="T2" fmla="*/ 19 w 121"/>
                <a:gd name="T3" fmla="*/ 210 h 210"/>
                <a:gd name="T4" fmla="*/ 121 w 121"/>
                <a:gd name="T5" fmla="*/ 0 h 210"/>
                <a:gd name="T6" fmla="*/ 81 w 121"/>
                <a:gd name="T7" fmla="*/ 0 h 210"/>
                <a:gd name="T8" fmla="*/ 0 w 121"/>
                <a:gd name="T9" fmla="*/ 17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210">
                  <a:moveTo>
                    <a:pt x="0" y="170"/>
                  </a:moveTo>
                  <a:lnTo>
                    <a:pt x="19" y="210"/>
                  </a:lnTo>
                  <a:lnTo>
                    <a:pt x="121" y="0"/>
                  </a:lnTo>
                  <a:lnTo>
                    <a:pt x="81" y="0"/>
                  </a:lnTo>
                  <a:lnTo>
                    <a:pt x="0" y="170"/>
                  </a:lnTo>
                  <a:close/>
                </a:path>
              </a:pathLst>
            </a:custGeom>
            <a:solidFill>
              <a:srgbClr val="6D84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1364118" y="3787370"/>
            <a:ext cx="1574800" cy="1820863"/>
            <a:chOff x="5337176" y="339726"/>
            <a:chExt cx="1574800" cy="1820863"/>
          </a:xfrm>
        </p:grpSpPr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5337176" y="587376"/>
              <a:ext cx="1574800" cy="1573213"/>
            </a:xfrm>
            <a:custGeom>
              <a:avLst/>
              <a:gdLst>
                <a:gd name="T0" fmla="*/ 419 w 419"/>
                <a:gd name="T1" fmla="*/ 395 h 419"/>
                <a:gd name="T2" fmla="*/ 395 w 419"/>
                <a:gd name="T3" fmla="*/ 419 h 419"/>
                <a:gd name="T4" fmla="*/ 24 w 419"/>
                <a:gd name="T5" fmla="*/ 419 h 419"/>
                <a:gd name="T6" fmla="*/ 0 w 419"/>
                <a:gd name="T7" fmla="*/ 395 h 419"/>
                <a:gd name="T8" fmla="*/ 0 w 419"/>
                <a:gd name="T9" fmla="*/ 24 h 419"/>
                <a:gd name="T10" fmla="*/ 24 w 419"/>
                <a:gd name="T11" fmla="*/ 0 h 419"/>
                <a:gd name="T12" fmla="*/ 395 w 419"/>
                <a:gd name="T13" fmla="*/ 0 h 419"/>
                <a:gd name="T14" fmla="*/ 419 w 419"/>
                <a:gd name="T15" fmla="*/ 24 h 419"/>
                <a:gd name="T16" fmla="*/ 419 w 419"/>
                <a:gd name="T17" fmla="*/ 39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9" h="419">
                  <a:moveTo>
                    <a:pt x="419" y="395"/>
                  </a:moveTo>
                  <a:cubicBezTo>
                    <a:pt x="419" y="408"/>
                    <a:pt x="408" y="419"/>
                    <a:pt x="395" y="419"/>
                  </a:cubicBezTo>
                  <a:cubicBezTo>
                    <a:pt x="24" y="419"/>
                    <a:pt x="24" y="419"/>
                    <a:pt x="24" y="419"/>
                  </a:cubicBezTo>
                  <a:cubicBezTo>
                    <a:pt x="11" y="419"/>
                    <a:pt x="0" y="408"/>
                    <a:pt x="0" y="3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95" y="0"/>
                    <a:pt x="395" y="0"/>
                    <a:pt x="395" y="0"/>
                  </a:cubicBezTo>
                  <a:cubicBezTo>
                    <a:pt x="408" y="0"/>
                    <a:pt x="419" y="11"/>
                    <a:pt x="419" y="24"/>
                  </a:cubicBezTo>
                  <a:lnTo>
                    <a:pt x="419" y="395"/>
                  </a:lnTo>
                  <a:close/>
                </a:path>
              </a:pathLst>
            </a:custGeom>
            <a:solidFill>
              <a:srgbClr val="F7B3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5991226" y="1436688"/>
              <a:ext cx="195263" cy="176213"/>
            </a:xfrm>
            <a:custGeom>
              <a:avLst/>
              <a:gdLst>
                <a:gd name="T0" fmla="*/ 52 w 52"/>
                <a:gd name="T1" fmla="*/ 16 h 47"/>
                <a:gd name="T2" fmla="*/ 52 w 52"/>
                <a:gd name="T3" fmla="*/ 0 h 47"/>
                <a:gd name="T4" fmla="*/ 0 w 52"/>
                <a:gd name="T5" fmla="*/ 0 h 47"/>
                <a:gd name="T6" fmla="*/ 0 w 52"/>
                <a:gd name="T7" fmla="*/ 47 h 47"/>
                <a:gd name="T8" fmla="*/ 52 w 52"/>
                <a:gd name="T9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7">
                  <a:moveTo>
                    <a:pt x="52" y="16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11" y="30"/>
                    <a:pt x="30" y="18"/>
                    <a:pt x="52" y="16"/>
                  </a:cubicBezTo>
                  <a:close/>
                </a:path>
              </a:pathLst>
            </a:custGeom>
            <a:solidFill>
              <a:srgbClr val="EEC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5991226" y="1497013"/>
              <a:ext cx="195263" cy="390525"/>
            </a:xfrm>
            <a:custGeom>
              <a:avLst/>
              <a:gdLst>
                <a:gd name="T0" fmla="*/ 52 w 52"/>
                <a:gd name="T1" fmla="*/ 104 h 104"/>
                <a:gd name="T2" fmla="*/ 52 w 52"/>
                <a:gd name="T3" fmla="*/ 0 h 104"/>
                <a:gd name="T4" fmla="*/ 0 w 52"/>
                <a:gd name="T5" fmla="*/ 31 h 104"/>
                <a:gd name="T6" fmla="*/ 0 w 52"/>
                <a:gd name="T7" fmla="*/ 104 h 104"/>
                <a:gd name="T8" fmla="*/ 52 w 52"/>
                <a:gd name="T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04">
                  <a:moveTo>
                    <a:pt x="52" y="104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30" y="2"/>
                    <a:pt x="11" y="14"/>
                    <a:pt x="0" y="31"/>
                  </a:cubicBezTo>
                  <a:cubicBezTo>
                    <a:pt x="0" y="104"/>
                    <a:pt x="0" y="104"/>
                    <a:pt x="0" y="104"/>
                  </a:cubicBezTo>
                  <a:lnTo>
                    <a:pt x="52" y="104"/>
                  </a:lnTo>
                  <a:close/>
                </a:path>
              </a:pathLst>
            </a:custGeom>
            <a:solidFill>
              <a:srgbClr val="FFD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5641976" y="722313"/>
              <a:ext cx="885825" cy="758825"/>
            </a:xfrm>
            <a:custGeom>
              <a:avLst/>
              <a:gdLst>
                <a:gd name="T0" fmla="*/ 5 w 236"/>
                <a:gd name="T1" fmla="*/ 45 h 202"/>
                <a:gd name="T2" fmla="*/ 25 w 236"/>
                <a:gd name="T3" fmla="*/ 134 h 202"/>
                <a:gd name="T4" fmla="*/ 107 w 236"/>
                <a:gd name="T5" fmla="*/ 198 h 202"/>
                <a:gd name="T6" fmla="*/ 206 w 236"/>
                <a:gd name="T7" fmla="*/ 143 h 202"/>
                <a:gd name="T8" fmla="*/ 234 w 236"/>
                <a:gd name="T9" fmla="*/ 38 h 202"/>
                <a:gd name="T10" fmla="*/ 205 w 236"/>
                <a:gd name="T11" fmla="*/ 8 h 202"/>
                <a:gd name="T12" fmla="*/ 111 w 236"/>
                <a:gd name="T13" fmla="*/ 0 h 202"/>
                <a:gd name="T14" fmla="*/ 43 w 236"/>
                <a:gd name="T15" fmla="*/ 14 h 202"/>
                <a:gd name="T16" fmla="*/ 5 w 236"/>
                <a:gd name="T17" fmla="*/ 4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6" h="202">
                  <a:moveTo>
                    <a:pt x="5" y="45"/>
                  </a:moveTo>
                  <a:cubicBezTo>
                    <a:pt x="5" y="45"/>
                    <a:pt x="0" y="92"/>
                    <a:pt x="25" y="134"/>
                  </a:cubicBezTo>
                  <a:cubicBezTo>
                    <a:pt x="50" y="175"/>
                    <a:pt x="85" y="194"/>
                    <a:pt x="107" y="198"/>
                  </a:cubicBezTo>
                  <a:cubicBezTo>
                    <a:pt x="129" y="202"/>
                    <a:pt x="176" y="191"/>
                    <a:pt x="206" y="143"/>
                  </a:cubicBezTo>
                  <a:cubicBezTo>
                    <a:pt x="236" y="94"/>
                    <a:pt x="234" y="38"/>
                    <a:pt x="234" y="38"/>
                  </a:cubicBezTo>
                  <a:cubicBezTo>
                    <a:pt x="205" y="8"/>
                    <a:pt x="205" y="8"/>
                    <a:pt x="205" y="8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43" y="14"/>
                    <a:pt x="43" y="14"/>
                    <a:pt x="43" y="14"/>
                  </a:cubicBezTo>
                  <a:lnTo>
                    <a:pt x="5" y="45"/>
                  </a:lnTo>
                  <a:close/>
                </a:path>
              </a:pathLst>
            </a:custGeom>
            <a:solidFill>
              <a:srgbClr val="FED4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5461001" y="339726"/>
              <a:ext cx="1228725" cy="1201738"/>
            </a:xfrm>
            <a:custGeom>
              <a:avLst/>
              <a:gdLst>
                <a:gd name="T0" fmla="*/ 226 w 327"/>
                <a:gd name="T1" fmla="*/ 123 h 320"/>
                <a:gd name="T2" fmla="*/ 154 w 327"/>
                <a:gd name="T3" fmla="*/ 155 h 320"/>
                <a:gd name="T4" fmla="*/ 98 w 327"/>
                <a:gd name="T5" fmla="*/ 152 h 320"/>
                <a:gd name="T6" fmla="*/ 107 w 327"/>
                <a:gd name="T7" fmla="*/ 134 h 320"/>
                <a:gd name="T8" fmla="*/ 84 w 327"/>
                <a:gd name="T9" fmla="*/ 150 h 320"/>
                <a:gd name="T10" fmla="*/ 53 w 327"/>
                <a:gd name="T11" fmla="*/ 159 h 320"/>
                <a:gd name="T12" fmla="*/ 78 w 327"/>
                <a:gd name="T13" fmla="*/ 244 h 320"/>
                <a:gd name="T14" fmla="*/ 120 w 327"/>
                <a:gd name="T15" fmla="*/ 284 h 320"/>
                <a:gd name="T16" fmla="*/ 106 w 327"/>
                <a:gd name="T17" fmla="*/ 288 h 320"/>
                <a:gd name="T18" fmla="*/ 98 w 327"/>
                <a:gd name="T19" fmla="*/ 303 h 320"/>
                <a:gd name="T20" fmla="*/ 91 w 327"/>
                <a:gd name="T21" fmla="*/ 298 h 320"/>
                <a:gd name="T22" fmla="*/ 91 w 327"/>
                <a:gd name="T23" fmla="*/ 308 h 320"/>
                <a:gd name="T24" fmla="*/ 68 w 327"/>
                <a:gd name="T25" fmla="*/ 311 h 320"/>
                <a:gd name="T26" fmla="*/ 48 w 327"/>
                <a:gd name="T27" fmla="*/ 302 h 320"/>
                <a:gd name="T28" fmla="*/ 48 w 327"/>
                <a:gd name="T29" fmla="*/ 316 h 320"/>
                <a:gd name="T30" fmla="*/ 2 w 327"/>
                <a:gd name="T31" fmla="*/ 238 h 320"/>
                <a:gd name="T32" fmla="*/ 38 w 327"/>
                <a:gd name="T33" fmla="*/ 114 h 320"/>
                <a:gd name="T34" fmla="*/ 110 w 327"/>
                <a:gd name="T35" fmla="*/ 19 h 320"/>
                <a:gd name="T36" fmla="*/ 223 w 327"/>
                <a:gd name="T37" fmla="*/ 21 h 320"/>
                <a:gd name="T38" fmla="*/ 292 w 327"/>
                <a:gd name="T39" fmla="*/ 115 h 320"/>
                <a:gd name="T40" fmla="*/ 318 w 327"/>
                <a:gd name="T41" fmla="*/ 207 h 320"/>
                <a:gd name="T42" fmla="*/ 312 w 327"/>
                <a:gd name="T43" fmla="*/ 292 h 320"/>
                <a:gd name="T44" fmla="*/ 282 w 327"/>
                <a:gd name="T45" fmla="*/ 316 h 320"/>
                <a:gd name="T46" fmla="*/ 285 w 327"/>
                <a:gd name="T47" fmla="*/ 305 h 320"/>
                <a:gd name="T48" fmla="*/ 263 w 327"/>
                <a:gd name="T49" fmla="*/ 312 h 320"/>
                <a:gd name="T50" fmla="*/ 240 w 327"/>
                <a:gd name="T51" fmla="*/ 310 h 320"/>
                <a:gd name="T52" fmla="*/ 244 w 327"/>
                <a:gd name="T53" fmla="*/ 302 h 320"/>
                <a:gd name="T54" fmla="*/ 234 w 327"/>
                <a:gd name="T55" fmla="*/ 302 h 320"/>
                <a:gd name="T56" fmla="*/ 232 w 327"/>
                <a:gd name="T57" fmla="*/ 305 h 320"/>
                <a:gd name="T58" fmla="*/ 227 w 327"/>
                <a:gd name="T59" fmla="*/ 292 h 320"/>
                <a:gd name="T60" fmla="*/ 205 w 327"/>
                <a:gd name="T61" fmla="*/ 289 h 320"/>
                <a:gd name="T62" fmla="*/ 260 w 327"/>
                <a:gd name="T63" fmla="*/ 232 h 320"/>
                <a:gd name="T64" fmla="*/ 277 w 327"/>
                <a:gd name="T65" fmla="*/ 156 h 320"/>
                <a:gd name="T66" fmla="*/ 276 w 327"/>
                <a:gd name="T67" fmla="*/ 147 h 320"/>
                <a:gd name="T68" fmla="*/ 248 w 327"/>
                <a:gd name="T69" fmla="*/ 154 h 320"/>
                <a:gd name="T70" fmla="*/ 202 w 327"/>
                <a:gd name="T71" fmla="*/ 154 h 320"/>
                <a:gd name="T72" fmla="*/ 226 w 327"/>
                <a:gd name="T73" fmla="*/ 12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27" h="320">
                  <a:moveTo>
                    <a:pt x="226" y="123"/>
                  </a:moveTo>
                  <a:cubicBezTo>
                    <a:pt x="226" y="123"/>
                    <a:pt x="200" y="152"/>
                    <a:pt x="154" y="155"/>
                  </a:cubicBezTo>
                  <a:cubicBezTo>
                    <a:pt x="108" y="158"/>
                    <a:pt x="98" y="152"/>
                    <a:pt x="98" y="152"/>
                  </a:cubicBezTo>
                  <a:cubicBezTo>
                    <a:pt x="98" y="152"/>
                    <a:pt x="106" y="141"/>
                    <a:pt x="107" y="134"/>
                  </a:cubicBezTo>
                  <a:cubicBezTo>
                    <a:pt x="108" y="126"/>
                    <a:pt x="101" y="142"/>
                    <a:pt x="84" y="150"/>
                  </a:cubicBezTo>
                  <a:cubicBezTo>
                    <a:pt x="68" y="159"/>
                    <a:pt x="53" y="159"/>
                    <a:pt x="53" y="159"/>
                  </a:cubicBezTo>
                  <a:cubicBezTo>
                    <a:pt x="53" y="159"/>
                    <a:pt x="57" y="212"/>
                    <a:pt x="78" y="244"/>
                  </a:cubicBezTo>
                  <a:cubicBezTo>
                    <a:pt x="100" y="275"/>
                    <a:pt x="120" y="284"/>
                    <a:pt x="120" y="284"/>
                  </a:cubicBezTo>
                  <a:cubicBezTo>
                    <a:pt x="120" y="284"/>
                    <a:pt x="113" y="284"/>
                    <a:pt x="106" y="288"/>
                  </a:cubicBezTo>
                  <a:cubicBezTo>
                    <a:pt x="100" y="292"/>
                    <a:pt x="98" y="303"/>
                    <a:pt x="98" y="303"/>
                  </a:cubicBezTo>
                  <a:cubicBezTo>
                    <a:pt x="91" y="298"/>
                    <a:pt x="91" y="298"/>
                    <a:pt x="91" y="298"/>
                  </a:cubicBezTo>
                  <a:cubicBezTo>
                    <a:pt x="91" y="308"/>
                    <a:pt x="91" y="308"/>
                    <a:pt x="91" y="308"/>
                  </a:cubicBezTo>
                  <a:cubicBezTo>
                    <a:pt x="91" y="308"/>
                    <a:pt x="81" y="314"/>
                    <a:pt x="68" y="311"/>
                  </a:cubicBezTo>
                  <a:cubicBezTo>
                    <a:pt x="54" y="308"/>
                    <a:pt x="48" y="302"/>
                    <a:pt x="48" y="302"/>
                  </a:cubicBezTo>
                  <a:cubicBezTo>
                    <a:pt x="48" y="302"/>
                    <a:pt x="46" y="311"/>
                    <a:pt x="48" y="316"/>
                  </a:cubicBezTo>
                  <a:cubicBezTo>
                    <a:pt x="50" y="320"/>
                    <a:pt x="0" y="301"/>
                    <a:pt x="2" y="238"/>
                  </a:cubicBezTo>
                  <a:cubicBezTo>
                    <a:pt x="5" y="176"/>
                    <a:pt x="30" y="158"/>
                    <a:pt x="38" y="114"/>
                  </a:cubicBezTo>
                  <a:cubicBezTo>
                    <a:pt x="45" y="70"/>
                    <a:pt x="82" y="29"/>
                    <a:pt x="110" y="19"/>
                  </a:cubicBezTo>
                  <a:cubicBezTo>
                    <a:pt x="138" y="9"/>
                    <a:pt x="193" y="0"/>
                    <a:pt x="223" y="21"/>
                  </a:cubicBezTo>
                  <a:cubicBezTo>
                    <a:pt x="223" y="21"/>
                    <a:pt x="272" y="49"/>
                    <a:pt x="292" y="115"/>
                  </a:cubicBezTo>
                  <a:cubicBezTo>
                    <a:pt x="312" y="181"/>
                    <a:pt x="308" y="182"/>
                    <a:pt x="318" y="207"/>
                  </a:cubicBezTo>
                  <a:cubicBezTo>
                    <a:pt x="327" y="232"/>
                    <a:pt x="326" y="269"/>
                    <a:pt x="312" y="292"/>
                  </a:cubicBezTo>
                  <a:cubicBezTo>
                    <a:pt x="299" y="314"/>
                    <a:pt x="282" y="316"/>
                    <a:pt x="282" y="316"/>
                  </a:cubicBezTo>
                  <a:cubicBezTo>
                    <a:pt x="282" y="316"/>
                    <a:pt x="284" y="310"/>
                    <a:pt x="285" y="305"/>
                  </a:cubicBezTo>
                  <a:cubicBezTo>
                    <a:pt x="286" y="300"/>
                    <a:pt x="281" y="312"/>
                    <a:pt x="263" y="312"/>
                  </a:cubicBezTo>
                  <a:cubicBezTo>
                    <a:pt x="245" y="312"/>
                    <a:pt x="240" y="310"/>
                    <a:pt x="240" y="310"/>
                  </a:cubicBezTo>
                  <a:cubicBezTo>
                    <a:pt x="240" y="310"/>
                    <a:pt x="244" y="306"/>
                    <a:pt x="244" y="302"/>
                  </a:cubicBezTo>
                  <a:cubicBezTo>
                    <a:pt x="245" y="298"/>
                    <a:pt x="235" y="300"/>
                    <a:pt x="234" y="302"/>
                  </a:cubicBezTo>
                  <a:cubicBezTo>
                    <a:pt x="232" y="305"/>
                    <a:pt x="232" y="305"/>
                    <a:pt x="232" y="305"/>
                  </a:cubicBezTo>
                  <a:cubicBezTo>
                    <a:pt x="232" y="305"/>
                    <a:pt x="232" y="292"/>
                    <a:pt x="227" y="292"/>
                  </a:cubicBezTo>
                  <a:cubicBezTo>
                    <a:pt x="222" y="292"/>
                    <a:pt x="205" y="289"/>
                    <a:pt x="205" y="289"/>
                  </a:cubicBezTo>
                  <a:cubicBezTo>
                    <a:pt x="205" y="289"/>
                    <a:pt x="249" y="263"/>
                    <a:pt x="260" y="232"/>
                  </a:cubicBezTo>
                  <a:cubicBezTo>
                    <a:pt x="272" y="200"/>
                    <a:pt x="276" y="174"/>
                    <a:pt x="277" y="156"/>
                  </a:cubicBezTo>
                  <a:cubicBezTo>
                    <a:pt x="278" y="137"/>
                    <a:pt x="276" y="147"/>
                    <a:pt x="276" y="147"/>
                  </a:cubicBezTo>
                  <a:cubicBezTo>
                    <a:pt x="276" y="147"/>
                    <a:pt x="266" y="153"/>
                    <a:pt x="248" y="154"/>
                  </a:cubicBezTo>
                  <a:cubicBezTo>
                    <a:pt x="230" y="154"/>
                    <a:pt x="202" y="154"/>
                    <a:pt x="202" y="154"/>
                  </a:cubicBezTo>
                  <a:cubicBezTo>
                    <a:pt x="202" y="154"/>
                    <a:pt x="225" y="140"/>
                    <a:pt x="226" y="123"/>
                  </a:cubicBezTo>
                  <a:close/>
                </a:path>
              </a:pathLst>
            </a:custGeom>
            <a:solidFill>
              <a:srgbClr val="6124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5573713" y="1646238"/>
              <a:ext cx="1017588" cy="514350"/>
            </a:xfrm>
            <a:custGeom>
              <a:avLst/>
              <a:gdLst>
                <a:gd name="T0" fmla="*/ 271 w 271"/>
                <a:gd name="T1" fmla="*/ 137 h 137"/>
                <a:gd name="T2" fmla="*/ 271 w 271"/>
                <a:gd name="T3" fmla="*/ 26 h 137"/>
                <a:gd name="T4" fmla="*/ 247 w 271"/>
                <a:gd name="T5" fmla="*/ 0 h 137"/>
                <a:gd name="T6" fmla="*/ 159 w 271"/>
                <a:gd name="T7" fmla="*/ 0 h 137"/>
                <a:gd name="T8" fmla="*/ 136 w 271"/>
                <a:gd name="T9" fmla="*/ 65 h 137"/>
                <a:gd name="T10" fmla="*/ 108 w 271"/>
                <a:gd name="T11" fmla="*/ 0 h 137"/>
                <a:gd name="T12" fmla="*/ 24 w 271"/>
                <a:gd name="T13" fmla="*/ 0 h 137"/>
                <a:gd name="T14" fmla="*/ 0 w 271"/>
                <a:gd name="T15" fmla="*/ 26 h 137"/>
                <a:gd name="T16" fmla="*/ 0 w 271"/>
                <a:gd name="T17" fmla="*/ 137 h 137"/>
                <a:gd name="T18" fmla="*/ 271 w 271"/>
                <a:gd name="T19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1" h="137">
                  <a:moveTo>
                    <a:pt x="271" y="137"/>
                  </a:moveTo>
                  <a:cubicBezTo>
                    <a:pt x="271" y="26"/>
                    <a:pt x="271" y="26"/>
                    <a:pt x="271" y="26"/>
                  </a:cubicBezTo>
                  <a:cubicBezTo>
                    <a:pt x="271" y="12"/>
                    <a:pt x="260" y="0"/>
                    <a:pt x="247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36" y="65"/>
                    <a:pt x="136" y="65"/>
                    <a:pt x="136" y="65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137"/>
                    <a:pt x="0" y="137"/>
                    <a:pt x="0" y="137"/>
                  </a:cubicBezTo>
                  <a:lnTo>
                    <a:pt x="271" y="137"/>
                  </a:lnTo>
                  <a:close/>
                </a:path>
              </a:pathLst>
            </a:custGeom>
            <a:solidFill>
              <a:srgbClr val="606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5964238" y="1662113"/>
              <a:ext cx="236538" cy="288925"/>
            </a:xfrm>
            <a:custGeom>
              <a:avLst/>
              <a:gdLst>
                <a:gd name="T0" fmla="*/ 38 w 149"/>
                <a:gd name="T1" fmla="*/ 0 h 182"/>
                <a:gd name="T2" fmla="*/ 74 w 149"/>
                <a:gd name="T3" fmla="*/ 30 h 182"/>
                <a:gd name="T4" fmla="*/ 109 w 149"/>
                <a:gd name="T5" fmla="*/ 0 h 182"/>
                <a:gd name="T6" fmla="*/ 149 w 149"/>
                <a:gd name="T7" fmla="*/ 45 h 182"/>
                <a:gd name="T8" fmla="*/ 78 w 149"/>
                <a:gd name="T9" fmla="*/ 182 h 182"/>
                <a:gd name="T10" fmla="*/ 0 w 149"/>
                <a:gd name="T11" fmla="*/ 47 h 182"/>
                <a:gd name="T12" fmla="*/ 38 w 149"/>
                <a:gd name="T13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82">
                  <a:moveTo>
                    <a:pt x="38" y="0"/>
                  </a:moveTo>
                  <a:lnTo>
                    <a:pt x="74" y="30"/>
                  </a:lnTo>
                  <a:lnTo>
                    <a:pt x="109" y="0"/>
                  </a:lnTo>
                  <a:lnTo>
                    <a:pt x="149" y="45"/>
                  </a:lnTo>
                  <a:lnTo>
                    <a:pt x="78" y="182"/>
                  </a:lnTo>
                  <a:lnTo>
                    <a:pt x="0" y="4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5788026" y="1646238"/>
              <a:ext cx="588963" cy="384175"/>
            </a:xfrm>
            <a:custGeom>
              <a:avLst/>
              <a:gdLst>
                <a:gd name="T0" fmla="*/ 0 w 371"/>
                <a:gd name="T1" fmla="*/ 0 h 242"/>
                <a:gd name="T2" fmla="*/ 71 w 371"/>
                <a:gd name="T3" fmla="*/ 145 h 242"/>
                <a:gd name="T4" fmla="*/ 102 w 371"/>
                <a:gd name="T5" fmla="*/ 100 h 242"/>
                <a:gd name="T6" fmla="*/ 189 w 371"/>
                <a:gd name="T7" fmla="*/ 242 h 242"/>
                <a:gd name="T8" fmla="*/ 272 w 371"/>
                <a:gd name="T9" fmla="*/ 100 h 242"/>
                <a:gd name="T10" fmla="*/ 305 w 371"/>
                <a:gd name="T11" fmla="*/ 142 h 242"/>
                <a:gd name="T12" fmla="*/ 371 w 371"/>
                <a:gd name="T13" fmla="*/ 0 h 242"/>
                <a:gd name="T14" fmla="*/ 291 w 371"/>
                <a:gd name="T15" fmla="*/ 0 h 242"/>
                <a:gd name="T16" fmla="*/ 189 w 371"/>
                <a:gd name="T17" fmla="*/ 192 h 242"/>
                <a:gd name="T18" fmla="*/ 85 w 371"/>
                <a:gd name="T19" fmla="*/ 0 h 242"/>
                <a:gd name="T20" fmla="*/ 0 w 371"/>
                <a:gd name="T21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1" h="242">
                  <a:moveTo>
                    <a:pt x="0" y="0"/>
                  </a:moveTo>
                  <a:lnTo>
                    <a:pt x="71" y="145"/>
                  </a:lnTo>
                  <a:lnTo>
                    <a:pt x="102" y="100"/>
                  </a:lnTo>
                  <a:lnTo>
                    <a:pt x="189" y="242"/>
                  </a:lnTo>
                  <a:lnTo>
                    <a:pt x="272" y="100"/>
                  </a:lnTo>
                  <a:lnTo>
                    <a:pt x="305" y="142"/>
                  </a:lnTo>
                  <a:lnTo>
                    <a:pt x="371" y="0"/>
                  </a:lnTo>
                  <a:lnTo>
                    <a:pt x="291" y="0"/>
                  </a:lnTo>
                  <a:lnTo>
                    <a:pt x="189" y="192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54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5851526" y="1597026"/>
              <a:ext cx="192088" cy="188913"/>
            </a:xfrm>
            <a:custGeom>
              <a:avLst/>
              <a:gdLst>
                <a:gd name="T0" fmla="*/ 95 w 121"/>
                <a:gd name="T1" fmla="*/ 0 h 119"/>
                <a:gd name="T2" fmla="*/ 0 w 121"/>
                <a:gd name="T3" fmla="*/ 0 h 119"/>
                <a:gd name="T4" fmla="*/ 59 w 121"/>
                <a:gd name="T5" fmla="*/ 119 h 119"/>
                <a:gd name="T6" fmla="*/ 121 w 121"/>
                <a:gd name="T7" fmla="*/ 41 h 119"/>
                <a:gd name="T8" fmla="*/ 95 w 121"/>
                <a:gd name="T9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19">
                  <a:moveTo>
                    <a:pt x="95" y="0"/>
                  </a:moveTo>
                  <a:lnTo>
                    <a:pt x="0" y="0"/>
                  </a:lnTo>
                  <a:lnTo>
                    <a:pt x="59" y="119"/>
                  </a:lnTo>
                  <a:lnTo>
                    <a:pt x="121" y="41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rgbClr val="E8E3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5843588" y="1585913"/>
              <a:ext cx="188913" cy="188913"/>
            </a:xfrm>
            <a:custGeom>
              <a:avLst/>
              <a:gdLst>
                <a:gd name="T0" fmla="*/ 93 w 119"/>
                <a:gd name="T1" fmla="*/ 0 h 119"/>
                <a:gd name="T2" fmla="*/ 0 w 119"/>
                <a:gd name="T3" fmla="*/ 0 h 119"/>
                <a:gd name="T4" fmla="*/ 57 w 119"/>
                <a:gd name="T5" fmla="*/ 119 h 119"/>
                <a:gd name="T6" fmla="*/ 119 w 119"/>
                <a:gd name="T7" fmla="*/ 41 h 119"/>
                <a:gd name="T8" fmla="*/ 93 w 119"/>
                <a:gd name="T9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119">
                  <a:moveTo>
                    <a:pt x="93" y="0"/>
                  </a:moveTo>
                  <a:lnTo>
                    <a:pt x="0" y="0"/>
                  </a:lnTo>
                  <a:lnTo>
                    <a:pt x="57" y="119"/>
                  </a:lnTo>
                  <a:lnTo>
                    <a:pt x="119" y="41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6115051" y="1597026"/>
              <a:ext cx="192088" cy="188913"/>
            </a:xfrm>
            <a:custGeom>
              <a:avLst/>
              <a:gdLst>
                <a:gd name="T0" fmla="*/ 26 w 121"/>
                <a:gd name="T1" fmla="*/ 0 h 119"/>
                <a:gd name="T2" fmla="*/ 121 w 121"/>
                <a:gd name="T3" fmla="*/ 0 h 119"/>
                <a:gd name="T4" fmla="*/ 61 w 121"/>
                <a:gd name="T5" fmla="*/ 119 h 119"/>
                <a:gd name="T6" fmla="*/ 0 w 121"/>
                <a:gd name="T7" fmla="*/ 41 h 119"/>
                <a:gd name="T8" fmla="*/ 26 w 121"/>
                <a:gd name="T9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19">
                  <a:moveTo>
                    <a:pt x="26" y="0"/>
                  </a:moveTo>
                  <a:lnTo>
                    <a:pt x="121" y="0"/>
                  </a:lnTo>
                  <a:lnTo>
                    <a:pt x="61" y="119"/>
                  </a:lnTo>
                  <a:lnTo>
                    <a:pt x="0" y="41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E8E3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6126163" y="1585913"/>
              <a:ext cx="187325" cy="188913"/>
            </a:xfrm>
            <a:custGeom>
              <a:avLst/>
              <a:gdLst>
                <a:gd name="T0" fmla="*/ 26 w 118"/>
                <a:gd name="T1" fmla="*/ 0 h 119"/>
                <a:gd name="T2" fmla="*/ 118 w 118"/>
                <a:gd name="T3" fmla="*/ 0 h 119"/>
                <a:gd name="T4" fmla="*/ 61 w 118"/>
                <a:gd name="T5" fmla="*/ 119 h 119"/>
                <a:gd name="T6" fmla="*/ 0 w 118"/>
                <a:gd name="T7" fmla="*/ 41 h 119"/>
                <a:gd name="T8" fmla="*/ 26 w 118"/>
                <a:gd name="T9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9">
                  <a:moveTo>
                    <a:pt x="26" y="0"/>
                  </a:moveTo>
                  <a:lnTo>
                    <a:pt x="118" y="0"/>
                  </a:lnTo>
                  <a:lnTo>
                    <a:pt x="61" y="119"/>
                  </a:lnTo>
                  <a:lnTo>
                    <a:pt x="0" y="41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9711493" y="3892145"/>
            <a:ext cx="1573213" cy="1787526"/>
            <a:chOff x="7448551" y="373063"/>
            <a:chExt cx="1573213" cy="1787526"/>
          </a:xfrm>
        </p:grpSpPr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7448551" y="579438"/>
              <a:ext cx="1573213" cy="1574800"/>
            </a:xfrm>
            <a:custGeom>
              <a:avLst/>
              <a:gdLst>
                <a:gd name="T0" fmla="*/ 419 w 419"/>
                <a:gd name="T1" fmla="*/ 395 h 419"/>
                <a:gd name="T2" fmla="*/ 395 w 419"/>
                <a:gd name="T3" fmla="*/ 419 h 419"/>
                <a:gd name="T4" fmla="*/ 24 w 419"/>
                <a:gd name="T5" fmla="*/ 419 h 419"/>
                <a:gd name="T6" fmla="*/ 0 w 419"/>
                <a:gd name="T7" fmla="*/ 395 h 419"/>
                <a:gd name="T8" fmla="*/ 0 w 419"/>
                <a:gd name="T9" fmla="*/ 24 h 419"/>
                <a:gd name="T10" fmla="*/ 24 w 419"/>
                <a:gd name="T11" fmla="*/ 0 h 419"/>
                <a:gd name="T12" fmla="*/ 395 w 419"/>
                <a:gd name="T13" fmla="*/ 0 h 419"/>
                <a:gd name="T14" fmla="*/ 419 w 419"/>
                <a:gd name="T15" fmla="*/ 24 h 419"/>
                <a:gd name="T16" fmla="*/ 419 w 419"/>
                <a:gd name="T17" fmla="*/ 39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9" h="419">
                  <a:moveTo>
                    <a:pt x="419" y="395"/>
                  </a:moveTo>
                  <a:cubicBezTo>
                    <a:pt x="419" y="408"/>
                    <a:pt x="408" y="419"/>
                    <a:pt x="395" y="419"/>
                  </a:cubicBezTo>
                  <a:cubicBezTo>
                    <a:pt x="24" y="419"/>
                    <a:pt x="24" y="419"/>
                    <a:pt x="24" y="419"/>
                  </a:cubicBezTo>
                  <a:cubicBezTo>
                    <a:pt x="11" y="419"/>
                    <a:pt x="0" y="408"/>
                    <a:pt x="0" y="3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95" y="0"/>
                    <a:pt x="395" y="0"/>
                    <a:pt x="395" y="0"/>
                  </a:cubicBezTo>
                  <a:cubicBezTo>
                    <a:pt x="408" y="0"/>
                    <a:pt x="419" y="11"/>
                    <a:pt x="419" y="24"/>
                  </a:cubicBezTo>
                  <a:lnTo>
                    <a:pt x="419" y="395"/>
                  </a:lnTo>
                  <a:close/>
                </a:path>
              </a:pathLst>
            </a:custGeom>
            <a:solidFill>
              <a:srgbClr val="1DC5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7646988" y="1000126"/>
              <a:ext cx="327025" cy="750888"/>
            </a:xfrm>
            <a:custGeom>
              <a:avLst/>
              <a:gdLst>
                <a:gd name="T0" fmla="*/ 46 w 87"/>
                <a:gd name="T1" fmla="*/ 2 h 200"/>
                <a:gd name="T2" fmla="*/ 10 w 87"/>
                <a:gd name="T3" fmla="*/ 27 h 200"/>
                <a:gd name="T4" fmla="*/ 15 w 87"/>
                <a:gd name="T5" fmla="*/ 91 h 200"/>
                <a:gd name="T6" fmla="*/ 32 w 87"/>
                <a:gd name="T7" fmla="*/ 133 h 200"/>
                <a:gd name="T8" fmla="*/ 17 w 87"/>
                <a:gd name="T9" fmla="*/ 162 h 200"/>
                <a:gd name="T10" fmla="*/ 38 w 87"/>
                <a:gd name="T11" fmla="*/ 155 h 200"/>
                <a:gd name="T12" fmla="*/ 46 w 87"/>
                <a:gd name="T13" fmla="*/ 150 h 200"/>
                <a:gd name="T14" fmla="*/ 36 w 87"/>
                <a:gd name="T15" fmla="*/ 166 h 200"/>
                <a:gd name="T16" fmla="*/ 25 w 87"/>
                <a:gd name="T17" fmla="*/ 189 h 200"/>
                <a:gd name="T18" fmla="*/ 27 w 87"/>
                <a:gd name="T19" fmla="*/ 200 h 200"/>
                <a:gd name="T20" fmla="*/ 53 w 87"/>
                <a:gd name="T21" fmla="*/ 178 h 200"/>
                <a:gd name="T22" fmla="*/ 84 w 87"/>
                <a:gd name="T23" fmla="*/ 137 h 200"/>
                <a:gd name="T24" fmla="*/ 87 w 87"/>
                <a:gd name="T25" fmla="*/ 87 h 200"/>
                <a:gd name="T26" fmla="*/ 46 w 87"/>
                <a:gd name="T27" fmla="*/ 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200">
                  <a:moveTo>
                    <a:pt x="46" y="2"/>
                  </a:moveTo>
                  <a:cubicBezTo>
                    <a:pt x="46" y="2"/>
                    <a:pt x="19" y="5"/>
                    <a:pt x="10" y="27"/>
                  </a:cubicBezTo>
                  <a:cubicBezTo>
                    <a:pt x="0" y="48"/>
                    <a:pt x="3" y="72"/>
                    <a:pt x="15" y="91"/>
                  </a:cubicBezTo>
                  <a:cubicBezTo>
                    <a:pt x="26" y="111"/>
                    <a:pt x="35" y="121"/>
                    <a:pt x="32" y="133"/>
                  </a:cubicBezTo>
                  <a:cubicBezTo>
                    <a:pt x="28" y="144"/>
                    <a:pt x="17" y="162"/>
                    <a:pt x="17" y="162"/>
                  </a:cubicBezTo>
                  <a:cubicBezTo>
                    <a:pt x="17" y="162"/>
                    <a:pt x="31" y="160"/>
                    <a:pt x="38" y="155"/>
                  </a:cubicBezTo>
                  <a:cubicBezTo>
                    <a:pt x="44" y="150"/>
                    <a:pt x="46" y="150"/>
                    <a:pt x="46" y="150"/>
                  </a:cubicBezTo>
                  <a:cubicBezTo>
                    <a:pt x="46" y="150"/>
                    <a:pt x="43" y="160"/>
                    <a:pt x="36" y="166"/>
                  </a:cubicBezTo>
                  <a:cubicBezTo>
                    <a:pt x="29" y="171"/>
                    <a:pt x="23" y="182"/>
                    <a:pt x="25" y="189"/>
                  </a:cubicBezTo>
                  <a:cubicBezTo>
                    <a:pt x="27" y="196"/>
                    <a:pt x="27" y="200"/>
                    <a:pt x="27" y="200"/>
                  </a:cubicBezTo>
                  <a:cubicBezTo>
                    <a:pt x="27" y="200"/>
                    <a:pt x="43" y="183"/>
                    <a:pt x="53" y="178"/>
                  </a:cubicBezTo>
                  <a:cubicBezTo>
                    <a:pt x="62" y="173"/>
                    <a:pt x="80" y="159"/>
                    <a:pt x="84" y="137"/>
                  </a:cubicBezTo>
                  <a:cubicBezTo>
                    <a:pt x="87" y="115"/>
                    <a:pt x="87" y="90"/>
                    <a:pt x="87" y="87"/>
                  </a:cubicBezTo>
                  <a:cubicBezTo>
                    <a:pt x="86" y="83"/>
                    <a:pt x="79" y="0"/>
                    <a:pt x="46" y="2"/>
                  </a:cubicBezTo>
                  <a:close/>
                </a:path>
              </a:pathLst>
            </a:custGeom>
            <a:solidFill>
              <a:srgbClr val="F282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>
              <a:off x="8139113" y="1436688"/>
              <a:ext cx="195263" cy="179388"/>
            </a:xfrm>
            <a:custGeom>
              <a:avLst/>
              <a:gdLst>
                <a:gd name="T0" fmla="*/ 52 w 52"/>
                <a:gd name="T1" fmla="*/ 16 h 48"/>
                <a:gd name="T2" fmla="*/ 52 w 52"/>
                <a:gd name="T3" fmla="*/ 0 h 48"/>
                <a:gd name="T4" fmla="*/ 0 w 52"/>
                <a:gd name="T5" fmla="*/ 0 h 48"/>
                <a:gd name="T6" fmla="*/ 0 w 52"/>
                <a:gd name="T7" fmla="*/ 48 h 48"/>
                <a:gd name="T8" fmla="*/ 52 w 52"/>
                <a:gd name="T9" fmla="*/ 1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8">
                  <a:moveTo>
                    <a:pt x="52" y="16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2" y="31"/>
                    <a:pt x="30" y="19"/>
                    <a:pt x="52" y="16"/>
                  </a:cubicBezTo>
                  <a:close/>
                </a:path>
              </a:pathLst>
            </a:custGeom>
            <a:solidFill>
              <a:srgbClr val="EEC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>
              <a:off x="8139113" y="1497013"/>
              <a:ext cx="195263" cy="390525"/>
            </a:xfrm>
            <a:custGeom>
              <a:avLst/>
              <a:gdLst>
                <a:gd name="T0" fmla="*/ 52 w 52"/>
                <a:gd name="T1" fmla="*/ 104 h 104"/>
                <a:gd name="T2" fmla="*/ 52 w 52"/>
                <a:gd name="T3" fmla="*/ 0 h 104"/>
                <a:gd name="T4" fmla="*/ 0 w 52"/>
                <a:gd name="T5" fmla="*/ 32 h 104"/>
                <a:gd name="T6" fmla="*/ 0 w 52"/>
                <a:gd name="T7" fmla="*/ 104 h 104"/>
                <a:gd name="T8" fmla="*/ 52 w 52"/>
                <a:gd name="T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04">
                  <a:moveTo>
                    <a:pt x="52" y="104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30" y="3"/>
                    <a:pt x="12" y="15"/>
                    <a:pt x="0" y="32"/>
                  </a:cubicBezTo>
                  <a:cubicBezTo>
                    <a:pt x="0" y="104"/>
                    <a:pt x="0" y="104"/>
                    <a:pt x="0" y="104"/>
                  </a:cubicBezTo>
                  <a:lnTo>
                    <a:pt x="52" y="104"/>
                  </a:lnTo>
                  <a:close/>
                </a:path>
              </a:pathLst>
            </a:custGeom>
            <a:solidFill>
              <a:srgbClr val="FFD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>
              <a:off x="8512176" y="1000126"/>
              <a:ext cx="325438" cy="750888"/>
            </a:xfrm>
            <a:custGeom>
              <a:avLst/>
              <a:gdLst>
                <a:gd name="T0" fmla="*/ 41 w 87"/>
                <a:gd name="T1" fmla="*/ 2 h 200"/>
                <a:gd name="T2" fmla="*/ 78 w 87"/>
                <a:gd name="T3" fmla="*/ 27 h 200"/>
                <a:gd name="T4" fmla="*/ 73 w 87"/>
                <a:gd name="T5" fmla="*/ 91 h 200"/>
                <a:gd name="T6" fmla="*/ 56 w 87"/>
                <a:gd name="T7" fmla="*/ 133 h 200"/>
                <a:gd name="T8" fmla="*/ 71 w 87"/>
                <a:gd name="T9" fmla="*/ 162 h 200"/>
                <a:gd name="T10" fmla="*/ 50 w 87"/>
                <a:gd name="T11" fmla="*/ 155 h 200"/>
                <a:gd name="T12" fmla="*/ 42 w 87"/>
                <a:gd name="T13" fmla="*/ 150 h 200"/>
                <a:gd name="T14" fmla="*/ 51 w 87"/>
                <a:gd name="T15" fmla="*/ 166 h 200"/>
                <a:gd name="T16" fmla="*/ 62 w 87"/>
                <a:gd name="T17" fmla="*/ 189 h 200"/>
                <a:gd name="T18" fmla="*/ 60 w 87"/>
                <a:gd name="T19" fmla="*/ 200 h 200"/>
                <a:gd name="T20" fmla="*/ 35 w 87"/>
                <a:gd name="T21" fmla="*/ 178 h 200"/>
                <a:gd name="T22" fmla="*/ 3 w 87"/>
                <a:gd name="T23" fmla="*/ 137 h 200"/>
                <a:gd name="T24" fmla="*/ 1 w 87"/>
                <a:gd name="T25" fmla="*/ 87 h 200"/>
                <a:gd name="T26" fmla="*/ 41 w 87"/>
                <a:gd name="T27" fmla="*/ 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200">
                  <a:moveTo>
                    <a:pt x="41" y="2"/>
                  </a:moveTo>
                  <a:cubicBezTo>
                    <a:pt x="41" y="2"/>
                    <a:pt x="68" y="5"/>
                    <a:pt x="78" y="27"/>
                  </a:cubicBezTo>
                  <a:cubicBezTo>
                    <a:pt x="87" y="48"/>
                    <a:pt x="84" y="72"/>
                    <a:pt x="73" y="91"/>
                  </a:cubicBezTo>
                  <a:cubicBezTo>
                    <a:pt x="61" y="111"/>
                    <a:pt x="52" y="121"/>
                    <a:pt x="56" y="133"/>
                  </a:cubicBezTo>
                  <a:cubicBezTo>
                    <a:pt x="59" y="144"/>
                    <a:pt x="71" y="162"/>
                    <a:pt x="71" y="162"/>
                  </a:cubicBezTo>
                  <a:cubicBezTo>
                    <a:pt x="71" y="162"/>
                    <a:pt x="56" y="160"/>
                    <a:pt x="50" y="155"/>
                  </a:cubicBezTo>
                  <a:cubicBezTo>
                    <a:pt x="43" y="150"/>
                    <a:pt x="42" y="150"/>
                    <a:pt x="42" y="150"/>
                  </a:cubicBezTo>
                  <a:cubicBezTo>
                    <a:pt x="42" y="150"/>
                    <a:pt x="44" y="160"/>
                    <a:pt x="51" y="166"/>
                  </a:cubicBezTo>
                  <a:cubicBezTo>
                    <a:pt x="58" y="171"/>
                    <a:pt x="64" y="182"/>
                    <a:pt x="62" y="189"/>
                  </a:cubicBezTo>
                  <a:cubicBezTo>
                    <a:pt x="60" y="196"/>
                    <a:pt x="60" y="200"/>
                    <a:pt x="60" y="200"/>
                  </a:cubicBezTo>
                  <a:cubicBezTo>
                    <a:pt x="60" y="200"/>
                    <a:pt x="44" y="183"/>
                    <a:pt x="35" y="178"/>
                  </a:cubicBezTo>
                  <a:cubicBezTo>
                    <a:pt x="25" y="173"/>
                    <a:pt x="7" y="159"/>
                    <a:pt x="3" y="137"/>
                  </a:cubicBezTo>
                  <a:cubicBezTo>
                    <a:pt x="0" y="115"/>
                    <a:pt x="0" y="90"/>
                    <a:pt x="1" y="87"/>
                  </a:cubicBezTo>
                  <a:cubicBezTo>
                    <a:pt x="1" y="83"/>
                    <a:pt x="8" y="0"/>
                    <a:pt x="41" y="2"/>
                  </a:cubicBezTo>
                  <a:close/>
                </a:path>
              </a:pathLst>
            </a:custGeom>
            <a:solidFill>
              <a:srgbClr val="F282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auto">
            <a:xfrm>
              <a:off x="7726363" y="1651001"/>
              <a:ext cx="1017588" cy="509588"/>
            </a:xfrm>
            <a:custGeom>
              <a:avLst/>
              <a:gdLst>
                <a:gd name="T0" fmla="*/ 271 w 271"/>
                <a:gd name="T1" fmla="*/ 136 h 136"/>
                <a:gd name="T2" fmla="*/ 271 w 271"/>
                <a:gd name="T3" fmla="*/ 25 h 136"/>
                <a:gd name="T4" fmla="*/ 247 w 271"/>
                <a:gd name="T5" fmla="*/ 0 h 136"/>
                <a:gd name="T6" fmla="*/ 159 w 271"/>
                <a:gd name="T7" fmla="*/ 0 h 136"/>
                <a:gd name="T8" fmla="*/ 136 w 271"/>
                <a:gd name="T9" fmla="*/ 64 h 136"/>
                <a:gd name="T10" fmla="*/ 108 w 271"/>
                <a:gd name="T11" fmla="*/ 0 h 136"/>
                <a:gd name="T12" fmla="*/ 24 w 271"/>
                <a:gd name="T13" fmla="*/ 0 h 136"/>
                <a:gd name="T14" fmla="*/ 0 w 271"/>
                <a:gd name="T15" fmla="*/ 25 h 136"/>
                <a:gd name="T16" fmla="*/ 0 w 271"/>
                <a:gd name="T17" fmla="*/ 136 h 136"/>
                <a:gd name="T18" fmla="*/ 271 w 271"/>
                <a:gd name="T19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1" h="136">
                  <a:moveTo>
                    <a:pt x="271" y="136"/>
                  </a:moveTo>
                  <a:cubicBezTo>
                    <a:pt x="271" y="25"/>
                    <a:pt x="271" y="25"/>
                    <a:pt x="271" y="25"/>
                  </a:cubicBezTo>
                  <a:cubicBezTo>
                    <a:pt x="271" y="11"/>
                    <a:pt x="260" y="0"/>
                    <a:pt x="247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136"/>
                    <a:pt x="0" y="136"/>
                    <a:pt x="0" y="136"/>
                  </a:cubicBezTo>
                  <a:lnTo>
                    <a:pt x="271" y="136"/>
                  </a:lnTo>
                  <a:close/>
                </a:path>
              </a:pathLst>
            </a:custGeom>
            <a:solidFill>
              <a:srgbClr val="FF91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auto">
            <a:xfrm>
              <a:off x="7820026" y="490538"/>
              <a:ext cx="849313" cy="965200"/>
            </a:xfrm>
            <a:custGeom>
              <a:avLst/>
              <a:gdLst>
                <a:gd name="T0" fmla="*/ 226 w 226"/>
                <a:gd name="T1" fmla="*/ 129 h 257"/>
                <a:gd name="T2" fmla="*/ 113 w 226"/>
                <a:gd name="T3" fmla="*/ 257 h 257"/>
                <a:gd name="T4" fmla="*/ 0 w 226"/>
                <a:gd name="T5" fmla="*/ 129 h 257"/>
                <a:gd name="T6" fmla="*/ 113 w 226"/>
                <a:gd name="T7" fmla="*/ 0 h 257"/>
                <a:gd name="T8" fmla="*/ 226 w 226"/>
                <a:gd name="T9" fmla="*/ 12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" h="257">
                  <a:moveTo>
                    <a:pt x="226" y="129"/>
                  </a:moveTo>
                  <a:cubicBezTo>
                    <a:pt x="226" y="200"/>
                    <a:pt x="161" y="257"/>
                    <a:pt x="113" y="257"/>
                  </a:cubicBezTo>
                  <a:cubicBezTo>
                    <a:pt x="63" y="257"/>
                    <a:pt x="0" y="200"/>
                    <a:pt x="0" y="129"/>
                  </a:cubicBezTo>
                  <a:cubicBezTo>
                    <a:pt x="0" y="58"/>
                    <a:pt x="50" y="0"/>
                    <a:pt x="113" y="0"/>
                  </a:cubicBezTo>
                  <a:cubicBezTo>
                    <a:pt x="175" y="0"/>
                    <a:pt x="226" y="58"/>
                    <a:pt x="226" y="129"/>
                  </a:cubicBezTo>
                  <a:close/>
                </a:path>
              </a:pathLst>
            </a:custGeom>
            <a:solidFill>
              <a:srgbClr val="FFD8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auto">
            <a:xfrm>
              <a:off x="7740651" y="373063"/>
              <a:ext cx="1019175" cy="525463"/>
            </a:xfrm>
            <a:custGeom>
              <a:avLst/>
              <a:gdLst>
                <a:gd name="T0" fmla="*/ 25 w 271"/>
                <a:gd name="T1" fmla="*/ 140 h 140"/>
                <a:gd name="T2" fmla="*/ 5 w 271"/>
                <a:gd name="T3" fmla="*/ 140 h 140"/>
                <a:gd name="T4" fmla="*/ 25 w 271"/>
                <a:gd name="T5" fmla="*/ 53 h 140"/>
                <a:gd name="T6" fmla="*/ 142 w 271"/>
                <a:gd name="T7" fmla="*/ 1 h 140"/>
                <a:gd name="T8" fmla="*/ 255 w 271"/>
                <a:gd name="T9" fmla="*/ 71 h 140"/>
                <a:gd name="T10" fmla="*/ 264 w 271"/>
                <a:gd name="T11" fmla="*/ 140 h 140"/>
                <a:gd name="T12" fmla="*/ 222 w 271"/>
                <a:gd name="T13" fmla="*/ 140 h 140"/>
                <a:gd name="T14" fmla="*/ 221 w 271"/>
                <a:gd name="T15" fmla="*/ 126 h 140"/>
                <a:gd name="T16" fmla="*/ 215 w 271"/>
                <a:gd name="T17" fmla="*/ 140 h 140"/>
                <a:gd name="T18" fmla="*/ 195 w 271"/>
                <a:gd name="T19" fmla="*/ 140 h 140"/>
                <a:gd name="T20" fmla="*/ 191 w 271"/>
                <a:gd name="T21" fmla="*/ 127 h 140"/>
                <a:gd name="T22" fmla="*/ 187 w 271"/>
                <a:gd name="T23" fmla="*/ 140 h 140"/>
                <a:gd name="T24" fmla="*/ 173 w 271"/>
                <a:gd name="T25" fmla="*/ 140 h 140"/>
                <a:gd name="T26" fmla="*/ 171 w 271"/>
                <a:gd name="T27" fmla="*/ 126 h 140"/>
                <a:gd name="T28" fmla="*/ 165 w 271"/>
                <a:gd name="T29" fmla="*/ 140 h 140"/>
                <a:gd name="T30" fmla="*/ 83 w 271"/>
                <a:gd name="T31" fmla="*/ 140 h 140"/>
                <a:gd name="T32" fmla="*/ 77 w 271"/>
                <a:gd name="T33" fmla="*/ 127 h 140"/>
                <a:gd name="T34" fmla="*/ 75 w 271"/>
                <a:gd name="T35" fmla="*/ 140 h 140"/>
                <a:gd name="T36" fmla="*/ 61 w 271"/>
                <a:gd name="T37" fmla="*/ 140 h 140"/>
                <a:gd name="T38" fmla="*/ 54 w 271"/>
                <a:gd name="T39" fmla="*/ 122 h 140"/>
                <a:gd name="T40" fmla="*/ 51 w 271"/>
                <a:gd name="T41" fmla="*/ 140 h 140"/>
                <a:gd name="T42" fmla="*/ 33 w 271"/>
                <a:gd name="T43" fmla="*/ 140 h 140"/>
                <a:gd name="T44" fmla="*/ 29 w 271"/>
                <a:gd name="T45" fmla="*/ 125 h 140"/>
                <a:gd name="T46" fmla="*/ 25 w 271"/>
                <a:gd name="T47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1" h="140">
                  <a:moveTo>
                    <a:pt x="25" y="140"/>
                  </a:moveTo>
                  <a:cubicBezTo>
                    <a:pt x="5" y="140"/>
                    <a:pt x="5" y="140"/>
                    <a:pt x="5" y="140"/>
                  </a:cubicBezTo>
                  <a:cubicBezTo>
                    <a:pt x="5" y="140"/>
                    <a:pt x="0" y="86"/>
                    <a:pt x="25" y="53"/>
                  </a:cubicBezTo>
                  <a:cubicBezTo>
                    <a:pt x="51" y="19"/>
                    <a:pt x="95" y="0"/>
                    <a:pt x="142" y="1"/>
                  </a:cubicBezTo>
                  <a:cubicBezTo>
                    <a:pt x="189" y="3"/>
                    <a:pt x="239" y="35"/>
                    <a:pt x="255" y="71"/>
                  </a:cubicBezTo>
                  <a:cubicBezTo>
                    <a:pt x="271" y="107"/>
                    <a:pt x="264" y="140"/>
                    <a:pt x="264" y="140"/>
                  </a:cubicBezTo>
                  <a:cubicBezTo>
                    <a:pt x="222" y="140"/>
                    <a:pt x="222" y="140"/>
                    <a:pt x="222" y="140"/>
                  </a:cubicBezTo>
                  <a:cubicBezTo>
                    <a:pt x="221" y="126"/>
                    <a:pt x="221" y="126"/>
                    <a:pt x="221" y="126"/>
                  </a:cubicBezTo>
                  <a:cubicBezTo>
                    <a:pt x="215" y="140"/>
                    <a:pt x="215" y="140"/>
                    <a:pt x="215" y="140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91" y="127"/>
                    <a:pt x="191" y="127"/>
                    <a:pt x="191" y="127"/>
                  </a:cubicBezTo>
                  <a:cubicBezTo>
                    <a:pt x="187" y="140"/>
                    <a:pt x="187" y="140"/>
                    <a:pt x="187" y="140"/>
                  </a:cubicBezTo>
                  <a:cubicBezTo>
                    <a:pt x="173" y="140"/>
                    <a:pt x="173" y="140"/>
                    <a:pt x="173" y="140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65" y="140"/>
                    <a:pt x="165" y="140"/>
                    <a:pt x="165" y="140"/>
                  </a:cubicBezTo>
                  <a:cubicBezTo>
                    <a:pt x="83" y="140"/>
                    <a:pt x="83" y="140"/>
                    <a:pt x="83" y="140"/>
                  </a:cubicBezTo>
                  <a:cubicBezTo>
                    <a:pt x="77" y="127"/>
                    <a:pt x="77" y="127"/>
                    <a:pt x="77" y="127"/>
                  </a:cubicBezTo>
                  <a:cubicBezTo>
                    <a:pt x="75" y="140"/>
                    <a:pt x="75" y="140"/>
                    <a:pt x="75" y="140"/>
                  </a:cubicBezTo>
                  <a:cubicBezTo>
                    <a:pt x="61" y="140"/>
                    <a:pt x="61" y="140"/>
                    <a:pt x="61" y="140"/>
                  </a:cubicBezTo>
                  <a:cubicBezTo>
                    <a:pt x="54" y="122"/>
                    <a:pt x="54" y="122"/>
                    <a:pt x="54" y="122"/>
                  </a:cubicBezTo>
                  <a:cubicBezTo>
                    <a:pt x="51" y="140"/>
                    <a:pt x="51" y="140"/>
                    <a:pt x="51" y="140"/>
                  </a:cubicBezTo>
                  <a:cubicBezTo>
                    <a:pt x="33" y="140"/>
                    <a:pt x="33" y="140"/>
                    <a:pt x="33" y="140"/>
                  </a:cubicBezTo>
                  <a:cubicBezTo>
                    <a:pt x="29" y="125"/>
                    <a:pt x="29" y="125"/>
                    <a:pt x="29" y="125"/>
                  </a:cubicBezTo>
                  <a:lnTo>
                    <a:pt x="25" y="140"/>
                  </a:lnTo>
                  <a:close/>
                </a:path>
              </a:pathLst>
            </a:custGeom>
            <a:solidFill>
              <a:srgbClr val="F382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8067676" y="1609726"/>
              <a:ext cx="357188" cy="258763"/>
            </a:xfrm>
            <a:custGeom>
              <a:avLst/>
              <a:gdLst>
                <a:gd name="T0" fmla="*/ 64 w 225"/>
                <a:gd name="T1" fmla="*/ 4 h 163"/>
                <a:gd name="T2" fmla="*/ 97 w 225"/>
                <a:gd name="T3" fmla="*/ 45 h 163"/>
                <a:gd name="T4" fmla="*/ 119 w 225"/>
                <a:gd name="T5" fmla="*/ 45 h 163"/>
                <a:gd name="T6" fmla="*/ 154 w 225"/>
                <a:gd name="T7" fmla="*/ 0 h 163"/>
                <a:gd name="T8" fmla="*/ 225 w 225"/>
                <a:gd name="T9" fmla="*/ 16 h 163"/>
                <a:gd name="T10" fmla="*/ 130 w 225"/>
                <a:gd name="T11" fmla="*/ 163 h 163"/>
                <a:gd name="T12" fmla="*/ 81 w 225"/>
                <a:gd name="T13" fmla="*/ 163 h 163"/>
                <a:gd name="T14" fmla="*/ 0 w 225"/>
                <a:gd name="T15" fmla="*/ 21 h 163"/>
                <a:gd name="T16" fmla="*/ 64 w 225"/>
                <a:gd name="T17" fmla="*/ 4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5" h="163">
                  <a:moveTo>
                    <a:pt x="64" y="4"/>
                  </a:moveTo>
                  <a:lnTo>
                    <a:pt x="97" y="45"/>
                  </a:lnTo>
                  <a:lnTo>
                    <a:pt x="119" y="45"/>
                  </a:lnTo>
                  <a:lnTo>
                    <a:pt x="154" y="0"/>
                  </a:lnTo>
                  <a:lnTo>
                    <a:pt x="225" y="16"/>
                  </a:lnTo>
                  <a:lnTo>
                    <a:pt x="130" y="163"/>
                  </a:lnTo>
                  <a:lnTo>
                    <a:pt x="81" y="163"/>
                  </a:lnTo>
                  <a:lnTo>
                    <a:pt x="0" y="21"/>
                  </a:lnTo>
                  <a:lnTo>
                    <a:pt x="64" y="4"/>
                  </a:lnTo>
                  <a:close/>
                </a:path>
              </a:pathLst>
            </a:custGeom>
            <a:solidFill>
              <a:srgbClr val="FD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auto">
            <a:xfrm>
              <a:off x="7989888" y="1585913"/>
              <a:ext cx="198438" cy="188913"/>
            </a:xfrm>
            <a:custGeom>
              <a:avLst/>
              <a:gdLst>
                <a:gd name="T0" fmla="*/ 99 w 125"/>
                <a:gd name="T1" fmla="*/ 0 h 119"/>
                <a:gd name="T2" fmla="*/ 0 w 125"/>
                <a:gd name="T3" fmla="*/ 0 h 119"/>
                <a:gd name="T4" fmla="*/ 71 w 125"/>
                <a:gd name="T5" fmla="*/ 119 h 119"/>
                <a:gd name="T6" fmla="*/ 125 w 125"/>
                <a:gd name="T7" fmla="*/ 36 h 119"/>
                <a:gd name="T8" fmla="*/ 99 w 125"/>
                <a:gd name="T9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19">
                  <a:moveTo>
                    <a:pt x="99" y="0"/>
                  </a:moveTo>
                  <a:lnTo>
                    <a:pt x="0" y="0"/>
                  </a:lnTo>
                  <a:lnTo>
                    <a:pt x="71" y="119"/>
                  </a:lnTo>
                  <a:lnTo>
                    <a:pt x="125" y="36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D9CA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auto">
            <a:xfrm>
              <a:off x="7985126" y="1579563"/>
              <a:ext cx="200025" cy="187325"/>
            </a:xfrm>
            <a:custGeom>
              <a:avLst/>
              <a:gdLst>
                <a:gd name="T0" fmla="*/ 97 w 126"/>
                <a:gd name="T1" fmla="*/ 0 h 118"/>
                <a:gd name="T2" fmla="*/ 0 w 126"/>
                <a:gd name="T3" fmla="*/ 0 h 118"/>
                <a:gd name="T4" fmla="*/ 71 w 126"/>
                <a:gd name="T5" fmla="*/ 118 h 118"/>
                <a:gd name="T6" fmla="*/ 126 w 126"/>
                <a:gd name="T7" fmla="*/ 35 h 118"/>
                <a:gd name="T8" fmla="*/ 97 w 126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18">
                  <a:moveTo>
                    <a:pt x="97" y="0"/>
                  </a:moveTo>
                  <a:lnTo>
                    <a:pt x="0" y="0"/>
                  </a:lnTo>
                  <a:lnTo>
                    <a:pt x="71" y="118"/>
                  </a:lnTo>
                  <a:lnTo>
                    <a:pt x="126" y="35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F3F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9"/>
            <p:cNvSpPr>
              <a:spLocks/>
            </p:cNvSpPr>
            <p:nvPr/>
          </p:nvSpPr>
          <p:spPr bwMode="auto">
            <a:xfrm>
              <a:off x="8286751" y="1585913"/>
              <a:ext cx="198438" cy="188913"/>
            </a:xfrm>
            <a:custGeom>
              <a:avLst/>
              <a:gdLst>
                <a:gd name="T0" fmla="*/ 28 w 125"/>
                <a:gd name="T1" fmla="*/ 0 h 119"/>
                <a:gd name="T2" fmla="*/ 125 w 125"/>
                <a:gd name="T3" fmla="*/ 0 h 119"/>
                <a:gd name="T4" fmla="*/ 54 w 125"/>
                <a:gd name="T5" fmla="*/ 119 h 119"/>
                <a:gd name="T6" fmla="*/ 0 w 125"/>
                <a:gd name="T7" fmla="*/ 36 h 119"/>
                <a:gd name="T8" fmla="*/ 28 w 125"/>
                <a:gd name="T9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19">
                  <a:moveTo>
                    <a:pt x="28" y="0"/>
                  </a:moveTo>
                  <a:lnTo>
                    <a:pt x="125" y="0"/>
                  </a:lnTo>
                  <a:lnTo>
                    <a:pt x="54" y="119"/>
                  </a:lnTo>
                  <a:lnTo>
                    <a:pt x="0" y="36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D9CA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8289926" y="1579563"/>
              <a:ext cx="203200" cy="187325"/>
            </a:xfrm>
            <a:custGeom>
              <a:avLst/>
              <a:gdLst>
                <a:gd name="T0" fmla="*/ 28 w 128"/>
                <a:gd name="T1" fmla="*/ 0 h 118"/>
                <a:gd name="T2" fmla="*/ 128 w 128"/>
                <a:gd name="T3" fmla="*/ 0 h 118"/>
                <a:gd name="T4" fmla="*/ 54 w 128"/>
                <a:gd name="T5" fmla="*/ 118 h 118"/>
                <a:gd name="T6" fmla="*/ 0 w 128"/>
                <a:gd name="T7" fmla="*/ 35 h 118"/>
                <a:gd name="T8" fmla="*/ 28 w 128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118">
                  <a:moveTo>
                    <a:pt x="28" y="0"/>
                  </a:moveTo>
                  <a:lnTo>
                    <a:pt x="128" y="0"/>
                  </a:lnTo>
                  <a:lnTo>
                    <a:pt x="54" y="118"/>
                  </a:lnTo>
                  <a:lnTo>
                    <a:pt x="0" y="3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3F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8196263" y="1681163"/>
              <a:ext cx="77788" cy="69850"/>
            </a:xfrm>
            <a:custGeom>
              <a:avLst/>
              <a:gdLst>
                <a:gd name="T0" fmla="*/ 16 w 49"/>
                <a:gd name="T1" fmla="*/ 0 h 44"/>
                <a:gd name="T2" fmla="*/ 0 w 49"/>
                <a:gd name="T3" fmla="*/ 21 h 44"/>
                <a:gd name="T4" fmla="*/ 14 w 49"/>
                <a:gd name="T5" fmla="*/ 44 h 44"/>
                <a:gd name="T6" fmla="*/ 38 w 49"/>
                <a:gd name="T7" fmla="*/ 44 h 44"/>
                <a:gd name="T8" fmla="*/ 49 w 49"/>
                <a:gd name="T9" fmla="*/ 21 h 44"/>
                <a:gd name="T10" fmla="*/ 38 w 49"/>
                <a:gd name="T11" fmla="*/ 0 h 44"/>
                <a:gd name="T12" fmla="*/ 16 w 49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44">
                  <a:moveTo>
                    <a:pt x="16" y="0"/>
                  </a:moveTo>
                  <a:lnTo>
                    <a:pt x="0" y="21"/>
                  </a:lnTo>
                  <a:lnTo>
                    <a:pt x="14" y="44"/>
                  </a:lnTo>
                  <a:lnTo>
                    <a:pt x="38" y="44"/>
                  </a:lnTo>
                  <a:lnTo>
                    <a:pt x="49" y="21"/>
                  </a:lnTo>
                  <a:lnTo>
                    <a:pt x="38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896A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auto">
            <a:xfrm>
              <a:off x="8150226" y="1751013"/>
              <a:ext cx="153988" cy="395288"/>
            </a:xfrm>
            <a:custGeom>
              <a:avLst/>
              <a:gdLst>
                <a:gd name="T0" fmla="*/ 43 w 97"/>
                <a:gd name="T1" fmla="*/ 0 h 249"/>
                <a:gd name="T2" fmla="*/ 0 w 97"/>
                <a:gd name="T3" fmla="*/ 206 h 249"/>
                <a:gd name="T4" fmla="*/ 48 w 97"/>
                <a:gd name="T5" fmla="*/ 249 h 249"/>
                <a:gd name="T6" fmla="*/ 97 w 97"/>
                <a:gd name="T7" fmla="*/ 206 h 249"/>
                <a:gd name="T8" fmla="*/ 67 w 97"/>
                <a:gd name="T9" fmla="*/ 0 h 249"/>
                <a:gd name="T10" fmla="*/ 43 w 97"/>
                <a:gd name="T11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" h="249">
                  <a:moveTo>
                    <a:pt x="43" y="0"/>
                  </a:moveTo>
                  <a:lnTo>
                    <a:pt x="0" y="206"/>
                  </a:lnTo>
                  <a:lnTo>
                    <a:pt x="48" y="249"/>
                  </a:lnTo>
                  <a:lnTo>
                    <a:pt x="97" y="206"/>
                  </a:lnTo>
                  <a:lnTo>
                    <a:pt x="67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7A4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>
              <a:off x="8470901" y="1819276"/>
              <a:ext cx="160338" cy="15875"/>
            </a:xfrm>
            <a:custGeom>
              <a:avLst/>
              <a:gdLst>
                <a:gd name="T0" fmla="*/ 43 w 43"/>
                <a:gd name="T1" fmla="*/ 2 h 4"/>
                <a:gd name="T2" fmla="*/ 41 w 43"/>
                <a:gd name="T3" fmla="*/ 4 h 4"/>
                <a:gd name="T4" fmla="*/ 2 w 43"/>
                <a:gd name="T5" fmla="*/ 4 h 4"/>
                <a:gd name="T6" fmla="*/ 0 w 43"/>
                <a:gd name="T7" fmla="*/ 2 h 4"/>
                <a:gd name="T8" fmla="*/ 2 w 43"/>
                <a:gd name="T9" fmla="*/ 0 h 4"/>
                <a:gd name="T10" fmla="*/ 41 w 43"/>
                <a:gd name="T11" fmla="*/ 0 h 4"/>
                <a:gd name="T12" fmla="*/ 43 w 43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4">
                  <a:moveTo>
                    <a:pt x="43" y="2"/>
                  </a:moveTo>
                  <a:cubicBezTo>
                    <a:pt x="43" y="3"/>
                    <a:pt x="42" y="4"/>
                    <a:pt x="41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2" y="0"/>
                    <a:pt x="43" y="1"/>
                    <a:pt x="43" y="2"/>
                  </a:cubicBezTo>
                  <a:close/>
                </a:path>
              </a:pathLst>
            </a:custGeom>
            <a:solidFill>
              <a:srgbClr val="7A4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52" name="组合 151"/>
          <p:cNvGrpSpPr/>
          <p:nvPr/>
        </p:nvGrpSpPr>
        <p:grpSpPr>
          <a:xfrm>
            <a:off x="4148164" y="3966758"/>
            <a:ext cx="1570038" cy="1712913"/>
            <a:chOff x="3192463" y="4752976"/>
            <a:chExt cx="1570038" cy="1712913"/>
          </a:xfrm>
        </p:grpSpPr>
        <p:sp>
          <p:nvSpPr>
            <p:cNvPr id="46" name="Freeform 44"/>
            <p:cNvSpPr>
              <a:spLocks/>
            </p:cNvSpPr>
            <p:nvPr/>
          </p:nvSpPr>
          <p:spPr bwMode="auto">
            <a:xfrm>
              <a:off x="3192463" y="4892676"/>
              <a:ext cx="1570038" cy="1573213"/>
            </a:xfrm>
            <a:custGeom>
              <a:avLst/>
              <a:gdLst>
                <a:gd name="T0" fmla="*/ 418 w 418"/>
                <a:gd name="T1" fmla="*/ 395 h 419"/>
                <a:gd name="T2" fmla="*/ 394 w 418"/>
                <a:gd name="T3" fmla="*/ 419 h 419"/>
                <a:gd name="T4" fmla="*/ 24 w 418"/>
                <a:gd name="T5" fmla="*/ 419 h 419"/>
                <a:gd name="T6" fmla="*/ 0 w 418"/>
                <a:gd name="T7" fmla="*/ 395 h 419"/>
                <a:gd name="T8" fmla="*/ 0 w 418"/>
                <a:gd name="T9" fmla="*/ 24 h 419"/>
                <a:gd name="T10" fmla="*/ 24 w 418"/>
                <a:gd name="T11" fmla="*/ 0 h 419"/>
                <a:gd name="T12" fmla="*/ 394 w 418"/>
                <a:gd name="T13" fmla="*/ 0 h 419"/>
                <a:gd name="T14" fmla="*/ 418 w 418"/>
                <a:gd name="T15" fmla="*/ 24 h 419"/>
                <a:gd name="T16" fmla="*/ 418 w 418"/>
                <a:gd name="T17" fmla="*/ 39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8" h="419">
                  <a:moveTo>
                    <a:pt x="418" y="395"/>
                  </a:moveTo>
                  <a:cubicBezTo>
                    <a:pt x="418" y="408"/>
                    <a:pt x="408" y="419"/>
                    <a:pt x="394" y="419"/>
                  </a:cubicBezTo>
                  <a:cubicBezTo>
                    <a:pt x="24" y="419"/>
                    <a:pt x="24" y="419"/>
                    <a:pt x="24" y="419"/>
                  </a:cubicBezTo>
                  <a:cubicBezTo>
                    <a:pt x="10" y="419"/>
                    <a:pt x="0" y="408"/>
                    <a:pt x="0" y="3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0"/>
                    <a:pt x="24" y="0"/>
                  </a:cubicBezTo>
                  <a:cubicBezTo>
                    <a:pt x="394" y="0"/>
                    <a:pt x="394" y="0"/>
                    <a:pt x="394" y="0"/>
                  </a:cubicBezTo>
                  <a:cubicBezTo>
                    <a:pt x="408" y="0"/>
                    <a:pt x="418" y="11"/>
                    <a:pt x="418" y="24"/>
                  </a:cubicBezTo>
                  <a:lnTo>
                    <a:pt x="418" y="395"/>
                  </a:lnTo>
                  <a:close/>
                </a:path>
              </a:pathLst>
            </a:custGeom>
            <a:solidFill>
              <a:srgbClr val="9781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auto">
            <a:xfrm>
              <a:off x="3860801" y="5759451"/>
              <a:ext cx="195263" cy="180975"/>
            </a:xfrm>
            <a:custGeom>
              <a:avLst/>
              <a:gdLst>
                <a:gd name="T0" fmla="*/ 52 w 52"/>
                <a:gd name="T1" fmla="*/ 16 h 48"/>
                <a:gd name="T2" fmla="*/ 52 w 52"/>
                <a:gd name="T3" fmla="*/ 0 h 48"/>
                <a:gd name="T4" fmla="*/ 0 w 52"/>
                <a:gd name="T5" fmla="*/ 0 h 48"/>
                <a:gd name="T6" fmla="*/ 0 w 52"/>
                <a:gd name="T7" fmla="*/ 48 h 48"/>
                <a:gd name="T8" fmla="*/ 52 w 52"/>
                <a:gd name="T9" fmla="*/ 1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8">
                  <a:moveTo>
                    <a:pt x="52" y="16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1" y="31"/>
                    <a:pt x="30" y="19"/>
                    <a:pt x="52" y="16"/>
                  </a:cubicBezTo>
                  <a:close/>
                </a:path>
              </a:pathLst>
            </a:custGeom>
            <a:solidFill>
              <a:srgbClr val="EEC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6"/>
            <p:cNvSpPr>
              <a:spLocks/>
            </p:cNvSpPr>
            <p:nvPr/>
          </p:nvSpPr>
          <p:spPr bwMode="auto">
            <a:xfrm>
              <a:off x="3594101" y="4981576"/>
              <a:ext cx="731838" cy="796925"/>
            </a:xfrm>
            <a:custGeom>
              <a:avLst/>
              <a:gdLst>
                <a:gd name="T0" fmla="*/ 193 w 195"/>
                <a:gd name="T1" fmla="*/ 24 h 212"/>
                <a:gd name="T2" fmla="*/ 169 w 195"/>
                <a:gd name="T3" fmla="*/ 0 h 212"/>
                <a:gd name="T4" fmla="*/ 26 w 195"/>
                <a:gd name="T5" fmla="*/ 0 h 212"/>
                <a:gd name="T6" fmla="*/ 2 w 195"/>
                <a:gd name="T7" fmla="*/ 24 h 212"/>
                <a:gd name="T8" fmla="*/ 0 w 195"/>
                <a:gd name="T9" fmla="*/ 188 h 212"/>
                <a:gd name="T10" fmla="*/ 24 w 195"/>
                <a:gd name="T11" fmla="*/ 212 h 212"/>
                <a:gd name="T12" fmla="*/ 171 w 195"/>
                <a:gd name="T13" fmla="*/ 212 h 212"/>
                <a:gd name="T14" fmla="*/ 195 w 195"/>
                <a:gd name="T15" fmla="*/ 188 h 212"/>
                <a:gd name="T16" fmla="*/ 193 w 195"/>
                <a:gd name="T17" fmla="*/ 24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212">
                  <a:moveTo>
                    <a:pt x="193" y="24"/>
                  </a:moveTo>
                  <a:cubicBezTo>
                    <a:pt x="193" y="11"/>
                    <a:pt x="182" y="0"/>
                    <a:pt x="169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2" y="11"/>
                    <a:pt x="2" y="24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201"/>
                    <a:pt x="10" y="212"/>
                    <a:pt x="24" y="212"/>
                  </a:cubicBezTo>
                  <a:cubicBezTo>
                    <a:pt x="171" y="212"/>
                    <a:pt x="171" y="212"/>
                    <a:pt x="171" y="212"/>
                  </a:cubicBezTo>
                  <a:cubicBezTo>
                    <a:pt x="184" y="212"/>
                    <a:pt x="195" y="201"/>
                    <a:pt x="195" y="188"/>
                  </a:cubicBezTo>
                  <a:lnTo>
                    <a:pt x="193" y="24"/>
                  </a:lnTo>
                  <a:close/>
                </a:path>
              </a:pathLst>
            </a:custGeom>
            <a:solidFill>
              <a:srgbClr val="FFD8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auto">
            <a:xfrm>
              <a:off x="3860801" y="5819776"/>
              <a:ext cx="195263" cy="390525"/>
            </a:xfrm>
            <a:custGeom>
              <a:avLst/>
              <a:gdLst>
                <a:gd name="T0" fmla="*/ 52 w 52"/>
                <a:gd name="T1" fmla="*/ 104 h 104"/>
                <a:gd name="T2" fmla="*/ 52 w 52"/>
                <a:gd name="T3" fmla="*/ 0 h 104"/>
                <a:gd name="T4" fmla="*/ 0 w 52"/>
                <a:gd name="T5" fmla="*/ 32 h 104"/>
                <a:gd name="T6" fmla="*/ 0 w 52"/>
                <a:gd name="T7" fmla="*/ 104 h 104"/>
                <a:gd name="T8" fmla="*/ 52 w 52"/>
                <a:gd name="T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04">
                  <a:moveTo>
                    <a:pt x="52" y="104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30" y="3"/>
                    <a:pt x="11" y="15"/>
                    <a:pt x="0" y="32"/>
                  </a:cubicBezTo>
                  <a:cubicBezTo>
                    <a:pt x="0" y="104"/>
                    <a:pt x="0" y="104"/>
                    <a:pt x="0" y="104"/>
                  </a:cubicBezTo>
                  <a:lnTo>
                    <a:pt x="52" y="104"/>
                  </a:lnTo>
                  <a:close/>
                </a:path>
              </a:pathLst>
            </a:custGeom>
            <a:solidFill>
              <a:srgbClr val="FFD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auto">
            <a:xfrm>
              <a:off x="3459163" y="5951538"/>
              <a:ext cx="1014413" cy="514350"/>
            </a:xfrm>
            <a:custGeom>
              <a:avLst/>
              <a:gdLst>
                <a:gd name="T0" fmla="*/ 270 w 270"/>
                <a:gd name="T1" fmla="*/ 137 h 137"/>
                <a:gd name="T2" fmla="*/ 270 w 270"/>
                <a:gd name="T3" fmla="*/ 26 h 137"/>
                <a:gd name="T4" fmla="*/ 246 w 270"/>
                <a:gd name="T5" fmla="*/ 0 h 137"/>
                <a:gd name="T6" fmla="*/ 161 w 270"/>
                <a:gd name="T7" fmla="*/ 0 h 137"/>
                <a:gd name="T8" fmla="*/ 133 w 270"/>
                <a:gd name="T9" fmla="*/ 23 h 137"/>
                <a:gd name="T10" fmla="*/ 105 w 270"/>
                <a:gd name="T11" fmla="*/ 0 h 137"/>
                <a:gd name="T12" fmla="*/ 24 w 270"/>
                <a:gd name="T13" fmla="*/ 0 h 137"/>
                <a:gd name="T14" fmla="*/ 0 w 270"/>
                <a:gd name="T15" fmla="*/ 26 h 137"/>
                <a:gd name="T16" fmla="*/ 0 w 270"/>
                <a:gd name="T17" fmla="*/ 137 h 137"/>
                <a:gd name="T18" fmla="*/ 270 w 270"/>
                <a:gd name="T19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0" h="137">
                  <a:moveTo>
                    <a:pt x="270" y="137"/>
                  </a:moveTo>
                  <a:cubicBezTo>
                    <a:pt x="270" y="26"/>
                    <a:pt x="270" y="26"/>
                    <a:pt x="270" y="26"/>
                  </a:cubicBezTo>
                  <a:cubicBezTo>
                    <a:pt x="270" y="12"/>
                    <a:pt x="259" y="0"/>
                    <a:pt x="246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0"/>
                    <a:pt x="149" y="22"/>
                    <a:pt x="133" y="23"/>
                  </a:cubicBezTo>
                  <a:cubicBezTo>
                    <a:pt x="116" y="23"/>
                    <a:pt x="105" y="0"/>
                    <a:pt x="1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0" y="0"/>
                    <a:pt x="0" y="12"/>
                    <a:pt x="0" y="26"/>
                  </a:cubicBezTo>
                  <a:cubicBezTo>
                    <a:pt x="0" y="137"/>
                    <a:pt x="0" y="137"/>
                    <a:pt x="0" y="137"/>
                  </a:cubicBezTo>
                  <a:lnTo>
                    <a:pt x="270" y="137"/>
                  </a:lnTo>
                  <a:close/>
                </a:path>
              </a:pathLst>
            </a:custGeom>
            <a:solidFill>
              <a:srgbClr val="90E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9"/>
            <p:cNvSpPr>
              <a:spLocks/>
            </p:cNvSpPr>
            <p:nvPr/>
          </p:nvSpPr>
          <p:spPr bwMode="auto">
            <a:xfrm>
              <a:off x="3462338" y="4752976"/>
              <a:ext cx="950913" cy="635000"/>
            </a:xfrm>
            <a:custGeom>
              <a:avLst/>
              <a:gdLst>
                <a:gd name="T0" fmla="*/ 47 w 253"/>
                <a:gd name="T1" fmla="*/ 96 h 169"/>
                <a:gd name="T2" fmla="*/ 47 w 253"/>
                <a:gd name="T3" fmla="*/ 114 h 169"/>
                <a:gd name="T4" fmla="*/ 36 w 253"/>
                <a:gd name="T5" fmla="*/ 128 h 169"/>
                <a:gd name="T6" fmla="*/ 38 w 253"/>
                <a:gd name="T7" fmla="*/ 148 h 169"/>
                <a:gd name="T8" fmla="*/ 35 w 253"/>
                <a:gd name="T9" fmla="*/ 169 h 169"/>
                <a:gd name="T10" fmla="*/ 23 w 253"/>
                <a:gd name="T11" fmla="*/ 157 h 169"/>
                <a:gd name="T12" fmla="*/ 13 w 253"/>
                <a:gd name="T13" fmla="*/ 140 h 169"/>
                <a:gd name="T14" fmla="*/ 13 w 253"/>
                <a:gd name="T15" fmla="*/ 123 h 169"/>
                <a:gd name="T16" fmla="*/ 15 w 253"/>
                <a:gd name="T17" fmla="*/ 110 h 169"/>
                <a:gd name="T18" fmla="*/ 8 w 253"/>
                <a:gd name="T19" fmla="*/ 78 h 169"/>
                <a:gd name="T20" fmla="*/ 20 w 253"/>
                <a:gd name="T21" fmla="*/ 55 h 169"/>
                <a:gd name="T22" fmla="*/ 23 w 253"/>
                <a:gd name="T23" fmla="*/ 40 h 169"/>
                <a:gd name="T24" fmla="*/ 39 w 253"/>
                <a:gd name="T25" fmla="*/ 23 h 169"/>
                <a:gd name="T26" fmla="*/ 55 w 253"/>
                <a:gd name="T27" fmla="*/ 15 h 169"/>
                <a:gd name="T28" fmla="*/ 71 w 253"/>
                <a:gd name="T29" fmla="*/ 6 h 169"/>
                <a:gd name="T30" fmla="*/ 91 w 253"/>
                <a:gd name="T31" fmla="*/ 6 h 169"/>
                <a:gd name="T32" fmla="*/ 108 w 253"/>
                <a:gd name="T33" fmla="*/ 2 h 169"/>
                <a:gd name="T34" fmla="*/ 128 w 253"/>
                <a:gd name="T35" fmla="*/ 4 h 169"/>
                <a:gd name="T36" fmla="*/ 145 w 253"/>
                <a:gd name="T37" fmla="*/ 1 h 169"/>
                <a:gd name="T38" fmla="*/ 160 w 253"/>
                <a:gd name="T39" fmla="*/ 7 h 169"/>
                <a:gd name="T40" fmla="*/ 178 w 253"/>
                <a:gd name="T41" fmla="*/ 4 h 169"/>
                <a:gd name="T42" fmla="*/ 197 w 253"/>
                <a:gd name="T43" fmla="*/ 13 h 169"/>
                <a:gd name="T44" fmla="*/ 213 w 253"/>
                <a:gd name="T45" fmla="*/ 17 h 169"/>
                <a:gd name="T46" fmla="*/ 228 w 253"/>
                <a:gd name="T47" fmla="*/ 33 h 169"/>
                <a:gd name="T48" fmla="*/ 241 w 253"/>
                <a:gd name="T49" fmla="*/ 46 h 169"/>
                <a:gd name="T50" fmla="*/ 241 w 253"/>
                <a:gd name="T51" fmla="*/ 64 h 169"/>
                <a:gd name="T52" fmla="*/ 250 w 253"/>
                <a:gd name="T53" fmla="*/ 92 h 169"/>
                <a:gd name="T54" fmla="*/ 243 w 253"/>
                <a:gd name="T55" fmla="*/ 115 h 169"/>
                <a:gd name="T56" fmla="*/ 247 w 253"/>
                <a:gd name="T57" fmla="*/ 126 h 169"/>
                <a:gd name="T58" fmla="*/ 242 w 253"/>
                <a:gd name="T59" fmla="*/ 144 h 169"/>
                <a:gd name="T60" fmla="*/ 230 w 253"/>
                <a:gd name="T61" fmla="*/ 162 h 169"/>
                <a:gd name="T62" fmla="*/ 224 w 253"/>
                <a:gd name="T63" fmla="*/ 140 h 169"/>
                <a:gd name="T64" fmla="*/ 221 w 253"/>
                <a:gd name="T65" fmla="*/ 125 h 169"/>
                <a:gd name="T66" fmla="*/ 211 w 253"/>
                <a:gd name="T67" fmla="*/ 107 h 169"/>
                <a:gd name="T68" fmla="*/ 211 w 253"/>
                <a:gd name="T69" fmla="*/ 90 h 169"/>
                <a:gd name="T70" fmla="*/ 201 w 253"/>
                <a:gd name="T71" fmla="*/ 82 h 169"/>
                <a:gd name="T72" fmla="*/ 189 w 253"/>
                <a:gd name="T73" fmla="*/ 73 h 169"/>
                <a:gd name="T74" fmla="*/ 175 w 253"/>
                <a:gd name="T75" fmla="*/ 68 h 169"/>
                <a:gd name="T76" fmla="*/ 163 w 253"/>
                <a:gd name="T77" fmla="*/ 69 h 169"/>
                <a:gd name="T78" fmla="*/ 149 w 253"/>
                <a:gd name="T79" fmla="*/ 68 h 169"/>
                <a:gd name="T80" fmla="*/ 134 w 253"/>
                <a:gd name="T81" fmla="*/ 66 h 169"/>
                <a:gd name="T82" fmla="*/ 116 w 253"/>
                <a:gd name="T83" fmla="*/ 66 h 169"/>
                <a:gd name="T84" fmla="*/ 103 w 253"/>
                <a:gd name="T85" fmla="*/ 67 h 169"/>
                <a:gd name="T86" fmla="*/ 92 w 253"/>
                <a:gd name="T87" fmla="*/ 72 h 169"/>
                <a:gd name="T88" fmla="*/ 82 w 253"/>
                <a:gd name="T89" fmla="*/ 68 h 169"/>
                <a:gd name="T90" fmla="*/ 67 w 253"/>
                <a:gd name="T91" fmla="*/ 76 h 169"/>
                <a:gd name="T92" fmla="*/ 55 w 253"/>
                <a:gd name="T93" fmla="*/ 78 h 169"/>
                <a:gd name="T94" fmla="*/ 52 w 253"/>
                <a:gd name="T95" fmla="*/ 90 h 169"/>
                <a:gd name="T96" fmla="*/ 47 w 253"/>
                <a:gd name="T97" fmla="*/ 96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3" h="169">
                  <a:moveTo>
                    <a:pt x="47" y="96"/>
                  </a:moveTo>
                  <a:cubicBezTo>
                    <a:pt x="47" y="96"/>
                    <a:pt x="49" y="108"/>
                    <a:pt x="47" y="114"/>
                  </a:cubicBezTo>
                  <a:cubicBezTo>
                    <a:pt x="44" y="119"/>
                    <a:pt x="36" y="128"/>
                    <a:pt x="36" y="128"/>
                  </a:cubicBezTo>
                  <a:cubicBezTo>
                    <a:pt x="36" y="128"/>
                    <a:pt x="40" y="136"/>
                    <a:pt x="38" y="148"/>
                  </a:cubicBezTo>
                  <a:cubicBezTo>
                    <a:pt x="36" y="161"/>
                    <a:pt x="35" y="169"/>
                    <a:pt x="35" y="169"/>
                  </a:cubicBezTo>
                  <a:cubicBezTo>
                    <a:pt x="35" y="169"/>
                    <a:pt x="22" y="165"/>
                    <a:pt x="23" y="157"/>
                  </a:cubicBezTo>
                  <a:cubicBezTo>
                    <a:pt x="23" y="148"/>
                    <a:pt x="16" y="141"/>
                    <a:pt x="13" y="140"/>
                  </a:cubicBezTo>
                  <a:cubicBezTo>
                    <a:pt x="10" y="138"/>
                    <a:pt x="9" y="125"/>
                    <a:pt x="13" y="123"/>
                  </a:cubicBezTo>
                  <a:cubicBezTo>
                    <a:pt x="17" y="121"/>
                    <a:pt x="17" y="115"/>
                    <a:pt x="15" y="110"/>
                  </a:cubicBezTo>
                  <a:cubicBezTo>
                    <a:pt x="13" y="105"/>
                    <a:pt x="0" y="91"/>
                    <a:pt x="8" y="78"/>
                  </a:cubicBezTo>
                  <a:cubicBezTo>
                    <a:pt x="15" y="65"/>
                    <a:pt x="20" y="55"/>
                    <a:pt x="20" y="55"/>
                  </a:cubicBezTo>
                  <a:cubicBezTo>
                    <a:pt x="20" y="55"/>
                    <a:pt x="19" y="44"/>
                    <a:pt x="23" y="40"/>
                  </a:cubicBezTo>
                  <a:cubicBezTo>
                    <a:pt x="26" y="36"/>
                    <a:pt x="33" y="32"/>
                    <a:pt x="39" y="23"/>
                  </a:cubicBezTo>
                  <a:cubicBezTo>
                    <a:pt x="45" y="15"/>
                    <a:pt x="52" y="15"/>
                    <a:pt x="55" y="15"/>
                  </a:cubicBezTo>
                  <a:cubicBezTo>
                    <a:pt x="59" y="15"/>
                    <a:pt x="65" y="9"/>
                    <a:pt x="71" y="6"/>
                  </a:cubicBezTo>
                  <a:cubicBezTo>
                    <a:pt x="77" y="3"/>
                    <a:pt x="87" y="4"/>
                    <a:pt x="91" y="6"/>
                  </a:cubicBezTo>
                  <a:cubicBezTo>
                    <a:pt x="94" y="9"/>
                    <a:pt x="104" y="4"/>
                    <a:pt x="108" y="2"/>
                  </a:cubicBezTo>
                  <a:cubicBezTo>
                    <a:pt x="112" y="0"/>
                    <a:pt x="125" y="2"/>
                    <a:pt x="128" y="4"/>
                  </a:cubicBezTo>
                  <a:cubicBezTo>
                    <a:pt x="130" y="5"/>
                    <a:pt x="139" y="1"/>
                    <a:pt x="145" y="1"/>
                  </a:cubicBezTo>
                  <a:cubicBezTo>
                    <a:pt x="150" y="1"/>
                    <a:pt x="156" y="6"/>
                    <a:pt x="160" y="7"/>
                  </a:cubicBezTo>
                  <a:cubicBezTo>
                    <a:pt x="164" y="9"/>
                    <a:pt x="171" y="4"/>
                    <a:pt x="178" y="4"/>
                  </a:cubicBezTo>
                  <a:cubicBezTo>
                    <a:pt x="185" y="4"/>
                    <a:pt x="195" y="8"/>
                    <a:pt x="197" y="13"/>
                  </a:cubicBezTo>
                  <a:cubicBezTo>
                    <a:pt x="200" y="18"/>
                    <a:pt x="210" y="16"/>
                    <a:pt x="213" y="17"/>
                  </a:cubicBezTo>
                  <a:cubicBezTo>
                    <a:pt x="216" y="18"/>
                    <a:pt x="225" y="25"/>
                    <a:pt x="228" y="33"/>
                  </a:cubicBezTo>
                  <a:cubicBezTo>
                    <a:pt x="230" y="40"/>
                    <a:pt x="241" y="41"/>
                    <a:pt x="241" y="46"/>
                  </a:cubicBezTo>
                  <a:cubicBezTo>
                    <a:pt x="242" y="50"/>
                    <a:pt x="237" y="58"/>
                    <a:pt x="241" y="64"/>
                  </a:cubicBezTo>
                  <a:cubicBezTo>
                    <a:pt x="246" y="69"/>
                    <a:pt x="253" y="82"/>
                    <a:pt x="250" y="92"/>
                  </a:cubicBezTo>
                  <a:cubicBezTo>
                    <a:pt x="247" y="101"/>
                    <a:pt x="246" y="110"/>
                    <a:pt x="243" y="115"/>
                  </a:cubicBezTo>
                  <a:cubicBezTo>
                    <a:pt x="239" y="119"/>
                    <a:pt x="245" y="124"/>
                    <a:pt x="247" y="126"/>
                  </a:cubicBezTo>
                  <a:cubicBezTo>
                    <a:pt x="248" y="129"/>
                    <a:pt x="250" y="137"/>
                    <a:pt x="242" y="144"/>
                  </a:cubicBezTo>
                  <a:cubicBezTo>
                    <a:pt x="235" y="151"/>
                    <a:pt x="230" y="158"/>
                    <a:pt x="230" y="162"/>
                  </a:cubicBezTo>
                  <a:cubicBezTo>
                    <a:pt x="230" y="166"/>
                    <a:pt x="224" y="149"/>
                    <a:pt x="224" y="140"/>
                  </a:cubicBezTo>
                  <a:cubicBezTo>
                    <a:pt x="224" y="131"/>
                    <a:pt x="221" y="125"/>
                    <a:pt x="221" y="125"/>
                  </a:cubicBezTo>
                  <a:cubicBezTo>
                    <a:pt x="221" y="125"/>
                    <a:pt x="211" y="114"/>
                    <a:pt x="211" y="107"/>
                  </a:cubicBezTo>
                  <a:cubicBezTo>
                    <a:pt x="212" y="99"/>
                    <a:pt x="211" y="90"/>
                    <a:pt x="211" y="90"/>
                  </a:cubicBezTo>
                  <a:cubicBezTo>
                    <a:pt x="211" y="90"/>
                    <a:pt x="203" y="86"/>
                    <a:pt x="201" y="82"/>
                  </a:cubicBezTo>
                  <a:cubicBezTo>
                    <a:pt x="199" y="77"/>
                    <a:pt x="193" y="78"/>
                    <a:pt x="189" y="73"/>
                  </a:cubicBezTo>
                  <a:cubicBezTo>
                    <a:pt x="185" y="69"/>
                    <a:pt x="179" y="66"/>
                    <a:pt x="175" y="68"/>
                  </a:cubicBezTo>
                  <a:cubicBezTo>
                    <a:pt x="171" y="69"/>
                    <a:pt x="167" y="70"/>
                    <a:pt x="163" y="69"/>
                  </a:cubicBezTo>
                  <a:cubicBezTo>
                    <a:pt x="159" y="68"/>
                    <a:pt x="155" y="67"/>
                    <a:pt x="149" y="68"/>
                  </a:cubicBezTo>
                  <a:cubicBezTo>
                    <a:pt x="144" y="69"/>
                    <a:pt x="141" y="65"/>
                    <a:pt x="134" y="66"/>
                  </a:cubicBezTo>
                  <a:cubicBezTo>
                    <a:pt x="128" y="68"/>
                    <a:pt x="121" y="66"/>
                    <a:pt x="116" y="66"/>
                  </a:cubicBezTo>
                  <a:cubicBezTo>
                    <a:pt x="110" y="66"/>
                    <a:pt x="110" y="67"/>
                    <a:pt x="103" y="67"/>
                  </a:cubicBezTo>
                  <a:cubicBezTo>
                    <a:pt x="96" y="68"/>
                    <a:pt x="98" y="71"/>
                    <a:pt x="92" y="72"/>
                  </a:cubicBezTo>
                  <a:cubicBezTo>
                    <a:pt x="87" y="73"/>
                    <a:pt x="87" y="68"/>
                    <a:pt x="82" y="68"/>
                  </a:cubicBezTo>
                  <a:cubicBezTo>
                    <a:pt x="77" y="68"/>
                    <a:pt x="71" y="74"/>
                    <a:pt x="67" y="76"/>
                  </a:cubicBezTo>
                  <a:cubicBezTo>
                    <a:pt x="62" y="77"/>
                    <a:pt x="56" y="76"/>
                    <a:pt x="55" y="78"/>
                  </a:cubicBezTo>
                  <a:cubicBezTo>
                    <a:pt x="55" y="81"/>
                    <a:pt x="56" y="90"/>
                    <a:pt x="52" y="90"/>
                  </a:cubicBezTo>
                  <a:cubicBezTo>
                    <a:pt x="49" y="90"/>
                    <a:pt x="47" y="96"/>
                    <a:pt x="47" y="96"/>
                  </a:cubicBezTo>
                  <a:close/>
                </a:path>
              </a:pathLst>
            </a:custGeom>
            <a:solidFill>
              <a:srgbClr val="5F23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50"/>
            <p:cNvSpPr>
              <a:spLocks/>
            </p:cNvSpPr>
            <p:nvPr/>
          </p:nvSpPr>
          <p:spPr bwMode="auto">
            <a:xfrm>
              <a:off x="3613151" y="5259388"/>
              <a:ext cx="274638" cy="173038"/>
            </a:xfrm>
            <a:custGeom>
              <a:avLst/>
              <a:gdLst>
                <a:gd name="T0" fmla="*/ 73 w 73"/>
                <a:gd name="T1" fmla="*/ 38 h 46"/>
                <a:gd name="T2" fmla="*/ 65 w 73"/>
                <a:gd name="T3" fmla="*/ 46 h 46"/>
                <a:gd name="T4" fmla="*/ 8 w 73"/>
                <a:gd name="T5" fmla="*/ 46 h 46"/>
                <a:gd name="T6" fmla="*/ 0 w 73"/>
                <a:gd name="T7" fmla="*/ 38 h 46"/>
                <a:gd name="T8" fmla="*/ 0 w 73"/>
                <a:gd name="T9" fmla="*/ 8 h 46"/>
                <a:gd name="T10" fmla="*/ 8 w 73"/>
                <a:gd name="T11" fmla="*/ 0 h 46"/>
                <a:gd name="T12" fmla="*/ 65 w 73"/>
                <a:gd name="T13" fmla="*/ 0 h 46"/>
                <a:gd name="T14" fmla="*/ 73 w 73"/>
                <a:gd name="T15" fmla="*/ 8 h 46"/>
                <a:gd name="T16" fmla="*/ 73 w 73"/>
                <a:gd name="T17" fmla="*/ 3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46">
                  <a:moveTo>
                    <a:pt x="73" y="38"/>
                  </a:moveTo>
                  <a:cubicBezTo>
                    <a:pt x="73" y="43"/>
                    <a:pt x="69" y="46"/>
                    <a:pt x="65" y="46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4" y="46"/>
                    <a:pt x="0" y="43"/>
                    <a:pt x="0" y="3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9" y="0"/>
                    <a:pt x="73" y="4"/>
                    <a:pt x="73" y="8"/>
                  </a:cubicBezTo>
                  <a:lnTo>
                    <a:pt x="73" y="38"/>
                  </a:lnTo>
                  <a:close/>
                </a:path>
              </a:pathLst>
            </a:custGeom>
            <a:solidFill>
              <a:srgbClr val="F9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51"/>
            <p:cNvSpPr>
              <a:spLocks/>
            </p:cNvSpPr>
            <p:nvPr/>
          </p:nvSpPr>
          <p:spPr bwMode="auto">
            <a:xfrm>
              <a:off x="3605213" y="5253038"/>
              <a:ext cx="288925" cy="187325"/>
            </a:xfrm>
            <a:custGeom>
              <a:avLst/>
              <a:gdLst>
                <a:gd name="T0" fmla="*/ 75 w 77"/>
                <a:gd name="T1" fmla="*/ 40 h 50"/>
                <a:gd name="T2" fmla="*/ 73 w 77"/>
                <a:gd name="T3" fmla="*/ 40 h 50"/>
                <a:gd name="T4" fmla="*/ 67 w 77"/>
                <a:gd name="T5" fmla="*/ 46 h 50"/>
                <a:gd name="T6" fmla="*/ 10 w 77"/>
                <a:gd name="T7" fmla="*/ 46 h 50"/>
                <a:gd name="T8" fmla="*/ 4 w 77"/>
                <a:gd name="T9" fmla="*/ 40 h 50"/>
                <a:gd name="T10" fmla="*/ 4 w 77"/>
                <a:gd name="T11" fmla="*/ 10 h 50"/>
                <a:gd name="T12" fmla="*/ 10 w 77"/>
                <a:gd name="T13" fmla="*/ 4 h 50"/>
                <a:gd name="T14" fmla="*/ 67 w 77"/>
                <a:gd name="T15" fmla="*/ 4 h 50"/>
                <a:gd name="T16" fmla="*/ 73 w 77"/>
                <a:gd name="T17" fmla="*/ 10 h 50"/>
                <a:gd name="T18" fmla="*/ 73 w 77"/>
                <a:gd name="T19" fmla="*/ 40 h 50"/>
                <a:gd name="T20" fmla="*/ 75 w 77"/>
                <a:gd name="T21" fmla="*/ 40 h 50"/>
                <a:gd name="T22" fmla="*/ 77 w 77"/>
                <a:gd name="T23" fmla="*/ 40 h 50"/>
                <a:gd name="T24" fmla="*/ 77 w 77"/>
                <a:gd name="T25" fmla="*/ 10 h 50"/>
                <a:gd name="T26" fmla="*/ 67 w 77"/>
                <a:gd name="T27" fmla="*/ 0 h 50"/>
                <a:gd name="T28" fmla="*/ 10 w 77"/>
                <a:gd name="T29" fmla="*/ 0 h 50"/>
                <a:gd name="T30" fmla="*/ 0 w 77"/>
                <a:gd name="T31" fmla="*/ 10 h 50"/>
                <a:gd name="T32" fmla="*/ 0 w 77"/>
                <a:gd name="T33" fmla="*/ 40 h 50"/>
                <a:gd name="T34" fmla="*/ 10 w 77"/>
                <a:gd name="T35" fmla="*/ 50 h 50"/>
                <a:gd name="T36" fmla="*/ 67 w 77"/>
                <a:gd name="T37" fmla="*/ 50 h 50"/>
                <a:gd name="T38" fmla="*/ 77 w 77"/>
                <a:gd name="T39" fmla="*/ 40 h 50"/>
                <a:gd name="T40" fmla="*/ 75 w 77"/>
                <a:gd name="T41" fmla="*/ 4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7" h="50">
                  <a:moveTo>
                    <a:pt x="75" y="40"/>
                  </a:moveTo>
                  <a:cubicBezTo>
                    <a:pt x="73" y="40"/>
                    <a:pt x="73" y="40"/>
                    <a:pt x="73" y="40"/>
                  </a:cubicBezTo>
                  <a:cubicBezTo>
                    <a:pt x="73" y="43"/>
                    <a:pt x="70" y="46"/>
                    <a:pt x="67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7" y="46"/>
                    <a:pt x="4" y="43"/>
                    <a:pt x="4" y="4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0" y="4"/>
                    <a:pt x="73" y="7"/>
                    <a:pt x="73" y="10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5"/>
                    <a:pt x="73" y="0"/>
                    <a:pt x="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6"/>
                    <a:pt x="5" y="50"/>
                    <a:pt x="10" y="50"/>
                  </a:cubicBezTo>
                  <a:cubicBezTo>
                    <a:pt x="67" y="50"/>
                    <a:pt x="67" y="50"/>
                    <a:pt x="67" y="50"/>
                  </a:cubicBezTo>
                  <a:cubicBezTo>
                    <a:pt x="73" y="50"/>
                    <a:pt x="77" y="46"/>
                    <a:pt x="77" y="40"/>
                  </a:cubicBezTo>
                  <a:lnTo>
                    <a:pt x="75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52"/>
            <p:cNvSpPr>
              <a:spLocks/>
            </p:cNvSpPr>
            <p:nvPr/>
          </p:nvSpPr>
          <p:spPr bwMode="auto">
            <a:xfrm>
              <a:off x="4025901" y="5259388"/>
              <a:ext cx="274638" cy="173038"/>
            </a:xfrm>
            <a:custGeom>
              <a:avLst/>
              <a:gdLst>
                <a:gd name="T0" fmla="*/ 73 w 73"/>
                <a:gd name="T1" fmla="*/ 38 h 46"/>
                <a:gd name="T2" fmla="*/ 65 w 73"/>
                <a:gd name="T3" fmla="*/ 46 h 46"/>
                <a:gd name="T4" fmla="*/ 8 w 73"/>
                <a:gd name="T5" fmla="*/ 46 h 46"/>
                <a:gd name="T6" fmla="*/ 0 w 73"/>
                <a:gd name="T7" fmla="*/ 38 h 46"/>
                <a:gd name="T8" fmla="*/ 0 w 73"/>
                <a:gd name="T9" fmla="*/ 8 h 46"/>
                <a:gd name="T10" fmla="*/ 8 w 73"/>
                <a:gd name="T11" fmla="*/ 0 h 46"/>
                <a:gd name="T12" fmla="*/ 65 w 73"/>
                <a:gd name="T13" fmla="*/ 0 h 46"/>
                <a:gd name="T14" fmla="*/ 73 w 73"/>
                <a:gd name="T15" fmla="*/ 8 h 46"/>
                <a:gd name="T16" fmla="*/ 73 w 73"/>
                <a:gd name="T17" fmla="*/ 3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46">
                  <a:moveTo>
                    <a:pt x="73" y="38"/>
                  </a:moveTo>
                  <a:cubicBezTo>
                    <a:pt x="73" y="43"/>
                    <a:pt x="69" y="46"/>
                    <a:pt x="65" y="46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4" y="46"/>
                    <a:pt x="0" y="43"/>
                    <a:pt x="0" y="3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9" y="0"/>
                    <a:pt x="73" y="4"/>
                    <a:pt x="73" y="8"/>
                  </a:cubicBezTo>
                  <a:lnTo>
                    <a:pt x="73" y="38"/>
                  </a:lnTo>
                  <a:close/>
                </a:path>
              </a:pathLst>
            </a:custGeom>
            <a:solidFill>
              <a:srgbClr val="F9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3"/>
            <p:cNvSpPr>
              <a:spLocks/>
            </p:cNvSpPr>
            <p:nvPr/>
          </p:nvSpPr>
          <p:spPr bwMode="auto">
            <a:xfrm>
              <a:off x="4017963" y="5253038"/>
              <a:ext cx="290513" cy="187325"/>
            </a:xfrm>
            <a:custGeom>
              <a:avLst/>
              <a:gdLst>
                <a:gd name="T0" fmla="*/ 75 w 77"/>
                <a:gd name="T1" fmla="*/ 40 h 50"/>
                <a:gd name="T2" fmla="*/ 73 w 77"/>
                <a:gd name="T3" fmla="*/ 40 h 50"/>
                <a:gd name="T4" fmla="*/ 67 w 77"/>
                <a:gd name="T5" fmla="*/ 46 h 50"/>
                <a:gd name="T6" fmla="*/ 10 w 77"/>
                <a:gd name="T7" fmla="*/ 46 h 50"/>
                <a:gd name="T8" fmla="*/ 4 w 77"/>
                <a:gd name="T9" fmla="*/ 40 h 50"/>
                <a:gd name="T10" fmla="*/ 4 w 77"/>
                <a:gd name="T11" fmla="*/ 10 h 50"/>
                <a:gd name="T12" fmla="*/ 10 w 77"/>
                <a:gd name="T13" fmla="*/ 4 h 50"/>
                <a:gd name="T14" fmla="*/ 67 w 77"/>
                <a:gd name="T15" fmla="*/ 4 h 50"/>
                <a:gd name="T16" fmla="*/ 73 w 77"/>
                <a:gd name="T17" fmla="*/ 10 h 50"/>
                <a:gd name="T18" fmla="*/ 73 w 77"/>
                <a:gd name="T19" fmla="*/ 40 h 50"/>
                <a:gd name="T20" fmla="*/ 75 w 77"/>
                <a:gd name="T21" fmla="*/ 40 h 50"/>
                <a:gd name="T22" fmla="*/ 77 w 77"/>
                <a:gd name="T23" fmla="*/ 40 h 50"/>
                <a:gd name="T24" fmla="*/ 77 w 77"/>
                <a:gd name="T25" fmla="*/ 10 h 50"/>
                <a:gd name="T26" fmla="*/ 67 w 77"/>
                <a:gd name="T27" fmla="*/ 0 h 50"/>
                <a:gd name="T28" fmla="*/ 10 w 77"/>
                <a:gd name="T29" fmla="*/ 0 h 50"/>
                <a:gd name="T30" fmla="*/ 0 w 77"/>
                <a:gd name="T31" fmla="*/ 10 h 50"/>
                <a:gd name="T32" fmla="*/ 0 w 77"/>
                <a:gd name="T33" fmla="*/ 40 h 50"/>
                <a:gd name="T34" fmla="*/ 10 w 77"/>
                <a:gd name="T35" fmla="*/ 50 h 50"/>
                <a:gd name="T36" fmla="*/ 67 w 77"/>
                <a:gd name="T37" fmla="*/ 50 h 50"/>
                <a:gd name="T38" fmla="*/ 77 w 77"/>
                <a:gd name="T39" fmla="*/ 40 h 50"/>
                <a:gd name="T40" fmla="*/ 75 w 77"/>
                <a:gd name="T41" fmla="*/ 4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7" h="50">
                  <a:moveTo>
                    <a:pt x="75" y="40"/>
                  </a:moveTo>
                  <a:cubicBezTo>
                    <a:pt x="73" y="40"/>
                    <a:pt x="73" y="40"/>
                    <a:pt x="73" y="40"/>
                  </a:cubicBezTo>
                  <a:cubicBezTo>
                    <a:pt x="73" y="43"/>
                    <a:pt x="70" y="46"/>
                    <a:pt x="67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7" y="46"/>
                    <a:pt x="4" y="43"/>
                    <a:pt x="4" y="4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0" y="4"/>
                    <a:pt x="73" y="7"/>
                    <a:pt x="73" y="10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5"/>
                    <a:pt x="73" y="0"/>
                    <a:pt x="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6"/>
                    <a:pt x="5" y="50"/>
                    <a:pt x="10" y="50"/>
                  </a:cubicBezTo>
                  <a:cubicBezTo>
                    <a:pt x="67" y="50"/>
                    <a:pt x="67" y="50"/>
                    <a:pt x="67" y="50"/>
                  </a:cubicBezTo>
                  <a:cubicBezTo>
                    <a:pt x="73" y="50"/>
                    <a:pt x="77" y="46"/>
                    <a:pt x="77" y="40"/>
                  </a:cubicBezTo>
                  <a:lnTo>
                    <a:pt x="75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3887788" y="5316538"/>
              <a:ext cx="134938" cy="301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5"/>
            <p:cNvSpPr>
              <a:spLocks/>
            </p:cNvSpPr>
            <p:nvPr/>
          </p:nvSpPr>
          <p:spPr bwMode="auto">
            <a:xfrm>
              <a:off x="3594101" y="5951538"/>
              <a:ext cx="346075" cy="514350"/>
            </a:xfrm>
            <a:custGeom>
              <a:avLst/>
              <a:gdLst>
                <a:gd name="T0" fmla="*/ 218 w 218"/>
                <a:gd name="T1" fmla="*/ 324 h 324"/>
                <a:gd name="T2" fmla="*/ 0 w 218"/>
                <a:gd name="T3" fmla="*/ 324 h 324"/>
                <a:gd name="T4" fmla="*/ 0 w 218"/>
                <a:gd name="T5" fmla="*/ 0 h 324"/>
                <a:gd name="T6" fmla="*/ 76 w 218"/>
                <a:gd name="T7" fmla="*/ 0 h 324"/>
                <a:gd name="T8" fmla="*/ 218 w 218"/>
                <a:gd name="T9" fmla="*/ 194 h 324"/>
                <a:gd name="T10" fmla="*/ 218 w 218"/>
                <a:gd name="T11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8" h="324">
                  <a:moveTo>
                    <a:pt x="218" y="324"/>
                  </a:moveTo>
                  <a:lnTo>
                    <a:pt x="0" y="324"/>
                  </a:lnTo>
                  <a:lnTo>
                    <a:pt x="0" y="0"/>
                  </a:lnTo>
                  <a:lnTo>
                    <a:pt x="76" y="0"/>
                  </a:lnTo>
                  <a:lnTo>
                    <a:pt x="218" y="194"/>
                  </a:lnTo>
                  <a:lnTo>
                    <a:pt x="218" y="324"/>
                  </a:lnTo>
                  <a:close/>
                </a:path>
              </a:pathLst>
            </a:custGeom>
            <a:solidFill>
              <a:srgbClr val="265D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6"/>
            <p:cNvSpPr>
              <a:spLocks/>
            </p:cNvSpPr>
            <p:nvPr/>
          </p:nvSpPr>
          <p:spPr bwMode="auto">
            <a:xfrm>
              <a:off x="3973513" y="5951538"/>
              <a:ext cx="346075" cy="514350"/>
            </a:xfrm>
            <a:custGeom>
              <a:avLst/>
              <a:gdLst>
                <a:gd name="T0" fmla="*/ 0 w 218"/>
                <a:gd name="T1" fmla="*/ 324 h 324"/>
                <a:gd name="T2" fmla="*/ 218 w 218"/>
                <a:gd name="T3" fmla="*/ 324 h 324"/>
                <a:gd name="T4" fmla="*/ 218 w 218"/>
                <a:gd name="T5" fmla="*/ 0 h 324"/>
                <a:gd name="T6" fmla="*/ 140 w 218"/>
                <a:gd name="T7" fmla="*/ 0 h 324"/>
                <a:gd name="T8" fmla="*/ 0 w 218"/>
                <a:gd name="T9" fmla="*/ 194 h 324"/>
                <a:gd name="T10" fmla="*/ 0 w 218"/>
                <a:gd name="T11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8" h="324">
                  <a:moveTo>
                    <a:pt x="0" y="324"/>
                  </a:moveTo>
                  <a:lnTo>
                    <a:pt x="218" y="324"/>
                  </a:lnTo>
                  <a:lnTo>
                    <a:pt x="218" y="0"/>
                  </a:lnTo>
                  <a:lnTo>
                    <a:pt x="140" y="0"/>
                  </a:lnTo>
                  <a:lnTo>
                    <a:pt x="0" y="194"/>
                  </a:lnTo>
                  <a:lnTo>
                    <a:pt x="0" y="324"/>
                  </a:lnTo>
                  <a:close/>
                </a:path>
              </a:pathLst>
            </a:custGeom>
            <a:solidFill>
              <a:srgbClr val="265D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Oval 57"/>
            <p:cNvSpPr>
              <a:spLocks noChangeArrowheads="1"/>
            </p:cNvSpPr>
            <p:nvPr/>
          </p:nvSpPr>
          <p:spPr bwMode="auto">
            <a:xfrm>
              <a:off x="3876676" y="6281738"/>
              <a:ext cx="44450" cy="44450"/>
            </a:xfrm>
            <a:prstGeom prst="ellipse">
              <a:avLst/>
            </a:prstGeom>
            <a:solidFill>
              <a:srgbClr val="B76B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Oval 58"/>
            <p:cNvSpPr>
              <a:spLocks noChangeArrowheads="1"/>
            </p:cNvSpPr>
            <p:nvPr/>
          </p:nvSpPr>
          <p:spPr bwMode="auto">
            <a:xfrm>
              <a:off x="3876676" y="6372226"/>
              <a:ext cx="44450" cy="44450"/>
            </a:xfrm>
            <a:prstGeom prst="ellipse">
              <a:avLst/>
            </a:prstGeom>
            <a:solidFill>
              <a:srgbClr val="B76B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4193804" y="1491543"/>
            <a:ext cx="1570038" cy="1811337"/>
            <a:chOff x="3192463" y="2435226"/>
            <a:chExt cx="1570038" cy="1811337"/>
          </a:xfrm>
        </p:grpSpPr>
        <p:sp>
          <p:nvSpPr>
            <p:cNvPr id="61" name="Freeform 59"/>
            <p:cNvSpPr>
              <a:spLocks/>
            </p:cNvSpPr>
            <p:nvPr/>
          </p:nvSpPr>
          <p:spPr bwMode="auto">
            <a:xfrm>
              <a:off x="3192463" y="2671763"/>
              <a:ext cx="1570038" cy="1574800"/>
            </a:xfrm>
            <a:custGeom>
              <a:avLst/>
              <a:gdLst>
                <a:gd name="T0" fmla="*/ 418 w 418"/>
                <a:gd name="T1" fmla="*/ 395 h 419"/>
                <a:gd name="T2" fmla="*/ 394 w 418"/>
                <a:gd name="T3" fmla="*/ 419 h 419"/>
                <a:gd name="T4" fmla="*/ 24 w 418"/>
                <a:gd name="T5" fmla="*/ 419 h 419"/>
                <a:gd name="T6" fmla="*/ 0 w 418"/>
                <a:gd name="T7" fmla="*/ 395 h 419"/>
                <a:gd name="T8" fmla="*/ 0 w 418"/>
                <a:gd name="T9" fmla="*/ 24 h 419"/>
                <a:gd name="T10" fmla="*/ 24 w 418"/>
                <a:gd name="T11" fmla="*/ 0 h 419"/>
                <a:gd name="T12" fmla="*/ 394 w 418"/>
                <a:gd name="T13" fmla="*/ 0 h 419"/>
                <a:gd name="T14" fmla="*/ 418 w 418"/>
                <a:gd name="T15" fmla="*/ 24 h 419"/>
                <a:gd name="T16" fmla="*/ 418 w 418"/>
                <a:gd name="T17" fmla="*/ 39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8" h="419">
                  <a:moveTo>
                    <a:pt x="418" y="395"/>
                  </a:moveTo>
                  <a:cubicBezTo>
                    <a:pt x="418" y="408"/>
                    <a:pt x="408" y="419"/>
                    <a:pt x="394" y="419"/>
                  </a:cubicBezTo>
                  <a:cubicBezTo>
                    <a:pt x="24" y="419"/>
                    <a:pt x="24" y="419"/>
                    <a:pt x="24" y="419"/>
                  </a:cubicBezTo>
                  <a:cubicBezTo>
                    <a:pt x="10" y="419"/>
                    <a:pt x="0" y="408"/>
                    <a:pt x="0" y="3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0"/>
                    <a:pt x="24" y="0"/>
                  </a:cubicBezTo>
                  <a:cubicBezTo>
                    <a:pt x="394" y="0"/>
                    <a:pt x="394" y="0"/>
                    <a:pt x="394" y="0"/>
                  </a:cubicBezTo>
                  <a:cubicBezTo>
                    <a:pt x="408" y="0"/>
                    <a:pt x="418" y="11"/>
                    <a:pt x="418" y="24"/>
                  </a:cubicBezTo>
                  <a:cubicBezTo>
                    <a:pt x="418" y="395"/>
                    <a:pt x="418" y="395"/>
                    <a:pt x="418" y="395"/>
                  </a:cubicBezTo>
                </a:path>
              </a:pathLst>
            </a:custGeom>
            <a:solidFill>
              <a:srgbClr val="F7B3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60"/>
            <p:cNvSpPr>
              <a:spLocks/>
            </p:cNvSpPr>
            <p:nvPr/>
          </p:nvSpPr>
          <p:spPr bwMode="auto">
            <a:xfrm>
              <a:off x="3500438" y="3735388"/>
              <a:ext cx="1017588" cy="511175"/>
            </a:xfrm>
            <a:custGeom>
              <a:avLst/>
              <a:gdLst>
                <a:gd name="T0" fmla="*/ 271 w 271"/>
                <a:gd name="T1" fmla="*/ 136 h 136"/>
                <a:gd name="T2" fmla="*/ 271 w 271"/>
                <a:gd name="T3" fmla="*/ 25 h 136"/>
                <a:gd name="T4" fmla="*/ 247 w 271"/>
                <a:gd name="T5" fmla="*/ 0 h 136"/>
                <a:gd name="T6" fmla="*/ 159 w 271"/>
                <a:gd name="T7" fmla="*/ 0 h 136"/>
                <a:gd name="T8" fmla="*/ 135 w 271"/>
                <a:gd name="T9" fmla="*/ 64 h 136"/>
                <a:gd name="T10" fmla="*/ 108 w 271"/>
                <a:gd name="T11" fmla="*/ 0 h 136"/>
                <a:gd name="T12" fmla="*/ 24 w 271"/>
                <a:gd name="T13" fmla="*/ 0 h 136"/>
                <a:gd name="T14" fmla="*/ 0 w 271"/>
                <a:gd name="T15" fmla="*/ 25 h 136"/>
                <a:gd name="T16" fmla="*/ 0 w 271"/>
                <a:gd name="T17" fmla="*/ 136 h 136"/>
                <a:gd name="T18" fmla="*/ 271 w 271"/>
                <a:gd name="T19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1" h="136">
                  <a:moveTo>
                    <a:pt x="271" y="136"/>
                  </a:moveTo>
                  <a:cubicBezTo>
                    <a:pt x="271" y="25"/>
                    <a:pt x="271" y="25"/>
                    <a:pt x="271" y="25"/>
                  </a:cubicBezTo>
                  <a:cubicBezTo>
                    <a:pt x="271" y="11"/>
                    <a:pt x="260" y="0"/>
                    <a:pt x="247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35" y="64"/>
                    <a:pt x="135" y="64"/>
                    <a:pt x="135" y="64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271" y="136"/>
                    <a:pt x="271" y="136"/>
                    <a:pt x="271" y="136"/>
                  </a:cubicBezTo>
                </a:path>
              </a:pathLst>
            </a:custGeom>
            <a:solidFill>
              <a:srgbClr val="2662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61"/>
            <p:cNvSpPr>
              <a:spLocks/>
            </p:cNvSpPr>
            <p:nvPr/>
          </p:nvSpPr>
          <p:spPr bwMode="auto">
            <a:xfrm>
              <a:off x="3917951" y="3521076"/>
              <a:ext cx="195263" cy="179388"/>
            </a:xfrm>
            <a:custGeom>
              <a:avLst/>
              <a:gdLst>
                <a:gd name="T0" fmla="*/ 52 w 52"/>
                <a:gd name="T1" fmla="*/ 16 h 48"/>
                <a:gd name="T2" fmla="*/ 52 w 52"/>
                <a:gd name="T3" fmla="*/ 0 h 48"/>
                <a:gd name="T4" fmla="*/ 0 w 52"/>
                <a:gd name="T5" fmla="*/ 0 h 48"/>
                <a:gd name="T6" fmla="*/ 0 w 52"/>
                <a:gd name="T7" fmla="*/ 48 h 48"/>
                <a:gd name="T8" fmla="*/ 52 w 52"/>
                <a:gd name="T9" fmla="*/ 1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8">
                  <a:moveTo>
                    <a:pt x="52" y="16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1" y="31"/>
                    <a:pt x="30" y="19"/>
                    <a:pt x="52" y="16"/>
                  </a:cubicBezTo>
                  <a:close/>
                </a:path>
              </a:pathLst>
            </a:custGeom>
            <a:solidFill>
              <a:srgbClr val="EEC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62"/>
            <p:cNvSpPr>
              <a:spLocks/>
            </p:cNvSpPr>
            <p:nvPr/>
          </p:nvSpPr>
          <p:spPr bwMode="auto">
            <a:xfrm>
              <a:off x="3917951" y="3581401"/>
              <a:ext cx="195263" cy="390525"/>
            </a:xfrm>
            <a:custGeom>
              <a:avLst/>
              <a:gdLst>
                <a:gd name="T0" fmla="*/ 52 w 52"/>
                <a:gd name="T1" fmla="*/ 104 h 104"/>
                <a:gd name="T2" fmla="*/ 52 w 52"/>
                <a:gd name="T3" fmla="*/ 0 h 104"/>
                <a:gd name="T4" fmla="*/ 0 w 52"/>
                <a:gd name="T5" fmla="*/ 32 h 104"/>
                <a:gd name="T6" fmla="*/ 0 w 52"/>
                <a:gd name="T7" fmla="*/ 104 h 104"/>
                <a:gd name="T8" fmla="*/ 52 w 52"/>
                <a:gd name="T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04">
                  <a:moveTo>
                    <a:pt x="52" y="104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30" y="3"/>
                    <a:pt x="11" y="15"/>
                    <a:pt x="0" y="32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2" y="104"/>
                    <a:pt x="52" y="104"/>
                    <a:pt x="52" y="104"/>
                  </a:cubicBezTo>
                </a:path>
              </a:pathLst>
            </a:custGeom>
            <a:solidFill>
              <a:srgbClr val="FFD8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63"/>
            <p:cNvSpPr>
              <a:spLocks/>
            </p:cNvSpPr>
            <p:nvPr/>
          </p:nvSpPr>
          <p:spPr bwMode="auto">
            <a:xfrm>
              <a:off x="3638551" y="3735388"/>
              <a:ext cx="384175" cy="511175"/>
            </a:xfrm>
            <a:custGeom>
              <a:avLst/>
              <a:gdLst>
                <a:gd name="T0" fmla="*/ 242 w 242"/>
                <a:gd name="T1" fmla="*/ 177 h 322"/>
                <a:gd name="T2" fmla="*/ 242 w 242"/>
                <a:gd name="T3" fmla="*/ 322 h 322"/>
                <a:gd name="T4" fmla="*/ 221 w 242"/>
                <a:gd name="T5" fmla="*/ 322 h 322"/>
                <a:gd name="T6" fmla="*/ 60 w 242"/>
                <a:gd name="T7" fmla="*/ 106 h 322"/>
                <a:gd name="T8" fmla="*/ 105 w 242"/>
                <a:gd name="T9" fmla="*/ 57 h 322"/>
                <a:gd name="T10" fmla="*/ 0 w 242"/>
                <a:gd name="T11" fmla="*/ 0 h 322"/>
                <a:gd name="T12" fmla="*/ 133 w 242"/>
                <a:gd name="T13" fmla="*/ 0 h 322"/>
                <a:gd name="T14" fmla="*/ 161 w 242"/>
                <a:gd name="T15" fmla="*/ 0 h 322"/>
                <a:gd name="T16" fmla="*/ 242 w 242"/>
                <a:gd name="T17" fmla="*/ 177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2" h="322">
                  <a:moveTo>
                    <a:pt x="242" y="177"/>
                  </a:moveTo>
                  <a:lnTo>
                    <a:pt x="242" y="322"/>
                  </a:lnTo>
                  <a:lnTo>
                    <a:pt x="221" y="322"/>
                  </a:lnTo>
                  <a:lnTo>
                    <a:pt x="60" y="106"/>
                  </a:lnTo>
                  <a:lnTo>
                    <a:pt x="105" y="57"/>
                  </a:lnTo>
                  <a:lnTo>
                    <a:pt x="0" y="0"/>
                  </a:lnTo>
                  <a:lnTo>
                    <a:pt x="133" y="0"/>
                  </a:lnTo>
                  <a:lnTo>
                    <a:pt x="161" y="0"/>
                  </a:lnTo>
                  <a:lnTo>
                    <a:pt x="242" y="177"/>
                  </a:lnTo>
                  <a:close/>
                </a:path>
              </a:pathLst>
            </a:custGeom>
            <a:solidFill>
              <a:srgbClr val="2D7F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64"/>
            <p:cNvSpPr>
              <a:spLocks/>
            </p:cNvSpPr>
            <p:nvPr/>
          </p:nvSpPr>
          <p:spPr bwMode="auto">
            <a:xfrm>
              <a:off x="3638551" y="3735388"/>
              <a:ext cx="384175" cy="511175"/>
            </a:xfrm>
            <a:custGeom>
              <a:avLst/>
              <a:gdLst>
                <a:gd name="T0" fmla="*/ 242 w 242"/>
                <a:gd name="T1" fmla="*/ 177 h 322"/>
                <a:gd name="T2" fmla="*/ 242 w 242"/>
                <a:gd name="T3" fmla="*/ 322 h 322"/>
                <a:gd name="T4" fmla="*/ 221 w 242"/>
                <a:gd name="T5" fmla="*/ 322 h 322"/>
                <a:gd name="T6" fmla="*/ 60 w 242"/>
                <a:gd name="T7" fmla="*/ 106 h 322"/>
                <a:gd name="T8" fmla="*/ 105 w 242"/>
                <a:gd name="T9" fmla="*/ 57 h 322"/>
                <a:gd name="T10" fmla="*/ 0 w 242"/>
                <a:gd name="T11" fmla="*/ 0 h 322"/>
                <a:gd name="T12" fmla="*/ 133 w 242"/>
                <a:gd name="T13" fmla="*/ 0 h 322"/>
                <a:gd name="T14" fmla="*/ 161 w 242"/>
                <a:gd name="T15" fmla="*/ 0 h 322"/>
                <a:gd name="T16" fmla="*/ 242 w 242"/>
                <a:gd name="T17" fmla="*/ 177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2" h="322">
                  <a:moveTo>
                    <a:pt x="242" y="177"/>
                  </a:moveTo>
                  <a:lnTo>
                    <a:pt x="242" y="322"/>
                  </a:lnTo>
                  <a:lnTo>
                    <a:pt x="221" y="322"/>
                  </a:lnTo>
                  <a:lnTo>
                    <a:pt x="60" y="106"/>
                  </a:lnTo>
                  <a:lnTo>
                    <a:pt x="105" y="57"/>
                  </a:lnTo>
                  <a:lnTo>
                    <a:pt x="0" y="0"/>
                  </a:lnTo>
                  <a:lnTo>
                    <a:pt x="133" y="0"/>
                  </a:lnTo>
                  <a:lnTo>
                    <a:pt x="161" y="0"/>
                  </a:lnTo>
                  <a:lnTo>
                    <a:pt x="242" y="1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65"/>
            <p:cNvSpPr>
              <a:spLocks/>
            </p:cNvSpPr>
            <p:nvPr/>
          </p:nvSpPr>
          <p:spPr bwMode="auto">
            <a:xfrm>
              <a:off x="4022726" y="3735388"/>
              <a:ext cx="379413" cy="511175"/>
            </a:xfrm>
            <a:custGeom>
              <a:avLst/>
              <a:gdLst>
                <a:gd name="T0" fmla="*/ 0 w 239"/>
                <a:gd name="T1" fmla="*/ 177 h 322"/>
                <a:gd name="T2" fmla="*/ 0 w 239"/>
                <a:gd name="T3" fmla="*/ 322 h 322"/>
                <a:gd name="T4" fmla="*/ 21 w 239"/>
                <a:gd name="T5" fmla="*/ 322 h 322"/>
                <a:gd name="T6" fmla="*/ 182 w 239"/>
                <a:gd name="T7" fmla="*/ 106 h 322"/>
                <a:gd name="T8" fmla="*/ 135 w 239"/>
                <a:gd name="T9" fmla="*/ 57 h 322"/>
                <a:gd name="T10" fmla="*/ 239 w 239"/>
                <a:gd name="T11" fmla="*/ 0 h 322"/>
                <a:gd name="T12" fmla="*/ 106 w 239"/>
                <a:gd name="T13" fmla="*/ 0 h 322"/>
                <a:gd name="T14" fmla="*/ 78 w 239"/>
                <a:gd name="T15" fmla="*/ 0 h 322"/>
                <a:gd name="T16" fmla="*/ 0 w 239"/>
                <a:gd name="T17" fmla="*/ 177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9" h="322">
                  <a:moveTo>
                    <a:pt x="0" y="177"/>
                  </a:moveTo>
                  <a:lnTo>
                    <a:pt x="0" y="322"/>
                  </a:lnTo>
                  <a:lnTo>
                    <a:pt x="21" y="322"/>
                  </a:lnTo>
                  <a:lnTo>
                    <a:pt x="182" y="106"/>
                  </a:lnTo>
                  <a:lnTo>
                    <a:pt x="135" y="57"/>
                  </a:lnTo>
                  <a:lnTo>
                    <a:pt x="239" y="0"/>
                  </a:lnTo>
                  <a:lnTo>
                    <a:pt x="106" y="0"/>
                  </a:lnTo>
                  <a:lnTo>
                    <a:pt x="78" y="0"/>
                  </a:lnTo>
                  <a:lnTo>
                    <a:pt x="0" y="177"/>
                  </a:lnTo>
                  <a:close/>
                </a:path>
              </a:pathLst>
            </a:custGeom>
            <a:solidFill>
              <a:srgbClr val="4390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66"/>
            <p:cNvSpPr>
              <a:spLocks/>
            </p:cNvSpPr>
            <p:nvPr/>
          </p:nvSpPr>
          <p:spPr bwMode="auto">
            <a:xfrm>
              <a:off x="4022726" y="3735388"/>
              <a:ext cx="379413" cy="511175"/>
            </a:xfrm>
            <a:custGeom>
              <a:avLst/>
              <a:gdLst>
                <a:gd name="T0" fmla="*/ 0 w 239"/>
                <a:gd name="T1" fmla="*/ 177 h 322"/>
                <a:gd name="T2" fmla="*/ 0 w 239"/>
                <a:gd name="T3" fmla="*/ 322 h 322"/>
                <a:gd name="T4" fmla="*/ 21 w 239"/>
                <a:gd name="T5" fmla="*/ 322 h 322"/>
                <a:gd name="T6" fmla="*/ 182 w 239"/>
                <a:gd name="T7" fmla="*/ 106 h 322"/>
                <a:gd name="T8" fmla="*/ 135 w 239"/>
                <a:gd name="T9" fmla="*/ 57 h 322"/>
                <a:gd name="T10" fmla="*/ 239 w 239"/>
                <a:gd name="T11" fmla="*/ 0 h 322"/>
                <a:gd name="T12" fmla="*/ 106 w 239"/>
                <a:gd name="T13" fmla="*/ 0 h 322"/>
                <a:gd name="T14" fmla="*/ 78 w 239"/>
                <a:gd name="T15" fmla="*/ 0 h 322"/>
                <a:gd name="T16" fmla="*/ 0 w 239"/>
                <a:gd name="T17" fmla="*/ 177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9" h="322">
                  <a:moveTo>
                    <a:pt x="0" y="177"/>
                  </a:moveTo>
                  <a:lnTo>
                    <a:pt x="0" y="322"/>
                  </a:lnTo>
                  <a:lnTo>
                    <a:pt x="21" y="322"/>
                  </a:lnTo>
                  <a:lnTo>
                    <a:pt x="182" y="106"/>
                  </a:lnTo>
                  <a:lnTo>
                    <a:pt x="135" y="57"/>
                  </a:lnTo>
                  <a:lnTo>
                    <a:pt x="239" y="0"/>
                  </a:lnTo>
                  <a:lnTo>
                    <a:pt x="106" y="0"/>
                  </a:lnTo>
                  <a:lnTo>
                    <a:pt x="78" y="0"/>
                  </a:lnTo>
                  <a:lnTo>
                    <a:pt x="0" y="1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67"/>
            <p:cNvSpPr>
              <a:spLocks/>
            </p:cNvSpPr>
            <p:nvPr/>
          </p:nvSpPr>
          <p:spPr bwMode="auto">
            <a:xfrm>
              <a:off x="3613151" y="2600326"/>
              <a:ext cx="814388" cy="965200"/>
            </a:xfrm>
            <a:custGeom>
              <a:avLst/>
              <a:gdLst>
                <a:gd name="T0" fmla="*/ 217 w 217"/>
                <a:gd name="T1" fmla="*/ 129 h 257"/>
                <a:gd name="T2" fmla="*/ 109 w 217"/>
                <a:gd name="T3" fmla="*/ 257 h 257"/>
                <a:gd name="T4" fmla="*/ 0 w 217"/>
                <a:gd name="T5" fmla="*/ 129 h 257"/>
                <a:gd name="T6" fmla="*/ 109 w 217"/>
                <a:gd name="T7" fmla="*/ 0 h 257"/>
                <a:gd name="T8" fmla="*/ 217 w 217"/>
                <a:gd name="T9" fmla="*/ 12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7" h="257">
                  <a:moveTo>
                    <a:pt x="217" y="129"/>
                  </a:moveTo>
                  <a:cubicBezTo>
                    <a:pt x="217" y="199"/>
                    <a:pt x="155" y="257"/>
                    <a:pt x="109" y="257"/>
                  </a:cubicBezTo>
                  <a:cubicBezTo>
                    <a:pt x="61" y="257"/>
                    <a:pt x="0" y="199"/>
                    <a:pt x="0" y="129"/>
                  </a:cubicBezTo>
                  <a:cubicBezTo>
                    <a:pt x="0" y="58"/>
                    <a:pt x="48" y="0"/>
                    <a:pt x="109" y="0"/>
                  </a:cubicBezTo>
                  <a:cubicBezTo>
                    <a:pt x="169" y="0"/>
                    <a:pt x="217" y="58"/>
                    <a:pt x="217" y="129"/>
                  </a:cubicBezTo>
                  <a:close/>
                </a:path>
              </a:pathLst>
            </a:custGeom>
            <a:solidFill>
              <a:srgbClr val="FFD8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68"/>
            <p:cNvSpPr>
              <a:spLocks/>
            </p:cNvSpPr>
            <p:nvPr/>
          </p:nvSpPr>
          <p:spPr bwMode="auto">
            <a:xfrm>
              <a:off x="3349626" y="2435226"/>
              <a:ext cx="1225550" cy="792163"/>
            </a:xfrm>
            <a:custGeom>
              <a:avLst/>
              <a:gdLst>
                <a:gd name="T0" fmla="*/ 209 w 326"/>
                <a:gd name="T1" fmla="*/ 88 h 211"/>
                <a:gd name="T2" fmla="*/ 158 w 326"/>
                <a:gd name="T3" fmla="*/ 66 h 211"/>
                <a:gd name="T4" fmla="*/ 108 w 326"/>
                <a:gd name="T5" fmla="*/ 120 h 211"/>
                <a:gd name="T6" fmla="*/ 68 w 326"/>
                <a:gd name="T7" fmla="*/ 199 h 211"/>
                <a:gd name="T8" fmla="*/ 7 w 326"/>
                <a:gd name="T9" fmla="*/ 180 h 211"/>
                <a:gd name="T10" fmla="*/ 17 w 326"/>
                <a:gd name="T11" fmla="*/ 142 h 211"/>
                <a:gd name="T12" fmla="*/ 37 w 326"/>
                <a:gd name="T13" fmla="*/ 146 h 211"/>
                <a:gd name="T14" fmla="*/ 20 w 326"/>
                <a:gd name="T15" fmla="*/ 154 h 211"/>
                <a:gd name="T16" fmla="*/ 22 w 326"/>
                <a:gd name="T17" fmla="*/ 165 h 211"/>
                <a:gd name="T18" fmla="*/ 38 w 326"/>
                <a:gd name="T19" fmla="*/ 155 h 211"/>
                <a:gd name="T20" fmla="*/ 45 w 326"/>
                <a:gd name="T21" fmla="*/ 122 h 211"/>
                <a:gd name="T22" fmla="*/ 72 w 326"/>
                <a:gd name="T23" fmla="*/ 36 h 211"/>
                <a:gd name="T24" fmla="*/ 170 w 326"/>
                <a:gd name="T25" fmla="*/ 5 h 211"/>
                <a:gd name="T26" fmla="*/ 214 w 326"/>
                <a:gd name="T27" fmla="*/ 22 h 211"/>
                <a:gd name="T28" fmla="*/ 279 w 326"/>
                <a:gd name="T29" fmla="*/ 39 h 211"/>
                <a:gd name="T30" fmla="*/ 321 w 326"/>
                <a:gd name="T31" fmla="*/ 154 h 211"/>
                <a:gd name="T32" fmla="*/ 278 w 326"/>
                <a:gd name="T33" fmla="*/ 182 h 211"/>
                <a:gd name="T34" fmla="*/ 251 w 326"/>
                <a:gd name="T35" fmla="*/ 95 h 211"/>
                <a:gd name="T36" fmla="*/ 209 w 326"/>
                <a:gd name="T37" fmla="*/ 88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6" h="211">
                  <a:moveTo>
                    <a:pt x="209" y="88"/>
                  </a:moveTo>
                  <a:cubicBezTo>
                    <a:pt x="209" y="88"/>
                    <a:pt x="174" y="66"/>
                    <a:pt x="158" y="66"/>
                  </a:cubicBezTo>
                  <a:cubicBezTo>
                    <a:pt x="142" y="66"/>
                    <a:pt x="116" y="96"/>
                    <a:pt x="108" y="120"/>
                  </a:cubicBezTo>
                  <a:cubicBezTo>
                    <a:pt x="101" y="145"/>
                    <a:pt x="90" y="191"/>
                    <a:pt x="68" y="199"/>
                  </a:cubicBezTo>
                  <a:cubicBezTo>
                    <a:pt x="45" y="207"/>
                    <a:pt x="14" y="211"/>
                    <a:pt x="7" y="180"/>
                  </a:cubicBezTo>
                  <a:cubicBezTo>
                    <a:pt x="0" y="148"/>
                    <a:pt x="17" y="142"/>
                    <a:pt x="17" y="142"/>
                  </a:cubicBezTo>
                  <a:cubicBezTo>
                    <a:pt x="17" y="142"/>
                    <a:pt x="32" y="137"/>
                    <a:pt x="37" y="146"/>
                  </a:cubicBezTo>
                  <a:cubicBezTo>
                    <a:pt x="37" y="146"/>
                    <a:pt x="18" y="146"/>
                    <a:pt x="20" y="154"/>
                  </a:cubicBezTo>
                  <a:cubicBezTo>
                    <a:pt x="20" y="154"/>
                    <a:pt x="16" y="161"/>
                    <a:pt x="22" y="165"/>
                  </a:cubicBezTo>
                  <a:cubicBezTo>
                    <a:pt x="28" y="169"/>
                    <a:pt x="38" y="158"/>
                    <a:pt x="38" y="155"/>
                  </a:cubicBezTo>
                  <a:cubicBezTo>
                    <a:pt x="39" y="152"/>
                    <a:pt x="44" y="144"/>
                    <a:pt x="45" y="122"/>
                  </a:cubicBezTo>
                  <a:cubicBezTo>
                    <a:pt x="46" y="101"/>
                    <a:pt x="48" y="61"/>
                    <a:pt x="72" y="36"/>
                  </a:cubicBezTo>
                  <a:cubicBezTo>
                    <a:pt x="96" y="12"/>
                    <a:pt x="142" y="0"/>
                    <a:pt x="170" y="5"/>
                  </a:cubicBezTo>
                  <a:cubicBezTo>
                    <a:pt x="197" y="10"/>
                    <a:pt x="214" y="22"/>
                    <a:pt x="214" y="22"/>
                  </a:cubicBezTo>
                  <a:cubicBezTo>
                    <a:pt x="214" y="22"/>
                    <a:pt x="252" y="8"/>
                    <a:pt x="279" y="39"/>
                  </a:cubicBezTo>
                  <a:cubicBezTo>
                    <a:pt x="306" y="70"/>
                    <a:pt x="326" y="113"/>
                    <a:pt x="321" y="154"/>
                  </a:cubicBezTo>
                  <a:cubicBezTo>
                    <a:pt x="316" y="194"/>
                    <a:pt x="288" y="196"/>
                    <a:pt x="278" y="182"/>
                  </a:cubicBezTo>
                  <a:cubicBezTo>
                    <a:pt x="267" y="169"/>
                    <a:pt x="263" y="112"/>
                    <a:pt x="251" y="95"/>
                  </a:cubicBezTo>
                  <a:cubicBezTo>
                    <a:pt x="239" y="78"/>
                    <a:pt x="224" y="72"/>
                    <a:pt x="209" y="88"/>
                  </a:cubicBezTo>
                  <a:close/>
                </a:path>
              </a:pathLst>
            </a:custGeom>
            <a:solidFill>
              <a:srgbClr val="BA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69"/>
            <p:cNvSpPr>
              <a:spLocks/>
            </p:cNvSpPr>
            <p:nvPr/>
          </p:nvSpPr>
          <p:spPr bwMode="auto">
            <a:xfrm>
              <a:off x="3819526" y="3686176"/>
              <a:ext cx="134938" cy="139700"/>
            </a:xfrm>
            <a:custGeom>
              <a:avLst/>
              <a:gdLst>
                <a:gd name="T0" fmla="*/ 85 w 85"/>
                <a:gd name="T1" fmla="*/ 31 h 88"/>
                <a:gd name="T2" fmla="*/ 62 w 85"/>
                <a:gd name="T3" fmla="*/ 0 h 88"/>
                <a:gd name="T4" fmla="*/ 0 w 85"/>
                <a:gd name="T5" fmla="*/ 0 h 88"/>
                <a:gd name="T6" fmla="*/ 52 w 85"/>
                <a:gd name="T7" fmla="*/ 88 h 88"/>
                <a:gd name="T8" fmla="*/ 85 w 85"/>
                <a:gd name="T9" fmla="*/ 3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8">
                  <a:moveTo>
                    <a:pt x="85" y="31"/>
                  </a:moveTo>
                  <a:lnTo>
                    <a:pt x="62" y="0"/>
                  </a:lnTo>
                  <a:lnTo>
                    <a:pt x="0" y="0"/>
                  </a:lnTo>
                  <a:lnTo>
                    <a:pt x="52" y="88"/>
                  </a:lnTo>
                  <a:lnTo>
                    <a:pt x="85" y="31"/>
                  </a:lnTo>
                  <a:close/>
                </a:path>
              </a:pathLst>
            </a:custGeom>
            <a:solidFill>
              <a:srgbClr val="F3F9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70"/>
            <p:cNvSpPr>
              <a:spLocks/>
            </p:cNvSpPr>
            <p:nvPr/>
          </p:nvSpPr>
          <p:spPr bwMode="auto">
            <a:xfrm>
              <a:off x="3819526" y="3686176"/>
              <a:ext cx="134938" cy="139700"/>
            </a:xfrm>
            <a:custGeom>
              <a:avLst/>
              <a:gdLst>
                <a:gd name="T0" fmla="*/ 85 w 85"/>
                <a:gd name="T1" fmla="*/ 31 h 88"/>
                <a:gd name="T2" fmla="*/ 62 w 85"/>
                <a:gd name="T3" fmla="*/ 0 h 88"/>
                <a:gd name="T4" fmla="*/ 0 w 85"/>
                <a:gd name="T5" fmla="*/ 0 h 88"/>
                <a:gd name="T6" fmla="*/ 52 w 85"/>
                <a:gd name="T7" fmla="*/ 88 h 88"/>
                <a:gd name="T8" fmla="*/ 85 w 85"/>
                <a:gd name="T9" fmla="*/ 3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8">
                  <a:moveTo>
                    <a:pt x="85" y="31"/>
                  </a:moveTo>
                  <a:lnTo>
                    <a:pt x="62" y="0"/>
                  </a:lnTo>
                  <a:lnTo>
                    <a:pt x="0" y="0"/>
                  </a:lnTo>
                  <a:lnTo>
                    <a:pt x="52" y="88"/>
                  </a:lnTo>
                  <a:lnTo>
                    <a:pt x="85" y="3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71"/>
            <p:cNvSpPr>
              <a:spLocks/>
            </p:cNvSpPr>
            <p:nvPr/>
          </p:nvSpPr>
          <p:spPr bwMode="auto">
            <a:xfrm>
              <a:off x="4075113" y="3686176"/>
              <a:ext cx="134938" cy="139700"/>
            </a:xfrm>
            <a:custGeom>
              <a:avLst/>
              <a:gdLst>
                <a:gd name="T0" fmla="*/ 0 w 85"/>
                <a:gd name="T1" fmla="*/ 31 h 88"/>
                <a:gd name="T2" fmla="*/ 26 w 85"/>
                <a:gd name="T3" fmla="*/ 0 h 88"/>
                <a:gd name="T4" fmla="*/ 85 w 85"/>
                <a:gd name="T5" fmla="*/ 0 h 88"/>
                <a:gd name="T6" fmla="*/ 35 w 85"/>
                <a:gd name="T7" fmla="*/ 88 h 88"/>
                <a:gd name="T8" fmla="*/ 0 w 85"/>
                <a:gd name="T9" fmla="*/ 3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8">
                  <a:moveTo>
                    <a:pt x="0" y="31"/>
                  </a:moveTo>
                  <a:lnTo>
                    <a:pt x="26" y="0"/>
                  </a:lnTo>
                  <a:lnTo>
                    <a:pt x="85" y="0"/>
                  </a:lnTo>
                  <a:lnTo>
                    <a:pt x="35" y="88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3F9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72"/>
            <p:cNvSpPr>
              <a:spLocks/>
            </p:cNvSpPr>
            <p:nvPr/>
          </p:nvSpPr>
          <p:spPr bwMode="auto">
            <a:xfrm>
              <a:off x="4075113" y="3686176"/>
              <a:ext cx="134938" cy="139700"/>
            </a:xfrm>
            <a:custGeom>
              <a:avLst/>
              <a:gdLst>
                <a:gd name="T0" fmla="*/ 0 w 85"/>
                <a:gd name="T1" fmla="*/ 31 h 88"/>
                <a:gd name="T2" fmla="*/ 26 w 85"/>
                <a:gd name="T3" fmla="*/ 0 h 88"/>
                <a:gd name="T4" fmla="*/ 85 w 85"/>
                <a:gd name="T5" fmla="*/ 0 h 88"/>
                <a:gd name="T6" fmla="*/ 35 w 85"/>
                <a:gd name="T7" fmla="*/ 88 h 88"/>
                <a:gd name="T8" fmla="*/ 0 w 85"/>
                <a:gd name="T9" fmla="*/ 3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8">
                  <a:moveTo>
                    <a:pt x="0" y="31"/>
                  </a:moveTo>
                  <a:lnTo>
                    <a:pt x="26" y="0"/>
                  </a:lnTo>
                  <a:lnTo>
                    <a:pt x="85" y="0"/>
                  </a:lnTo>
                  <a:lnTo>
                    <a:pt x="35" y="88"/>
                  </a:lnTo>
                  <a:lnTo>
                    <a:pt x="0" y="3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73"/>
            <p:cNvSpPr>
              <a:spLocks/>
            </p:cNvSpPr>
            <p:nvPr/>
          </p:nvSpPr>
          <p:spPr bwMode="auto">
            <a:xfrm>
              <a:off x="3913188" y="3749676"/>
              <a:ext cx="203200" cy="266700"/>
            </a:xfrm>
            <a:custGeom>
              <a:avLst/>
              <a:gdLst>
                <a:gd name="T0" fmla="*/ 0 w 128"/>
                <a:gd name="T1" fmla="*/ 33 h 168"/>
                <a:gd name="T2" fmla="*/ 69 w 128"/>
                <a:gd name="T3" fmla="*/ 168 h 168"/>
                <a:gd name="T4" fmla="*/ 128 w 128"/>
                <a:gd name="T5" fmla="*/ 33 h 168"/>
                <a:gd name="T6" fmla="*/ 102 w 128"/>
                <a:gd name="T7" fmla="*/ 0 h 168"/>
                <a:gd name="T8" fmla="*/ 64 w 128"/>
                <a:gd name="T9" fmla="*/ 24 h 168"/>
                <a:gd name="T10" fmla="*/ 26 w 128"/>
                <a:gd name="T11" fmla="*/ 5 h 168"/>
                <a:gd name="T12" fmla="*/ 0 w 128"/>
                <a:gd name="T13" fmla="*/ 3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68">
                  <a:moveTo>
                    <a:pt x="0" y="33"/>
                  </a:moveTo>
                  <a:lnTo>
                    <a:pt x="69" y="168"/>
                  </a:lnTo>
                  <a:lnTo>
                    <a:pt x="128" y="33"/>
                  </a:lnTo>
                  <a:lnTo>
                    <a:pt x="102" y="0"/>
                  </a:lnTo>
                  <a:lnTo>
                    <a:pt x="64" y="24"/>
                  </a:lnTo>
                  <a:lnTo>
                    <a:pt x="26" y="5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3F9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74"/>
            <p:cNvSpPr>
              <a:spLocks/>
            </p:cNvSpPr>
            <p:nvPr/>
          </p:nvSpPr>
          <p:spPr bwMode="auto">
            <a:xfrm>
              <a:off x="3913188" y="3749676"/>
              <a:ext cx="203200" cy="266700"/>
            </a:xfrm>
            <a:custGeom>
              <a:avLst/>
              <a:gdLst>
                <a:gd name="T0" fmla="*/ 0 w 128"/>
                <a:gd name="T1" fmla="*/ 33 h 168"/>
                <a:gd name="T2" fmla="*/ 69 w 128"/>
                <a:gd name="T3" fmla="*/ 168 h 168"/>
                <a:gd name="T4" fmla="*/ 128 w 128"/>
                <a:gd name="T5" fmla="*/ 33 h 168"/>
                <a:gd name="T6" fmla="*/ 102 w 128"/>
                <a:gd name="T7" fmla="*/ 0 h 168"/>
                <a:gd name="T8" fmla="*/ 64 w 128"/>
                <a:gd name="T9" fmla="*/ 24 h 168"/>
                <a:gd name="T10" fmla="*/ 26 w 128"/>
                <a:gd name="T11" fmla="*/ 5 h 168"/>
                <a:gd name="T12" fmla="*/ 0 w 128"/>
                <a:gd name="T13" fmla="*/ 3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68">
                  <a:moveTo>
                    <a:pt x="0" y="33"/>
                  </a:moveTo>
                  <a:lnTo>
                    <a:pt x="69" y="168"/>
                  </a:lnTo>
                  <a:lnTo>
                    <a:pt x="128" y="33"/>
                  </a:lnTo>
                  <a:lnTo>
                    <a:pt x="102" y="0"/>
                  </a:lnTo>
                  <a:lnTo>
                    <a:pt x="64" y="24"/>
                  </a:lnTo>
                  <a:lnTo>
                    <a:pt x="26" y="5"/>
                  </a:lnTo>
                  <a:lnTo>
                    <a:pt x="0" y="3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75"/>
            <p:cNvSpPr>
              <a:spLocks/>
            </p:cNvSpPr>
            <p:nvPr/>
          </p:nvSpPr>
          <p:spPr bwMode="auto">
            <a:xfrm>
              <a:off x="4113213" y="3790951"/>
              <a:ext cx="3175" cy="11113"/>
            </a:xfrm>
            <a:custGeom>
              <a:avLst/>
              <a:gdLst>
                <a:gd name="T0" fmla="*/ 0 w 2"/>
                <a:gd name="T1" fmla="*/ 0 h 7"/>
                <a:gd name="T2" fmla="*/ 0 w 2"/>
                <a:gd name="T3" fmla="*/ 3 h 7"/>
                <a:gd name="T4" fmla="*/ 2 w 2"/>
                <a:gd name="T5" fmla="*/ 7 h 7"/>
                <a:gd name="T6" fmla="*/ 2 w 2"/>
                <a:gd name="T7" fmla="*/ 7 h 7"/>
                <a:gd name="T8" fmla="*/ 0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0" y="0"/>
                  </a:moveTo>
                  <a:lnTo>
                    <a:pt x="0" y="3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BF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76"/>
            <p:cNvSpPr>
              <a:spLocks/>
            </p:cNvSpPr>
            <p:nvPr/>
          </p:nvSpPr>
          <p:spPr bwMode="auto">
            <a:xfrm>
              <a:off x="4113213" y="3790951"/>
              <a:ext cx="3175" cy="11113"/>
            </a:xfrm>
            <a:custGeom>
              <a:avLst/>
              <a:gdLst>
                <a:gd name="T0" fmla="*/ 0 w 2"/>
                <a:gd name="T1" fmla="*/ 0 h 7"/>
                <a:gd name="T2" fmla="*/ 0 w 2"/>
                <a:gd name="T3" fmla="*/ 3 h 7"/>
                <a:gd name="T4" fmla="*/ 2 w 2"/>
                <a:gd name="T5" fmla="*/ 7 h 7"/>
                <a:gd name="T6" fmla="*/ 2 w 2"/>
                <a:gd name="T7" fmla="*/ 7 h 7"/>
                <a:gd name="T8" fmla="*/ 0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0" y="0"/>
                  </a:moveTo>
                  <a:lnTo>
                    <a:pt x="0" y="3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77"/>
            <p:cNvSpPr>
              <a:spLocks/>
            </p:cNvSpPr>
            <p:nvPr/>
          </p:nvSpPr>
          <p:spPr bwMode="auto">
            <a:xfrm>
              <a:off x="3921126" y="3735388"/>
              <a:ext cx="192088" cy="60325"/>
            </a:xfrm>
            <a:custGeom>
              <a:avLst/>
              <a:gdLst>
                <a:gd name="T0" fmla="*/ 97 w 121"/>
                <a:gd name="T1" fmla="*/ 0 h 38"/>
                <a:gd name="T2" fmla="*/ 59 w 121"/>
                <a:gd name="T3" fmla="*/ 31 h 38"/>
                <a:gd name="T4" fmla="*/ 21 w 121"/>
                <a:gd name="T5" fmla="*/ 0 h 38"/>
                <a:gd name="T6" fmla="*/ 0 w 121"/>
                <a:gd name="T7" fmla="*/ 35 h 38"/>
                <a:gd name="T8" fmla="*/ 0 w 121"/>
                <a:gd name="T9" fmla="*/ 38 h 38"/>
                <a:gd name="T10" fmla="*/ 21 w 121"/>
                <a:gd name="T11" fmla="*/ 14 h 38"/>
                <a:gd name="T12" fmla="*/ 59 w 121"/>
                <a:gd name="T13" fmla="*/ 33 h 38"/>
                <a:gd name="T14" fmla="*/ 97 w 121"/>
                <a:gd name="T15" fmla="*/ 9 h 38"/>
                <a:gd name="T16" fmla="*/ 121 w 121"/>
                <a:gd name="T17" fmla="*/ 38 h 38"/>
                <a:gd name="T18" fmla="*/ 121 w 121"/>
                <a:gd name="T19" fmla="*/ 35 h 38"/>
                <a:gd name="T20" fmla="*/ 97 w 121"/>
                <a:gd name="T2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1" h="38">
                  <a:moveTo>
                    <a:pt x="97" y="0"/>
                  </a:moveTo>
                  <a:lnTo>
                    <a:pt x="59" y="31"/>
                  </a:lnTo>
                  <a:lnTo>
                    <a:pt x="21" y="0"/>
                  </a:lnTo>
                  <a:lnTo>
                    <a:pt x="0" y="35"/>
                  </a:lnTo>
                  <a:lnTo>
                    <a:pt x="0" y="38"/>
                  </a:lnTo>
                  <a:lnTo>
                    <a:pt x="21" y="14"/>
                  </a:lnTo>
                  <a:lnTo>
                    <a:pt x="59" y="33"/>
                  </a:lnTo>
                  <a:lnTo>
                    <a:pt x="97" y="9"/>
                  </a:lnTo>
                  <a:lnTo>
                    <a:pt x="121" y="38"/>
                  </a:lnTo>
                  <a:lnTo>
                    <a:pt x="121" y="35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E9C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78"/>
            <p:cNvSpPr>
              <a:spLocks/>
            </p:cNvSpPr>
            <p:nvPr/>
          </p:nvSpPr>
          <p:spPr bwMode="auto">
            <a:xfrm>
              <a:off x="3921126" y="3735388"/>
              <a:ext cx="192088" cy="60325"/>
            </a:xfrm>
            <a:custGeom>
              <a:avLst/>
              <a:gdLst>
                <a:gd name="T0" fmla="*/ 97 w 121"/>
                <a:gd name="T1" fmla="*/ 0 h 38"/>
                <a:gd name="T2" fmla="*/ 59 w 121"/>
                <a:gd name="T3" fmla="*/ 31 h 38"/>
                <a:gd name="T4" fmla="*/ 21 w 121"/>
                <a:gd name="T5" fmla="*/ 0 h 38"/>
                <a:gd name="T6" fmla="*/ 0 w 121"/>
                <a:gd name="T7" fmla="*/ 35 h 38"/>
                <a:gd name="T8" fmla="*/ 0 w 121"/>
                <a:gd name="T9" fmla="*/ 38 h 38"/>
                <a:gd name="T10" fmla="*/ 21 w 121"/>
                <a:gd name="T11" fmla="*/ 14 h 38"/>
                <a:gd name="T12" fmla="*/ 59 w 121"/>
                <a:gd name="T13" fmla="*/ 33 h 38"/>
                <a:gd name="T14" fmla="*/ 97 w 121"/>
                <a:gd name="T15" fmla="*/ 9 h 38"/>
                <a:gd name="T16" fmla="*/ 121 w 121"/>
                <a:gd name="T17" fmla="*/ 38 h 38"/>
                <a:gd name="T18" fmla="*/ 121 w 121"/>
                <a:gd name="T19" fmla="*/ 35 h 38"/>
                <a:gd name="T20" fmla="*/ 97 w 121"/>
                <a:gd name="T2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1" h="38">
                  <a:moveTo>
                    <a:pt x="97" y="0"/>
                  </a:moveTo>
                  <a:lnTo>
                    <a:pt x="59" y="31"/>
                  </a:lnTo>
                  <a:lnTo>
                    <a:pt x="21" y="0"/>
                  </a:lnTo>
                  <a:lnTo>
                    <a:pt x="0" y="35"/>
                  </a:lnTo>
                  <a:lnTo>
                    <a:pt x="0" y="38"/>
                  </a:lnTo>
                  <a:lnTo>
                    <a:pt x="21" y="14"/>
                  </a:lnTo>
                  <a:lnTo>
                    <a:pt x="59" y="33"/>
                  </a:lnTo>
                  <a:lnTo>
                    <a:pt x="97" y="9"/>
                  </a:lnTo>
                  <a:lnTo>
                    <a:pt x="121" y="38"/>
                  </a:lnTo>
                  <a:lnTo>
                    <a:pt x="121" y="35"/>
                  </a:lnTo>
                  <a:lnTo>
                    <a:pt x="9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79"/>
            <p:cNvSpPr>
              <a:spLocks/>
            </p:cNvSpPr>
            <p:nvPr/>
          </p:nvSpPr>
          <p:spPr bwMode="auto">
            <a:xfrm>
              <a:off x="3913188" y="3790951"/>
              <a:ext cx="7938" cy="11113"/>
            </a:xfrm>
            <a:custGeom>
              <a:avLst/>
              <a:gdLst>
                <a:gd name="T0" fmla="*/ 5 w 5"/>
                <a:gd name="T1" fmla="*/ 0 h 7"/>
                <a:gd name="T2" fmla="*/ 0 w 5"/>
                <a:gd name="T3" fmla="*/ 7 h 7"/>
                <a:gd name="T4" fmla="*/ 5 w 5"/>
                <a:gd name="T5" fmla="*/ 3 h 7"/>
                <a:gd name="T6" fmla="*/ 5 w 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0" y="7"/>
                  </a:lnTo>
                  <a:lnTo>
                    <a:pt x="5" y="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D5C2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80"/>
            <p:cNvSpPr>
              <a:spLocks/>
            </p:cNvSpPr>
            <p:nvPr/>
          </p:nvSpPr>
          <p:spPr bwMode="auto">
            <a:xfrm>
              <a:off x="3913188" y="3790951"/>
              <a:ext cx="7938" cy="11113"/>
            </a:xfrm>
            <a:custGeom>
              <a:avLst/>
              <a:gdLst>
                <a:gd name="T0" fmla="*/ 5 w 5"/>
                <a:gd name="T1" fmla="*/ 0 h 7"/>
                <a:gd name="T2" fmla="*/ 0 w 5"/>
                <a:gd name="T3" fmla="*/ 7 h 7"/>
                <a:gd name="T4" fmla="*/ 5 w 5"/>
                <a:gd name="T5" fmla="*/ 3 h 7"/>
                <a:gd name="T6" fmla="*/ 5 w 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0" y="7"/>
                  </a:lnTo>
                  <a:lnTo>
                    <a:pt x="5" y="3"/>
                  </a:lnTo>
                  <a:lnTo>
                    <a:pt x="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Rectangle 81"/>
            <p:cNvSpPr>
              <a:spLocks noChangeArrowheads="1"/>
            </p:cNvSpPr>
            <p:nvPr/>
          </p:nvSpPr>
          <p:spPr bwMode="auto">
            <a:xfrm>
              <a:off x="4116388" y="3802063"/>
              <a:ext cx="1588" cy="1588"/>
            </a:xfrm>
            <a:prstGeom prst="rect">
              <a:avLst/>
            </a:prstGeom>
            <a:solidFill>
              <a:srgbClr val="D7C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82"/>
            <p:cNvSpPr>
              <a:spLocks/>
            </p:cNvSpPr>
            <p:nvPr/>
          </p:nvSpPr>
          <p:spPr bwMode="auto">
            <a:xfrm>
              <a:off x="4116388" y="38020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83"/>
            <p:cNvSpPr>
              <a:spLocks/>
            </p:cNvSpPr>
            <p:nvPr/>
          </p:nvSpPr>
          <p:spPr bwMode="auto">
            <a:xfrm>
              <a:off x="3913188" y="3735388"/>
              <a:ext cx="41275" cy="66675"/>
            </a:xfrm>
            <a:custGeom>
              <a:avLst/>
              <a:gdLst>
                <a:gd name="T0" fmla="*/ 26 w 26"/>
                <a:gd name="T1" fmla="*/ 0 h 42"/>
                <a:gd name="T2" fmla="*/ 0 w 26"/>
                <a:gd name="T3" fmla="*/ 42 h 42"/>
                <a:gd name="T4" fmla="*/ 0 w 26"/>
                <a:gd name="T5" fmla="*/ 42 h 42"/>
                <a:gd name="T6" fmla="*/ 5 w 26"/>
                <a:gd name="T7" fmla="*/ 35 h 42"/>
                <a:gd name="T8" fmla="*/ 26 w 26"/>
                <a:gd name="T9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42">
                  <a:moveTo>
                    <a:pt x="26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5" y="3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E8C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84"/>
            <p:cNvSpPr>
              <a:spLocks/>
            </p:cNvSpPr>
            <p:nvPr/>
          </p:nvSpPr>
          <p:spPr bwMode="auto">
            <a:xfrm>
              <a:off x="3913188" y="3735388"/>
              <a:ext cx="41275" cy="66675"/>
            </a:xfrm>
            <a:custGeom>
              <a:avLst/>
              <a:gdLst>
                <a:gd name="T0" fmla="*/ 26 w 26"/>
                <a:gd name="T1" fmla="*/ 0 h 42"/>
                <a:gd name="T2" fmla="*/ 0 w 26"/>
                <a:gd name="T3" fmla="*/ 42 h 42"/>
                <a:gd name="T4" fmla="*/ 0 w 26"/>
                <a:gd name="T5" fmla="*/ 42 h 42"/>
                <a:gd name="T6" fmla="*/ 5 w 26"/>
                <a:gd name="T7" fmla="*/ 35 h 42"/>
                <a:gd name="T8" fmla="*/ 26 w 26"/>
                <a:gd name="T9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42">
                  <a:moveTo>
                    <a:pt x="26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5" y="35"/>
                  </a:lnTo>
                  <a:lnTo>
                    <a:pt x="2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85"/>
            <p:cNvSpPr>
              <a:spLocks/>
            </p:cNvSpPr>
            <p:nvPr/>
          </p:nvSpPr>
          <p:spPr bwMode="auto">
            <a:xfrm>
              <a:off x="3913188" y="3749676"/>
              <a:ext cx="203200" cy="52388"/>
            </a:xfrm>
            <a:custGeom>
              <a:avLst/>
              <a:gdLst>
                <a:gd name="T0" fmla="*/ 102 w 128"/>
                <a:gd name="T1" fmla="*/ 0 h 33"/>
                <a:gd name="T2" fmla="*/ 64 w 128"/>
                <a:gd name="T3" fmla="*/ 24 h 33"/>
                <a:gd name="T4" fmla="*/ 26 w 128"/>
                <a:gd name="T5" fmla="*/ 5 h 33"/>
                <a:gd name="T6" fmla="*/ 5 w 128"/>
                <a:gd name="T7" fmla="*/ 29 h 33"/>
                <a:gd name="T8" fmla="*/ 0 w 128"/>
                <a:gd name="T9" fmla="*/ 33 h 33"/>
                <a:gd name="T10" fmla="*/ 0 w 128"/>
                <a:gd name="T11" fmla="*/ 33 h 33"/>
                <a:gd name="T12" fmla="*/ 26 w 128"/>
                <a:gd name="T13" fmla="*/ 12 h 33"/>
                <a:gd name="T14" fmla="*/ 57 w 128"/>
                <a:gd name="T15" fmla="*/ 26 h 33"/>
                <a:gd name="T16" fmla="*/ 71 w 128"/>
                <a:gd name="T17" fmla="*/ 26 h 33"/>
                <a:gd name="T18" fmla="*/ 100 w 128"/>
                <a:gd name="T19" fmla="*/ 12 h 33"/>
                <a:gd name="T20" fmla="*/ 128 w 128"/>
                <a:gd name="T21" fmla="*/ 33 h 33"/>
                <a:gd name="T22" fmla="*/ 128 w 128"/>
                <a:gd name="T23" fmla="*/ 33 h 33"/>
                <a:gd name="T24" fmla="*/ 126 w 128"/>
                <a:gd name="T25" fmla="*/ 29 h 33"/>
                <a:gd name="T26" fmla="*/ 102 w 128"/>
                <a:gd name="T2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33">
                  <a:moveTo>
                    <a:pt x="102" y="0"/>
                  </a:moveTo>
                  <a:lnTo>
                    <a:pt x="64" y="24"/>
                  </a:lnTo>
                  <a:lnTo>
                    <a:pt x="26" y="5"/>
                  </a:lnTo>
                  <a:lnTo>
                    <a:pt x="5" y="29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26" y="12"/>
                  </a:lnTo>
                  <a:lnTo>
                    <a:pt x="57" y="26"/>
                  </a:lnTo>
                  <a:lnTo>
                    <a:pt x="71" y="26"/>
                  </a:lnTo>
                  <a:lnTo>
                    <a:pt x="100" y="12"/>
                  </a:lnTo>
                  <a:lnTo>
                    <a:pt x="128" y="33"/>
                  </a:lnTo>
                  <a:lnTo>
                    <a:pt x="128" y="33"/>
                  </a:lnTo>
                  <a:lnTo>
                    <a:pt x="126" y="29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E8C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86"/>
            <p:cNvSpPr>
              <a:spLocks/>
            </p:cNvSpPr>
            <p:nvPr/>
          </p:nvSpPr>
          <p:spPr bwMode="auto">
            <a:xfrm>
              <a:off x="3913188" y="3749676"/>
              <a:ext cx="203200" cy="52388"/>
            </a:xfrm>
            <a:custGeom>
              <a:avLst/>
              <a:gdLst>
                <a:gd name="T0" fmla="*/ 102 w 128"/>
                <a:gd name="T1" fmla="*/ 0 h 33"/>
                <a:gd name="T2" fmla="*/ 64 w 128"/>
                <a:gd name="T3" fmla="*/ 24 h 33"/>
                <a:gd name="T4" fmla="*/ 26 w 128"/>
                <a:gd name="T5" fmla="*/ 5 h 33"/>
                <a:gd name="T6" fmla="*/ 5 w 128"/>
                <a:gd name="T7" fmla="*/ 29 h 33"/>
                <a:gd name="T8" fmla="*/ 0 w 128"/>
                <a:gd name="T9" fmla="*/ 33 h 33"/>
                <a:gd name="T10" fmla="*/ 0 w 128"/>
                <a:gd name="T11" fmla="*/ 33 h 33"/>
                <a:gd name="T12" fmla="*/ 26 w 128"/>
                <a:gd name="T13" fmla="*/ 12 h 33"/>
                <a:gd name="T14" fmla="*/ 57 w 128"/>
                <a:gd name="T15" fmla="*/ 26 h 33"/>
                <a:gd name="T16" fmla="*/ 71 w 128"/>
                <a:gd name="T17" fmla="*/ 26 h 33"/>
                <a:gd name="T18" fmla="*/ 100 w 128"/>
                <a:gd name="T19" fmla="*/ 12 h 33"/>
                <a:gd name="T20" fmla="*/ 128 w 128"/>
                <a:gd name="T21" fmla="*/ 33 h 33"/>
                <a:gd name="T22" fmla="*/ 128 w 128"/>
                <a:gd name="T23" fmla="*/ 33 h 33"/>
                <a:gd name="T24" fmla="*/ 126 w 128"/>
                <a:gd name="T25" fmla="*/ 29 h 33"/>
                <a:gd name="T26" fmla="*/ 102 w 128"/>
                <a:gd name="T2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33">
                  <a:moveTo>
                    <a:pt x="102" y="0"/>
                  </a:moveTo>
                  <a:lnTo>
                    <a:pt x="64" y="24"/>
                  </a:lnTo>
                  <a:lnTo>
                    <a:pt x="26" y="5"/>
                  </a:lnTo>
                  <a:lnTo>
                    <a:pt x="5" y="29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26" y="12"/>
                  </a:lnTo>
                  <a:lnTo>
                    <a:pt x="57" y="26"/>
                  </a:lnTo>
                  <a:lnTo>
                    <a:pt x="71" y="26"/>
                  </a:lnTo>
                  <a:lnTo>
                    <a:pt x="100" y="12"/>
                  </a:lnTo>
                  <a:lnTo>
                    <a:pt x="128" y="33"/>
                  </a:lnTo>
                  <a:lnTo>
                    <a:pt x="128" y="33"/>
                  </a:lnTo>
                  <a:lnTo>
                    <a:pt x="126" y="29"/>
                  </a:lnTo>
                  <a:lnTo>
                    <a:pt x="10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87"/>
            <p:cNvSpPr>
              <a:spLocks/>
            </p:cNvSpPr>
            <p:nvPr/>
          </p:nvSpPr>
          <p:spPr bwMode="auto">
            <a:xfrm>
              <a:off x="4210051" y="4068763"/>
              <a:ext cx="173038" cy="49213"/>
            </a:xfrm>
            <a:custGeom>
              <a:avLst/>
              <a:gdLst>
                <a:gd name="T0" fmla="*/ 46 w 46"/>
                <a:gd name="T1" fmla="*/ 6 h 13"/>
                <a:gd name="T2" fmla="*/ 39 w 46"/>
                <a:gd name="T3" fmla="*/ 13 h 13"/>
                <a:gd name="T4" fmla="*/ 7 w 46"/>
                <a:gd name="T5" fmla="*/ 13 h 13"/>
                <a:gd name="T6" fmla="*/ 0 w 46"/>
                <a:gd name="T7" fmla="*/ 6 h 13"/>
                <a:gd name="T8" fmla="*/ 7 w 46"/>
                <a:gd name="T9" fmla="*/ 0 h 13"/>
                <a:gd name="T10" fmla="*/ 39 w 46"/>
                <a:gd name="T11" fmla="*/ 0 h 13"/>
                <a:gd name="T12" fmla="*/ 46 w 46"/>
                <a:gd name="T13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13">
                  <a:moveTo>
                    <a:pt x="46" y="6"/>
                  </a:moveTo>
                  <a:cubicBezTo>
                    <a:pt x="46" y="10"/>
                    <a:pt x="43" y="13"/>
                    <a:pt x="39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3" y="13"/>
                    <a:pt x="0" y="10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3" y="0"/>
                    <a:pt x="46" y="3"/>
                    <a:pt x="46" y="6"/>
                  </a:cubicBezTo>
                  <a:close/>
                </a:path>
              </a:pathLst>
            </a:custGeom>
            <a:solidFill>
              <a:srgbClr val="4390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53" name="组合 152"/>
          <p:cNvGrpSpPr/>
          <p:nvPr/>
        </p:nvGrpSpPr>
        <p:grpSpPr>
          <a:xfrm>
            <a:off x="6980958" y="1494718"/>
            <a:ext cx="1574800" cy="1808162"/>
            <a:chOff x="5337176" y="2438401"/>
            <a:chExt cx="1574800" cy="1808162"/>
          </a:xfrm>
        </p:grpSpPr>
        <p:sp>
          <p:nvSpPr>
            <p:cNvPr id="90" name="Freeform 88"/>
            <p:cNvSpPr>
              <a:spLocks/>
            </p:cNvSpPr>
            <p:nvPr/>
          </p:nvSpPr>
          <p:spPr bwMode="auto">
            <a:xfrm>
              <a:off x="5337176" y="2671763"/>
              <a:ext cx="1574800" cy="1574800"/>
            </a:xfrm>
            <a:custGeom>
              <a:avLst/>
              <a:gdLst>
                <a:gd name="T0" fmla="*/ 419 w 419"/>
                <a:gd name="T1" fmla="*/ 395 h 419"/>
                <a:gd name="T2" fmla="*/ 395 w 419"/>
                <a:gd name="T3" fmla="*/ 419 h 419"/>
                <a:gd name="T4" fmla="*/ 24 w 419"/>
                <a:gd name="T5" fmla="*/ 419 h 419"/>
                <a:gd name="T6" fmla="*/ 0 w 419"/>
                <a:gd name="T7" fmla="*/ 395 h 419"/>
                <a:gd name="T8" fmla="*/ 0 w 419"/>
                <a:gd name="T9" fmla="*/ 24 h 419"/>
                <a:gd name="T10" fmla="*/ 24 w 419"/>
                <a:gd name="T11" fmla="*/ 0 h 419"/>
                <a:gd name="T12" fmla="*/ 395 w 419"/>
                <a:gd name="T13" fmla="*/ 0 h 419"/>
                <a:gd name="T14" fmla="*/ 419 w 419"/>
                <a:gd name="T15" fmla="*/ 24 h 419"/>
                <a:gd name="T16" fmla="*/ 419 w 419"/>
                <a:gd name="T17" fmla="*/ 39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9" h="419">
                  <a:moveTo>
                    <a:pt x="419" y="395"/>
                  </a:moveTo>
                  <a:cubicBezTo>
                    <a:pt x="419" y="408"/>
                    <a:pt x="408" y="419"/>
                    <a:pt x="395" y="419"/>
                  </a:cubicBezTo>
                  <a:cubicBezTo>
                    <a:pt x="24" y="419"/>
                    <a:pt x="24" y="419"/>
                    <a:pt x="24" y="419"/>
                  </a:cubicBezTo>
                  <a:cubicBezTo>
                    <a:pt x="11" y="419"/>
                    <a:pt x="0" y="408"/>
                    <a:pt x="0" y="3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95" y="0"/>
                    <a:pt x="395" y="0"/>
                    <a:pt x="395" y="0"/>
                  </a:cubicBezTo>
                  <a:cubicBezTo>
                    <a:pt x="408" y="0"/>
                    <a:pt x="419" y="11"/>
                    <a:pt x="419" y="24"/>
                  </a:cubicBezTo>
                  <a:lnTo>
                    <a:pt x="419" y="395"/>
                  </a:lnTo>
                  <a:close/>
                </a:path>
              </a:pathLst>
            </a:custGeom>
            <a:solidFill>
              <a:srgbClr val="9781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89"/>
            <p:cNvSpPr>
              <a:spLocks/>
            </p:cNvSpPr>
            <p:nvPr/>
          </p:nvSpPr>
          <p:spPr bwMode="auto">
            <a:xfrm>
              <a:off x="5986463" y="3524251"/>
              <a:ext cx="195263" cy="180975"/>
            </a:xfrm>
            <a:custGeom>
              <a:avLst/>
              <a:gdLst>
                <a:gd name="T0" fmla="*/ 52 w 52"/>
                <a:gd name="T1" fmla="*/ 16 h 48"/>
                <a:gd name="T2" fmla="*/ 52 w 52"/>
                <a:gd name="T3" fmla="*/ 0 h 48"/>
                <a:gd name="T4" fmla="*/ 0 w 52"/>
                <a:gd name="T5" fmla="*/ 0 h 48"/>
                <a:gd name="T6" fmla="*/ 0 w 52"/>
                <a:gd name="T7" fmla="*/ 48 h 48"/>
                <a:gd name="T8" fmla="*/ 52 w 52"/>
                <a:gd name="T9" fmla="*/ 1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8">
                  <a:moveTo>
                    <a:pt x="52" y="16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2" y="31"/>
                    <a:pt x="30" y="19"/>
                    <a:pt x="52" y="16"/>
                  </a:cubicBezTo>
                  <a:close/>
                </a:path>
              </a:pathLst>
            </a:custGeom>
            <a:solidFill>
              <a:srgbClr val="EEC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90"/>
            <p:cNvSpPr>
              <a:spLocks/>
            </p:cNvSpPr>
            <p:nvPr/>
          </p:nvSpPr>
          <p:spPr bwMode="auto">
            <a:xfrm>
              <a:off x="5986463" y="3584576"/>
              <a:ext cx="195263" cy="390525"/>
            </a:xfrm>
            <a:custGeom>
              <a:avLst/>
              <a:gdLst>
                <a:gd name="T0" fmla="*/ 52 w 52"/>
                <a:gd name="T1" fmla="*/ 104 h 104"/>
                <a:gd name="T2" fmla="*/ 52 w 52"/>
                <a:gd name="T3" fmla="*/ 0 h 104"/>
                <a:gd name="T4" fmla="*/ 0 w 52"/>
                <a:gd name="T5" fmla="*/ 32 h 104"/>
                <a:gd name="T6" fmla="*/ 0 w 52"/>
                <a:gd name="T7" fmla="*/ 104 h 104"/>
                <a:gd name="T8" fmla="*/ 52 w 52"/>
                <a:gd name="T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04">
                  <a:moveTo>
                    <a:pt x="52" y="104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30" y="3"/>
                    <a:pt x="12" y="15"/>
                    <a:pt x="0" y="32"/>
                  </a:cubicBezTo>
                  <a:cubicBezTo>
                    <a:pt x="0" y="104"/>
                    <a:pt x="0" y="104"/>
                    <a:pt x="0" y="104"/>
                  </a:cubicBezTo>
                  <a:lnTo>
                    <a:pt x="52" y="104"/>
                  </a:lnTo>
                  <a:close/>
                </a:path>
              </a:pathLst>
            </a:custGeom>
            <a:solidFill>
              <a:srgbClr val="FFD8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91"/>
            <p:cNvSpPr>
              <a:spLocks/>
            </p:cNvSpPr>
            <p:nvPr/>
          </p:nvSpPr>
          <p:spPr bwMode="auto">
            <a:xfrm>
              <a:off x="5708651" y="2770188"/>
              <a:ext cx="736600" cy="795338"/>
            </a:xfrm>
            <a:custGeom>
              <a:avLst/>
              <a:gdLst>
                <a:gd name="T0" fmla="*/ 194 w 196"/>
                <a:gd name="T1" fmla="*/ 24 h 212"/>
                <a:gd name="T2" fmla="*/ 170 w 196"/>
                <a:gd name="T3" fmla="*/ 0 h 212"/>
                <a:gd name="T4" fmla="*/ 26 w 196"/>
                <a:gd name="T5" fmla="*/ 0 h 212"/>
                <a:gd name="T6" fmla="*/ 2 w 196"/>
                <a:gd name="T7" fmla="*/ 24 h 212"/>
                <a:gd name="T8" fmla="*/ 0 w 196"/>
                <a:gd name="T9" fmla="*/ 188 h 212"/>
                <a:gd name="T10" fmla="*/ 24 w 196"/>
                <a:gd name="T11" fmla="*/ 212 h 212"/>
                <a:gd name="T12" fmla="*/ 172 w 196"/>
                <a:gd name="T13" fmla="*/ 212 h 212"/>
                <a:gd name="T14" fmla="*/ 196 w 196"/>
                <a:gd name="T15" fmla="*/ 188 h 212"/>
                <a:gd name="T16" fmla="*/ 194 w 196"/>
                <a:gd name="T17" fmla="*/ 24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212">
                  <a:moveTo>
                    <a:pt x="194" y="24"/>
                  </a:moveTo>
                  <a:cubicBezTo>
                    <a:pt x="194" y="11"/>
                    <a:pt x="183" y="0"/>
                    <a:pt x="17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3" y="0"/>
                    <a:pt x="2" y="11"/>
                    <a:pt x="2" y="24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201"/>
                    <a:pt x="11" y="212"/>
                    <a:pt x="24" y="212"/>
                  </a:cubicBezTo>
                  <a:cubicBezTo>
                    <a:pt x="172" y="212"/>
                    <a:pt x="172" y="212"/>
                    <a:pt x="172" y="212"/>
                  </a:cubicBezTo>
                  <a:cubicBezTo>
                    <a:pt x="185" y="212"/>
                    <a:pt x="196" y="201"/>
                    <a:pt x="196" y="188"/>
                  </a:cubicBezTo>
                  <a:lnTo>
                    <a:pt x="194" y="24"/>
                  </a:lnTo>
                  <a:close/>
                </a:path>
              </a:pathLst>
            </a:custGeom>
            <a:solidFill>
              <a:srgbClr val="FFD8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92"/>
            <p:cNvSpPr>
              <a:spLocks/>
            </p:cNvSpPr>
            <p:nvPr/>
          </p:nvSpPr>
          <p:spPr bwMode="auto">
            <a:xfrm>
              <a:off x="5491163" y="2746376"/>
              <a:ext cx="1130300" cy="296863"/>
            </a:xfrm>
            <a:custGeom>
              <a:avLst/>
              <a:gdLst>
                <a:gd name="T0" fmla="*/ 57 w 301"/>
                <a:gd name="T1" fmla="*/ 16 h 79"/>
                <a:gd name="T2" fmla="*/ 14 w 301"/>
                <a:gd name="T3" fmla="*/ 20 h 79"/>
                <a:gd name="T4" fmla="*/ 22 w 301"/>
                <a:gd name="T5" fmla="*/ 46 h 79"/>
                <a:gd name="T6" fmla="*/ 162 w 301"/>
                <a:gd name="T7" fmla="*/ 74 h 79"/>
                <a:gd name="T8" fmla="*/ 269 w 301"/>
                <a:gd name="T9" fmla="*/ 45 h 79"/>
                <a:gd name="T10" fmla="*/ 297 w 301"/>
                <a:gd name="T11" fmla="*/ 12 h 79"/>
                <a:gd name="T12" fmla="*/ 261 w 301"/>
                <a:gd name="T13" fmla="*/ 2 h 79"/>
                <a:gd name="T14" fmla="*/ 57 w 301"/>
                <a:gd name="T15" fmla="*/ 16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1" h="79">
                  <a:moveTo>
                    <a:pt x="57" y="16"/>
                  </a:moveTo>
                  <a:cubicBezTo>
                    <a:pt x="57" y="16"/>
                    <a:pt x="28" y="16"/>
                    <a:pt x="14" y="20"/>
                  </a:cubicBezTo>
                  <a:cubicBezTo>
                    <a:pt x="0" y="25"/>
                    <a:pt x="9" y="39"/>
                    <a:pt x="22" y="46"/>
                  </a:cubicBezTo>
                  <a:cubicBezTo>
                    <a:pt x="35" y="53"/>
                    <a:pt x="88" y="79"/>
                    <a:pt x="162" y="74"/>
                  </a:cubicBezTo>
                  <a:cubicBezTo>
                    <a:pt x="235" y="70"/>
                    <a:pt x="258" y="54"/>
                    <a:pt x="269" y="45"/>
                  </a:cubicBezTo>
                  <a:cubicBezTo>
                    <a:pt x="281" y="37"/>
                    <a:pt x="301" y="21"/>
                    <a:pt x="297" y="12"/>
                  </a:cubicBezTo>
                  <a:cubicBezTo>
                    <a:pt x="292" y="4"/>
                    <a:pt x="273" y="0"/>
                    <a:pt x="261" y="2"/>
                  </a:cubicBezTo>
                  <a:cubicBezTo>
                    <a:pt x="249" y="3"/>
                    <a:pt x="57" y="16"/>
                    <a:pt x="57" y="16"/>
                  </a:cubicBezTo>
                  <a:close/>
                </a:path>
              </a:pathLst>
            </a:custGeom>
            <a:solidFill>
              <a:srgbClr val="7235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93"/>
            <p:cNvSpPr>
              <a:spLocks/>
            </p:cNvSpPr>
            <p:nvPr/>
          </p:nvSpPr>
          <p:spPr bwMode="auto">
            <a:xfrm>
              <a:off x="5708651" y="2438401"/>
              <a:ext cx="722313" cy="398463"/>
            </a:xfrm>
            <a:custGeom>
              <a:avLst/>
              <a:gdLst>
                <a:gd name="T0" fmla="*/ 0 w 192"/>
                <a:gd name="T1" fmla="*/ 87 h 106"/>
                <a:gd name="T2" fmla="*/ 8 w 192"/>
                <a:gd name="T3" fmla="*/ 35 h 106"/>
                <a:gd name="T4" fmla="*/ 33 w 192"/>
                <a:gd name="T5" fmla="*/ 14 h 106"/>
                <a:gd name="T6" fmla="*/ 104 w 192"/>
                <a:gd name="T7" fmla="*/ 13 h 106"/>
                <a:gd name="T8" fmla="*/ 155 w 192"/>
                <a:gd name="T9" fmla="*/ 5 h 106"/>
                <a:gd name="T10" fmla="*/ 192 w 192"/>
                <a:gd name="T11" fmla="*/ 67 h 106"/>
                <a:gd name="T12" fmla="*/ 108 w 192"/>
                <a:gd name="T13" fmla="*/ 100 h 106"/>
                <a:gd name="T14" fmla="*/ 0 w 192"/>
                <a:gd name="T15" fmla="*/ 87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" h="106">
                  <a:moveTo>
                    <a:pt x="0" y="87"/>
                  </a:moveTo>
                  <a:cubicBezTo>
                    <a:pt x="0" y="87"/>
                    <a:pt x="4" y="53"/>
                    <a:pt x="8" y="35"/>
                  </a:cubicBezTo>
                  <a:cubicBezTo>
                    <a:pt x="13" y="17"/>
                    <a:pt x="20" y="12"/>
                    <a:pt x="33" y="14"/>
                  </a:cubicBezTo>
                  <a:cubicBezTo>
                    <a:pt x="47" y="17"/>
                    <a:pt x="86" y="18"/>
                    <a:pt x="104" y="13"/>
                  </a:cubicBezTo>
                  <a:cubicBezTo>
                    <a:pt x="121" y="9"/>
                    <a:pt x="148" y="0"/>
                    <a:pt x="155" y="5"/>
                  </a:cubicBezTo>
                  <a:cubicBezTo>
                    <a:pt x="162" y="10"/>
                    <a:pt x="192" y="67"/>
                    <a:pt x="192" y="67"/>
                  </a:cubicBezTo>
                  <a:cubicBezTo>
                    <a:pt x="192" y="67"/>
                    <a:pt x="168" y="95"/>
                    <a:pt x="108" y="100"/>
                  </a:cubicBezTo>
                  <a:cubicBezTo>
                    <a:pt x="49" y="106"/>
                    <a:pt x="5" y="101"/>
                    <a:pt x="0" y="87"/>
                  </a:cubicBezTo>
                  <a:close/>
                </a:path>
              </a:pathLst>
            </a:custGeom>
            <a:solidFill>
              <a:srgbClr val="6124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94"/>
            <p:cNvSpPr>
              <a:spLocks/>
            </p:cNvSpPr>
            <p:nvPr/>
          </p:nvSpPr>
          <p:spPr bwMode="auto">
            <a:xfrm>
              <a:off x="5702301" y="2690813"/>
              <a:ext cx="769938" cy="206375"/>
            </a:xfrm>
            <a:custGeom>
              <a:avLst/>
              <a:gdLst>
                <a:gd name="T0" fmla="*/ 2 w 205"/>
                <a:gd name="T1" fmla="*/ 20 h 55"/>
                <a:gd name="T2" fmla="*/ 0 w 205"/>
                <a:gd name="T3" fmla="*/ 36 h 55"/>
                <a:gd name="T4" fmla="*/ 78 w 205"/>
                <a:gd name="T5" fmla="*/ 55 h 55"/>
                <a:gd name="T6" fmla="*/ 184 w 205"/>
                <a:gd name="T7" fmla="*/ 34 h 55"/>
                <a:gd name="T8" fmla="*/ 205 w 205"/>
                <a:gd name="T9" fmla="*/ 17 h 55"/>
                <a:gd name="T10" fmla="*/ 194 w 205"/>
                <a:gd name="T11" fmla="*/ 0 h 55"/>
                <a:gd name="T12" fmla="*/ 106 w 205"/>
                <a:gd name="T13" fmla="*/ 33 h 55"/>
                <a:gd name="T14" fmla="*/ 2 w 205"/>
                <a:gd name="T15" fmla="*/ 2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5" h="55">
                  <a:moveTo>
                    <a:pt x="2" y="2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16" y="55"/>
                    <a:pt x="78" y="55"/>
                  </a:cubicBezTo>
                  <a:cubicBezTo>
                    <a:pt x="137" y="55"/>
                    <a:pt x="173" y="42"/>
                    <a:pt x="184" y="34"/>
                  </a:cubicBezTo>
                  <a:cubicBezTo>
                    <a:pt x="195" y="26"/>
                    <a:pt x="205" y="17"/>
                    <a:pt x="205" y="17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94" y="0"/>
                    <a:pt x="172" y="27"/>
                    <a:pt x="106" y="33"/>
                  </a:cubicBezTo>
                  <a:cubicBezTo>
                    <a:pt x="39" y="40"/>
                    <a:pt x="15" y="33"/>
                    <a:pt x="2" y="20"/>
                  </a:cubicBezTo>
                  <a:close/>
                </a:path>
              </a:pathLst>
            </a:custGeom>
            <a:solidFill>
              <a:srgbClr val="C4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95"/>
            <p:cNvSpPr>
              <a:spLocks/>
            </p:cNvSpPr>
            <p:nvPr/>
          </p:nvSpPr>
          <p:spPr bwMode="auto">
            <a:xfrm>
              <a:off x="5735638" y="3043238"/>
              <a:ext cx="274638" cy="169863"/>
            </a:xfrm>
            <a:custGeom>
              <a:avLst/>
              <a:gdLst>
                <a:gd name="T0" fmla="*/ 73 w 73"/>
                <a:gd name="T1" fmla="*/ 37 h 45"/>
                <a:gd name="T2" fmla="*/ 65 w 73"/>
                <a:gd name="T3" fmla="*/ 45 h 45"/>
                <a:gd name="T4" fmla="*/ 8 w 73"/>
                <a:gd name="T5" fmla="*/ 45 h 45"/>
                <a:gd name="T6" fmla="*/ 0 w 73"/>
                <a:gd name="T7" fmla="*/ 37 h 45"/>
                <a:gd name="T8" fmla="*/ 0 w 73"/>
                <a:gd name="T9" fmla="*/ 8 h 45"/>
                <a:gd name="T10" fmla="*/ 8 w 73"/>
                <a:gd name="T11" fmla="*/ 0 h 45"/>
                <a:gd name="T12" fmla="*/ 65 w 73"/>
                <a:gd name="T13" fmla="*/ 0 h 45"/>
                <a:gd name="T14" fmla="*/ 73 w 73"/>
                <a:gd name="T15" fmla="*/ 8 h 45"/>
                <a:gd name="T16" fmla="*/ 73 w 73"/>
                <a:gd name="T17" fmla="*/ 3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45">
                  <a:moveTo>
                    <a:pt x="73" y="37"/>
                  </a:moveTo>
                  <a:cubicBezTo>
                    <a:pt x="73" y="42"/>
                    <a:pt x="70" y="45"/>
                    <a:pt x="65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4" y="45"/>
                    <a:pt x="0" y="42"/>
                    <a:pt x="0" y="3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0" y="0"/>
                    <a:pt x="73" y="3"/>
                    <a:pt x="73" y="8"/>
                  </a:cubicBezTo>
                  <a:lnTo>
                    <a:pt x="73" y="37"/>
                  </a:lnTo>
                  <a:close/>
                </a:path>
              </a:pathLst>
            </a:custGeom>
            <a:solidFill>
              <a:srgbClr val="F9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96"/>
            <p:cNvSpPr>
              <a:spLocks/>
            </p:cNvSpPr>
            <p:nvPr/>
          </p:nvSpPr>
          <p:spPr bwMode="auto">
            <a:xfrm>
              <a:off x="5727701" y="3036888"/>
              <a:ext cx="288925" cy="184150"/>
            </a:xfrm>
            <a:custGeom>
              <a:avLst/>
              <a:gdLst>
                <a:gd name="T0" fmla="*/ 75 w 77"/>
                <a:gd name="T1" fmla="*/ 39 h 49"/>
                <a:gd name="T2" fmla="*/ 73 w 77"/>
                <a:gd name="T3" fmla="*/ 39 h 49"/>
                <a:gd name="T4" fmla="*/ 67 w 77"/>
                <a:gd name="T5" fmla="*/ 45 h 49"/>
                <a:gd name="T6" fmla="*/ 10 w 77"/>
                <a:gd name="T7" fmla="*/ 45 h 49"/>
                <a:gd name="T8" fmla="*/ 4 w 77"/>
                <a:gd name="T9" fmla="*/ 39 h 49"/>
                <a:gd name="T10" fmla="*/ 4 w 77"/>
                <a:gd name="T11" fmla="*/ 10 h 49"/>
                <a:gd name="T12" fmla="*/ 10 w 77"/>
                <a:gd name="T13" fmla="*/ 4 h 49"/>
                <a:gd name="T14" fmla="*/ 67 w 77"/>
                <a:gd name="T15" fmla="*/ 4 h 49"/>
                <a:gd name="T16" fmla="*/ 73 w 77"/>
                <a:gd name="T17" fmla="*/ 10 h 49"/>
                <a:gd name="T18" fmla="*/ 73 w 77"/>
                <a:gd name="T19" fmla="*/ 39 h 49"/>
                <a:gd name="T20" fmla="*/ 75 w 77"/>
                <a:gd name="T21" fmla="*/ 39 h 49"/>
                <a:gd name="T22" fmla="*/ 77 w 77"/>
                <a:gd name="T23" fmla="*/ 39 h 49"/>
                <a:gd name="T24" fmla="*/ 77 w 77"/>
                <a:gd name="T25" fmla="*/ 10 h 49"/>
                <a:gd name="T26" fmla="*/ 67 w 77"/>
                <a:gd name="T27" fmla="*/ 0 h 49"/>
                <a:gd name="T28" fmla="*/ 10 w 77"/>
                <a:gd name="T29" fmla="*/ 0 h 49"/>
                <a:gd name="T30" fmla="*/ 0 w 77"/>
                <a:gd name="T31" fmla="*/ 10 h 49"/>
                <a:gd name="T32" fmla="*/ 0 w 77"/>
                <a:gd name="T33" fmla="*/ 39 h 49"/>
                <a:gd name="T34" fmla="*/ 10 w 77"/>
                <a:gd name="T35" fmla="*/ 49 h 49"/>
                <a:gd name="T36" fmla="*/ 67 w 77"/>
                <a:gd name="T37" fmla="*/ 49 h 49"/>
                <a:gd name="T38" fmla="*/ 77 w 77"/>
                <a:gd name="T39" fmla="*/ 39 h 49"/>
                <a:gd name="T40" fmla="*/ 75 w 77"/>
                <a:gd name="T41" fmla="*/ 3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7" h="49">
                  <a:moveTo>
                    <a:pt x="75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3" y="43"/>
                    <a:pt x="70" y="45"/>
                    <a:pt x="67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7" y="45"/>
                    <a:pt x="5" y="43"/>
                    <a:pt x="4" y="3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6"/>
                    <a:pt x="7" y="4"/>
                    <a:pt x="10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0" y="4"/>
                    <a:pt x="73" y="6"/>
                    <a:pt x="73" y="10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4"/>
                    <a:pt x="73" y="0"/>
                    <a:pt x="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45"/>
                    <a:pt x="5" y="49"/>
                    <a:pt x="10" y="49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3" y="49"/>
                    <a:pt x="77" y="45"/>
                    <a:pt x="77" y="39"/>
                  </a:cubicBezTo>
                  <a:lnTo>
                    <a:pt x="75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97"/>
            <p:cNvSpPr>
              <a:spLocks/>
            </p:cNvSpPr>
            <p:nvPr/>
          </p:nvSpPr>
          <p:spPr bwMode="auto">
            <a:xfrm>
              <a:off x="6148388" y="3043238"/>
              <a:ext cx="274638" cy="169863"/>
            </a:xfrm>
            <a:custGeom>
              <a:avLst/>
              <a:gdLst>
                <a:gd name="T0" fmla="*/ 73 w 73"/>
                <a:gd name="T1" fmla="*/ 37 h 45"/>
                <a:gd name="T2" fmla="*/ 65 w 73"/>
                <a:gd name="T3" fmla="*/ 45 h 45"/>
                <a:gd name="T4" fmla="*/ 8 w 73"/>
                <a:gd name="T5" fmla="*/ 45 h 45"/>
                <a:gd name="T6" fmla="*/ 0 w 73"/>
                <a:gd name="T7" fmla="*/ 37 h 45"/>
                <a:gd name="T8" fmla="*/ 0 w 73"/>
                <a:gd name="T9" fmla="*/ 8 h 45"/>
                <a:gd name="T10" fmla="*/ 8 w 73"/>
                <a:gd name="T11" fmla="*/ 0 h 45"/>
                <a:gd name="T12" fmla="*/ 65 w 73"/>
                <a:gd name="T13" fmla="*/ 0 h 45"/>
                <a:gd name="T14" fmla="*/ 73 w 73"/>
                <a:gd name="T15" fmla="*/ 8 h 45"/>
                <a:gd name="T16" fmla="*/ 73 w 73"/>
                <a:gd name="T17" fmla="*/ 3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45">
                  <a:moveTo>
                    <a:pt x="73" y="37"/>
                  </a:moveTo>
                  <a:cubicBezTo>
                    <a:pt x="73" y="42"/>
                    <a:pt x="70" y="45"/>
                    <a:pt x="65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4" y="45"/>
                    <a:pt x="0" y="42"/>
                    <a:pt x="0" y="3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0" y="0"/>
                    <a:pt x="73" y="3"/>
                    <a:pt x="73" y="8"/>
                  </a:cubicBezTo>
                  <a:lnTo>
                    <a:pt x="73" y="37"/>
                  </a:lnTo>
                  <a:close/>
                </a:path>
              </a:pathLst>
            </a:custGeom>
            <a:solidFill>
              <a:srgbClr val="F9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98"/>
            <p:cNvSpPr>
              <a:spLocks/>
            </p:cNvSpPr>
            <p:nvPr/>
          </p:nvSpPr>
          <p:spPr bwMode="auto">
            <a:xfrm>
              <a:off x="6140451" y="3036888"/>
              <a:ext cx="290513" cy="184150"/>
            </a:xfrm>
            <a:custGeom>
              <a:avLst/>
              <a:gdLst>
                <a:gd name="T0" fmla="*/ 75 w 77"/>
                <a:gd name="T1" fmla="*/ 39 h 49"/>
                <a:gd name="T2" fmla="*/ 73 w 77"/>
                <a:gd name="T3" fmla="*/ 39 h 49"/>
                <a:gd name="T4" fmla="*/ 67 w 77"/>
                <a:gd name="T5" fmla="*/ 45 h 49"/>
                <a:gd name="T6" fmla="*/ 10 w 77"/>
                <a:gd name="T7" fmla="*/ 45 h 49"/>
                <a:gd name="T8" fmla="*/ 4 w 77"/>
                <a:gd name="T9" fmla="*/ 39 h 49"/>
                <a:gd name="T10" fmla="*/ 4 w 77"/>
                <a:gd name="T11" fmla="*/ 10 h 49"/>
                <a:gd name="T12" fmla="*/ 10 w 77"/>
                <a:gd name="T13" fmla="*/ 4 h 49"/>
                <a:gd name="T14" fmla="*/ 67 w 77"/>
                <a:gd name="T15" fmla="*/ 4 h 49"/>
                <a:gd name="T16" fmla="*/ 73 w 77"/>
                <a:gd name="T17" fmla="*/ 10 h 49"/>
                <a:gd name="T18" fmla="*/ 73 w 77"/>
                <a:gd name="T19" fmla="*/ 39 h 49"/>
                <a:gd name="T20" fmla="*/ 75 w 77"/>
                <a:gd name="T21" fmla="*/ 39 h 49"/>
                <a:gd name="T22" fmla="*/ 77 w 77"/>
                <a:gd name="T23" fmla="*/ 39 h 49"/>
                <a:gd name="T24" fmla="*/ 77 w 77"/>
                <a:gd name="T25" fmla="*/ 10 h 49"/>
                <a:gd name="T26" fmla="*/ 67 w 77"/>
                <a:gd name="T27" fmla="*/ 0 h 49"/>
                <a:gd name="T28" fmla="*/ 10 w 77"/>
                <a:gd name="T29" fmla="*/ 0 h 49"/>
                <a:gd name="T30" fmla="*/ 0 w 77"/>
                <a:gd name="T31" fmla="*/ 10 h 49"/>
                <a:gd name="T32" fmla="*/ 0 w 77"/>
                <a:gd name="T33" fmla="*/ 39 h 49"/>
                <a:gd name="T34" fmla="*/ 10 w 77"/>
                <a:gd name="T35" fmla="*/ 49 h 49"/>
                <a:gd name="T36" fmla="*/ 67 w 77"/>
                <a:gd name="T37" fmla="*/ 49 h 49"/>
                <a:gd name="T38" fmla="*/ 77 w 77"/>
                <a:gd name="T39" fmla="*/ 39 h 49"/>
                <a:gd name="T40" fmla="*/ 75 w 77"/>
                <a:gd name="T41" fmla="*/ 3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7" h="49">
                  <a:moveTo>
                    <a:pt x="75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3" y="43"/>
                    <a:pt x="70" y="45"/>
                    <a:pt x="67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7" y="45"/>
                    <a:pt x="5" y="43"/>
                    <a:pt x="4" y="3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6"/>
                    <a:pt x="7" y="4"/>
                    <a:pt x="10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0" y="4"/>
                    <a:pt x="73" y="6"/>
                    <a:pt x="73" y="10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4"/>
                    <a:pt x="73" y="0"/>
                    <a:pt x="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45"/>
                    <a:pt x="5" y="49"/>
                    <a:pt x="10" y="49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3" y="49"/>
                    <a:pt x="77" y="45"/>
                    <a:pt x="77" y="39"/>
                  </a:cubicBezTo>
                  <a:lnTo>
                    <a:pt x="75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Rectangle 99"/>
            <p:cNvSpPr>
              <a:spLocks noChangeArrowheads="1"/>
            </p:cNvSpPr>
            <p:nvPr/>
          </p:nvSpPr>
          <p:spPr bwMode="auto">
            <a:xfrm>
              <a:off x="6010276" y="3100388"/>
              <a:ext cx="134938" cy="25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100"/>
            <p:cNvSpPr>
              <a:spLocks/>
            </p:cNvSpPr>
            <p:nvPr/>
          </p:nvSpPr>
          <p:spPr bwMode="auto">
            <a:xfrm>
              <a:off x="5856288" y="3370263"/>
              <a:ext cx="465138" cy="139700"/>
            </a:xfrm>
            <a:custGeom>
              <a:avLst/>
              <a:gdLst>
                <a:gd name="T0" fmla="*/ 122 w 124"/>
                <a:gd name="T1" fmla="*/ 18 h 37"/>
                <a:gd name="T2" fmla="*/ 111 w 124"/>
                <a:gd name="T3" fmla="*/ 25 h 37"/>
                <a:gd name="T4" fmla="*/ 97 w 124"/>
                <a:gd name="T5" fmla="*/ 14 h 37"/>
                <a:gd name="T6" fmla="*/ 82 w 124"/>
                <a:gd name="T7" fmla="*/ 4 h 37"/>
                <a:gd name="T8" fmla="*/ 62 w 124"/>
                <a:gd name="T9" fmla="*/ 11 h 37"/>
                <a:gd name="T10" fmla="*/ 42 w 124"/>
                <a:gd name="T11" fmla="*/ 4 h 37"/>
                <a:gd name="T12" fmla="*/ 28 w 124"/>
                <a:gd name="T13" fmla="*/ 14 h 37"/>
                <a:gd name="T14" fmla="*/ 13 w 124"/>
                <a:gd name="T15" fmla="*/ 25 h 37"/>
                <a:gd name="T16" fmla="*/ 2 w 124"/>
                <a:gd name="T17" fmla="*/ 18 h 37"/>
                <a:gd name="T18" fmla="*/ 5 w 124"/>
                <a:gd name="T19" fmla="*/ 30 h 37"/>
                <a:gd name="T20" fmla="*/ 31 w 124"/>
                <a:gd name="T21" fmla="*/ 30 h 37"/>
                <a:gd name="T22" fmla="*/ 54 w 124"/>
                <a:gd name="T23" fmla="*/ 24 h 37"/>
                <a:gd name="T24" fmla="*/ 62 w 124"/>
                <a:gd name="T25" fmla="*/ 26 h 37"/>
                <a:gd name="T26" fmla="*/ 62 w 124"/>
                <a:gd name="T27" fmla="*/ 26 h 37"/>
                <a:gd name="T28" fmla="*/ 71 w 124"/>
                <a:gd name="T29" fmla="*/ 24 h 37"/>
                <a:gd name="T30" fmla="*/ 94 w 124"/>
                <a:gd name="T31" fmla="*/ 30 h 37"/>
                <a:gd name="T32" fmla="*/ 119 w 124"/>
                <a:gd name="T33" fmla="*/ 30 h 37"/>
                <a:gd name="T34" fmla="*/ 122 w 124"/>
                <a:gd name="T35" fmla="*/ 1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4" h="37">
                  <a:moveTo>
                    <a:pt x="122" y="18"/>
                  </a:moveTo>
                  <a:cubicBezTo>
                    <a:pt x="121" y="21"/>
                    <a:pt x="116" y="25"/>
                    <a:pt x="111" y="25"/>
                  </a:cubicBezTo>
                  <a:cubicBezTo>
                    <a:pt x="106" y="25"/>
                    <a:pt x="101" y="19"/>
                    <a:pt x="97" y="14"/>
                  </a:cubicBezTo>
                  <a:cubicBezTo>
                    <a:pt x="92" y="9"/>
                    <a:pt x="82" y="4"/>
                    <a:pt x="82" y="4"/>
                  </a:cubicBezTo>
                  <a:cubicBezTo>
                    <a:pt x="69" y="0"/>
                    <a:pt x="62" y="11"/>
                    <a:pt x="62" y="11"/>
                  </a:cubicBezTo>
                  <a:cubicBezTo>
                    <a:pt x="62" y="11"/>
                    <a:pt x="55" y="0"/>
                    <a:pt x="42" y="4"/>
                  </a:cubicBezTo>
                  <a:cubicBezTo>
                    <a:pt x="42" y="4"/>
                    <a:pt x="32" y="9"/>
                    <a:pt x="28" y="14"/>
                  </a:cubicBezTo>
                  <a:cubicBezTo>
                    <a:pt x="23" y="19"/>
                    <a:pt x="19" y="25"/>
                    <a:pt x="13" y="25"/>
                  </a:cubicBezTo>
                  <a:cubicBezTo>
                    <a:pt x="8" y="25"/>
                    <a:pt x="3" y="21"/>
                    <a:pt x="2" y="18"/>
                  </a:cubicBezTo>
                  <a:cubicBezTo>
                    <a:pt x="2" y="15"/>
                    <a:pt x="0" y="25"/>
                    <a:pt x="5" y="30"/>
                  </a:cubicBezTo>
                  <a:cubicBezTo>
                    <a:pt x="10" y="36"/>
                    <a:pt x="20" y="37"/>
                    <a:pt x="31" y="30"/>
                  </a:cubicBezTo>
                  <a:cubicBezTo>
                    <a:pt x="42" y="24"/>
                    <a:pt x="49" y="22"/>
                    <a:pt x="54" y="24"/>
                  </a:cubicBezTo>
                  <a:cubicBezTo>
                    <a:pt x="56" y="25"/>
                    <a:pt x="59" y="26"/>
                    <a:pt x="62" y="26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65" y="26"/>
                    <a:pt x="69" y="25"/>
                    <a:pt x="71" y="24"/>
                  </a:cubicBezTo>
                  <a:cubicBezTo>
                    <a:pt x="75" y="22"/>
                    <a:pt x="83" y="24"/>
                    <a:pt x="94" y="30"/>
                  </a:cubicBezTo>
                  <a:cubicBezTo>
                    <a:pt x="105" y="37"/>
                    <a:pt x="114" y="36"/>
                    <a:pt x="119" y="30"/>
                  </a:cubicBezTo>
                  <a:cubicBezTo>
                    <a:pt x="124" y="25"/>
                    <a:pt x="123" y="15"/>
                    <a:pt x="122" y="18"/>
                  </a:cubicBezTo>
                  <a:close/>
                </a:path>
              </a:pathLst>
            </a:custGeom>
            <a:solidFill>
              <a:srgbClr val="C626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101"/>
            <p:cNvSpPr>
              <a:spLocks/>
            </p:cNvSpPr>
            <p:nvPr/>
          </p:nvSpPr>
          <p:spPr bwMode="auto">
            <a:xfrm>
              <a:off x="5589588" y="3735388"/>
              <a:ext cx="1017588" cy="511175"/>
            </a:xfrm>
            <a:custGeom>
              <a:avLst/>
              <a:gdLst>
                <a:gd name="T0" fmla="*/ 271 w 271"/>
                <a:gd name="T1" fmla="*/ 136 h 136"/>
                <a:gd name="T2" fmla="*/ 271 w 271"/>
                <a:gd name="T3" fmla="*/ 25 h 136"/>
                <a:gd name="T4" fmla="*/ 247 w 271"/>
                <a:gd name="T5" fmla="*/ 0 h 136"/>
                <a:gd name="T6" fmla="*/ 161 w 271"/>
                <a:gd name="T7" fmla="*/ 0 h 136"/>
                <a:gd name="T8" fmla="*/ 134 w 271"/>
                <a:gd name="T9" fmla="*/ 22 h 136"/>
                <a:gd name="T10" fmla="*/ 106 w 271"/>
                <a:gd name="T11" fmla="*/ 0 h 136"/>
                <a:gd name="T12" fmla="*/ 24 w 271"/>
                <a:gd name="T13" fmla="*/ 0 h 136"/>
                <a:gd name="T14" fmla="*/ 0 w 271"/>
                <a:gd name="T15" fmla="*/ 25 h 136"/>
                <a:gd name="T16" fmla="*/ 0 w 271"/>
                <a:gd name="T17" fmla="*/ 136 h 136"/>
                <a:gd name="T18" fmla="*/ 271 w 271"/>
                <a:gd name="T19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1" h="136">
                  <a:moveTo>
                    <a:pt x="271" y="136"/>
                  </a:moveTo>
                  <a:cubicBezTo>
                    <a:pt x="271" y="25"/>
                    <a:pt x="271" y="25"/>
                    <a:pt x="271" y="25"/>
                  </a:cubicBezTo>
                  <a:cubicBezTo>
                    <a:pt x="271" y="11"/>
                    <a:pt x="260" y="0"/>
                    <a:pt x="247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0"/>
                    <a:pt x="150" y="22"/>
                    <a:pt x="134" y="22"/>
                  </a:cubicBezTo>
                  <a:cubicBezTo>
                    <a:pt x="117" y="22"/>
                    <a:pt x="106" y="0"/>
                    <a:pt x="106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136"/>
                    <a:pt x="0" y="136"/>
                    <a:pt x="0" y="136"/>
                  </a:cubicBezTo>
                  <a:lnTo>
                    <a:pt x="271" y="136"/>
                  </a:lnTo>
                  <a:close/>
                </a:path>
              </a:pathLst>
            </a:custGeom>
            <a:solidFill>
              <a:srgbClr val="90E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102"/>
            <p:cNvSpPr>
              <a:spLocks/>
            </p:cNvSpPr>
            <p:nvPr/>
          </p:nvSpPr>
          <p:spPr bwMode="auto">
            <a:xfrm>
              <a:off x="5724526" y="3735388"/>
              <a:ext cx="344488" cy="511175"/>
            </a:xfrm>
            <a:custGeom>
              <a:avLst/>
              <a:gdLst>
                <a:gd name="T0" fmla="*/ 217 w 217"/>
                <a:gd name="T1" fmla="*/ 322 h 322"/>
                <a:gd name="T2" fmla="*/ 0 w 217"/>
                <a:gd name="T3" fmla="*/ 322 h 322"/>
                <a:gd name="T4" fmla="*/ 0 w 217"/>
                <a:gd name="T5" fmla="*/ 0 h 322"/>
                <a:gd name="T6" fmla="*/ 78 w 217"/>
                <a:gd name="T7" fmla="*/ 0 h 322"/>
                <a:gd name="T8" fmla="*/ 217 w 217"/>
                <a:gd name="T9" fmla="*/ 191 h 322"/>
                <a:gd name="T10" fmla="*/ 217 w 217"/>
                <a:gd name="T11" fmla="*/ 32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7" h="322">
                  <a:moveTo>
                    <a:pt x="217" y="322"/>
                  </a:moveTo>
                  <a:lnTo>
                    <a:pt x="0" y="322"/>
                  </a:lnTo>
                  <a:lnTo>
                    <a:pt x="0" y="0"/>
                  </a:lnTo>
                  <a:lnTo>
                    <a:pt x="78" y="0"/>
                  </a:lnTo>
                  <a:lnTo>
                    <a:pt x="217" y="191"/>
                  </a:lnTo>
                  <a:lnTo>
                    <a:pt x="217" y="322"/>
                  </a:lnTo>
                  <a:close/>
                </a:path>
              </a:pathLst>
            </a:custGeom>
            <a:solidFill>
              <a:srgbClr val="265D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103"/>
            <p:cNvSpPr>
              <a:spLocks/>
            </p:cNvSpPr>
            <p:nvPr/>
          </p:nvSpPr>
          <p:spPr bwMode="auto">
            <a:xfrm>
              <a:off x="6107113" y="3735388"/>
              <a:ext cx="346075" cy="511175"/>
            </a:xfrm>
            <a:custGeom>
              <a:avLst/>
              <a:gdLst>
                <a:gd name="T0" fmla="*/ 0 w 218"/>
                <a:gd name="T1" fmla="*/ 322 h 322"/>
                <a:gd name="T2" fmla="*/ 218 w 218"/>
                <a:gd name="T3" fmla="*/ 322 h 322"/>
                <a:gd name="T4" fmla="*/ 218 w 218"/>
                <a:gd name="T5" fmla="*/ 0 h 322"/>
                <a:gd name="T6" fmla="*/ 140 w 218"/>
                <a:gd name="T7" fmla="*/ 0 h 322"/>
                <a:gd name="T8" fmla="*/ 0 w 218"/>
                <a:gd name="T9" fmla="*/ 191 h 322"/>
                <a:gd name="T10" fmla="*/ 0 w 218"/>
                <a:gd name="T11" fmla="*/ 32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8" h="322">
                  <a:moveTo>
                    <a:pt x="0" y="322"/>
                  </a:moveTo>
                  <a:lnTo>
                    <a:pt x="218" y="322"/>
                  </a:lnTo>
                  <a:lnTo>
                    <a:pt x="218" y="0"/>
                  </a:lnTo>
                  <a:lnTo>
                    <a:pt x="140" y="0"/>
                  </a:lnTo>
                  <a:lnTo>
                    <a:pt x="0" y="191"/>
                  </a:lnTo>
                  <a:lnTo>
                    <a:pt x="0" y="322"/>
                  </a:lnTo>
                  <a:close/>
                </a:path>
              </a:pathLst>
            </a:custGeom>
            <a:solidFill>
              <a:srgbClr val="265D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Oval 104"/>
            <p:cNvSpPr>
              <a:spLocks noChangeArrowheads="1"/>
            </p:cNvSpPr>
            <p:nvPr/>
          </p:nvSpPr>
          <p:spPr bwMode="auto">
            <a:xfrm>
              <a:off x="6010276" y="4062413"/>
              <a:ext cx="44450" cy="44450"/>
            </a:xfrm>
            <a:prstGeom prst="ellipse">
              <a:avLst/>
            </a:prstGeom>
            <a:solidFill>
              <a:srgbClr val="B76B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Oval 105"/>
            <p:cNvSpPr>
              <a:spLocks noChangeArrowheads="1"/>
            </p:cNvSpPr>
            <p:nvPr/>
          </p:nvSpPr>
          <p:spPr bwMode="auto">
            <a:xfrm>
              <a:off x="6010276" y="4151313"/>
              <a:ext cx="44450" cy="46038"/>
            </a:xfrm>
            <a:prstGeom prst="ellipse">
              <a:avLst/>
            </a:prstGeom>
            <a:solidFill>
              <a:srgbClr val="B76B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6927448" y="3917546"/>
            <a:ext cx="1574800" cy="1762125"/>
            <a:chOff x="5337176" y="4703763"/>
            <a:chExt cx="1574800" cy="1762125"/>
          </a:xfrm>
        </p:grpSpPr>
        <p:grpSp>
          <p:nvGrpSpPr>
            <p:cNvPr id="154" name="组合 153"/>
            <p:cNvGrpSpPr/>
            <p:nvPr/>
          </p:nvGrpSpPr>
          <p:grpSpPr>
            <a:xfrm>
              <a:off x="5337176" y="4821238"/>
              <a:ext cx="1574800" cy="1644650"/>
              <a:chOff x="5337176" y="4821238"/>
              <a:chExt cx="1574800" cy="1644650"/>
            </a:xfrm>
          </p:grpSpPr>
          <p:sp>
            <p:nvSpPr>
              <p:cNvPr id="108" name="Freeform 106"/>
              <p:cNvSpPr>
                <a:spLocks/>
              </p:cNvSpPr>
              <p:nvPr/>
            </p:nvSpPr>
            <p:spPr bwMode="auto">
              <a:xfrm>
                <a:off x="5337176" y="4887913"/>
                <a:ext cx="1574800" cy="1574800"/>
              </a:xfrm>
              <a:custGeom>
                <a:avLst/>
                <a:gdLst>
                  <a:gd name="T0" fmla="*/ 419 w 419"/>
                  <a:gd name="T1" fmla="*/ 395 h 419"/>
                  <a:gd name="T2" fmla="*/ 395 w 419"/>
                  <a:gd name="T3" fmla="*/ 419 h 419"/>
                  <a:gd name="T4" fmla="*/ 24 w 419"/>
                  <a:gd name="T5" fmla="*/ 419 h 419"/>
                  <a:gd name="T6" fmla="*/ 0 w 419"/>
                  <a:gd name="T7" fmla="*/ 395 h 419"/>
                  <a:gd name="T8" fmla="*/ 0 w 419"/>
                  <a:gd name="T9" fmla="*/ 24 h 419"/>
                  <a:gd name="T10" fmla="*/ 24 w 419"/>
                  <a:gd name="T11" fmla="*/ 0 h 419"/>
                  <a:gd name="T12" fmla="*/ 395 w 419"/>
                  <a:gd name="T13" fmla="*/ 0 h 419"/>
                  <a:gd name="T14" fmla="*/ 419 w 419"/>
                  <a:gd name="T15" fmla="*/ 24 h 419"/>
                  <a:gd name="T16" fmla="*/ 419 w 419"/>
                  <a:gd name="T17" fmla="*/ 395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9" h="419">
                    <a:moveTo>
                      <a:pt x="419" y="395"/>
                    </a:moveTo>
                    <a:cubicBezTo>
                      <a:pt x="419" y="408"/>
                      <a:pt x="408" y="419"/>
                      <a:pt x="395" y="419"/>
                    </a:cubicBezTo>
                    <a:cubicBezTo>
                      <a:pt x="24" y="419"/>
                      <a:pt x="24" y="419"/>
                      <a:pt x="24" y="419"/>
                    </a:cubicBezTo>
                    <a:cubicBezTo>
                      <a:pt x="11" y="419"/>
                      <a:pt x="0" y="408"/>
                      <a:pt x="0" y="39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95" y="0"/>
                      <a:pt x="395" y="0"/>
                      <a:pt x="395" y="0"/>
                    </a:cubicBezTo>
                    <a:cubicBezTo>
                      <a:pt x="408" y="0"/>
                      <a:pt x="419" y="11"/>
                      <a:pt x="419" y="24"/>
                    </a:cubicBezTo>
                    <a:cubicBezTo>
                      <a:pt x="419" y="395"/>
                      <a:pt x="419" y="395"/>
                      <a:pt x="419" y="395"/>
                    </a:cubicBezTo>
                  </a:path>
                </a:pathLst>
              </a:custGeom>
              <a:solidFill>
                <a:srgbClr val="20C3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107"/>
              <p:cNvSpPr>
                <a:spLocks/>
              </p:cNvSpPr>
              <p:nvPr/>
            </p:nvSpPr>
            <p:spPr bwMode="auto">
              <a:xfrm>
                <a:off x="5611813" y="5951538"/>
                <a:ext cx="1014413" cy="514350"/>
              </a:xfrm>
              <a:custGeom>
                <a:avLst/>
                <a:gdLst>
                  <a:gd name="T0" fmla="*/ 270 w 270"/>
                  <a:gd name="T1" fmla="*/ 137 h 137"/>
                  <a:gd name="T2" fmla="*/ 270 w 270"/>
                  <a:gd name="T3" fmla="*/ 26 h 137"/>
                  <a:gd name="T4" fmla="*/ 246 w 270"/>
                  <a:gd name="T5" fmla="*/ 0 h 137"/>
                  <a:gd name="T6" fmla="*/ 159 w 270"/>
                  <a:gd name="T7" fmla="*/ 0 h 137"/>
                  <a:gd name="T8" fmla="*/ 135 w 270"/>
                  <a:gd name="T9" fmla="*/ 65 h 137"/>
                  <a:gd name="T10" fmla="*/ 107 w 270"/>
                  <a:gd name="T11" fmla="*/ 0 h 137"/>
                  <a:gd name="T12" fmla="*/ 24 w 270"/>
                  <a:gd name="T13" fmla="*/ 0 h 137"/>
                  <a:gd name="T14" fmla="*/ 0 w 270"/>
                  <a:gd name="T15" fmla="*/ 26 h 137"/>
                  <a:gd name="T16" fmla="*/ 0 w 270"/>
                  <a:gd name="T17" fmla="*/ 137 h 137"/>
                  <a:gd name="T18" fmla="*/ 270 w 270"/>
                  <a:gd name="T19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70" h="137">
                    <a:moveTo>
                      <a:pt x="270" y="137"/>
                    </a:moveTo>
                    <a:cubicBezTo>
                      <a:pt x="270" y="26"/>
                      <a:pt x="270" y="26"/>
                      <a:pt x="270" y="26"/>
                    </a:cubicBezTo>
                    <a:cubicBezTo>
                      <a:pt x="270" y="12"/>
                      <a:pt x="259" y="0"/>
                      <a:pt x="246" y="0"/>
                    </a:cubicBezTo>
                    <a:cubicBezTo>
                      <a:pt x="159" y="0"/>
                      <a:pt x="159" y="0"/>
                      <a:pt x="159" y="0"/>
                    </a:cubicBezTo>
                    <a:cubicBezTo>
                      <a:pt x="135" y="65"/>
                      <a:pt x="135" y="65"/>
                      <a:pt x="135" y="65"/>
                    </a:cubicBezTo>
                    <a:cubicBezTo>
                      <a:pt x="107" y="0"/>
                      <a:pt x="107" y="0"/>
                      <a:pt x="107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0" y="0"/>
                      <a:pt x="0" y="12"/>
                      <a:pt x="0" y="26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270" y="137"/>
                      <a:pt x="270" y="137"/>
                      <a:pt x="270" y="137"/>
                    </a:cubicBezTo>
                  </a:path>
                </a:pathLst>
              </a:custGeom>
              <a:solidFill>
                <a:srgbClr val="2662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108"/>
              <p:cNvSpPr>
                <a:spLocks/>
              </p:cNvSpPr>
              <p:nvPr/>
            </p:nvSpPr>
            <p:spPr bwMode="auto">
              <a:xfrm>
                <a:off x="6027738" y="5740401"/>
                <a:ext cx="192088" cy="180975"/>
              </a:xfrm>
              <a:custGeom>
                <a:avLst/>
                <a:gdLst>
                  <a:gd name="T0" fmla="*/ 51 w 51"/>
                  <a:gd name="T1" fmla="*/ 16 h 48"/>
                  <a:gd name="T2" fmla="*/ 51 w 51"/>
                  <a:gd name="T3" fmla="*/ 0 h 48"/>
                  <a:gd name="T4" fmla="*/ 0 w 51"/>
                  <a:gd name="T5" fmla="*/ 0 h 48"/>
                  <a:gd name="T6" fmla="*/ 0 w 51"/>
                  <a:gd name="T7" fmla="*/ 48 h 48"/>
                  <a:gd name="T8" fmla="*/ 51 w 51"/>
                  <a:gd name="T9" fmla="*/ 1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48">
                    <a:moveTo>
                      <a:pt x="51" y="16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11" y="30"/>
                      <a:pt x="29" y="18"/>
                      <a:pt x="51" y="16"/>
                    </a:cubicBezTo>
                    <a:close/>
                  </a:path>
                </a:pathLst>
              </a:custGeom>
              <a:solidFill>
                <a:srgbClr val="EEC5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109"/>
              <p:cNvSpPr>
                <a:spLocks/>
              </p:cNvSpPr>
              <p:nvPr/>
            </p:nvSpPr>
            <p:spPr bwMode="auto">
              <a:xfrm>
                <a:off x="6027738" y="5800726"/>
                <a:ext cx="192088" cy="390525"/>
              </a:xfrm>
              <a:custGeom>
                <a:avLst/>
                <a:gdLst>
                  <a:gd name="T0" fmla="*/ 51 w 51"/>
                  <a:gd name="T1" fmla="*/ 104 h 104"/>
                  <a:gd name="T2" fmla="*/ 51 w 51"/>
                  <a:gd name="T3" fmla="*/ 0 h 104"/>
                  <a:gd name="T4" fmla="*/ 0 w 51"/>
                  <a:gd name="T5" fmla="*/ 32 h 104"/>
                  <a:gd name="T6" fmla="*/ 0 w 51"/>
                  <a:gd name="T7" fmla="*/ 104 h 104"/>
                  <a:gd name="T8" fmla="*/ 51 w 51"/>
                  <a:gd name="T9" fmla="*/ 10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104">
                    <a:moveTo>
                      <a:pt x="51" y="104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29" y="2"/>
                      <a:pt x="11" y="14"/>
                      <a:pt x="0" y="32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51" y="104"/>
                      <a:pt x="51" y="104"/>
                      <a:pt x="51" y="104"/>
                    </a:cubicBezTo>
                  </a:path>
                </a:pathLst>
              </a:custGeom>
              <a:solidFill>
                <a:srgbClr val="FFD8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110"/>
              <p:cNvSpPr>
                <a:spLocks/>
              </p:cNvSpPr>
              <p:nvPr/>
            </p:nvSpPr>
            <p:spPr bwMode="auto">
              <a:xfrm>
                <a:off x="5749926" y="5954713"/>
                <a:ext cx="379413" cy="511175"/>
              </a:xfrm>
              <a:custGeom>
                <a:avLst/>
                <a:gdLst>
                  <a:gd name="T0" fmla="*/ 239 w 239"/>
                  <a:gd name="T1" fmla="*/ 178 h 322"/>
                  <a:gd name="T2" fmla="*/ 239 w 239"/>
                  <a:gd name="T3" fmla="*/ 322 h 322"/>
                  <a:gd name="T4" fmla="*/ 218 w 239"/>
                  <a:gd name="T5" fmla="*/ 322 h 322"/>
                  <a:gd name="T6" fmla="*/ 57 w 239"/>
                  <a:gd name="T7" fmla="*/ 107 h 322"/>
                  <a:gd name="T8" fmla="*/ 104 w 239"/>
                  <a:gd name="T9" fmla="*/ 57 h 322"/>
                  <a:gd name="T10" fmla="*/ 0 w 239"/>
                  <a:gd name="T11" fmla="*/ 0 h 322"/>
                  <a:gd name="T12" fmla="*/ 130 w 239"/>
                  <a:gd name="T13" fmla="*/ 0 h 322"/>
                  <a:gd name="T14" fmla="*/ 159 w 239"/>
                  <a:gd name="T15" fmla="*/ 0 h 322"/>
                  <a:gd name="T16" fmla="*/ 239 w 239"/>
                  <a:gd name="T17" fmla="*/ 178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322">
                    <a:moveTo>
                      <a:pt x="239" y="178"/>
                    </a:moveTo>
                    <a:lnTo>
                      <a:pt x="239" y="322"/>
                    </a:lnTo>
                    <a:lnTo>
                      <a:pt x="218" y="322"/>
                    </a:lnTo>
                    <a:lnTo>
                      <a:pt x="57" y="107"/>
                    </a:lnTo>
                    <a:lnTo>
                      <a:pt x="104" y="57"/>
                    </a:lnTo>
                    <a:lnTo>
                      <a:pt x="0" y="0"/>
                    </a:lnTo>
                    <a:lnTo>
                      <a:pt x="130" y="0"/>
                    </a:lnTo>
                    <a:lnTo>
                      <a:pt x="159" y="0"/>
                    </a:lnTo>
                    <a:lnTo>
                      <a:pt x="239" y="178"/>
                    </a:lnTo>
                    <a:close/>
                  </a:path>
                </a:pathLst>
              </a:custGeom>
              <a:solidFill>
                <a:srgbClr val="2D7F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111"/>
              <p:cNvSpPr>
                <a:spLocks/>
              </p:cNvSpPr>
              <p:nvPr/>
            </p:nvSpPr>
            <p:spPr bwMode="auto">
              <a:xfrm>
                <a:off x="5749926" y="5954713"/>
                <a:ext cx="379413" cy="511175"/>
              </a:xfrm>
              <a:custGeom>
                <a:avLst/>
                <a:gdLst>
                  <a:gd name="T0" fmla="*/ 239 w 239"/>
                  <a:gd name="T1" fmla="*/ 178 h 322"/>
                  <a:gd name="T2" fmla="*/ 239 w 239"/>
                  <a:gd name="T3" fmla="*/ 322 h 322"/>
                  <a:gd name="T4" fmla="*/ 218 w 239"/>
                  <a:gd name="T5" fmla="*/ 322 h 322"/>
                  <a:gd name="T6" fmla="*/ 57 w 239"/>
                  <a:gd name="T7" fmla="*/ 107 h 322"/>
                  <a:gd name="T8" fmla="*/ 104 w 239"/>
                  <a:gd name="T9" fmla="*/ 57 h 322"/>
                  <a:gd name="T10" fmla="*/ 0 w 239"/>
                  <a:gd name="T11" fmla="*/ 0 h 322"/>
                  <a:gd name="T12" fmla="*/ 130 w 239"/>
                  <a:gd name="T13" fmla="*/ 0 h 322"/>
                  <a:gd name="T14" fmla="*/ 159 w 239"/>
                  <a:gd name="T15" fmla="*/ 0 h 322"/>
                  <a:gd name="T16" fmla="*/ 239 w 239"/>
                  <a:gd name="T17" fmla="*/ 178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322">
                    <a:moveTo>
                      <a:pt x="239" y="178"/>
                    </a:moveTo>
                    <a:lnTo>
                      <a:pt x="239" y="322"/>
                    </a:lnTo>
                    <a:lnTo>
                      <a:pt x="218" y="322"/>
                    </a:lnTo>
                    <a:lnTo>
                      <a:pt x="57" y="107"/>
                    </a:lnTo>
                    <a:lnTo>
                      <a:pt x="104" y="57"/>
                    </a:lnTo>
                    <a:lnTo>
                      <a:pt x="0" y="0"/>
                    </a:lnTo>
                    <a:lnTo>
                      <a:pt x="130" y="0"/>
                    </a:lnTo>
                    <a:lnTo>
                      <a:pt x="159" y="0"/>
                    </a:lnTo>
                    <a:lnTo>
                      <a:pt x="239" y="17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112"/>
              <p:cNvSpPr>
                <a:spLocks/>
              </p:cNvSpPr>
              <p:nvPr/>
            </p:nvSpPr>
            <p:spPr bwMode="auto">
              <a:xfrm>
                <a:off x="6129338" y="5954713"/>
                <a:ext cx="384175" cy="511175"/>
              </a:xfrm>
              <a:custGeom>
                <a:avLst/>
                <a:gdLst>
                  <a:gd name="T0" fmla="*/ 0 w 242"/>
                  <a:gd name="T1" fmla="*/ 178 h 322"/>
                  <a:gd name="T2" fmla="*/ 0 w 242"/>
                  <a:gd name="T3" fmla="*/ 322 h 322"/>
                  <a:gd name="T4" fmla="*/ 22 w 242"/>
                  <a:gd name="T5" fmla="*/ 322 h 322"/>
                  <a:gd name="T6" fmla="*/ 183 w 242"/>
                  <a:gd name="T7" fmla="*/ 107 h 322"/>
                  <a:gd name="T8" fmla="*/ 135 w 242"/>
                  <a:gd name="T9" fmla="*/ 57 h 322"/>
                  <a:gd name="T10" fmla="*/ 242 w 242"/>
                  <a:gd name="T11" fmla="*/ 0 h 322"/>
                  <a:gd name="T12" fmla="*/ 109 w 242"/>
                  <a:gd name="T13" fmla="*/ 0 h 322"/>
                  <a:gd name="T14" fmla="*/ 81 w 242"/>
                  <a:gd name="T15" fmla="*/ 0 h 322"/>
                  <a:gd name="T16" fmla="*/ 0 w 242"/>
                  <a:gd name="T17" fmla="*/ 178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2" h="322">
                    <a:moveTo>
                      <a:pt x="0" y="178"/>
                    </a:moveTo>
                    <a:lnTo>
                      <a:pt x="0" y="322"/>
                    </a:lnTo>
                    <a:lnTo>
                      <a:pt x="22" y="322"/>
                    </a:lnTo>
                    <a:lnTo>
                      <a:pt x="183" y="107"/>
                    </a:lnTo>
                    <a:lnTo>
                      <a:pt x="135" y="57"/>
                    </a:lnTo>
                    <a:lnTo>
                      <a:pt x="242" y="0"/>
                    </a:lnTo>
                    <a:lnTo>
                      <a:pt x="109" y="0"/>
                    </a:lnTo>
                    <a:lnTo>
                      <a:pt x="81" y="0"/>
                    </a:lnTo>
                    <a:lnTo>
                      <a:pt x="0" y="178"/>
                    </a:lnTo>
                    <a:close/>
                  </a:path>
                </a:pathLst>
              </a:custGeom>
              <a:solidFill>
                <a:srgbClr val="4390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113"/>
              <p:cNvSpPr>
                <a:spLocks/>
              </p:cNvSpPr>
              <p:nvPr/>
            </p:nvSpPr>
            <p:spPr bwMode="auto">
              <a:xfrm>
                <a:off x="6129338" y="5954713"/>
                <a:ext cx="384175" cy="511175"/>
              </a:xfrm>
              <a:custGeom>
                <a:avLst/>
                <a:gdLst>
                  <a:gd name="T0" fmla="*/ 0 w 242"/>
                  <a:gd name="T1" fmla="*/ 178 h 322"/>
                  <a:gd name="T2" fmla="*/ 0 w 242"/>
                  <a:gd name="T3" fmla="*/ 322 h 322"/>
                  <a:gd name="T4" fmla="*/ 22 w 242"/>
                  <a:gd name="T5" fmla="*/ 322 h 322"/>
                  <a:gd name="T6" fmla="*/ 183 w 242"/>
                  <a:gd name="T7" fmla="*/ 107 h 322"/>
                  <a:gd name="T8" fmla="*/ 135 w 242"/>
                  <a:gd name="T9" fmla="*/ 57 h 322"/>
                  <a:gd name="T10" fmla="*/ 242 w 242"/>
                  <a:gd name="T11" fmla="*/ 0 h 322"/>
                  <a:gd name="T12" fmla="*/ 109 w 242"/>
                  <a:gd name="T13" fmla="*/ 0 h 322"/>
                  <a:gd name="T14" fmla="*/ 81 w 242"/>
                  <a:gd name="T15" fmla="*/ 0 h 322"/>
                  <a:gd name="T16" fmla="*/ 0 w 242"/>
                  <a:gd name="T17" fmla="*/ 178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2" h="322">
                    <a:moveTo>
                      <a:pt x="0" y="178"/>
                    </a:moveTo>
                    <a:lnTo>
                      <a:pt x="0" y="322"/>
                    </a:lnTo>
                    <a:lnTo>
                      <a:pt x="22" y="322"/>
                    </a:lnTo>
                    <a:lnTo>
                      <a:pt x="183" y="107"/>
                    </a:lnTo>
                    <a:lnTo>
                      <a:pt x="135" y="57"/>
                    </a:lnTo>
                    <a:lnTo>
                      <a:pt x="242" y="0"/>
                    </a:lnTo>
                    <a:lnTo>
                      <a:pt x="109" y="0"/>
                    </a:lnTo>
                    <a:lnTo>
                      <a:pt x="81" y="0"/>
                    </a:lnTo>
                    <a:lnTo>
                      <a:pt x="0" y="17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114"/>
              <p:cNvSpPr>
                <a:spLocks/>
              </p:cNvSpPr>
              <p:nvPr/>
            </p:nvSpPr>
            <p:spPr bwMode="auto">
              <a:xfrm>
                <a:off x="5719763" y="4821238"/>
                <a:ext cx="819150" cy="965200"/>
              </a:xfrm>
              <a:custGeom>
                <a:avLst/>
                <a:gdLst>
                  <a:gd name="T0" fmla="*/ 218 w 218"/>
                  <a:gd name="T1" fmla="*/ 128 h 257"/>
                  <a:gd name="T2" fmla="*/ 109 w 218"/>
                  <a:gd name="T3" fmla="*/ 257 h 257"/>
                  <a:gd name="T4" fmla="*/ 0 w 218"/>
                  <a:gd name="T5" fmla="*/ 128 h 257"/>
                  <a:gd name="T6" fmla="*/ 109 w 218"/>
                  <a:gd name="T7" fmla="*/ 0 h 257"/>
                  <a:gd name="T8" fmla="*/ 218 w 218"/>
                  <a:gd name="T9" fmla="*/ 128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8" h="257">
                    <a:moveTo>
                      <a:pt x="218" y="128"/>
                    </a:moveTo>
                    <a:cubicBezTo>
                      <a:pt x="218" y="199"/>
                      <a:pt x="156" y="257"/>
                      <a:pt x="109" y="257"/>
                    </a:cubicBezTo>
                    <a:cubicBezTo>
                      <a:pt x="61" y="257"/>
                      <a:pt x="0" y="199"/>
                      <a:pt x="0" y="128"/>
                    </a:cubicBezTo>
                    <a:cubicBezTo>
                      <a:pt x="0" y="57"/>
                      <a:pt x="49" y="0"/>
                      <a:pt x="109" y="0"/>
                    </a:cubicBezTo>
                    <a:cubicBezTo>
                      <a:pt x="169" y="0"/>
                      <a:pt x="218" y="57"/>
                      <a:pt x="218" y="128"/>
                    </a:cubicBezTo>
                    <a:close/>
                  </a:path>
                </a:pathLst>
              </a:custGeom>
              <a:solidFill>
                <a:srgbClr val="FFD8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115"/>
              <p:cNvSpPr>
                <a:spLocks/>
              </p:cNvSpPr>
              <p:nvPr/>
            </p:nvSpPr>
            <p:spPr bwMode="auto">
              <a:xfrm>
                <a:off x="5930901" y="5905501"/>
                <a:ext cx="134938" cy="139700"/>
              </a:xfrm>
              <a:custGeom>
                <a:avLst/>
                <a:gdLst>
                  <a:gd name="T0" fmla="*/ 85 w 85"/>
                  <a:gd name="T1" fmla="*/ 31 h 88"/>
                  <a:gd name="T2" fmla="*/ 61 w 85"/>
                  <a:gd name="T3" fmla="*/ 0 h 88"/>
                  <a:gd name="T4" fmla="*/ 0 w 85"/>
                  <a:gd name="T5" fmla="*/ 0 h 88"/>
                  <a:gd name="T6" fmla="*/ 50 w 85"/>
                  <a:gd name="T7" fmla="*/ 88 h 88"/>
                  <a:gd name="T8" fmla="*/ 85 w 85"/>
                  <a:gd name="T9" fmla="*/ 3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88">
                    <a:moveTo>
                      <a:pt x="85" y="31"/>
                    </a:moveTo>
                    <a:lnTo>
                      <a:pt x="61" y="0"/>
                    </a:lnTo>
                    <a:lnTo>
                      <a:pt x="0" y="0"/>
                    </a:lnTo>
                    <a:lnTo>
                      <a:pt x="50" y="88"/>
                    </a:lnTo>
                    <a:lnTo>
                      <a:pt x="85" y="31"/>
                    </a:lnTo>
                    <a:close/>
                  </a:path>
                </a:pathLst>
              </a:custGeom>
              <a:solidFill>
                <a:srgbClr val="F3F9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116"/>
              <p:cNvSpPr>
                <a:spLocks/>
              </p:cNvSpPr>
              <p:nvPr/>
            </p:nvSpPr>
            <p:spPr bwMode="auto">
              <a:xfrm>
                <a:off x="5930901" y="5905501"/>
                <a:ext cx="134938" cy="139700"/>
              </a:xfrm>
              <a:custGeom>
                <a:avLst/>
                <a:gdLst>
                  <a:gd name="T0" fmla="*/ 85 w 85"/>
                  <a:gd name="T1" fmla="*/ 31 h 88"/>
                  <a:gd name="T2" fmla="*/ 61 w 85"/>
                  <a:gd name="T3" fmla="*/ 0 h 88"/>
                  <a:gd name="T4" fmla="*/ 0 w 85"/>
                  <a:gd name="T5" fmla="*/ 0 h 88"/>
                  <a:gd name="T6" fmla="*/ 50 w 85"/>
                  <a:gd name="T7" fmla="*/ 88 h 88"/>
                  <a:gd name="T8" fmla="*/ 85 w 85"/>
                  <a:gd name="T9" fmla="*/ 3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88">
                    <a:moveTo>
                      <a:pt x="85" y="31"/>
                    </a:moveTo>
                    <a:lnTo>
                      <a:pt x="61" y="0"/>
                    </a:lnTo>
                    <a:lnTo>
                      <a:pt x="0" y="0"/>
                    </a:lnTo>
                    <a:lnTo>
                      <a:pt x="50" y="88"/>
                    </a:lnTo>
                    <a:lnTo>
                      <a:pt x="85" y="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117"/>
              <p:cNvSpPr>
                <a:spLocks/>
              </p:cNvSpPr>
              <p:nvPr/>
            </p:nvSpPr>
            <p:spPr bwMode="auto">
              <a:xfrm>
                <a:off x="6186488" y="5905501"/>
                <a:ext cx="134938" cy="139700"/>
              </a:xfrm>
              <a:custGeom>
                <a:avLst/>
                <a:gdLst>
                  <a:gd name="T0" fmla="*/ 0 w 85"/>
                  <a:gd name="T1" fmla="*/ 31 h 88"/>
                  <a:gd name="T2" fmla="*/ 23 w 85"/>
                  <a:gd name="T3" fmla="*/ 0 h 88"/>
                  <a:gd name="T4" fmla="*/ 85 w 85"/>
                  <a:gd name="T5" fmla="*/ 0 h 88"/>
                  <a:gd name="T6" fmla="*/ 35 w 85"/>
                  <a:gd name="T7" fmla="*/ 88 h 88"/>
                  <a:gd name="T8" fmla="*/ 0 w 85"/>
                  <a:gd name="T9" fmla="*/ 3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88">
                    <a:moveTo>
                      <a:pt x="0" y="31"/>
                    </a:moveTo>
                    <a:lnTo>
                      <a:pt x="23" y="0"/>
                    </a:lnTo>
                    <a:lnTo>
                      <a:pt x="85" y="0"/>
                    </a:lnTo>
                    <a:lnTo>
                      <a:pt x="35" y="88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F3F9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118"/>
              <p:cNvSpPr>
                <a:spLocks/>
              </p:cNvSpPr>
              <p:nvPr/>
            </p:nvSpPr>
            <p:spPr bwMode="auto">
              <a:xfrm>
                <a:off x="6186488" y="5905501"/>
                <a:ext cx="134938" cy="139700"/>
              </a:xfrm>
              <a:custGeom>
                <a:avLst/>
                <a:gdLst>
                  <a:gd name="T0" fmla="*/ 0 w 85"/>
                  <a:gd name="T1" fmla="*/ 31 h 88"/>
                  <a:gd name="T2" fmla="*/ 23 w 85"/>
                  <a:gd name="T3" fmla="*/ 0 h 88"/>
                  <a:gd name="T4" fmla="*/ 85 w 85"/>
                  <a:gd name="T5" fmla="*/ 0 h 88"/>
                  <a:gd name="T6" fmla="*/ 35 w 85"/>
                  <a:gd name="T7" fmla="*/ 88 h 88"/>
                  <a:gd name="T8" fmla="*/ 0 w 85"/>
                  <a:gd name="T9" fmla="*/ 3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88">
                    <a:moveTo>
                      <a:pt x="0" y="31"/>
                    </a:moveTo>
                    <a:lnTo>
                      <a:pt x="23" y="0"/>
                    </a:lnTo>
                    <a:lnTo>
                      <a:pt x="85" y="0"/>
                    </a:lnTo>
                    <a:lnTo>
                      <a:pt x="35" y="88"/>
                    </a:lnTo>
                    <a:lnTo>
                      <a:pt x="0" y="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119"/>
              <p:cNvSpPr>
                <a:spLocks/>
              </p:cNvSpPr>
              <p:nvPr/>
            </p:nvSpPr>
            <p:spPr bwMode="auto">
              <a:xfrm>
                <a:off x="6024563" y="5970588"/>
                <a:ext cx="203200" cy="266700"/>
              </a:xfrm>
              <a:custGeom>
                <a:avLst/>
                <a:gdLst>
                  <a:gd name="T0" fmla="*/ 0 w 128"/>
                  <a:gd name="T1" fmla="*/ 33 h 168"/>
                  <a:gd name="T2" fmla="*/ 66 w 128"/>
                  <a:gd name="T3" fmla="*/ 168 h 168"/>
                  <a:gd name="T4" fmla="*/ 128 w 128"/>
                  <a:gd name="T5" fmla="*/ 33 h 168"/>
                  <a:gd name="T6" fmla="*/ 102 w 128"/>
                  <a:gd name="T7" fmla="*/ 0 h 168"/>
                  <a:gd name="T8" fmla="*/ 64 w 128"/>
                  <a:gd name="T9" fmla="*/ 23 h 168"/>
                  <a:gd name="T10" fmla="*/ 26 w 128"/>
                  <a:gd name="T11" fmla="*/ 2 h 168"/>
                  <a:gd name="T12" fmla="*/ 0 w 128"/>
                  <a:gd name="T13" fmla="*/ 33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68">
                    <a:moveTo>
                      <a:pt x="0" y="33"/>
                    </a:moveTo>
                    <a:lnTo>
                      <a:pt x="66" y="168"/>
                    </a:lnTo>
                    <a:lnTo>
                      <a:pt x="128" y="33"/>
                    </a:lnTo>
                    <a:lnTo>
                      <a:pt x="102" y="0"/>
                    </a:lnTo>
                    <a:lnTo>
                      <a:pt x="64" y="23"/>
                    </a:lnTo>
                    <a:lnTo>
                      <a:pt x="26" y="2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3F9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120"/>
              <p:cNvSpPr>
                <a:spLocks/>
              </p:cNvSpPr>
              <p:nvPr/>
            </p:nvSpPr>
            <p:spPr bwMode="auto">
              <a:xfrm>
                <a:off x="6024563" y="5970588"/>
                <a:ext cx="203200" cy="266700"/>
              </a:xfrm>
              <a:custGeom>
                <a:avLst/>
                <a:gdLst>
                  <a:gd name="T0" fmla="*/ 0 w 128"/>
                  <a:gd name="T1" fmla="*/ 33 h 168"/>
                  <a:gd name="T2" fmla="*/ 66 w 128"/>
                  <a:gd name="T3" fmla="*/ 168 h 168"/>
                  <a:gd name="T4" fmla="*/ 128 w 128"/>
                  <a:gd name="T5" fmla="*/ 33 h 168"/>
                  <a:gd name="T6" fmla="*/ 102 w 128"/>
                  <a:gd name="T7" fmla="*/ 0 h 168"/>
                  <a:gd name="T8" fmla="*/ 64 w 128"/>
                  <a:gd name="T9" fmla="*/ 23 h 168"/>
                  <a:gd name="T10" fmla="*/ 26 w 128"/>
                  <a:gd name="T11" fmla="*/ 2 h 168"/>
                  <a:gd name="T12" fmla="*/ 0 w 128"/>
                  <a:gd name="T13" fmla="*/ 33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68">
                    <a:moveTo>
                      <a:pt x="0" y="33"/>
                    </a:moveTo>
                    <a:lnTo>
                      <a:pt x="66" y="168"/>
                    </a:lnTo>
                    <a:lnTo>
                      <a:pt x="128" y="33"/>
                    </a:lnTo>
                    <a:lnTo>
                      <a:pt x="102" y="0"/>
                    </a:lnTo>
                    <a:lnTo>
                      <a:pt x="64" y="23"/>
                    </a:lnTo>
                    <a:lnTo>
                      <a:pt x="26" y="2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121"/>
              <p:cNvSpPr>
                <a:spLocks/>
              </p:cNvSpPr>
              <p:nvPr/>
            </p:nvSpPr>
            <p:spPr bwMode="auto">
              <a:xfrm>
                <a:off x="6219826" y="6011863"/>
                <a:ext cx="7938" cy="11113"/>
              </a:xfrm>
              <a:custGeom>
                <a:avLst/>
                <a:gdLst>
                  <a:gd name="T0" fmla="*/ 0 w 5"/>
                  <a:gd name="T1" fmla="*/ 0 h 7"/>
                  <a:gd name="T2" fmla="*/ 0 w 5"/>
                  <a:gd name="T3" fmla="*/ 0 h 7"/>
                  <a:gd name="T4" fmla="*/ 5 w 5"/>
                  <a:gd name="T5" fmla="*/ 7 h 7"/>
                  <a:gd name="T6" fmla="*/ 5 w 5"/>
                  <a:gd name="T7" fmla="*/ 7 h 7"/>
                  <a:gd name="T8" fmla="*/ 0 w 5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7">
                    <a:moveTo>
                      <a:pt x="0" y="0"/>
                    </a:moveTo>
                    <a:lnTo>
                      <a:pt x="0" y="0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122"/>
              <p:cNvSpPr>
                <a:spLocks/>
              </p:cNvSpPr>
              <p:nvPr/>
            </p:nvSpPr>
            <p:spPr bwMode="auto">
              <a:xfrm>
                <a:off x="6219826" y="6011863"/>
                <a:ext cx="7938" cy="11113"/>
              </a:xfrm>
              <a:custGeom>
                <a:avLst/>
                <a:gdLst>
                  <a:gd name="T0" fmla="*/ 0 w 5"/>
                  <a:gd name="T1" fmla="*/ 0 h 7"/>
                  <a:gd name="T2" fmla="*/ 0 w 5"/>
                  <a:gd name="T3" fmla="*/ 0 h 7"/>
                  <a:gd name="T4" fmla="*/ 5 w 5"/>
                  <a:gd name="T5" fmla="*/ 7 h 7"/>
                  <a:gd name="T6" fmla="*/ 5 w 5"/>
                  <a:gd name="T7" fmla="*/ 7 h 7"/>
                  <a:gd name="T8" fmla="*/ 0 w 5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7">
                    <a:moveTo>
                      <a:pt x="0" y="0"/>
                    </a:moveTo>
                    <a:lnTo>
                      <a:pt x="0" y="0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Freeform 123"/>
              <p:cNvSpPr>
                <a:spLocks/>
              </p:cNvSpPr>
              <p:nvPr/>
            </p:nvSpPr>
            <p:spPr bwMode="auto">
              <a:xfrm>
                <a:off x="6027738" y="5954713"/>
                <a:ext cx="192088" cy="60325"/>
              </a:xfrm>
              <a:custGeom>
                <a:avLst/>
                <a:gdLst>
                  <a:gd name="T0" fmla="*/ 100 w 121"/>
                  <a:gd name="T1" fmla="*/ 0 h 38"/>
                  <a:gd name="T2" fmla="*/ 60 w 121"/>
                  <a:gd name="T3" fmla="*/ 31 h 38"/>
                  <a:gd name="T4" fmla="*/ 24 w 121"/>
                  <a:gd name="T5" fmla="*/ 0 h 38"/>
                  <a:gd name="T6" fmla="*/ 0 w 121"/>
                  <a:gd name="T7" fmla="*/ 36 h 38"/>
                  <a:gd name="T8" fmla="*/ 3 w 121"/>
                  <a:gd name="T9" fmla="*/ 38 h 38"/>
                  <a:gd name="T10" fmla="*/ 24 w 121"/>
                  <a:gd name="T11" fmla="*/ 12 h 38"/>
                  <a:gd name="T12" fmla="*/ 62 w 121"/>
                  <a:gd name="T13" fmla="*/ 33 h 38"/>
                  <a:gd name="T14" fmla="*/ 100 w 121"/>
                  <a:gd name="T15" fmla="*/ 10 h 38"/>
                  <a:gd name="T16" fmla="*/ 121 w 121"/>
                  <a:gd name="T17" fmla="*/ 36 h 38"/>
                  <a:gd name="T18" fmla="*/ 121 w 121"/>
                  <a:gd name="T19" fmla="*/ 36 h 38"/>
                  <a:gd name="T20" fmla="*/ 100 w 121"/>
                  <a:gd name="T2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1" h="38">
                    <a:moveTo>
                      <a:pt x="100" y="0"/>
                    </a:moveTo>
                    <a:lnTo>
                      <a:pt x="60" y="31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3" y="38"/>
                    </a:lnTo>
                    <a:lnTo>
                      <a:pt x="24" y="12"/>
                    </a:lnTo>
                    <a:lnTo>
                      <a:pt x="62" y="33"/>
                    </a:lnTo>
                    <a:lnTo>
                      <a:pt x="100" y="10"/>
                    </a:lnTo>
                    <a:lnTo>
                      <a:pt x="121" y="36"/>
                    </a:lnTo>
                    <a:lnTo>
                      <a:pt x="121" y="36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E9CA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124"/>
              <p:cNvSpPr>
                <a:spLocks/>
              </p:cNvSpPr>
              <p:nvPr/>
            </p:nvSpPr>
            <p:spPr bwMode="auto">
              <a:xfrm>
                <a:off x="6027738" y="5954713"/>
                <a:ext cx="192088" cy="60325"/>
              </a:xfrm>
              <a:custGeom>
                <a:avLst/>
                <a:gdLst>
                  <a:gd name="T0" fmla="*/ 100 w 121"/>
                  <a:gd name="T1" fmla="*/ 0 h 38"/>
                  <a:gd name="T2" fmla="*/ 60 w 121"/>
                  <a:gd name="T3" fmla="*/ 31 h 38"/>
                  <a:gd name="T4" fmla="*/ 24 w 121"/>
                  <a:gd name="T5" fmla="*/ 0 h 38"/>
                  <a:gd name="T6" fmla="*/ 0 w 121"/>
                  <a:gd name="T7" fmla="*/ 36 h 38"/>
                  <a:gd name="T8" fmla="*/ 3 w 121"/>
                  <a:gd name="T9" fmla="*/ 38 h 38"/>
                  <a:gd name="T10" fmla="*/ 24 w 121"/>
                  <a:gd name="T11" fmla="*/ 12 h 38"/>
                  <a:gd name="T12" fmla="*/ 62 w 121"/>
                  <a:gd name="T13" fmla="*/ 33 h 38"/>
                  <a:gd name="T14" fmla="*/ 100 w 121"/>
                  <a:gd name="T15" fmla="*/ 10 h 38"/>
                  <a:gd name="T16" fmla="*/ 121 w 121"/>
                  <a:gd name="T17" fmla="*/ 36 h 38"/>
                  <a:gd name="T18" fmla="*/ 121 w 121"/>
                  <a:gd name="T19" fmla="*/ 36 h 38"/>
                  <a:gd name="T20" fmla="*/ 100 w 121"/>
                  <a:gd name="T2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1" h="38">
                    <a:moveTo>
                      <a:pt x="100" y="0"/>
                    </a:moveTo>
                    <a:lnTo>
                      <a:pt x="60" y="31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3" y="38"/>
                    </a:lnTo>
                    <a:lnTo>
                      <a:pt x="24" y="12"/>
                    </a:lnTo>
                    <a:lnTo>
                      <a:pt x="62" y="33"/>
                    </a:lnTo>
                    <a:lnTo>
                      <a:pt x="100" y="10"/>
                    </a:lnTo>
                    <a:lnTo>
                      <a:pt x="121" y="36"/>
                    </a:lnTo>
                    <a:lnTo>
                      <a:pt x="121" y="36"/>
                    </a:lnTo>
                    <a:lnTo>
                      <a:pt x="10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Freeform 125"/>
              <p:cNvSpPr>
                <a:spLocks/>
              </p:cNvSpPr>
              <p:nvPr/>
            </p:nvSpPr>
            <p:spPr bwMode="auto">
              <a:xfrm>
                <a:off x="6024563" y="6011863"/>
                <a:ext cx="7938" cy="11113"/>
              </a:xfrm>
              <a:custGeom>
                <a:avLst/>
                <a:gdLst>
                  <a:gd name="T0" fmla="*/ 2 w 5"/>
                  <a:gd name="T1" fmla="*/ 0 h 7"/>
                  <a:gd name="T2" fmla="*/ 0 w 5"/>
                  <a:gd name="T3" fmla="*/ 7 h 7"/>
                  <a:gd name="T4" fmla="*/ 5 w 5"/>
                  <a:gd name="T5" fmla="*/ 2 h 7"/>
                  <a:gd name="T6" fmla="*/ 2 w 5"/>
                  <a:gd name="T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7">
                    <a:moveTo>
                      <a:pt x="2" y="0"/>
                    </a:moveTo>
                    <a:lnTo>
                      <a:pt x="0" y="7"/>
                    </a:lnTo>
                    <a:lnTo>
                      <a:pt x="5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5C2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Freeform 126"/>
              <p:cNvSpPr>
                <a:spLocks/>
              </p:cNvSpPr>
              <p:nvPr/>
            </p:nvSpPr>
            <p:spPr bwMode="auto">
              <a:xfrm>
                <a:off x="6024563" y="6011863"/>
                <a:ext cx="7938" cy="11113"/>
              </a:xfrm>
              <a:custGeom>
                <a:avLst/>
                <a:gdLst>
                  <a:gd name="T0" fmla="*/ 2 w 5"/>
                  <a:gd name="T1" fmla="*/ 0 h 7"/>
                  <a:gd name="T2" fmla="*/ 0 w 5"/>
                  <a:gd name="T3" fmla="*/ 7 h 7"/>
                  <a:gd name="T4" fmla="*/ 5 w 5"/>
                  <a:gd name="T5" fmla="*/ 2 h 7"/>
                  <a:gd name="T6" fmla="*/ 2 w 5"/>
                  <a:gd name="T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7">
                    <a:moveTo>
                      <a:pt x="2" y="0"/>
                    </a:moveTo>
                    <a:lnTo>
                      <a:pt x="0" y="7"/>
                    </a:lnTo>
                    <a:lnTo>
                      <a:pt x="5" y="2"/>
                    </a:ln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Rectangle 127"/>
              <p:cNvSpPr>
                <a:spLocks noChangeArrowheads="1"/>
              </p:cNvSpPr>
              <p:nvPr/>
            </p:nvSpPr>
            <p:spPr bwMode="auto">
              <a:xfrm>
                <a:off x="6227763" y="6022976"/>
                <a:ext cx="1588" cy="1588"/>
              </a:xfrm>
              <a:prstGeom prst="rect">
                <a:avLst/>
              </a:prstGeom>
              <a:solidFill>
                <a:srgbClr val="D7C3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Freeform 128"/>
              <p:cNvSpPr>
                <a:spLocks/>
              </p:cNvSpPr>
              <p:nvPr/>
            </p:nvSpPr>
            <p:spPr bwMode="auto">
              <a:xfrm>
                <a:off x="6227763" y="60229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1" name="Freeform 129"/>
              <p:cNvSpPr>
                <a:spLocks/>
              </p:cNvSpPr>
              <p:nvPr/>
            </p:nvSpPr>
            <p:spPr bwMode="auto">
              <a:xfrm>
                <a:off x="6024563" y="5954713"/>
                <a:ext cx="41275" cy="68263"/>
              </a:xfrm>
              <a:custGeom>
                <a:avLst/>
                <a:gdLst>
                  <a:gd name="T0" fmla="*/ 26 w 26"/>
                  <a:gd name="T1" fmla="*/ 0 h 43"/>
                  <a:gd name="T2" fmla="*/ 0 w 26"/>
                  <a:gd name="T3" fmla="*/ 43 h 43"/>
                  <a:gd name="T4" fmla="*/ 0 w 26"/>
                  <a:gd name="T5" fmla="*/ 43 h 43"/>
                  <a:gd name="T6" fmla="*/ 2 w 26"/>
                  <a:gd name="T7" fmla="*/ 36 h 43"/>
                  <a:gd name="T8" fmla="*/ 26 w 26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43">
                    <a:moveTo>
                      <a:pt x="26" y="0"/>
                    </a:moveTo>
                    <a:lnTo>
                      <a:pt x="0" y="43"/>
                    </a:lnTo>
                    <a:lnTo>
                      <a:pt x="0" y="43"/>
                    </a:lnTo>
                    <a:lnTo>
                      <a:pt x="2" y="36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E8C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Freeform 130"/>
              <p:cNvSpPr>
                <a:spLocks/>
              </p:cNvSpPr>
              <p:nvPr/>
            </p:nvSpPr>
            <p:spPr bwMode="auto">
              <a:xfrm>
                <a:off x="6024563" y="5954713"/>
                <a:ext cx="41275" cy="68263"/>
              </a:xfrm>
              <a:custGeom>
                <a:avLst/>
                <a:gdLst>
                  <a:gd name="T0" fmla="*/ 26 w 26"/>
                  <a:gd name="T1" fmla="*/ 0 h 43"/>
                  <a:gd name="T2" fmla="*/ 0 w 26"/>
                  <a:gd name="T3" fmla="*/ 43 h 43"/>
                  <a:gd name="T4" fmla="*/ 0 w 26"/>
                  <a:gd name="T5" fmla="*/ 43 h 43"/>
                  <a:gd name="T6" fmla="*/ 2 w 26"/>
                  <a:gd name="T7" fmla="*/ 36 h 43"/>
                  <a:gd name="T8" fmla="*/ 26 w 26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43">
                    <a:moveTo>
                      <a:pt x="26" y="0"/>
                    </a:moveTo>
                    <a:lnTo>
                      <a:pt x="0" y="43"/>
                    </a:lnTo>
                    <a:lnTo>
                      <a:pt x="0" y="43"/>
                    </a:lnTo>
                    <a:lnTo>
                      <a:pt x="2" y="36"/>
                    </a:lnTo>
                    <a:lnTo>
                      <a:pt x="2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Freeform 131"/>
              <p:cNvSpPr>
                <a:spLocks/>
              </p:cNvSpPr>
              <p:nvPr/>
            </p:nvSpPr>
            <p:spPr bwMode="auto">
              <a:xfrm>
                <a:off x="6186488" y="5954713"/>
                <a:ext cx="41275" cy="68263"/>
              </a:xfrm>
              <a:custGeom>
                <a:avLst/>
                <a:gdLst>
                  <a:gd name="T0" fmla="*/ 0 w 26"/>
                  <a:gd name="T1" fmla="*/ 0 h 43"/>
                  <a:gd name="T2" fmla="*/ 0 w 26"/>
                  <a:gd name="T3" fmla="*/ 0 h 43"/>
                  <a:gd name="T4" fmla="*/ 21 w 26"/>
                  <a:gd name="T5" fmla="*/ 36 h 43"/>
                  <a:gd name="T6" fmla="*/ 26 w 26"/>
                  <a:gd name="T7" fmla="*/ 43 h 43"/>
                  <a:gd name="T8" fmla="*/ 26 w 26"/>
                  <a:gd name="T9" fmla="*/ 43 h 43"/>
                  <a:gd name="T10" fmla="*/ 26 w 26"/>
                  <a:gd name="T11" fmla="*/ 43 h 43"/>
                  <a:gd name="T12" fmla="*/ 0 w 26"/>
                  <a:gd name="T13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43">
                    <a:moveTo>
                      <a:pt x="0" y="0"/>
                    </a:moveTo>
                    <a:lnTo>
                      <a:pt x="0" y="0"/>
                    </a:lnTo>
                    <a:lnTo>
                      <a:pt x="21" y="36"/>
                    </a:lnTo>
                    <a:lnTo>
                      <a:pt x="26" y="43"/>
                    </a:lnTo>
                    <a:lnTo>
                      <a:pt x="26" y="43"/>
                    </a:lnTo>
                    <a:lnTo>
                      <a:pt x="26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C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4" name="Freeform 132"/>
              <p:cNvSpPr>
                <a:spLocks/>
              </p:cNvSpPr>
              <p:nvPr/>
            </p:nvSpPr>
            <p:spPr bwMode="auto">
              <a:xfrm>
                <a:off x="6186488" y="5954713"/>
                <a:ext cx="41275" cy="68263"/>
              </a:xfrm>
              <a:custGeom>
                <a:avLst/>
                <a:gdLst>
                  <a:gd name="T0" fmla="*/ 0 w 26"/>
                  <a:gd name="T1" fmla="*/ 0 h 43"/>
                  <a:gd name="T2" fmla="*/ 0 w 26"/>
                  <a:gd name="T3" fmla="*/ 0 h 43"/>
                  <a:gd name="T4" fmla="*/ 21 w 26"/>
                  <a:gd name="T5" fmla="*/ 36 h 43"/>
                  <a:gd name="T6" fmla="*/ 26 w 26"/>
                  <a:gd name="T7" fmla="*/ 43 h 43"/>
                  <a:gd name="T8" fmla="*/ 26 w 26"/>
                  <a:gd name="T9" fmla="*/ 43 h 43"/>
                  <a:gd name="T10" fmla="*/ 26 w 26"/>
                  <a:gd name="T11" fmla="*/ 43 h 43"/>
                  <a:gd name="T12" fmla="*/ 0 w 26"/>
                  <a:gd name="T13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43">
                    <a:moveTo>
                      <a:pt x="0" y="0"/>
                    </a:moveTo>
                    <a:lnTo>
                      <a:pt x="0" y="0"/>
                    </a:lnTo>
                    <a:lnTo>
                      <a:pt x="21" y="36"/>
                    </a:lnTo>
                    <a:lnTo>
                      <a:pt x="26" y="43"/>
                    </a:lnTo>
                    <a:lnTo>
                      <a:pt x="26" y="43"/>
                    </a:lnTo>
                    <a:lnTo>
                      <a:pt x="26" y="4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Freeform 133"/>
              <p:cNvSpPr>
                <a:spLocks/>
              </p:cNvSpPr>
              <p:nvPr/>
            </p:nvSpPr>
            <p:spPr bwMode="auto">
              <a:xfrm>
                <a:off x="6024563" y="5970588"/>
                <a:ext cx="203200" cy="52388"/>
              </a:xfrm>
              <a:custGeom>
                <a:avLst/>
                <a:gdLst>
                  <a:gd name="T0" fmla="*/ 102 w 128"/>
                  <a:gd name="T1" fmla="*/ 0 h 33"/>
                  <a:gd name="T2" fmla="*/ 64 w 128"/>
                  <a:gd name="T3" fmla="*/ 23 h 33"/>
                  <a:gd name="T4" fmla="*/ 26 w 128"/>
                  <a:gd name="T5" fmla="*/ 2 h 33"/>
                  <a:gd name="T6" fmla="*/ 5 w 128"/>
                  <a:gd name="T7" fmla="*/ 28 h 33"/>
                  <a:gd name="T8" fmla="*/ 0 w 128"/>
                  <a:gd name="T9" fmla="*/ 33 h 33"/>
                  <a:gd name="T10" fmla="*/ 0 w 128"/>
                  <a:gd name="T11" fmla="*/ 33 h 33"/>
                  <a:gd name="T12" fmla="*/ 26 w 128"/>
                  <a:gd name="T13" fmla="*/ 11 h 33"/>
                  <a:gd name="T14" fmla="*/ 54 w 128"/>
                  <a:gd name="T15" fmla="*/ 26 h 33"/>
                  <a:gd name="T16" fmla="*/ 69 w 128"/>
                  <a:gd name="T17" fmla="*/ 26 h 33"/>
                  <a:gd name="T18" fmla="*/ 99 w 128"/>
                  <a:gd name="T19" fmla="*/ 11 h 33"/>
                  <a:gd name="T20" fmla="*/ 128 w 128"/>
                  <a:gd name="T21" fmla="*/ 33 h 33"/>
                  <a:gd name="T22" fmla="*/ 128 w 128"/>
                  <a:gd name="T23" fmla="*/ 33 h 33"/>
                  <a:gd name="T24" fmla="*/ 128 w 128"/>
                  <a:gd name="T25" fmla="*/ 33 h 33"/>
                  <a:gd name="T26" fmla="*/ 123 w 128"/>
                  <a:gd name="T27" fmla="*/ 26 h 33"/>
                  <a:gd name="T28" fmla="*/ 102 w 128"/>
                  <a:gd name="T2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8" h="33">
                    <a:moveTo>
                      <a:pt x="102" y="0"/>
                    </a:moveTo>
                    <a:lnTo>
                      <a:pt x="64" y="23"/>
                    </a:lnTo>
                    <a:lnTo>
                      <a:pt x="26" y="2"/>
                    </a:lnTo>
                    <a:lnTo>
                      <a:pt x="5" y="28"/>
                    </a:lnTo>
                    <a:lnTo>
                      <a:pt x="0" y="33"/>
                    </a:lnTo>
                    <a:lnTo>
                      <a:pt x="0" y="33"/>
                    </a:lnTo>
                    <a:lnTo>
                      <a:pt x="26" y="11"/>
                    </a:lnTo>
                    <a:lnTo>
                      <a:pt x="54" y="26"/>
                    </a:lnTo>
                    <a:lnTo>
                      <a:pt x="69" y="26"/>
                    </a:lnTo>
                    <a:lnTo>
                      <a:pt x="99" y="11"/>
                    </a:lnTo>
                    <a:lnTo>
                      <a:pt x="128" y="33"/>
                    </a:lnTo>
                    <a:lnTo>
                      <a:pt x="128" y="33"/>
                    </a:lnTo>
                    <a:lnTo>
                      <a:pt x="128" y="33"/>
                    </a:lnTo>
                    <a:lnTo>
                      <a:pt x="123" y="26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E8C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Freeform 134"/>
              <p:cNvSpPr>
                <a:spLocks/>
              </p:cNvSpPr>
              <p:nvPr/>
            </p:nvSpPr>
            <p:spPr bwMode="auto">
              <a:xfrm>
                <a:off x="6024563" y="5970588"/>
                <a:ext cx="203200" cy="52388"/>
              </a:xfrm>
              <a:custGeom>
                <a:avLst/>
                <a:gdLst>
                  <a:gd name="T0" fmla="*/ 102 w 128"/>
                  <a:gd name="T1" fmla="*/ 0 h 33"/>
                  <a:gd name="T2" fmla="*/ 64 w 128"/>
                  <a:gd name="T3" fmla="*/ 23 h 33"/>
                  <a:gd name="T4" fmla="*/ 26 w 128"/>
                  <a:gd name="T5" fmla="*/ 2 h 33"/>
                  <a:gd name="T6" fmla="*/ 5 w 128"/>
                  <a:gd name="T7" fmla="*/ 28 h 33"/>
                  <a:gd name="T8" fmla="*/ 0 w 128"/>
                  <a:gd name="T9" fmla="*/ 33 h 33"/>
                  <a:gd name="T10" fmla="*/ 0 w 128"/>
                  <a:gd name="T11" fmla="*/ 33 h 33"/>
                  <a:gd name="T12" fmla="*/ 26 w 128"/>
                  <a:gd name="T13" fmla="*/ 11 h 33"/>
                  <a:gd name="T14" fmla="*/ 54 w 128"/>
                  <a:gd name="T15" fmla="*/ 26 h 33"/>
                  <a:gd name="T16" fmla="*/ 69 w 128"/>
                  <a:gd name="T17" fmla="*/ 26 h 33"/>
                  <a:gd name="T18" fmla="*/ 99 w 128"/>
                  <a:gd name="T19" fmla="*/ 11 h 33"/>
                  <a:gd name="T20" fmla="*/ 128 w 128"/>
                  <a:gd name="T21" fmla="*/ 33 h 33"/>
                  <a:gd name="T22" fmla="*/ 128 w 128"/>
                  <a:gd name="T23" fmla="*/ 33 h 33"/>
                  <a:gd name="T24" fmla="*/ 128 w 128"/>
                  <a:gd name="T25" fmla="*/ 33 h 33"/>
                  <a:gd name="T26" fmla="*/ 123 w 128"/>
                  <a:gd name="T27" fmla="*/ 26 h 33"/>
                  <a:gd name="T28" fmla="*/ 102 w 128"/>
                  <a:gd name="T2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8" h="33">
                    <a:moveTo>
                      <a:pt x="102" y="0"/>
                    </a:moveTo>
                    <a:lnTo>
                      <a:pt x="64" y="23"/>
                    </a:lnTo>
                    <a:lnTo>
                      <a:pt x="26" y="2"/>
                    </a:lnTo>
                    <a:lnTo>
                      <a:pt x="5" y="28"/>
                    </a:lnTo>
                    <a:lnTo>
                      <a:pt x="0" y="33"/>
                    </a:lnTo>
                    <a:lnTo>
                      <a:pt x="0" y="33"/>
                    </a:lnTo>
                    <a:lnTo>
                      <a:pt x="26" y="11"/>
                    </a:lnTo>
                    <a:lnTo>
                      <a:pt x="54" y="26"/>
                    </a:lnTo>
                    <a:lnTo>
                      <a:pt x="69" y="26"/>
                    </a:lnTo>
                    <a:lnTo>
                      <a:pt x="99" y="11"/>
                    </a:lnTo>
                    <a:lnTo>
                      <a:pt x="128" y="33"/>
                    </a:lnTo>
                    <a:lnTo>
                      <a:pt x="128" y="33"/>
                    </a:lnTo>
                    <a:lnTo>
                      <a:pt x="128" y="33"/>
                    </a:lnTo>
                    <a:lnTo>
                      <a:pt x="123" y="26"/>
                    </a:lnTo>
                    <a:lnTo>
                      <a:pt x="10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Freeform 135"/>
              <p:cNvSpPr>
                <a:spLocks/>
              </p:cNvSpPr>
              <p:nvPr/>
            </p:nvSpPr>
            <p:spPr bwMode="auto">
              <a:xfrm>
                <a:off x="6321426" y="6289676"/>
                <a:ext cx="168275" cy="44450"/>
              </a:xfrm>
              <a:custGeom>
                <a:avLst/>
                <a:gdLst>
                  <a:gd name="T0" fmla="*/ 45 w 45"/>
                  <a:gd name="T1" fmla="*/ 6 h 12"/>
                  <a:gd name="T2" fmla="*/ 39 w 45"/>
                  <a:gd name="T3" fmla="*/ 12 h 12"/>
                  <a:gd name="T4" fmla="*/ 6 w 45"/>
                  <a:gd name="T5" fmla="*/ 12 h 12"/>
                  <a:gd name="T6" fmla="*/ 0 w 45"/>
                  <a:gd name="T7" fmla="*/ 6 h 12"/>
                  <a:gd name="T8" fmla="*/ 6 w 45"/>
                  <a:gd name="T9" fmla="*/ 0 h 12"/>
                  <a:gd name="T10" fmla="*/ 39 w 45"/>
                  <a:gd name="T11" fmla="*/ 0 h 12"/>
                  <a:gd name="T12" fmla="*/ 45 w 45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12">
                    <a:moveTo>
                      <a:pt x="45" y="6"/>
                    </a:moveTo>
                    <a:cubicBezTo>
                      <a:pt x="45" y="10"/>
                      <a:pt x="42" y="12"/>
                      <a:pt x="39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42" y="0"/>
                      <a:pt x="45" y="3"/>
                      <a:pt x="45" y="6"/>
                    </a:cubicBezTo>
                    <a:close/>
                  </a:path>
                </a:pathLst>
              </a:custGeom>
              <a:solidFill>
                <a:srgbClr val="4390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Freeform 137"/>
              <p:cNvSpPr>
                <a:spLocks/>
              </p:cNvSpPr>
              <p:nvPr/>
            </p:nvSpPr>
            <p:spPr bwMode="auto">
              <a:xfrm>
                <a:off x="5472113" y="5451476"/>
                <a:ext cx="455613" cy="593725"/>
              </a:xfrm>
              <a:custGeom>
                <a:avLst/>
                <a:gdLst>
                  <a:gd name="T0" fmla="*/ 74 w 121"/>
                  <a:gd name="T1" fmla="*/ 4 h 158"/>
                  <a:gd name="T2" fmla="*/ 20 w 121"/>
                  <a:gd name="T3" fmla="*/ 22 h 158"/>
                  <a:gd name="T4" fmla="*/ 17 w 121"/>
                  <a:gd name="T5" fmla="*/ 82 h 158"/>
                  <a:gd name="T6" fmla="*/ 43 w 121"/>
                  <a:gd name="T7" fmla="*/ 114 h 158"/>
                  <a:gd name="T8" fmla="*/ 31 w 121"/>
                  <a:gd name="T9" fmla="*/ 121 h 158"/>
                  <a:gd name="T10" fmla="*/ 39 w 121"/>
                  <a:gd name="T11" fmla="*/ 129 h 158"/>
                  <a:gd name="T12" fmla="*/ 53 w 121"/>
                  <a:gd name="T13" fmla="*/ 127 h 158"/>
                  <a:gd name="T14" fmla="*/ 42 w 121"/>
                  <a:gd name="T15" fmla="*/ 139 h 158"/>
                  <a:gd name="T16" fmla="*/ 28 w 121"/>
                  <a:gd name="T17" fmla="*/ 138 h 158"/>
                  <a:gd name="T18" fmla="*/ 48 w 121"/>
                  <a:gd name="T19" fmla="*/ 154 h 158"/>
                  <a:gd name="T20" fmla="*/ 88 w 121"/>
                  <a:gd name="T21" fmla="*/ 129 h 158"/>
                  <a:gd name="T22" fmla="*/ 92 w 121"/>
                  <a:gd name="T23" fmla="*/ 119 h 158"/>
                  <a:gd name="T24" fmla="*/ 95 w 121"/>
                  <a:gd name="T25" fmla="*/ 134 h 158"/>
                  <a:gd name="T26" fmla="*/ 90 w 121"/>
                  <a:gd name="T27" fmla="*/ 143 h 158"/>
                  <a:gd name="T28" fmla="*/ 116 w 121"/>
                  <a:gd name="T29" fmla="*/ 121 h 158"/>
                  <a:gd name="T30" fmla="*/ 116 w 121"/>
                  <a:gd name="T31" fmla="*/ 64 h 158"/>
                  <a:gd name="T32" fmla="*/ 74 w 121"/>
                  <a:gd name="T33" fmla="*/ 4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1" h="158">
                    <a:moveTo>
                      <a:pt x="74" y="4"/>
                    </a:moveTo>
                    <a:cubicBezTo>
                      <a:pt x="74" y="4"/>
                      <a:pt x="39" y="0"/>
                      <a:pt x="20" y="22"/>
                    </a:cubicBezTo>
                    <a:cubicBezTo>
                      <a:pt x="0" y="44"/>
                      <a:pt x="6" y="69"/>
                      <a:pt x="17" y="82"/>
                    </a:cubicBezTo>
                    <a:cubicBezTo>
                      <a:pt x="27" y="96"/>
                      <a:pt x="46" y="106"/>
                      <a:pt x="43" y="114"/>
                    </a:cubicBezTo>
                    <a:cubicBezTo>
                      <a:pt x="41" y="122"/>
                      <a:pt x="36" y="122"/>
                      <a:pt x="31" y="121"/>
                    </a:cubicBezTo>
                    <a:cubicBezTo>
                      <a:pt x="25" y="120"/>
                      <a:pt x="30" y="127"/>
                      <a:pt x="39" y="129"/>
                    </a:cubicBezTo>
                    <a:cubicBezTo>
                      <a:pt x="47" y="131"/>
                      <a:pt x="53" y="127"/>
                      <a:pt x="53" y="127"/>
                    </a:cubicBezTo>
                    <a:cubicBezTo>
                      <a:pt x="53" y="127"/>
                      <a:pt x="52" y="139"/>
                      <a:pt x="42" y="139"/>
                    </a:cubicBezTo>
                    <a:cubicBezTo>
                      <a:pt x="31" y="140"/>
                      <a:pt x="28" y="138"/>
                      <a:pt x="28" y="138"/>
                    </a:cubicBezTo>
                    <a:cubicBezTo>
                      <a:pt x="28" y="138"/>
                      <a:pt x="35" y="153"/>
                      <a:pt x="48" y="154"/>
                    </a:cubicBezTo>
                    <a:cubicBezTo>
                      <a:pt x="48" y="154"/>
                      <a:pt x="79" y="158"/>
                      <a:pt x="88" y="129"/>
                    </a:cubicBezTo>
                    <a:cubicBezTo>
                      <a:pt x="88" y="129"/>
                      <a:pt x="91" y="122"/>
                      <a:pt x="92" y="119"/>
                    </a:cubicBezTo>
                    <a:cubicBezTo>
                      <a:pt x="93" y="116"/>
                      <a:pt x="98" y="127"/>
                      <a:pt x="95" y="134"/>
                    </a:cubicBezTo>
                    <a:cubicBezTo>
                      <a:pt x="92" y="141"/>
                      <a:pt x="90" y="143"/>
                      <a:pt x="90" y="143"/>
                    </a:cubicBezTo>
                    <a:cubicBezTo>
                      <a:pt x="90" y="143"/>
                      <a:pt x="112" y="143"/>
                      <a:pt x="116" y="121"/>
                    </a:cubicBezTo>
                    <a:cubicBezTo>
                      <a:pt x="121" y="100"/>
                      <a:pt x="119" y="69"/>
                      <a:pt x="116" y="64"/>
                    </a:cubicBezTo>
                    <a:cubicBezTo>
                      <a:pt x="116" y="64"/>
                      <a:pt x="86" y="41"/>
                      <a:pt x="74" y="4"/>
                    </a:cubicBezTo>
                    <a:close/>
                  </a:path>
                </a:pathLst>
              </a:custGeom>
              <a:solidFill>
                <a:srgbClr val="F5B3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8" name="Freeform 136"/>
            <p:cNvSpPr>
              <a:spLocks/>
            </p:cNvSpPr>
            <p:nvPr/>
          </p:nvSpPr>
          <p:spPr bwMode="auto">
            <a:xfrm>
              <a:off x="5622926" y="4703763"/>
              <a:ext cx="1014413" cy="596900"/>
            </a:xfrm>
            <a:custGeom>
              <a:avLst/>
              <a:gdLst>
                <a:gd name="T0" fmla="*/ 264 w 270"/>
                <a:gd name="T1" fmla="*/ 159 h 159"/>
                <a:gd name="T2" fmla="*/ 247 w 270"/>
                <a:gd name="T3" fmla="*/ 159 h 159"/>
                <a:gd name="T4" fmla="*/ 213 w 270"/>
                <a:gd name="T5" fmla="*/ 125 h 159"/>
                <a:gd name="T6" fmla="*/ 235 w 270"/>
                <a:gd name="T7" fmla="*/ 159 h 159"/>
                <a:gd name="T8" fmla="*/ 177 w 270"/>
                <a:gd name="T9" fmla="*/ 159 h 159"/>
                <a:gd name="T10" fmla="*/ 147 w 270"/>
                <a:gd name="T11" fmla="*/ 128 h 159"/>
                <a:gd name="T12" fmla="*/ 172 w 270"/>
                <a:gd name="T13" fmla="*/ 159 h 159"/>
                <a:gd name="T14" fmla="*/ 125 w 270"/>
                <a:gd name="T15" fmla="*/ 159 h 159"/>
                <a:gd name="T16" fmla="*/ 97 w 270"/>
                <a:gd name="T17" fmla="*/ 127 h 159"/>
                <a:gd name="T18" fmla="*/ 117 w 270"/>
                <a:gd name="T19" fmla="*/ 159 h 159"/>
                <a:gd name="T20" fmla="*/ 74 w 270"/>
                <a:gd name="T21" fmla="*/ 159 h 159"/>
                <a:gd name="T22" fmla="*/ 38 w 270"/>
                <a:gd name="T23" fmla="*/ 130 h 159"/>
                <a:gd name="T24" fmla="*/ 56 w 270"/>
                <a:gd name="T25" fmla="*/ 159 h 159"/>
                <a:gd name="T26" fmla="*/ 10 w 270"/>
                <a:gd name="T27" fmla="*/ 159 h 159"/>
                <a:gd name="T28" fmla="*/ 39 w 270"/>
                <a:gd name="T29" fmla="*/ 44 h 159"/>
                <a:gd name="T30" fmla="*/ 133 w 270"/>
                <a:gd name="T31" fmla="*/ 0 h 159"/>
                <a:gd name="T32" fmla="*/ 242 w 270"/>
                <a:gd name="T33" fmla="*/ 59 h 159"/>
                <a:gd name="T34" fmla="*/ 264 w 270"/>
                <a:gd name="T3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0" h="159">
                  <a:moveTo>
                    <a:pt x="264" y="159"/>
                  </a:moveTo>
                  <a:cubicBezTo>
                    <a:pt x="247" y="159"/>
                    <a:pt x="247" y="159"/>
                    <a:pt x="247" y="159"/>
                  </a:cubicBezTo>
                  <a:cubicBezTo>
                    <a:pt x="213" y="125"/>
                    <a:pt x="213" y="125"/>
                    <a:pt x="213" y="125"/>
                  </a:cubicBezTo>
                  <a:cubicBezTo>
                    <a:pt x="235" y="159"/>
                    <a:pt x="235" y="159"/>
                    <a:pt x="235" y="159"/>
                  </a:cubicBezTo>
                  <a:cubicBezTo>
                    <a:pt x="177" y="159"/>
                    <a:pt x="177" y="159"/>
                    <a:pt x="177" y="159"/>
                  </a:cubicBezTo>
                  <a:cubicBezTo>
                    <a:pt x="147" y="128"/>
                    <a:pt x="147" y="128"/>
                    <a:pt x="147" y="128"/>
                  </a:cubicBezTo>
                  <a:cubicBezTo>
                    <a:pt x="172" y="159"/>
                    <a:pt x="172" y="159"/>
                    <a:pt x="172" y="159"/>
                  </a:cubicBezTo>
                  <a:cubicBezTo>
                    <a:pt x="125" y="159"/>
                    <a:pt x="125" y="159"/>
                    <a:pt x="125" y="159"/>
                  </a:cubicBezTo>
                  <a:cubicBezTo>
                    <a:pt x="97" y="127"/>
                    <a:pt x="97" y="127"/>
                    <a:pt x="97" y="127"/>
                  </a:cubicBezTo>
                  <a:cubicBezTo>
                    <a:pt x="117" y="159"/>
                    <a:pt x="117" y="159"/>
                    <a:pt x="117" y="159"/>
                  </a:cubicBezTo>
                  <a:cubicBezTo>
                    <a:pt x="74" y="159"/>
                    <a:pt x="74" y="159"/>
                    <a:pt x="74" y="159"/>
                  </a:cubicBezTo>
                  <a:cubicBezTo>
                    <a:pt x="38" y="130"/>
                    <a:pt x="38" y="130"/>
                    <a:pt x="38" y="130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10" y="159"/>
                    <a:pt x="10" y="159"/>
                    <a:pt x="10" y="159"/>
                  </a:cubicBezTo>
                  <a:cubicBezTo>
                    <a:pt x="10" y="159"/>
                    <a:pt x="0" y="89"/>
                    <a:pt x="39" y="44"/>
                  </a:cubicBezTo>
                  <a:cubicBezTo>
                    <a:pt x="65" y="14"/>
                    <a:pt x="98" y="0"/>
                    <a:pt x="133" y="0"/>
                  </a:cubicBezTo>
                  <a:cubicBezTo>
                    <a:pt x="168" y="0"/>
                    <a:pt x="214" y="7"/>
                    <a:pt x="242" y="59"/>
                  </a:cubicBezTo>
                  <a:cubicBezTo>
                    <a:pt x="270" y="110"/>
                    <a:pt x="266" y="153"/>
                    <a:pt x="264" y="159"/>
                  </a:cubicBezTo>
                  <a:close/>
                </a:path>
              </a:pathLst>
            </a:custGeom>
            <a:solidFill>
              <a:srgbClr val="F5B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9772873" y="1524880"/>
            <a:ext cx="1573213" cy="1778000"/>
            <a:chOff x="7448551" y="2468563"/>
            <a:chExt cx="1573213" cy="1778000"/>
          </a:xfrm>
        </p:grpSpPr>
        <p:sp>
          <p:nvSpPr>
            <p:cNvPr id="140" name="Freeform 138"/>
            <p:cNvSpPr>
              <a:spLocks/>
            </p:cNvSpPr>
            <p:nvPr/>
          </p:nvSpPr>
          <p:spPr bwMode="auto">
            <a:xfrm>
              <a:off x="7448551" y="2668588"/>
              <a:ext cx="1573213" cy="1573213"/>
            </a:xfrm>
            <a:custGeom>
              <a:avLst/>
              <a:gdLst>
                <a:gd name="T0" fmla="*/ 419 w 419"/>
                <a:gd name="T1" fmla="*/ 395 h 419"/>
                <a:gd name="T2" fmla="*/ 395 w 419"/>
                <a:gd name="T3" fmla="*/ 419 h 419"/>
                <a:gd name="T4" fmla="*/ 24 w 419"/>
                <a:gd name="T5" fmla="*/ 419 h 419"/>
                <a:gd name="T6" fmla="*/ 0 w 419"/>
                <a:gd name="T7" fmla="*/ 395 h 419"/>
                <a:gd name="T8" fmla="*/ 0 w 419"/>
                <a:gd name="T9" fmla="*/ 24 h 419"/>
                <a:gd name="T10" fmla="*/ 24 w 419"/>
                <a:gd name="T11" fmla="*/ 0 h 419"/>
                <a:gd name="T12" fmla="*/ 395 w 419"/>
                <a:gd name="T13" fmla="*/ 0 h 419"/>
                <a:gd name="T14" fmla="*/ 419 w 419"/>
                <a:gd name="T15" fmla="*/ 24 h 419"/>
                <a:gd name="T16" fmla="*/ 419 w 419"/>
                <a:gd name="T17" fmla="*/ 39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9" h="419">
                  <a:moveTo>
                    <a:pt x="419" y="395"/>
                  </a:moveTo>
                  <a:cubicBezTo>
                    <a:pt x="419" y="408"/>
                    <a:pt x="408" y="419"/>
                    <a:pt x="395" y="419"/>
                  </a:cubicBezTo>
                  <a:cubicBezTo>
                    <a:pt x="24" y="419"/>
                    <a:pt x="24" y="419"/>
                    <a:pt x="24" y="419"/>
                  </a:cubicBezTo>
                  <a:cubicBezTo>
                    <a:pt x="11" y="419"/>
                    <a:pt x="0" y="408"/>
                    <a:pt x="0" y="3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95" y="0"/>
                    <a:pt x="395" y="0"/>
                    <a:pt x="395" y="0"/>
                  </a:cubicBezTo>
                  <a:cubicBezTo>
                    <a:pt x="408" y="0"/>
                    <a:pt x="419" y="11"/>
                    <a:pt x="419" y="24"/>
                  </a:cubicBezTo>
                  <a:lnTo>
                    <a:pt x="419" y="395"/>
                  </a:lnTo>
                  <a:close/>
                </a:path>
              </a:pathLst>
            </a:custGeom>
            <a:solidFill>
              <a:srgbClr val="2C69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139"/>
            <p:cNvSpPr>
              <a:spLocks/>
            </p:cNvSpPr>
            <p:nvPr/>
          </p:nvSpPr>
          <p:spPr bwMode="auto">
            <a:xfrm>
              <a:off x="8094663" y="3524251"/>
              <a:ext cx="192088" cy="180975"/>
            </a:xfrm>
            <a:custGeom>
              <a:avLst/>
              <a:gdLst>
                <a:gd name="T0" fmla="*/ 51 w 51"/>
                <a:gd name="T1" fmla="*/ 16 h 48"/>
                <a:gd name="T2" fmla="*/ 51 w 51"/>
                <a:gd name="T3" fmla="*/ 0 h 48"/>
                <a:gd name="T4" fmla="*/ 0 w 51"/>
                <a:gd name="T5" fmla="*/ 0 h 48"/>
                <a:gd name="T6" fmla="*/ 0 w 51"/>
                <a:gd name="T7" fmla="*/ 48 h 48"/>
                <a:gd name="T8" fmla="*/ 51 w 51"/>
                <a:gd name="T9" fmla="*/ 1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8">
                  <a:moveTo>
                    <a:pt x="51" y="16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1" y="31"/>
                    <a:pt x="29" y="19"/>
                    <a:pt x="51" y="16"/>
                  </a:cubicBezTo>
                  <a:close/>
                </a:path>
              </a:pathLst>
            </a:custGeom>
            <a:solidFill>
              <a:srgbClr val="EEC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Freeform 140"/>
            <p:cNvSpPr>
              <a:spLocks/>
            </p:cNvSpPr>
            <p:nvPr/>
          </p:nvSpPr>
          <p:spPr bwMode="auto">
            <a:xfrm>
              <a:off x="8094663" y="3584576"/>
              <a:ext cx="192088" cy="390525"/>
            </a:xfrm>
            <a:custGeom>
              <a:avLst/>
              <a:gdLst>
                <a:gd name="T0" fmla="*/ 51 w 51"/>
                <a:gd name="T1" fmla="*/ 104 h 104"/>
                <a:gd name="T2" fmla="*/ 51 w 51"/>
                <a:gd name="T3" fmla="*/ 0 h 104"/>
                <a:gd name="T4" fmla="*/ 0 w 51"/>
                <a:gd name="T5" fmla="*/ 32 h 104"/>
                <a:gd name="T6" fmla="*/ 0 w 51"/>
                <a:gd name="T7" fmla="*/ 104 h 104"/>
                <a:gd name="T8" fmla="*/ 51 w 51"/>
                <a:gd name="T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104">
                  <a:moveTo>
                    <a:pt x="51" y="104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29" y="3"/>
                    <a:pt x="11" y="15"/>
                    <a:pt x="0" y="32"/>
                  </a:cubicBezTo>
                  <a:cubicBezTo>
                    <a:pt x="0" y="104"/>
                    <a:pt x="0" y="104"/>
                    <a:pt x="0" y="104"/>
                  </a:cubicBezTo>
                  <a:lnTo>
                    <a:pt x="51" y="104"/>
                  </a:lnTo>
                  <a:close/>
                </a:path>
              </a:pathLst>
            </a:custGeom>
            <a:solidFill>
              <a:srgbClr val="FFD8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141"/>
            <p:cNvSpPr>
              <a:spLocks/>
            </p:cNvSpPr>
            <p:nvPr/>
          </p:nvSpPr>
          <p:spPr bwMode="auto">
            <a:xfrm>
              <a:off x="7693026" y="3735388"/>
              <a:ext cx="1014413" cy="511175"/>
            </a:xfrm>
            <a:custGeom>
              <a:avLst/>
              <a:gdLst>
                <a:gd name="T0" fmla="*/ 270 w 270"/>
                <a:gd name="T1" fmla="*/ 136 h 136"/>
                <a:gd name="T2" fmla="*/ 270 w 270"/>
                <a:gd name="T3" fmla="*/ 25 h 136"/>
                <a:gd name="T4" fmla="*/ 246 w 270"/>
                <a:gd name="T5" fmla="*/ 0 h 136"/>
                <a:gd name="T6" fmla="*/ 161 w 270"/>
                <a:gd name="T7" fmla="*/ 0 h 136"/>
                <a:gd name="T8" fmla="*/ 133 w 270"/>
                <a:gd name="T9" fmla="*/ 22 h 136"/>
                <a:gd name="T10" fmla="*/ 105 w 270"/>
                <a:gd name="T11" fmla="*/ 0 h 136"/>
                <a:gd name="T12" fmla="*/ 24 w 270"/>
                <a:gd name="T13" fmla="*/ 0 h 136"/>
                <a:gd name="T14" fmla="*/ 0 w 270"/>
                <a:gd name="T15" fmla="*/ 25 h 136"/>
                <a:gd name="T16" fmla="*/ 0 w 270"/>
                <a:gd name="T17" fmla="*/ 136 h 136"/>
                <a:gd name="T18" fmla="*/ 270 w 270"/>
                <a:gd name="T19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0" h="136">
                  <a:moveTo>
                    <a:pt x="270" y="136"/>
                  </a:moveTo>
                  <a:cubicBezTo>
                    <a:pt x="270" y="25"/>
                    <a:pt x="270" y="25"/>
                    <a:pt x="270" y="25"/>
                  </a:cubicBezTo>
                  <a:cubicBezTo>
                    <a:pt x="270" y="11"/>
                    <a:pt x="260" y="0"/>
                    <a:pt x="246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0"/>
                    <a:pt x="150" y="22"/>
                    <a:pt x="133" y="22"/>
                  </a:cubicBezTo>
                  <a:cubicBezTo>
                    <a:pt x="117" y="22"/>
                    <a:pt x="105" y="0"/>
                    <a:pt x="1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136"/>
                    <a:pt x="0" y="136"/>
                    <a:pt x="0" y="136"/>
                  </a:cubicBezTo>
                  <a:lnTo>
                    <a:pt x="270" y="136"/>
                  </a:lnTo>
                  <a:close/>
                </a:path>
              </a:pathLst>
            </a:custGeom>
            <a:solidFill>
              <a:srgbClr val="90E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Freeform 142"/>
            <p:cNvSpPr>
              <a:spLocks/>
            </p:cNvSpPr>
            <p:nvPr/>
          </p:nvSpPr>
          <p:spPr bwMode="auto">
            <a:xfrm>
              <a:off x="7827963" y="2770188"/>
              <a:ext cx="731838" cy="792163"/>
            </a:xfrm>
            <a:custGeom>
              <a:avLst/>
              <a:gdLst>
                <a:gd name="T0" fmla="*/ 193 w 195"/>
                <a:gd name="T1" fmla="*/ 24 h 211"/>
                <a:gd name="T2" fmla="*/ 169 w 195"/>
                <a:gd name="T3" fmla="*/ 0 h 211"/>
                <a:gd name="T4" fmla="*/ 26 w 195"/>
                <a:gd name="T5" fmla="*/ 0 h 211"/>
                <a:gd name="T6" fmla="*/ 2 w 195"/>
                <a:gd name="T7" fmla="*/ 24 h 211"/>
                <a:gd name="T8" fmla="*/ 0 w 195"/>
                <a:gd name="T9" fmla="*/ 187 h 211"/>
                <a:gd name="T10" fmla="*/ 24 w 195"/>
                <a:gd name="T11" fmla="*/ 211 h 211"/>
                <a:gd name="T12" fmla="*/ 171 w 195"/>
                <a:gd name="T13" fmla="*/ 211 h 211"/>
                <a:gd name="T14" fmla="*/ 195 w 195"/>
                <a:gd name="T15" fmla="*/ 187 h 211"/>
                <a:gd name="T16" fmla="*/ 193 w 195"/>
                <a:gd name="T17" fmla="*/ 2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211">
                  <a:moveTo>
                    <a:pt x="193" y="24"/>
                  </a:moveTo>
                  <a:cubicBezTo>
                    <a:pt x="193" y="10"/>
                    <a:pt x="182" y="0"/>
                    <a:pt x="169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2" y="10"/>
                    <a:pt x="2" y="24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200"/>
                    <a:pt x="10" y="211"/>
                    <a:pt x="24" y="211"/>
                  </a:cubicBezTo>
                  <a:cubicBezTo>
                    <a:pt x="171" y="211"/>
                    <a:pt x="171" y="211"/>
                    <a:pt x="171" y="211"/>
                  </a:cubicBezTo>
                  <a:cubicBezTo>
                    <a:pt x="184" y="211"/>
                    <a:pt x="195" y="200"/>
                    <a:pt x="195" y="187"/>
                  </a:cubicBezTo>
                  <a:lnTo>
                    <a:pt x="193" y="24"/>
                  </a:lnTo>
                  <a:close/>
                </a:path>
              </a:pathLst>
            </a:custGeom>
            <a:solidFill>
              <a:srgbClr val="FFD8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143"/>
            <p:cNvSpPr>
              <a:spLocks/>
            </p:cNvSpPr>
            <p:nvPr/>
          </p:nvSpPr>
          <p:spPr bwMode="auto">
            <a:xfrm>
              <a:off x="7688263" y="2468563"/>
              <a:ext cx="947738" cy="800100"/>
            </a:xfrm>
            <a:custGeom>
              <a:avLst/>
              <a:gdLst>
                <a:gd name="T0" fmla="*/ 182 w 252"/>
                <a:gd name="T1" fmla="*/ 95 h 213"/>
                <a:gd name="T2" fmla="*/ 136 w 252"/>
                <a:gd name="T3" fmla="*/ 114 h 213"/>
                <a:gd name="T4" fmla="*/ 48 w 252"/>
                <a:gd name="T5" fmla="*/ 143 h 213"/>
                <a:gd name="T6" fmla="*/ 29 w 252"/>
                <a:gd name="T7" fmla="*/ 208 h 213"/>
                <a:gd name="T8" fmla="*/ 17 w 252"/>
                <a:gd name="T9" fmla="*/ 144 h 213"/>
                <a:gd name="T10" fmla="*/ 14 w 252"/>
                <a:gd name="T11" fmla="*/ 59 h 213"/>
                <a:gd name="T12" fmla="*/ 77 w 252"/>
                <a:gd name="T13" fmla="*/ 12 h 213"/>
                <a:gd name="T14" fmla="*/ 160 w 252"/>
                <a:gd name="T15" fmla="*/ 9 h 213"/>
                <a:gd name="T16" fmla="*/ 191 w 252"/>
                <a:gd name="T17" fmla="*/ 28 h 213"/>
                <a:gd name="T18" fmla="*/ 237 w 252"/>
                <a:gd name="T19" fmla="*/ 48 h 213"/>
                <a:gd name="T20" fmla="*/ 248 w 252"/>
                <a:gd name="T21" fmla="*/ 122 h 213"/>
                <a:gd name="T22" fmla="*/ 240 w 252"/>
                <a:gd name="T23" fmla="*/ 165 h 213"/>
                <a:gd name="T24" fmla="*/ 234 w 252"/>
                <a:gd name="T25" fmla="*/ 186 h 213"/>
                <a:gd name="T26" fmla="*/ 224 w 252"/>
                <a:gd name="T27" fmla="*/ 150 h 213"/>
                <a:gd name="T28" fmla="*/ 192 w 252"/>
                <a:gd name="T29" fmla="*/ 113 h 213"/>
                <a:gd name="T30" fmla="*/ 182 w 252"/>
                <a:gd name="T31" fmla="*/ 9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2" h="213">
                  <a:moveTo>
                    <a:pt x="182" y="95"/>
                  </a:moveTo>
                  <a:cubicBezTo>
                    <a:pt x="182" y="95"/>
                    <a:pt x="170" y="111"/>
                    <a:pt x="136" y="114"/>
                  </a:cubicBezTo>
                  <a:cubicBezTo>
                    <a:pt x="101" y="117"/>
                    <a:pt x="62" y="125"/>
                    <a:pt x="48" y="143"/>
                  </a:cubicBezTo>
                  <a:cubicBezTo>
                    <a:pt x="34" y="161"/>
                    <a:pt x="30" y="204"/>
                    <a:pt x="29" y="208"/>
                  </a:cubicBezTo>
                  <a:cubicBezTo>
                    <a:pt x="28" y="213"/>
                    <a:pt x="23" y="162"/>
                    <a:pt x="17" y="144"/>
                  </a:cubicBezTo>
                  <a:cubicBezTo>
                    <a:pt x="11" y="126"/>
                    <a:pt x="0" y="85"/>
                    <a:pt x="14" y="59"/>
                  </a:cubicBezTo>
                  <a:cubicBezTo>
                    <a:pt x="28" y="33"/>
                    <a:pt x="57" y="17"/>
                    <a:pt x="77" y="12"/>
                  </a:cubicBezTo>
                  <a:cubicBezTo>
                    <a:pt x="97" y="7"/>
                    <a:pt x="139" y="0"/>
                    <a:pt x="160" y="9"/>
                  </a:cubicBezTo>
                  <a:cubicBezTo>
                    <a:pt x="182" y="17"/>
                    <a:pt x="191" y="28"/>
                    <a:pt x="191" y="28"/>
                  </a:cubicBezTo>
                  <a:cubicBezTo>
                    <a:pt x="191" y="28"/>
                    <a:pt x="226" y="24"/>
                    <a:pt x="237" y="48"/>
                  </a:cubicBezTo>
                  <a:cubicBezTo>
                    <a:pt x="248" y="72"/>
                    <a:pt x="252" y="105"/>
                    <a:pt x="248" y="122"/>
                  </a:cubicBezTo>
                  <a:cubicBezTo>
                    <a:pt x="245" y="139"/>
                    <a:pt x="240" y="165"/>
                    <a:pt x="240" y="165"/>
                  </a:cubicBezTo>
                  <a:cubicBezTo>
                    <a:pt x="234" y="186"/>
                    <a:pt x="234" y="186"/>
                    <a:pt x="234" y="186"/>
                  </a:cubicBezTo>
                  <a:cubicBezTo>
                    <a:pt x="234" y="186"/>
                    <a:pt x="230" y="157"/>
                    <a:pt x="224" y="150"/>
                  </a:cubicBezTo>
                  <a:cubicBezTo>
                    <a:pt x="217" y="143"/>
                    <a:pt x="198" y="127"/>
                    <a:pt x="192" y="113"/>
                  </a:cubicBezTo>
                  <a:cubicBezTo>
                    <a:pt x="186" y="100"/>
                    <a:pt x="182" y="95"/>
                    <a:pt x="182" y="95"/>
                  </a:cubicBezTo>
                  <a:close/>
                </a:path>
              </a:pathLst>
            </a:custGeom>
            <a:solidFill>
              <a:srgbClr val="C268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Freeform 144"/>
            <p:cNvSpPr>
              <a:spLocks/>
            </p:cNvSpPr>
            <p:nvPr/>
          </p:nvSpPr>
          <p:spPr bwMode="auto">
            <a:xfrm>
              <a:off x="7693026" y="3730626"/>
              <a:ext cx="506413" cy="511175"/>
            </a:xfrm>
            <a:custGeom>
              <a:avLst/>
              <a:gdLst>
                <a:gd name="T0" fmla="*/ 69 w 135"/>
                <a:gd name="T1" fmla="*/ 0 h 136"/>
                <a:gd name="T2" fmla="*/ 24 w 135"/>
                <a:gd name="T3" fmla="*/ 0 h 136"/>
                <a:gd name="T4" fmla="*/ 0 w 135"/>
                <a:gd name="T5" fmla="*/ 26 h 136"/>
                <a:gd name="T6" fmla="*/ 0 w 135"/>
                <a:gd name="T7" fmla="*/ 136 h 136"/>
                <a:gd name="T8" fmla="*/ 135 w 135"/>
                <a:gd name="T9" fmla="*/ 136 h 136"/>
                <a:gd name="T10" fmla="*/ 135 w 135"/>
                <a:gd name="T11" fmla="*/ 96 h 136"/>
                <a:gd name="T12" fmla="*/ 69 w 135"/>
                <a:gd name="T1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136">
                  <a:moveTo>
                    <a:pt x="6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6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135" y="136"/>
                    <a:pt x="135" y="136"/>
                    <a:pt x="135" y="136"/>
                  </a:cubicBezTo>
                  <a:cubicBezTo>
                    <a:pt x="135" y="96"/>
                    <a:pt x="135" y="96"/>
                    <a:pt x="135" y="96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F26B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45"/>
            <p:cNvSpPr>
              <a:spLocks/>
            </p:cNvSpPr>
            <p:nvPr/>
          </p:nvSpPr>
          <p:spPr bwMode="auto">
            <a:xfrm>
              <a:off x="8199438" y="3730626"/>
              <a:ext cx="508000" cy="511175"/>
            </a:xfrm>
            <a:custGeom>
              <a:avLst/>
              <a:gdLst>
                <a:gd name="T0" fmla="*/ 135 w 135"/>
                <a:gd name="T1" fmla="*/ 26 h 136"/>
                <a:gd name="T2" fmla="*/ 111 w 135"/>
                <a:gd name="T3" fmla="*/ 0 h 136"/>
                <a:gd name="T4" fmla="*/ 58 w 135"/>
                <a:gd name="T5" fmla="*/ 0 h 136"/>
                <a:gd name="T6" fmla="*/ 0 w 135"/>
                <a:gd name="T7" fmla="*/ 96 h 136"/>
                <a:gd name="T8" fmla="*/ 0 w 135"/>
                <a:gd name="T9" fmla="*/ 136 h 136"/>
                <a:gd name="T10" fmla="*/ 135 w 135"/>
                <a:gd name="T11" fmla="*/ 136 h 136"/>
                <a:gd name="T12" fmla="*/ 135 w 135"/>
                <a:gd name="T13" fmla="*/ 2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136">
                  <a:moveTo>
                    <a:pt x="135" y="26"/>
                  </a:moveTo>
                  <a:cubicBezTo>
                    <a:pt x="135" y="11"/>
                    <a:pt x="125" y="0"/>
                    <a:pt x="111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135" y="136"/>
                    <a:pt x="135" y="136"/>
                    <a:pt x="135" y="136"/>
                  </a:cubicBezTo>
                  <a:lnTo>
                    <a:pt x="135" y="26"/>
                  </a:lnTo>
                  <a:close/>
                </a:path>
              </a:pathLst>
            </a:custGeom>
            <a:solidFill>
              <a:srgbClr val="FF8A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Freeform 146"/>
            <p:cNvSpPr>
              <a:spLocks/>
            </p:cNvSpPr>
            <p:nvPr/>
          </p:nvSpPr>
          <p:spPr bwMode="auto">
            <a:xfrm>
              <a:off x="8369301" y="3990976"/>
              <a:ext cx="173038" cy="22225"/>
            </a:xfrm>
            <a:custGeom>
              <a:avLst/>
              <a:gdLst>
                <a:gd name="T0" fmla="*/ 46 w 46"/>
                <a:gd name="T1" fmla="*/ 3 h 6"/>
                <a:gd name="T2" fmla="*/ 43 w 46"/>
                <a:gd name="T3" fmla="*/ 6 h 6"/>
                <a:gd name="T4" fmla="*/ 4 w 46"/>
                <a:gd name="T5" fmla="*/ 6 h 6"/>
                <a:gd name="T6" fmla="*/ 0 w 46"/>
                <a:gd name="T7" fmla="*/ 3 h 6"/>
                <a:gd name="T8" fmla="*/ 4 w 46"/>
                <a:gd name="T9" fmla="*/ 0 h 6"/>
                <a:gd name="T10" fmla="*/ 43 w 46"/>
                <a:gd name="T11" fmla="*/ 0 h 6"/>
                <a:gd name="T12" fmla="*/ 46 w 46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6">
                  <a:moveTo>
                    <a:pt x="46" y="3"/>
                  </a:moveTo>
                  <a:cubicBezTo>
                    <a:pt x="46" y="5"/>
                    <a:pt x="45" y="6"/>
                    <a:pt x="4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5" y="0"/>
                    <a:pt x="46" y="1"/>
                    <a:pt x="46" y="3"/>
                  </a:cubicBezTo>
                  <a:close/>
                </a:path>
              </a:pathLst>
            </a:custGeom>
            <a:solidFill>
              <a:srgbClr val="F26B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451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组合 341"/>
          <p:cNvGrpSpPr/>
          <p:nvPr/>
        </p:nvGrpSpPr>
        <p:grpSpPr>
          <a:xfrm>
            <a:off x="3817937" y="1274764"/>
            <a:ext cx="1223963" cy="2247900"/>
            <a:chOff x="3817937" y="1274764"/>
            <a:chExt cx="1223963" cy="2247900"/>
          </a:xfrm>
        </p:grpSpPr>
        <p:sp>
          <p:nvSpPr>
            <p:cNvPr id="148" name="Oval 14"/>
            <p:cNvSpPr>
              <a:spLocks noChangeArrowheads="1"/>
            </p:cNvSpPr>
            <p:nvPr/>
          </p:nvSpPr>
          <p:spPr bwMode="auto">
            <a:xfrm>
              <a:off x="3846512" y="1609726"/>
              <a:ext cx="392112" cy="392113"/>
            </a:xfrm>
            <a:prstGeom prst="ellipse">
              <a:avLst/>
            </a:pr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Oval 15"/>
            <p:cNvSpPr>
              <a:spLocks noChangeArrowheads="1"/>
            </p:cNvSpPr>
            <p:nvPr/>
          </p:nvSpPr>
          <p:spPr bwMode="auto">
            <a:xfrm>
              <a:off x="4638675" y="1609726"/>
              <a:ext cx="392112" cy="392113"/>
            </a:xfrm>
            <a:prstGeom prst="ellipse">
              <a:avLst/>
            </a:pr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Freeform 16"/>
            <p:cNvSpPr>
              <a:spLocks/>
            </p:cNvSpPr>
            <p:nvPr/>
          </p:nvSpPr>
          <p:spPr bwMode="auto">
            <a:xfrm>
              <a:off x="3817937" y="1995489"/>
              <a:ext cx="282575" cy="561975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0 h 400"/>
                <a:gd name="T24" fmla="*/ 143 w 200"/>
                <a:gd name="T25" fmla="*/ 118 h 400"/>
                <a:gd name="T26" fmla="*/ 155 w 200"/>
                <a:gd name="T27" fmla="*/ 105 h 400"/>
                <a:gd name="T28" fmla="*/ 172 w 200"/>
                <a:gd name="T29" fmla="*/ 87 h 400"/>
                <a:gd name="T30" fmla="*/ 172 w 200"/>
                <a:gd name="T31" fmla="*/ 87 h 400"/>
                <a:gd name="T32" fmla="*/ 187 w 200"/>
                <a:gd name="T33" fmla="*/ 29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5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7"/>
                    <a:pt x="123" y="267"/>
                    <a:pt x="112" y="229"/>
                  </a:cubicBezTo>
                  <a:cubicBezTo>
                    <a:pt x="109" y="215"/>
                    <a:pt x="108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0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0" y="136"/>
                    <a:pt x="137" y="126"/>
                  </a:cubicBezTo>
                  <a:cubicBezTo>
                    <a:pt x="139" y="124"/>
                    <a:pt x="140" y="122"/>
                    <a:pt x="141" y="120"/>
                  </a:cubicBezTo>
                  <a:cubicBezTo>
                    <a:pt x="148" y="111"/>
                    <a:pt x="136" y="127"/>
                    <a:pt x="143" y="118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2" y="87"/>
                  </a:cubicBezTo>
                  <a:cubicBezTo>
                    <a:pt x="176" y="84"/>
                    <a:pt x="189" y="73"/>
                    <a:pt x="172" y="87"/>
                  </a:cubicBezTo>
                  <a:cubicBezTo>
                    <a:pt x="190" y="73"/>
                    <a:pt x="200" y="51"/>
                    <a:pt x="187" y="29"/>
                  </a:cubicBezTo>
                  <a:cubicBezTo>
                    <a:pt x="177" y="11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F7A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2" name="Freeform 68"/>
            <p:cNvSpPr>
              <a:spLocks/>
            </p:cNvSpPr>
            <p:nvPr/>
          </p:nvSpPr>
          <p:spPr bwMode="auto">
            <a:xfrm>
              <a:off x="4762500" y="1984376"/>
              <a:ext cx="279400" cy="563563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0 h 400"/>
                <a:gd name="T10" fmla="*/ 60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0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2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6"/>
                    <a:pt x="43" y="102"/>
                  </a:cubicBezTo>
                  <a:cubicBezTo>
                    <a:pt x="47" y="106"/>
                    <a:pt x="50" y="109"/>
                    <a:pt x="53" y="113"/>
                  </a:cubicBezTo>
                  <a:cubicBezTo>
                    <a:pt x="55" y="115"/>
                    <a:pt x="57" y="118"/>
                    <a:pt x="59" y="120"/>
                  </a:cubicBezTo>
                  <a:cubicBezTo>
                    <a:pt x="52" y="112"/>
                    <a:pt x="60" y="121"/>
                    <a:pt x="60" y="123"/>
                  </a:cubicBezTo>
                  <a:cubicBezTo>
                    <a:pt x="68" y="134"/>
                    <a:pt x="75" y="145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0" y="201"/>
                    <a:pt x="90" y="204"/>
                  </a:cubicBezTo>
                  <a:cubicBezTo>
                    <a:pt x="91" y="215"/>
                    <a:pt x="91" y="214"/>
                    <a:pt x="89" y="224"/>
                  </a:cubicBezTo>
                  <a:cubicBezTo>
                    <a:pt x="80" y="264"/>
                    <a:pt x="50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7"/>
                    <a:pt x="79" y="383"/>
                  </a:cubicBezTo>
                  <a:cubicBezTo>
                    <a:pt x="151" y="320"/>
                    <a:pt x="198" y="227"/>
                    <a:pt x="161" y="132"/>
                  </a:cubicBezTo>
                  <a:cubicBezTo>
                    <a:pt x="142" y="85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0"/>
                    <a:pt x="10" y="72"/>
                    <a:pt x="28" y="86"/>
                  </a:cubicBezTo>
                  <a:close/>
                </a:path>
              </a:pathLst>
            </a:cu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Oval 69"/>
            <p:cNvSpPr>
              <a:spLocks noChangeArrowheads="1"/>
            </p:cNvSpPr>
            <p:nvPr/>
          </p:nvSpPr>
          <p:spPr bwMode="auto">
            <a:xfrm>
              <a:off x="4076700" y="2389189"/>
              <a:ext cx="712787" cy="4064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4" name="Freeform 70"/>
            <p:cNvSpPr>
              <a:spLocks/>
            </p:cNvSpPr>
            <p:nvPr/>
          </p:nvSpPr>
          <p:spPr bwMode="auto">
            <a:xfrm>
              <a:off x="4432300" y="2389189"/>
              <a:ext cx="357187" cy="406400"/>
            </a:xfrm>
            <a:custGeom>
              <a:avLst/>
              <a:gdLst>
                <a:gd name="T0" fmla="*/ 0 w 254"/>
                <a:gd name="T1" fmla="*/ 0 h 290"/>
                <a:gd name="T2" fmla="*/ 0 w 254"/>
                <a:gd name="T3" fmla="*/ 290 h 290"/>
                <a:gd name="T4" fmla="*/ 254 w 254"/>
                <a:gd name="T5" fmla="*/ 145 h 290"/>
                <a:gd name="T6" fmla="*/ 0 w 254"/>
                <a:gd name="T7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90">
                  <a:moveTo>
                    <a:pt x="0" y="0"/>
                  </a:moveTo>
                  <a:cubicBezTo>
                    <a:pt x="0" y="290"/>
                    <a:pt x="0" y="290"/>
                    <a:pt x="0" y="290"/>
                  </a:cubicBezTo>
                  <a:cubicBezTo>
                    <a:pt x="140" y="290"/>
                    <a:pt x="254" y="225"/>
                    <a:pt x="254" y="145"/>
                  </a:cubicBezTo>
                  <a:cubicBezTo>
                    <a:pt x="254" y="65"/>
                    <a:pt x="140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Freeform 71"/>
            <p:cNvSpPr>
              <a:spLocks/>
            </p:cNvSpPr>
            <p:nvPr/>
          </p:nvSpPr>
          <p:spPr bwMode="auto">
            <a:xfrm>
              <a:off x="4011612" y="1303339"/>
              <a:ext cx="420687" cy="1095375"/>
            </a:xfrm>
            <a:custGeom>
              <a:avLst/>
              <a:gdLst>
                <a:gd name="T0" fmla="*/ 300 w 300"/>
                <a:gd name="T1" fmla="*/ 22 h 779"/>
                <a:gd name="T2" fmla="*/ 300 w 300"/>
                <a:gd name="T3" fmla="*/ 772 h 779"/>
                <a:gd name="T4" fmla="*/ 0 w 300"/>
                <a:gd name="T5" fmla="*/ 532 h 779"/>
                <a:gd name="T6" fmla="*/ 0 w 300"/>
                <a:gd name="T7" fmla="*/ 251 h 779"/>
                <a:gd name="T8" fmla="*/ 300 w 300"/>
                <a:gd name="T9" fmla="*/ 22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779">
                  <a:moveTo>
                    <a:pt x="300" y="22"/>
                  </a:moveTo>
                  <a:cubicBezTo>
                    <a:pt x="300" y="772"/>
                    <a:pt x="300" y="772"/>
                    <a:pt x="300" y="772"/>
                  </a:cubicBezTo>
                  <a:cubicBezTo>
                    <a:pt x="300" y="772"/>
                    <a:pt x="24" y="779"/>
                    <a:pt x="0" y="532"/>
                  </a:cubicBezTo>
                  <a:cubicBezTo>
                    <a:pt x="0" y="432"/>
                    <a:pt x="0" y="354"/>
                    <a:pt x="0" y="251"/>
                  </a:cubicBezTo>
                  <a:cubicBezTo>
                    <a:pt x="16" y="0"/>
                    <a:pt x="300" y="22"/>
                    <a:pt x="300" y="22"/>
                  </a:cubicBezTo>
                  <a:close/>
                </a:path>
              </a:pathLst>
            </a:custGeom>
            <a:solidFill>
              <a:srgbClr val="F7A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6" name="Freeform 72"/>
            <p:cNvSpPr>
              <a:spLocks/>
            </p:cNvSpPr>
            <p:nvPr/>
          </p:nvSpPr>
          <p:spPr bwMode="auto">
            <a:xfrm>
              <a:off x="4432300" y="1303339"/>
              <a:ext cx="415925" cy="1095375"/>
            </a:xfrm>
            <a:custGeom>
              <a:avLst/>
              <a:gdLst>
                <a:gd name="T0" fmla="*/ 0 w 296"/>
                <a:gd name="T1" fmla="*/ 22 h 779"/>
                <a:gd name="T2" fmla="*/ 0 w 296"/>
                <a:gd name="T3" fmla="*/ 772 h 779"/>
                <a:gd name="T4" fmla="*/ 296 w 296"/>
                <a:gd name="T5" fmla="*/ 532 h 779"/>
                <a:gd name="T6" fmla="*/ 296 w 296"/>
                <a:gd name="T7" fmla="*/ 251 h 779"/>
                <a:gd name="T8" fmla="*/ 0 w 296"/>
                <a:gd name="T9" fmla="*/ 22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779">
                  <a:moveTo>
                    <a:pt x="0" y="22"/>
                  </a:moveTo>
                  <a:cubicBezTo>
                    <a:pt x="0" y="772"/>
                    <a:pt x="0" y="772"/>
                    <a:pt x="0" y="772"/>
                  </a:cubicBezTo>
                  <a:cubicBezTo>
                    <a:pt x="0" y="772"/>
                    <a:pt x="276" y="779"/>
                    <a:pt x="296" y="532"/>
                  </a:cubicBezTo>
                  <a:cubicBezTo>
                    <a:pt x="296" y="432"/>
                    <a:pt x="296" y="354"/>
                    <a:pt x="296" y="251"/>
                  </a:cubicBezTo>
                  <a:cubicBezTo>
                    <a:pt x="284" y="0"/>
                    <a:pt x="0" y="22"/>
                    <a:pt x="0" y="22"/>
                  </a:cubicBezTo>
                  <a:close/>
                </a:path>
              </a:pathLst>
            </a:cu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Freeform 73"/>
            <p:cNvSpPr>
              <a:spLocks/>
            </p:cNvSpPr>
            <p:nvPr/>
          </p:nvSpPr>
          <p:spPr bwMode="auto">
            <a:xfrm>
              <a:off x="3997325" y="1917701"/>
              <a:ext cx="434975" cy="708025"/>
            </a:xfrm>
            <a:custGeom>
              <a:avLst/>
              <a:gdLst>
                <a:gd name="T0" fmla="*/ 12 w 310"/>
                <a:gd name="T1" fmla="*/ 12 h 504"/>
                <a:gd name="T2" fmla="*/ 310 w 310"/>
                <a:gd name="T3" fmla="*/ 87 h 504"/>
                <a:gd name="T4" fmla="*/ 310 w 310"/>
                <a:gd name="T5" fmla="*/ 504 h 504"/>
                <a:gd name="T6" fmla="*/ 44 w 310"/>
                <a:gd name="T7" fmla="*/ 504 h 504"/>
                <a:gd name="T8" fmla="*/ 12 w 310"/>
                <a:gd name="T9" fmla="*/ 12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0" h="504">
                  <a:moveTo>
                    <a:pt x="12" y="12"/>
                  </a:moveTo>
                  <a:cubicBezTo>
                    <a:pt x="11" y="0"/>
                    <a:pt x="310" y="87"/>
                    <a:pt x="310" y="87"/>
                  </a:cubicBezTo>
                  <a:cubicBezTo>
                    <a:pt x="310" y="504"/>
                    <a:pt x="310" y="504"/>
                    <a:pt x="310" y="504"/>
                  </a:cubicBezTo>
                  <a:cubicBezTo>
                    <a:pt x="310" y="504"/>
                    <a:pt x="58" y="500"/>
                    <a:pt x="44" y="504"/>
                  </a:cubicBezTo>
                  <a:cubicBezTo>
                    <a:pt x="0" y="204"/>
                    <a:pt x="12" y="24"/>
                    <a:pt x="12" y="12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8" name="Freeform 74"/>
            <p:cNvSpPr>
              <a:spLocks/>
            </p:cNvSpPr>
            <p:nvPr/>
          </p:nvSpPr>
          <p:spPr bwMode="auto">
            <a:xfrm>
              <a:off x="4432300" y="1935164"/>
              <a:ext cx="434975" cy="693738"/>
            </a:xfrm>
            <a:custGeom>
              <a:avLst/>
              <a:gdLst>
                <a:gd name="T0" fmla="*/ 298 w 309"/>
                <a:gd name="T1" fmla="*/ 0 h 493"/>
                <a:gd name="T2" fmla="*/ 0 w 309"/>
                <a:gd name="T3" fmla="*/ 74 h 493"/>
                <a:gd name="T4" fmla="*/ 0 w 309"/>
                <a:gd name="T5" fmla="*/ 493 h 493"/>
                <a:gd name="T6" fmla="*/ 265 w 309"/>
                <a:gd name="T7" fmla="*/ 493 h 493"/>
                <a:gd name="T8" fmla="*/ 298 w 309"/>
                <a:gd name="T9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9" h="493">
                  <a:moveTo>
                    <a:pt x="298" y="0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0" y="493"/>
                    <a:pt x="0" y="493"/>
                    <a:pt x="0" y="493"/>
                  </a:cubicBezTo>
                  <a:cubicBezTo>
                    <a:pt x="0" y="493"/>
                    <a:pt x="250" y="493"/>
                    <a:pt x="265" y="493"/>
                  </a:cubicBezTo>
                  <a:cubicBezTo>
                    <a:pt x="309" y="145"/>
                    <a:pt x="298" y="0"/>
                    <a:pt x="298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Rectangle 75"/>
            <p:cNvSpPr>
              <a:spLocks noChangeArrowheads="1"/>
            </p:cNvSpPr>
            <p:nvPr/>
          </p:nvSpPr>
          <p:spPr bwMode="auto">
            <a:xfrm>
              <a:off x="4197350" y="2628901"/>
              <a:ext cx="157162" cy="838200"/>
            </a:xfrm>
            <a:prstGeom prst="rect">
              <a:avLst/>
            </a:prstGeom>
            <a:solidFill>
              <a:srgbClr val="F7A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0" name="Rectangle 76"/>
            <p:cNvSpPr>
              <a:spLocks noChangeArrowheads="1"/>
            </p:cNvSpPr>
            <p:nvPr/>
          </p:nvSpPr>
          <p:spPr bwMode="auto">
            <a:xfrm>
              <a:off x="4494212" y="2628901"/>
              <a:ext cx="158750" cy="831850"/>
            </a:xfrm>
            <a:prstGeom prst="rect">
              <a:avLst/>
            </a:pr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Freeform 77"/>
            <p:cNvSpPr>
              <a:spLocks/>
            </p:cNvSpPr>
            <p:nvPr/>
          </p:nvSpPr>
          <p:spPr bwMode="auto">
            <a:xfrm>
              <a:off x="4051300" y="3411539"/>
              <a:ext cx="303212" cy="111125"/>
            </a:xfrm>
            <a:custGeom>
              <a:avLst/>
              <a:gdLst>
                <a:gd name="T0" fmla="*/ 146 w 216"/>
                <a:gd name="T1" fmla="*/ 4 h 80"/>
                <a:gd name="T2" fmla="*/ 216 w 216"/>
                <a:gd name="T3" fmla="*/ 4 h 80"/>
                <a:gd name="T4" fmla="*/ 216 w 216"/>
                <a:gd name="T5" fmla="*/ 80 h 80"/>
                <a:gd name="T6" fmla="*/ 14 w 216"/>
                <a:gd name="T7" fmla="*/ 80 h 80"/>
                <a:gd name="T8" fmla="*/ 146 w 216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" h="80">
                  <a:moveTo>
                    <a:pt x="146" y="4"/>
                  </a:moveTo>
                  <a:cubicBezTo>
                    <a:pt x="206" y="4"/>
                    <a:pt x="216" y="4"/>
                    <a:pt x="216" y="4"/>
                  </a:cubicBezTo>
                  <a:cubicBezTo>
                    <a:pt x="216" y="80"/>
                    <a:pt x="216" y="80"/>
                    <a:pt x="216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6" y="4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2" name="Freeform 78"/>
            <p:cNvSpPr>
              <a:spLocks/>
            </p:cNvSpPr>
            <p:nvPr/>
          </p:nvSpPr>
          <p:spPr bwMode="auto">
            <a:xfrm>
              <a:off x="4494212" y="3411539"/>
              <a:ext cx="301625" cy="111125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200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8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200" y="80"/>
                    <a:pt x="200" y="80"/>
                    <a:pt x="200" y="80"/>
                  </a:cubicBezTo>
                  <a:cubicBezTo>
                    <a:pt x="200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Freeform 79"/>
            <p:cNvSpPr>
              <a:spLocks/>
            </p:cNvSpPr>
            <p:nvPr/>
          </p:nvSpPr>
          <p:spPr bwMode="auto">
            <a:xfrm>
              <a:off x="4354512" y="1666876"/>
              <a:ext cx="84137" cy="157163"/>
            </a:xfrm>
            <a:custGeom>
              <a:avLst/>
              <a:gdLst>
                <a:gd name="T0" fmla="*/ 52 w 53"/>
                <a:gd name="T1" fmla="*/ 0 h 99"/>
                <a:gd name="T2" fmla="*/ 0 w 53"/>
                <a:gd name="T3" fmla="*/ 99 h 99"/>
                <a:gd name="T4" fmla="*/ 53 w 53"/>
                <a:gd name="T5" fmla="*/ 99 h 99"/>
                <a:gd name="T6" fmla="*/ 52 w 53"/>
                <a:gd name="T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99">
                  <a:moveTo>
                    <a:pt x="52" y="0"/>
                  </a:moveTo>
                  <a:lnTo>
                    <a:pt x="0" y="99"/>
                  </a:lnTo>
                  <a:lnTo>
                    <a:pt x="53" y="99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4" name="Freeform 80"/>
            <p:cNvSpPr>
              <a:spLocks/>
            </p:cNvSpPr>
            <p:nvPr/>
          </p:nvSpPr>
          <p:spPr bwMode="auto">
            <a:xfrm>
              <a:off x="4354512" y="1666876"/>
              <a:ext cx="84137" cy="157163"/>
            </a:xfrm>
            <a:custGeom>
              <a:avLst/>
              <a:gdLst>
                <a:gd name="T0" fmla="*/ 52 w 53"/>
                <a:gd name="T1" fmla="*/ 0 h 99"/>
                <a:gd name="T2" fmla="*/ 0 w 53"/>
                <a:gd name="T3" fmla="*/ 99 h 99"/>
                <a:gd name="T4" fmla="*/ 53 w 53"/>
                <a:gd name="T5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99">
                  <a:moveTo>
                    <a:pt x="52" y="0"/>
                  </a:moveTo>
                  <a:lnTo>
                    <a:pt x="0" y="99"/>
                  </a:lnTo>
                  <a:lnTo>
                    <a:pt x="53" y="9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Oval 81"/>
            <p:cNvSpPr>
              <a:spLocks noChangeArrowheads="1"/>
            </p:cNvSpPr>
            <p:nvPr/>
          </p:nvSpPr>
          <p:spPr bwMode="auto">
            <a:xfrm>
              <a:off x="4227512" y="1639889"/>
              <a:ext cx="88900" cy="87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6" name="Oval 82"/>
            <p:cNvSpPr>
              <a:spLocks noChangeArrowheads="1"/>
            </p:cNvSpPr>
            <p:nvPr/>
          </p:nvSpPr>
          <p:spPr bwMode="auto">
            <a:xfrm>
              <a:off x="4243387" y="1655764"/>
              <a:ext cx="53975" cy="5556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Oval 83"/>
            <p:cNvSpPr>
              <a:spLocks noChangeArrowheads="1"/>
            </p:cNvSpPr>
            <p:nvPr/>
          </p:nvSpPr>
          <p:spPr bwMode="auto">
            <a:xfrm>
              <a:off x="4530725" y="1646239"/>
              <a:ext cx="87312" cy="87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8" name="Oval 84"/>
            <p:cNvSpPr>
              <a:spLocks noChangeArrowheads="1"/>
            </p:cNvSpPr>
            <p:nvPr/>
          </p:nvSpPr>
          <p:spPr bwMode="auto">
            <a:xfrm>
              <a:off x="4546600" y="1662114"/>
              <a:ext cx="53975" cy="539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Oval 85"/>
            <p:cNvSpPr>
              <a:spLocks noChangeArrowheads="1"/>
            </p:cNvSpPr>
            <p:nvPr/>
          </p:nvSpPr>
          <p:spPr bwMode="auto">
            <a:xfrm>
              <a:off x="4795837" y="1728789"/>
              <a:ext cx="127000" cy="127000"/>
            </a:xfrm>
            <a:prstGeom prst="ellipse">
              <a:avLst/>
            </a:pr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0" name="Oval 86"/>
            <p:cNvSpPr>
              <a:spLocks noChangeArrowheads="1"/>
            </p:cNvSpPr>
            <p:nvPr/>
          </p:nvSpPr>
          <p:spPr bwMode="auto">
            <a:xfrm>
              <a:off x="3935412" y="1728789"/>
              <a:ext cx="127000" cy="127000"/>
            </a:xfrm>
            <a:prstGeom prst="ellipse">
              <a:avLst/>
            </a:prstGeom>
            <a:solidFill>
              <a:srgbClr val="F7A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1" name="Freeform 87"/>
            <p:cNvSpPr>
              <a:spLocks/>
            </p:cNvSpPr>
            <p:nvPr/>
          </p:nvSpPr>
          <p:spPr bwMode="auto">
            <a:xfrm>
              <a:off x="4373562" y="1839914"/>
              <a:ext cx="179387" cy="87313"/>
            </a:xfrm>
            <a:custGeom>
              <a:avLst/>
              <a:gdLst>
                <a:gd name="T0" fmla="*/ 7 w 127"/>
                <a:gd name="T1" fmla="*/ 37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7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8" y="0"/>
                    <a:pt x="114" y="6"/>
                  </a:cubicBezTo>
                  <a:cubicBezTo>
                    <a:pt x="88" y="36"/>
                    <a:pt x="48" y="49"/>
                    <a:pt x="13" y="27"/>
                  </a:cubicBezTo>
                  <a:cubicBezTo>
                    <a:pt x="6" y="23"/>
                    <a:pt x="0" y="33"/>
                    <a:pt x="7" y="37"/>
                  </a:cubicBez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2" name="Freeform 88"/>
            <p:cNvSpPr>
              <a:spLocks/>
            </p:cNvSpPr>
            <p:nvPr/>
          </p:nvSpPr>
          <p:spPr bwMode="auto">
            <a:xfrm>
              <a:off x="4427537" y="2417764"/>
              <a:ext cx="479425" cy="593725"/>
            </a:xfrm>
            <a:custGeom>
              <a:avLst/>
              <a:gdLst>
                <a:gd name="T0" fmla="*/ 252 w 302"/>
                <a:gd name="T1" fmla="*/ 0 h 374"/>
                <a:gd name="T2" fmla="*/ 302 w 302"/>
                <a:gd name="T3" fmla="*/ 374 h 374"/>
                <a:gd name="T4" fmla="*/ 0 w 302"/>
                <a:gd name="T5" fmla="*/ 374 h 374"/>
                <a:gd name="T6" fmla="*/ 0 w 302"/>
                <a:gd name="T7" fmla="*/ 1 h 374"/>
                <a:gd name="T8" fmla="*/ 252 w 302"/>
                <a:gd name="T9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2" h="374">
                  <a:moveTo>
                    <a:pt x="252" y="0"/>
                  </a:moveTo>
                  <a:lnTo>
                    <a:pt x="302" y="374"/>
                  </a:lnTo>
                  <a:lnTo>
                    <a:pt x="0" y="374"/>
                  </a:lnTo>
                  <a:lnTo>
                    <a:pt x="0" y="1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3" name="Freeform 89"/>
            <p:cNvSpPr>
              <a:spLocks/>
            </p:cNvSpPr>
            <p:nvPr/>
          </p:nvSpPr>
          <p:spPr bwMode="auto">
            <a:xfrm>
              <a:off x="3935412" y="2417764"/>
              <a:ext cx="496887" cy="593725"/>
            </a:xfrm>
            <a:custGeom>
              <a:avLst/>
              <a:gdLst>
                <a:gd name="T0" fmla="*/ 61 w 313"/>
                <a:gd name="T1" fmla="*/ 0 h 374"/>
                <a:gd name="T2" fmla="*/ 0 w 313"/>
                <a:gd name="T3" fmla="*/ 374 h 374"/>
                <a:gd name="T4" fmla="*/ 313 w 313"/>
                <a:gd name="T5" fmla="*/ 374 h 374"/>
                <a:gd name="T6" fmla="*/ 313 w 313"/>
                <a:gd name="T7" fmla="*/ 1 h 374"/>
                <a:gd name="T8" fmla="*/ 61 w 313"/>
                <a:gd name="T9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3" h="374">
                  <a:moveTo>
                    <a:pt x="61" y="0"/>
                  </a:moveTo>
                  <a:lnTo>
                    <a:pt x="0" y="374"/>
                  </a:lnTo>
                  <a:lnTo>
                    <a:pt x="313" y="374"/>
                  </a:lnTo>
                  <a:lnTo>
                    <a:pt x="313" y="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4" name="Rectangle 90"/>
            <p:cNvSpPr>
              <a:spLocks noChangeArrowheads="1"/>
            </p:cNvSpPr>
            <p:nvPr/>
          </p:nvSpPr>
          <p:spPr bwMode="auto">
            <a:xfrm>
              <a:off x="4016375" y="2414589"/>
              <a:ext cx="415925" cy="46038"/>
            </a:xfrm>
            <a:prstGeom prst="rect">
              <a:avLst/>
            </a:prstGeom>
            <a:solidFill>
              <a:srgbClr val="8C62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Rectangle 91"/>
            <p:cNvSpPr>
              <a:spLocks noChangeArrowheads="1"/>
            </p:cNvSpPr>
            <p:nvPr/>
          </p:nvSpPr>
          <p:spPr bwMode="auto">
            <a:xfrm>
              <a:off x="4432300" y="2414589"/>
              <a:ext cx="411162" cy="46038"/>
            </a:xfrm>
            <a:prstGeom prst="rect">
              <a:avLst/>
            </a:prstGeom>
            <a:solidFill>
              <a:srgbClr val="A67C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Rectangle 92"/>
            <p:cNvSpPr>
              <a:spLocks noChangeArrowheads="1"/>
            </p:cNvSpPr>
            <p:nvPr/>
          </p:nvSpPr>
          <p:spPr bwMode="auto">
            <a:xfrm>
              <a:off x="4325937" y="2387601"/>
              <a:ext cx="106362" cy="106363"/>
            </a:xfrm>
            <a:prstGeom prst="rect">
              <a:avLst/>
            </a:prstGeom>
            <a:solidFill>
              <a:srgbClr val="FDB7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7" name="Rectangle 93"/>
            <p:cNvSpPr>
              <a:spLocks noChangeArrowheads="1"/>
            </p:cNvSpPr>
            <p:nvPr/>
          </p:nvSpPr>
          <p:spPr bwMode="auto">
            <a:xfrm>
              <a:off x="4432300" y="2387601"/>
              <a:ext cx="107950" cy="106363"/>
            </a:xfrm>
            <a:prstGeom prst="rect">
              <a:avLst/>
            </a:prstGeom>
            <a:solidFill>
              <a:srgbClr val="FFC7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8" name="Rectangle 94"/>
            <p:cNvSpPr>
              <a:spLocks noChangeArrowheads="1"/>
            </p:cNvSpPr>
            <p:nvPr/>
          </p:nvSpPr>
          <p:spPr bwMode="auto">
            <a:xfrm>
              <a:off x="4370387" y="2420939"/>
              <a:ext cx="61912" cy="33338"/>
            </a:xfrm>
            <a:prstGeom prst="rect">
              <a:avLst/>
            </a:prstGeom>
            <a:solidFill>
              <a:srgbClr val="8C62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9" name="Rectangle 95"/>
            <p:cNvSpPr>
              <a:spLocks noChangeArrowheads="1"/>
            </p:cNvSpPr>
            <p:nvPr/>
          </p:nvSpPr>
          <p:spPr bwMode="auto">
            <a:xfrm>
              <a:off x="4432300" y="2420939"/>
              <a:ext cx="57150" cy="33338"/>
            </a:xfrm>
            <a:prstGeom prst="rect">
              <a:avLst/>
            </a:prstGeom>
            <a:solidFill>
              <a:srgbClr val="A67C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0" name="Freeform 96"/>
            <p:cNvSpPr>
              <a:spLocks/>
            </p:cNvSpPr>
            <p:nvPr/>
          </p:nvSpPr>
          <p:spPr bwMode="auto">
            <a:xfrm>
              <a:off x="3892550" y="1274764"/>
              <a:ext cx="1079500" cy="455613"/>
            </a:xfrm>
            <a:custGeom>
              <a:avLst/>
              <a:gdLst>
                <a:gd name="T0" fmla="*/ 85 w 769"/>
                <a:gd name="T1" fmla="*/ 324 h 324"/>
                <a:gd name="T2" fmla="*/ 384 w 769"/>
                <a:gd name="T3" fmla="*/ 125 h 324"/>
                <a:gd name="T4" fmla="*/ 683 w 769"/>
                <a:gd name="T5" fmla="*/ 323 h 324"/>
                <a:gd name="T6" fmla="*/ 384 w 769"/>
                <a:gd name="T7" fmla="*/ 2 h 324"/>
                <a:gd name="T8" fmla="*/ 85 w 76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9" h="324">
                  <a:moveTo>
                    <a:pt x="85" y="324"/>
                  </a:moveTo>
                  <a:cubicBezTo>
                    <a:pt x="85" y="324"/>
                    <a:pt x="226" y="282"/>
                    <a:pt x="384" y="125"/>
                  </a:cubicBezTo>
                  <a:cubicBezTo>
                    <a:pt x="494" y="264"/>
                    <a:pt x="683" y="323"/>
                    <a:pt x="683" y="323"/>
                  </a:cubicBezTo>
                  <a:cubicBezTo>
                    <a:pt x="683" y="323"/>
                    <a:pt x="769" y="0"/>
                    <a:pt x="384" y="2"/>
                  </a:cubicBezTo>
                  <a:cubicBezTo>
                    <a:pt x="0" y="4"/>
                    <a:pt x="85" y="324"/>
                    <a:pt x="85" y="324"/>
                  </a:cubicBezTo>
                  <a:close/>
                </a:path>
              </a:pathLst>
            </a:cu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1" name="Freeform 97"/>
            <p:cNvSpPr>
              <a:spLocks/>
            </p:cNvSpPr>
            <p:nvPr/>
          </p:nvSpPr>
          <p:spPr bwMode="auto">
            <a:xfrm>
              <a:off x="4202112" y="1603376"/>
              <a:ext cx="93662" cy="49213"/>
            </a:xfrm>
            <a:custGeom>
              <a:avLst/>
              <a:gdLst>
                <a:gd name="T0" fmla="*/ 6 w 66"/>
                <a:gd name="T1" fmla="*/ 36 h 36"/>
                <a:gd name="T2" fmla="*/ 66 w 66"/>
                <a:gd name="T3" fmla="*/ 14 h 36"/>
                <a:gd name="T4" fmla="*/ 30 w 66"/>
                <a:gd name="T5" fmla="*/ 11 h 36"/>
                <a:gd name="T6" fmla="*/ 6 w 66"/>
                <a:gd name="T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6">
                  <a:moveTo>
                    <a:pt x="6" y="36"/>
                  </a:moveTo>
                  <a:cubicBezTo>
                    <a:pt x="66" y="14"/>
                    <a:pt x="66" y="14"/>
                    <a:pt x="66" y="14"/>
                  </a:cubicBezTo>
                  <a:cubicBezTo>
                    <a:pt x="66" y="14"/>
                    <a:pt x="60" y="0"/>
                    <a:pt x="30" y="11"/>
                  </a:cubicBezTo>
                  <a:cubicBezTo>
                    <a:pt x="0" y="22"/>
                    <a:pt x="6" y="36"/>
                    <a:pt x="6" y="36"/>
                  </a:cubicBezTo>
                  <a:close/>
                </a:path>
              </a:pathLst>
            </a:cu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2" name="Freeform 98"/>
            <p:cNvSpPr>
              <a:spLocks/>
            </p:cNvSpPr>
            <p:nvPr/>
          </p:nvSpPr>
          <p:spPr bwMode="auto">
            <a:xfrm>
              <a:off x="4548187" y="1606551"/>
              <a:ext cx="92075" cy="42863"/>
            </a:xfrm>
            <a:custGeom>
              <a:avLst/>
              <a:gdLst>
                <a:gd name="T0" fmla="*/ 0 w 65"/>
                <a:gd name="T1" fmla="*/ 15 h 30"/>
                <a:gd name="T2" fmla="*/ 62 w 65"/>
                <a:gd name="T3" fmla="*/ 30 h 30"/>
                <a:gd name="T4" fmla="*/ 34 w 65"/>
                <a:gd name="T5" fmla="*/ 7 h 30"/>
                <a:gd name="T6" fmla="*/ 0 w 65"/>
                <a:gd name="T7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30">
                  <a:moveTo>
                    <a:pt x="0" y="15"/>
                  </a:moveTo>
                  <a:cubicBezTo>
                    <a:pt x="62" y="30"/>
                    <a:pt x="62" y="30"/>
                    <a:pt x="62" y="30"/>
                  </a:cubicBezTo>
                  <a:cubicBezTo>
                    <a:pt x="62" y="30"/>
                    <a:pt x="65" y="15"/>
                    <a:pt x="34" y="7"/>
                  </a:cubicBezTo>
                  <a:cubicBezTo>
                    <a:pt x="3" y="0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3" name="Freeform 99"/>
            <p:cNvSpPr>
              <a:spLocks/>
            </p:cNvSpPr>
            <p:nvPr/>
          </p:nvSpPr>
          <p:spPr bwMode="auto">
            <a:xfrm>
              <a:off x="3998912" y="1592264"/>
              <a:ext cx="95250" cy="263525"/>
            </a:xfrm>
            <a:custGeom>
              <a:avLst/>
              <a:gdLst>
                <a:gd name="T0" fmla="*/ 67 w 68"/>
                <a:gd name="T1" fmla="*/ 49 h 187"/>
                <a:gd name="T2" fmla="*/ 68 w 68"/>
                <a:gd name="T3" fmla="*/ 187 h 187"/>
                <a:gd name="T4" fmla="*/ 1 w 68"/>
                <a:gd name="T5" fmla="*/ 40 h 187"/>
                <a:gd name="T6" fmla="*/ 67 w 68"/>
                <a:gd name="T7" fmla="*/ 49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87">
                  <a:moveTo>
                    <a:pt x="67" y="49"/>
                  </a:moveTo>
                  <a:cubicBezTo>
                    <a:pt x="41" y="123"/>
                    <a:pt x="68" y="187"/>
                    <a:pt x="68" y="187"/>
                  </a:cubicBezTo>
                  <a:cubicBezTo>
                    <a:pt x="68" y="187"/>
                    <a:pt x="0" y="160"/>
                    <a:pt x="1" y="40"/>
                  </a:cubicBezTo>
                  <a:cubicBezTo>
                    <a:pt x="5" y="0"/>
                    <a:pt x="57" y="40"/>
                    <a:pt x="67" y="49"/>
                  </a:cubicBezTo>
                  <a:close/>
                </a:path>
              </a:pathLst>
            </a:cu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4" name="Freeform 100"/>
            <p:cNvSpPr>
              <a:spLocks/>
            </p:cNvSpPr>
            <p:nvPr/>
          </p:nvSpPr>
          <p:spPr bwMode="auto">
            <a:xfrm>
              <a:off x="4764087" y="1597026"/>
              <a:ext cx="95250" cy="265113"/>
            </a:xfrm>
            <a:custGeom>
              <a:avLst/>
              <a:gdLst>
                <a:gd name="T0" fmla="*/ 1 w 67"/>
                <a:gd name="T1" fmla="*/ 50 h 188"/>
                <a:gd name="T2" fmla="*/ 0 w 67"/>
                <a:gd name="T3" fmla="*/ 188 h 188"/>
                <a:gd name="T4" fmla="*/ 67 w 67"/>
                <a:gd name="T5" fmla="*/ 41 h 188"/>
                <a:gd name="T6" fmla="*/ 1 w 67"/>
                <a:gd name="T7" fmla="*/ 5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188">
                  <a:moveTo>
                    <a:pt x="1" y="50"/>
                  </a:moveTo>
                  <a:cubicBezTo>
                    <a:pt x="27" y="124"/>
                    <a:pt x="0" y="188"/>
                    <a:pt x="0" y="188"/>
                  </a:cubicBezTo>
                  <a:cubicBezTo>
                    <a:pt x="0" y="188"/>
                    <a:pt x="67" y="161"/>
                    <a:pt x="67" y="41"/>
                  </a:cubicBezTo>
                  <a:cubicBezTo>
                    <a:pt x="63" y="0"/>
                    <a:pt x="11" y="41"/>
                    <a:pt x="1" y="50"/>
                  </a:cubicBezTo>
                  <a:close/>
                </a:path>
              </a:pathLst>
            </a:cu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0" name="Freeform 106"/>
            <p:cNvSpPr>
              <a:spLocks/>
            </p:cNvSpPr>
            <p:nvPr/>
          </p:nvSpPr>
          <p:spPr bwMode="auto">
            <a:xfrm>
              <a:off x="4062412" y="1431926"/>
              <a:ext cx="325437" cy="195263"/>
            </a:xfrm>
            <a:custGeom>
              <a:avLst/>
              <a:gdLst>
                <a:gd name="T0" fmla="*/ 232 w 232"/>
                <a:gd name="T1" fmla="*/ 0 h 139"/>
                <a:gd name="T2" fmla="*/ 118 w 232"/>
                <a:gd name="T3" fmla="*/ 106 h 139"/>
                <a:gd name="T4" fmla="*/ 0 w 232"/>
                <a:gd name="T5" fmla="*/ 139 h 139"/>
                <a:gd name="T6" fmla="*/ 232 w 232"/>
                <a:gd name="T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139">
                  <a:moveTo>
                    <a:pt x="232" y="0"/>
                  </a:moveTo>
                  <a:cubicBezTo>
                    <a:pt x="232" y="0"/>
                    <a:pt x="183" y="73"/>
                    <a:pt x="118" y="106"/>
                  </a:cubicBezTo>
                  <a:cubicBezTo>
                    <a:pt x="53" y="138"/>
                    <a:pt x="0" y="139"/>
                    <a:pt x="0" y="139"/>
                  </a:cubicBezTo>
                  <a:lnTo>
                    <a:pt x="232" y="0"/>
                  </a:lnTo>
                  <a:close/>
                </a:path>
              </a:pathLst>
            </a:custGeom>
            <a:solidFill>
              <a:srgbClr val="634C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1" name="Freeform 107"/>
            <p:cNvSpPr>
              <a:spLocks/>
            </p:cNvSpPr>
            <p:nvPr/>
          </p:nvSpPr>
          <p:spPr bwMode="auto">
            <a:xfrm>
              <a:off x="4478337" y="1443039"/>
              <a:ext cx="325437" cy="195263"/>
            </a:xfrm>
            <a:custGeom>
              <a:avLst/>
              <a:gdLst>
                <a:gd name="T0" fmla="*/ 0 w 232"/>
                <a:gd name="T1" fmla="*/ 0 h 139"/>
                <a:gd name="T2" fmla="*/ 113 w 232"/>
                <a:gd name="T3" fmla="*/ 106 h 139"/>
                <a:gd name="T4" fmla="*/ 232 w 232"/>
                <a:gd name="T5" fmla="*/ 139 h 139"/>
                <a:gd name="T6" fmla="*/ 0 w 232"/>
                <a:gd name="T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139">
                  <a:moveTo>
                    <a:pt x="0" y="0"/>
                  </a:moveTo>
                  <a:cubicBezTo>
                    <a:pt x="0" y="0"/>
                    <a:pt x="48" y="73"/>
                    <a:pt x="113" y="106"/>
                  </a:cubicBezTo>
                  <a:cubicBezTo>
                    <a:pt x="179" y="138"/>
                    <a:pt x="232" y="139"/>
                    <a:pt x="232" y="1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34C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40" name="组合 339"/>
          <p:cNvGrpSpPr/>
          <p:nvPr/>
        </p:nvGrpSpPr>
        <p:grpSpPr>
          <a:xfrm>
            <a:off x="6556375" y="1274764"/>
            <a:ext cx="1162049" cy="2247900"/>
            <a:chOff x="6556375" y="1274764"/>
            <a:chExt cx="1162049" cy="2247900"/>
          </a:xfrm>
        </p:grpSpPr>
        <p:sp>
          <p:nvSpPr>
            <p:cNvPr id="143" name="Freeform 9"/>
            <p:cNvSpPr>
              <a:spLocks/>
            </p:cNvSpPr>
            <p:nvPr/>
          </p:nvSpPr>
          <p:spPr bwMode="auto">
            <a:xfrm>
              <a:off x="6567487" y="1381126"/>
              <a:ext cx="1117600" cy="676275"/>
            </a:xfrm>
            <a:custGeom>
              <a:avLst/>
              <a:gdLst>
                <a:gd name="T0" fmla="*/ 155 w 795"/>
                <a:gd name="T1" fmla="*/ 23 h 481"/>
                <a:gd name="T2" fmla="*/ 40 w 795"/>
                <a:gd name="T3" fmla="*/ 480 h 481"/>
                <a:gd name="T4" fmla="*/ 781 w 795"/>
                <a:gd name="T5" fmla="*/ 480 h 481"/>
                <a:gd name="T6" fmla="*/ 675 w 795"/>
                <a:gd name="T7" fmla="*/ 27 h 481"/>
                <a:gd name="T8" fmla="*/ 155 w 795"/>
                <a:gd name="T9" fmla="*/ 2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5" h="481">
                  <a:moveTo>
                    <a:pt x="155" y="23"/>
                  </a:moveTo>
                  <a:cubicBezTo>
                    <a:pt x="34" y="148"/>
                    <a:pt x="0" y="359"/>
                    <a:pt x="40" y="480"/>
                  </a:cubicBezTo>
                  <a:cubicBezTo>
                    <a:pt x="60" y="480"/>
                    <a:pt x="768" y="481"/>
                    <a:pt x="781" y="480"/>
                  </a:cubicBezTo>
                  <a:cubicBezTo>
                    <a:pt x="795" y="348"/>
                    <a:pt x="793" y="141"/>
                    <a:pt x="675" y="27"/>
                  </a:cubicBezTo>
                  <a:cubicBezTo>
                    <a:pt x="607" y="0"/>
                    <a:pt x="187" y="9"/>
                    <a:pt x="155" y="23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2" name="Freeform 108"/>
            <p:cNvSpPr>
              <a:spLocks/>
            </p:cNvSpPr>
            <p:nvPr/>
          </p:nvSpPr>
          <p:spPr bwMode="auto">
            <a:xfrm>
              <a:off x="6556375" y="2000251"/>
              <a:ext cx="280987" cy="557213"/>
            </a:xfrm>
            <a:custGeom>
              <a:avLst/>
              <a:gdLst>
                <a:gd name="T0" fmla="*/ 105 w 200"/>
                <a:gd name="T1" fmla="*/ 17 h 396"/>
                <a:gd name="T2" fmla="*/ 32 w 200"/>
                <a:gd name="T3" fmla="*/ 129 h 396"/>
                <a:gd name="T4" fmla="*/ 123 w 200"/>
                <a:gd name="T5" fmla="*/ 379 h 396"/>
                <a:gd name="T6" fmla="*/ 183 w 200"/>
                <a:gd name="T7" fmla="*/ 379 h 396"/>
                <a:gd name="T8" fmla="*/ 183 w 200"/>
                <a:gd name="T9" fmla="*/ 320 h 396"/>
                <a:gd name="T10" fmla="*/ 112 w 200"/>
                <a:gd name="T11" fmla="*/ 225 h 396"/>
                <a:gd name="T12" fmla="*/ 107 w 200"/>
                <a:gd name="T13" fmla="*/ 183 h 396"/>
                <a:gd name="T14" fmla="*/ 107 w 200"/>
                <a:gd name="T15" fmla="*/ 175 h 396"/>
                <a:gd name="T16" fmla="*/ 108 w 200"/>
                <a:gd name="T17" fmla="*/ 170 h 396"/>
                <a:gd name="T18" fmla="*/ 115 w 200"/>
                <a:gd name="T19" fmla="*/ 148 h 396"/>
                <a:gd name="T20" fmla="*/ 117 w 200"/>
                <a:gd name="T21" fmla="*/ 141 h 396"/>
                <a:gd name="T22" fmla="*/ 119 w 200"/>
                <a:gd name="T23" fmla="*/ 137 h 396"/>
                <a:gd name="T24" fmla="*/ 129 w 200"/>
                <a:gd name="T25" fmla="*/ 119 h 396"/>
                <a:gd name="T26" fmla="*/ 138 w 200"/>
                <a:gd name="T27" fmla="*/ 106 h 396"/>
                <a:gd name="T28" fmla="*/ 138 w 200"/>
                <a:gd name="T29" fmla="*/ 105 h 396"/>
                <a:gd name="T30" fmla="*/ 143 w 200"/>
                <a:gd name="T31" fmla="*/ 99 h 396"/>
                <a:gd name="T32" fmla="*/ 165 w 200"/>
                <a:gd name="T33" fmla="*/ 76 h 396"/>
                <a:gd name="T34" fmla="*/ 165 w 200"/>
                <a:gd name="T35" fmla="*/ 17 h 396"/>
                <a:gd name="T36" fmla="*/ 105 w 200"/>
                <a:gd name="T37" fmla="*/ 17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0" h="396">
                  <a:moveTo>
                    <a:pt x="105" y="17"/>
                  </a:moveTo>
                  <a:cubicBezTo>
                    <a:pt x="71" y="46"/>
                    <a:pt x="46" y="87"/>
                    <a:pt x="32" y="129"/>
                  </a:cubicBezTo>
                  <a:cubicBezTo>
                    <a:pt x="0" y="225"/>
                    <a:pt x="52" y="317"/>
                    <a:pt x="123" y="379"/>
                  </a:cubicBezTo>
                  <a:cubicBezTo>
                    <a:pt x="141" y="394"/>
                    <a:pt x="166" y="396"/>
                    <a:pt x="183" y="379"/>
                  </a:cubicBezTo>
                  <a:cubicBezTo>
                    <a:pt x="198" y="364"/>
                    <a:pt x="200" y="335"/>
                    <a:pt x="183" y="320"/>
                  </a:cubicBezTo>
                  <a:cubicBezTo>
                    <a:pt x="152" y="293"/>
                    <a:pt x="124" y="263"/>
                    <a:pt x="112" y="225"/>
                  </a:cubicBezTo>
                  <a:cubicBezTo>
                    <a:pt x="106" y="209"/>
                    <a:pt x="106" y="202"/>
                    <a:pt x="107" y="183"/>
                  </a:cubicBezTo>
                  <a:cubicBezTo>
                    <a:pt x="107" y="180"/>
                    <a:pt x="107" y="178"/>
                    <a:pt x="107" y="175"/>
                  </a:cubicBezTo>
                  <a:cubicBezTo>
                    <a:pt x="106" y="184"/>
                    <a:pt x="108" y="171"/>
                    <a:pt x="108" y="170"/>
                  </a:cubicBezTo>
                  <a:cubicBezTo>
                    <a:pt x="110" y="163"/>
                    <a:pt x="112" y="155"/>
                    <a:pt x="115" y="148"/>
                  </a:cubicBezTo>
                  <a:cubicBezTo>
                    <a:pt x="115" y="145"/>
                    <a:pt x="116" y="143"/>
                    <a:pt x="117" y="141"/>
                  </a:cubicBezTo>
                  <a:cubicBezTo>
                    <a:pt x="114" y="149"/>
                    <a:pt x="118" y="138"/>
                    <a:pt x="119" y="137"/>
                  </a:cubicBezTo>
                  <a:cubicBezTo>
                    <a:pt x="122" y="131"/>
                    <a:pt x="125" y="125"/>
                    <a:pt x="129" y="119"/>
                  </a:cubicBezTo>
                  <a:cubicBezTo>
                    <a:pt x="132" y="115"/>
                    <a:pt x="135" y="110"/>
                    <a:pt x="138" y="106"/>
                  </a:cubicBezTo>
                  <a:cubicBezTo>
                    <a:pt x="139" y="104"/>
                    <a:pt x="145" y="96"/>
                    <a:pt x="138" y="105"/>
                  </a:cubicBezTo>
                  <a:cubicBezTo>
                    <a:pt x="140" y="103"/>
                    <a:pt x="141" y="101"/>
                    <a:pt x="143" y="99"/>
                  </a:cubicBezTo>
                  <a:cubicBezTo>
                    <a:pt x="150" y="91"/>
                    <a:pt x="157" y="83"/>
                    <a:pt x="165" y="76"/>
                  </a:cubicBezTo>
                  <a:cubicBezTo>
                    <a:pt x="182" y="61"/>
                    <a:pt x="180" y="32"/>
                    <a:pt x="165" y="17"/>
                  </a:cubicBezTo>
                  <a:cubicBezTo>
                    <a:pt x="148" y="0"/>
                    <a:pt x="123" y="2"/>
                    <a:pt x="105" y="17"/>
                  </a:cubicBezTo>
                  <a:close/>
                </a:path>
              </a:pathLst>
            </a:custGeom>
            <a:solidFill>
              <a:srgbClr val="F7A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3" name="Freeform 109"/>
            <p:cNvSpPr>
              <a:spLocks/>
            </p:cNvSpPr>
            <p:nvPr/>
          </p:nvSpPr>
          <p:spPr bwMode="auto">
            <a:xfrm>
              <a:off x="7440612" y="1962151"/>
              <a:ext cx="277812" cy="585788"/>
            </a:xfrm>
            <a:custGeom>
              <a:avLst/>
              <a:gdLst>
                <a:gd name="T0" fmla="*/ 46 w 198"/>
                <a:gd name="T1" fmla="*/ 96 h 416"/>
                <a:gd name="T2" fmla="*/ 65 w 198"/>
                <a:gd name="T3" fmla="*/ 116 h 416"/>
                <a:gd name="T4" fmla="*/ 67 w 198"/>
                <a:gd name="T5" fmla="*/ 120 h 416"/>
                <a:gd name="T6" fmla="*/ 77 w 198"/>
                <a:gd name="T7" fmla="*/ 136 h 416"/>
                <a:gd name="T8" fmla="*/ 85 w 198"/>
                <a:gd name="T9" fmla="*/ 151 h 416"/>
                <a:gd name="T10" fmla="*/ 86 w 198"/>
                <a:gd name="T11" fmla="*/ 153 h 416"/>
                <a:gd name="T12" fmla="*/ 90 w 198"/>
                <a:gd name="T13" fmla="*/ 164 h 416"/>
                <a:gd name="T14" fmla="*/ 91 w 198"/>
                <a:gd name="T15" fmla="*/ 240 h 416"/>
                <a:gd name="T16" fmla="*/ 17 w 198"/>
                <a:gd name="T17" fmla="*/ 339 h 416"/>
                <a:gd name="T18" fmla="*/ 17 w 198"/>
                <a:gd name="T19" fmla="*/ 399 h 416"/>
                <a:gd name="T20" fmla="*/ 76 w 198"/>
                <a:gd name="T21" fmla="*/ 399 h 416"/>
                <a:gd name="T22" fmla="*/ 174 w 198"/>
                <a:gd name="T23" fmla="*/ 152 h 416"/>
                <a:gd name="T24" fmla="*/ 106 w 198"/>
                <a:gd name="T25" fmla="*/ 36 h 416"/>
                <a:gd name="T26" fmla="*/ 46 w 198"/>
                <a:gd name="T27" fmla="*/ 96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8" h="416">
                  <a:moveTo>
                    <a:pt x="46" y="96"/>
                  </a:moveTo>
                  <a:cubicBezTo>
                    <a:pt x="53" y="102"/>
                    <a:pt x="59" y="109"/>
                    <a:pt x="65" y="116"/>
                  </a:cubicBezTo>
                  <a:cubicBezTo>
                    <a:pt x="56" y="106"/>
                    <a:pt x="66" y="118"/>
                    <a:pt x="67" y="120"/>
                  </a:cubicBezTo>
                  <a:cubicBezTo>
                    <a:pt x="71" y="125"/>
                    <a:pt x="74" y="131"/>
                    <a:pt x="77" y="136"/>
                  </a:cubicBezTo>
                  <a:cubicBezTo>
                    <a:pt x="80" y="141"/>
                    <a:pt x="82" y="146"/>
                    <a:pt x="85" y="151"/>
                  </a:cubicBezTo>
                  <a:cubicBezTo>
                    <a:pt x="90" y="161"/>
                    <a:pt x="82" y="142"/>
                    <a:pt x="86" y="153"/>
                  </a:cubicBezTo>
                  <a:cubicBezTo>
                    <a:pt x="87" y="157"/>
                    <a:pt x="89" y="160"/>
                    <a:pt x="90" y="164"/>
                  </a:cubicBezTo>
                  <a:cubicBezTo>
                    <a:pt x="99" y="191"/>
                    <a:pt x="99" y="211"/>
                    <a:pt x="91" y="240"/>
                  </a:cubicBezTo>
                  <a:cubicBezTo>
                    <a:pt x="80" y="279"/>
                    <a:pt x="48" y="312"/>
                    <a:pt x="17" y="339"/>
                  </a:cubicBezTo>
                  <a:cubicBezTo>
                    <a:pt x="0" y="354"/>
                    <a:pt x="2" y="383"/>
                    <a:pt x="17" y="399"/>
                  </a:cubicBezTo>
                  <a:cubicBezTo>
                    <a:pt x="34" y="416"/>
                    <a:pt x="59" y="413"/>
                    <a:pt x="76" y="399"/>
                  </a:cubicBezTo>
                  <a:cubicBezTo>
                    <a:pt x="149" y="336"/>
                    <a:pt x="198" y="249"/>
                    <a:pt x="174" y="152"/>
                  </a:cubicBezTo>
                  <a:cubicBezTo>
                    <a:pt x="163" y="110"/>
                    <a:pt x="138" y="66"/>
                    <a:pt x="106" y="36"/>
                  </a:cubicBezTo>
                  <a:cubicBezTo>
                    <a:pt x="66" y="0"/>
                    <a:pt x="6" y="59"/>
                    <a:pt x="46" y="96"/>
                  </a:cubicBezTo>
                  <a:close/>
                </a:path>
              </a:pathLst>
            </a:cu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4" name="Oval 110"/>
            <p:cNvSpPr>
              <a:spLocks noChangeArrowheads="1"/>
            </p:cNvSpPr>
            <p:nvPr/>
          </p:nvSpPr>
          <p:spPr bwMode="auto">
            <a:xfrm>
              <a:off x="6791325" y="2389189"/>
              <a:ext cx="714375" cy="406400"/>
            </a:xfrm>
            <a:prstGeom prst="ellipse">
              <a:avLst/>
            </a:prstGeom>
            <a:solidFill>
              <a:srgbClr val="9C93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5" name="Freeform 111"/>
            <p:cNvSpPr>
              <a:spLocks/>
            </p:cNvSpPr>
            <p:nvPr/>
          </p:nvSpPr>
          <p:spPr bwMode="auto">
            <a:xfrm>
              <a:off x="7148512" y="2389189"/>
              <a:ext cx="357187" cy="406400"/>
            </a:xfrm>
            <a:custGeom>
              <a:avLst/>
              <a:gdLst>
                <a:gd name="T0" fmla="*/ 0 w 254"/>
                <a:gd name="T1" fmla="*/ 0 h 290"/>
                <a:gd name="T2" fmla="*/ 0 w 254"/>
                <a:gd name="T3" fmla="*/ 290 h 290"/>
                <a:gd name="T4" fmla="*/ 254 w 254"/>
                <a:gd name="T5" fmla="*/ 145 h 290"/>
                <a:gd name="T6" fmla="*/ 0 w 254"/>
                <a:gd name="T7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90">
                  <a:moveTo>
                    <a:pt x="0" y="0"/>
                  </a:moveTo>
                  <a:cubicBezTo>
                    <a:pt x="0" y="290"/>
                    <a:pt x="0" y="290"/>
                    <a:pt x="0" y="290"/>
                  </a:cubicBezTo>
                  <a:cubicBezTo>
                    <a:pt x="140" y="290"/>
                    <a:pt x="254" y="225"/>
                    <a:pt x="254" y="145"/>
                  </a:cubicBezTo>
                  <a:cubicBezTo>
                    <a:pt x="254" y="65"/>
                    <a:pt x="140" y="0"/>
                    <a:pt x="0" y="0"/>
                  </a:cubicBezTo>
                  <a:close/>
                </a:path>
              </a:pathLst>
            </a:custGeom>
            <a:solidFill>
              <a:srgbClr val="D0C4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6" name="Freeform 112"/>
            <p:cNvSpPr>
              <a:spLocks/>
            </p:cNvSpPr>
            <p:nvPr/>
          </p:nvSpPr>
          <p:spPr bwMode="auto">
            <a:xfrm>
              <a:off x="6726237" y="1303339"/>
              <a:ext cx="422275" cy="1095375"/>
            </a:xfrm>
            <a:custGeom>
              <a:avLst/>
              <a:gdLst>
                <a:gd name="T0" fmla="*/ 300 w 300"/>
                <a:gd name="T1" fmla="*/ 22 h 779"/>
                <a:gd name="T2" fmla="*/ 300 w 300"/>
                <a:gd name="T3" fmla="*/ 772 h 779"/>
                <a:gd name="T4" fmla="*/ 0 w 300"/>
                <a:gd name="T5" fmla="*/ 532 h 779"/>
                <a:gd name="T6" fmla="*/ 0 w 300"/>
                <a:gd name="T7" fmla="*/ 251 h 779"/>
                <a:gd name="T8" fmla="*/ 300 w 300"/>
                <a:gd name="T9" fmla="*/ 22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779">
                  <a:moveTo>
                    <a:pt x="300" y="22"/>
                  </a:moveTo>
                  <a:cubicBezTo>
                    <a:pt x="300" y="772"/>
                    <a:pt x="300" y="772"/>
                    <a:pt x="300" y="772"/>
                  </a:cubicBezTo>
                  <a:cubicBezTo>
                    <a:pt x="300" y="772"/>
                    <a:pt x="24" y="779"/>
                    <a:pt x="0" y="532"/>
                  </a:cubicBezTo>
                  <a:cubicBezTo>
                    <a:pt x="0" y="432"/>
                    <a:pt x="0" y="354"/>
                    <a:pt x="0" y="251"/>
                  </a:cubicBezTo>
                  <a:cubicBezTo>
                    <a:pt x="16" y="0"/>
                    <a:pt x="300" y="22"/>
                    <a:pt x="300" y="22"/>
                  </a:cubicBezTo>
                  <a:close/>
                </a:path>
              </a:pathLst>
            </a:custGeom>
            <a:solidFill>
              <a:srgbClr val="F7A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7" name="Freeform 113"/>
            <p:cNvSpPr>
              <a:spLocks/>
            </p:cNvSpPr>
            <p:nvPr/>
          </p:nvSpPr>
          <p:spPr bwMode="auto">
            <a:xfrm>
              <a:off x="7148512" y="1303339"/>
              <a:ext cx="415925" cy="1095375"/>
            </a:xfrm>
            <a:custGeom>
              <a:avLst/>
              <a:gdLst>
                <a:gd name="T0" fmla="*/ 0 w 296"/>
                <a:gd name="T1" fmla="*/ 22 h 779"/>
                <a:gd name="T2" fmla="*/ 0 w 296"/>
                <a:gd name="T3" fmla="*/ 772 h 779"/>
                <a:gd name="T4" fmla="*/ 296 w 296"/>
                <a:gd name="T5" fmla="*/ 532 h 779"/>
                <a:gd name="T6" fmla="*/ 296 w 296"/>
                <a:gd name="T7" fmla="*/ 251 h 779"/>
                <a:gd name="T8" fmla="*/ 0 w 296"/>
                <a:gd name="T9" fmla="*/ 22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779">
                  <a:moveTo>
                    <a:pt x="0" y="22"/>
                  </a:moveTo>
                  <a:cubicBezTo>
                    <a:pt x="0" y="772"/>
                    <a:pt x="0" y="772"/>
                    <a:pt x="0" y="772"/>
                  </a:cubicBezTo>
                  <a:cubicBezTo>
                    <a:pt x="0" y="772"/>
                    <a:pt x="276" y="779"/>
                    <a:pt x="296" y="532"/>
                  </a:cubicBezTo>
                  <a:cubicBezTo>
                    <a:pt x="296" y="432"/>
                    <a:pt x="296" y="354"/>
                    <a:pt x="296" y="251"/>
                  </a:cubicBezTo>
                  <a:cubicBezTo>
                    <a:pt x="284" y="0"/>
                    <a:pt x="0" y="22"/>
                    <a:pt x="0" y="22"/>
                  </a:cubicBezTo>
                  <a:close/>
                </a:path>
              </a:pathLst>
            </a:cu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8" name="Freeform 114"/>
            <p:cNvSpPr>
              <a:spLocks/>
            </p:cNvSpPr>
            <p:nvPr/>
          </p:nvSpPr>
          <p:spPr bwMode="auto">
            <a:xfrm>
              <a:off x="6713537" y="1917701"/>
              <a:ext cx="434975" cy="712788"/>
            </a:xfrm>
            <a:custGeom>
              <a:avLst/>
              <a:gdLst>
                <a:gd name="T0" fmla="*/ 8 w 310"/>
                <a:gd name="T1" fmla="*/ 12 h 507"/>
                <a:gd name="T2" fmla="*/ 310 w 310"/>
                <a:gd name="T3" fmla="*/ 87 h 507"/>
                <a:gd name="T4" fmla="*/ 310 w 310"/>
                <a:gd name="T5" fmla="*/ 506 h 507"/>
                <a:gd name="T6" fmla="*/ 44 w 310"/>
                <a:gd name="T7" fmla="*/ 507 h 507"/>
                <a:gd name="T8" fmla="*/ 8 w 310"/>
                <a:gd name="T9" fmla="*/ 1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0" h="507">
                  <a:moveTo>
                    <a:pt x="8" y="12"/>
                  </a:moveTo>
                  <a:cubicBezTo>
                    <a:pt x="7" y="0"/>
                    <a:pt x="310" y="87"/>
                    <a:pt x="310" y="87"/>
                  </a:cubicBezTo>
                  <a:cubicBezTo>
                    <a:pt x="310" y="506"/>
                    <a:pt x="310" y="506"/>
                    <a:pt x="310" y="506"/>
                  </a:cubicBezTo>
                  <a:cubicBezTo>
                    <a:pt x="310" y="506"/>
                    <a:pt x="58" y="503"/>
                    <a:pt x="44" y="507"/>
                  </a:cubicBezTo>
                  <a:cubicBezTo>
                    <a:pt x="0" y="206"/>
                    <a:pt x="8" y="24"/>
                    <a:pt x="8" y="12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9" name="Freeform 115"/>
            <p:cNvSpPr>
              <a:spLocks/>
            </p:cNvSpPr>
            <p:nvPr/>
          </p:nvSpPr>
          <p:spPr bwMode="auto">
            <a:xfrm>
              <a:off x="7148512" y="1935164"/>
              <a:ext cx="434975" cy="693738"/>
            </a:xfrm>
            <a:custGeom>
              <a:avLst/>
              <a:gdLst>
                <a:gd name="T0" fmla="*/ 298 w 309"/>
                <a:gd name="T1" fmla="*/ 0 h 493"/>
                <a:gd name="T2" fmla="*/ 0 w 309"/>
                <a:gd name="T3" fmla="*/ 74 h 493"/>
                <a:gd name="T4" fmla="*/ 0 w 309"/>
                <a:gd name="T5" fmla="*/ 493 h 493"/>
                <a:gd name="T6" fmla="*/ 265 w 309"/>
                <a:gd name="T7" fmla="*/ 493 h 493"/>
                <a:gd name="T8" fmla="*/ 298 w 309"/>
                <a:gd name="T9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9" h="493">
                  <a:moveTo>
                    <a:pt x="298" y="0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0" y="493"/>
                    <a:pt x="0" y="493"/>
                    <a:pt x="0" y="493"/>
                  </a:cubicBezTo>
                  <a:cubicBezTo>
                    <a:pt x="0" y="493"/>
                    <a:pt x="250" y="493"/>
                    <a:pt x="265" y="493"/>
                  </a:cubicBezTo>
                  <a:cubicBezTo>
                    <a:pt x="309" y="145"/>
                    <a:pt x="298" y="0"/>
                    <a:pt x="298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0" name="Rectangle 116"/>
            <p:cNvSpPr>
              <a:spLocks noChangeArrowheads="1"/>
            </p:cNvSpPr>
            <p:nvPr/>
          </p:nvSpPr>
          <p:spPr bwMode="auto">
            <a:xfrm>
              <a:off x="6911975" y="2628901"/>
              <a:ext cx="157162" cy="838200"/>
            </a:xfrm>
            <a:prstGeom prst="rect">
              <a:avLst/>
            </a:prstGeom>
            <a:solidFill>
              <a:srgbClr val="F7A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1" name="Rectangle 117"/>
            <p:cNvSpPr>
              <a:spLocks noChangeArrowheads="1"/>
            </p:cNvSpPr>
            <p:nvPr/>
          </p:nvSpPr>
          <p:spPr bwMode="auto">
            <a:xfrm>
              <a:off x="7210425" y="2628901"/>
              <a:ext cx="157162" cy="831850"/>
            </a:xfrm>
            <a:prstGeom prst="rect">
              <a:avLst/>
            </a:pr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2" name="Freeform 118"/>
            <p:cNvSpPr>
              <a:spLocks/>
            </p:cNvSpPr>
            <p:nvPr/>
          </p:nvSpPr>
          <p:spPr bwMode="auto">
            <a:xfrm>
              <a:off x="6765925" y="3411539"/>
              <a:ext cx="303212" cy="111125"/>
            </a:xfrm>
            <a:custGeom>
              <a:avLst/>
              <a:gdLst>
                <a:gd name="T0" fmla="*/ 146 w 216"/>
                <a:gd name="T1" fmla="*/ 4 h 80"/>
                <a:gd name="T2" fmla="*/ 216 w 216"/>
                <a:gd name="T3" fmla="*/ 4 h 80"/>
                <a:gd name="T4" fmla="*/ 216 w 216"/>
                <a:gd name="T5" fmla="*/ 80 h 80"/>
                <a:gd name="T6" fmla="*/ 14 w 216"/>
                <a:gd name="T7" fmla="*/ 80 h 80"/>
                <a:gd name="T8" fmla="*/ 146 w 216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" h="80">
                  <a:moveTo>
                    <a:pt x="146" y="4"/>
                  </a:moveTo>
                  <a:cubicBezTo>
                    <a:pt x="206" y="4"/>
                    <a:pt x="216" y="4"/>
                    <a:pt x="216" y="4"/>
                  </a:cubicBezTo>
                  <a:cubicBezTo>
                    <a:pt x="216" y="80"/>
                    <a:pt x="216" y="80"/>
                    <a:pt x="216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6" y="4"/>
                  </a:cubicBezTo>
                  <a:close/>
                </a:path>
              </a:pathLst>
            </a:custGeom>
            <a:solidFill>
              <a:srgbClr val="9C93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3" name="Freeform 119"/>
            <p:cNvSpPr>
              <a:spLocks/>
            </p:cNvSpPr>
            <p:nvPr/>
          </p:nvSpPr>
          <p:spPr bwMode="auto">
            <a:xfrm>
              <a:off x="7210425" y="3411539"/>
              <a:ext cx="300037" cy="111125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200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8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200" y="80"/>
                    <a:pt x="200" y="80"/>
                    <a:pt x="200" y="80"/>
                  </a:cubicBezTo>
                  <a:cubicBezTo>
                    <a:pt x="200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D0C4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4" name="Freeform 120"/>
            <p:cNvSpPr>
              <a:spLocks/>
            </p:cNvSpPr>
            <p:nvPr/>
          </p:nvSpPr>
          <p:spPr bwMode="auto">
            <a:xfrm>
              <a:off x="7069137" y="1666876"/>
              <a:ext cx="85725" cy="157163"/>
            </a:xfrm>
            <a:custGeom>
              <a:avLst/>
              <a:gdLst>
                <a:gd name="T0" fmla="*/ 53 w 54"/>
                <a:gd name="T1" fmla="*/ 0 h 99"/>
                <a:gd name="T2" fmla="*/ 0 w 54"/>
                <a:gd name="T3" fmla="*/ 99 h 99"/>
                <a:gd name="T4" fmla="*/ 54 w 54"/>
                <a:gd name="T5" fmla="*/ 99 h 99"/>
                <a:gd name="T6" fmla="*/ 53 w 54"/>
                <a:gd name="T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99">
                  <a:moveTo>
                    <a:pt x="53" y="0"/>
                  </a:moveTo>
                  <a:lnTo>
                    <a:pt x="0" y="99"/>
                  </a:lnTo>
                  <a:lnTo>
                    <a:pt x="54" y="99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5" name="Freeform 121"/>
            <p:cNvSpPr>
              <a:spLocks/>
            </p:cNvSpPr>
            <p:nvPr/>
          </p:nvSpPr>
          <p:spPr bwMode="auto">
            <a:xfrm>
              <a:off x="7069137" y="1666876"/>
              <a:ext cx="85725" cy="157163"/>
            </a:xfrm>
            <a:custGeom>
              <a:avLst/>
              <a:gdLst>
                <a:gd name="T0" fmla="*/ 53 w 54"/>
                <a:gd name="T1" fmla="*/ 0 h 99"/>
                <a:gd name="T2" fmla="*/ 0 w 54"/>
                <a:gd name="T3" fmla="*/ 99 h 99"/>
                <a:gd name="T4" fmla="*/ 54 w 54"/>
                <a:gd name="T5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" h="99">
                  <a:moveTo>
                    <a:pt x="53" y="0"/>
                  </a:moveTo>
                  <a:lnTo>
                    <a:pt x="0" y="99"/>
                  </a:lnTo>
                  <a:lnTo>
                    <a:pt x="54" y="9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6" name="Oval 122"/>
            <p:cNvSpPr>
              <a:spLocks noChangeArrowheads="1"/>
            </p:cNvSpPr>
            <p:nvPr/>
          </p:nvSpPr>
          <p:spPr bwMode="auto">
            <a:xfrm>
              <a:off x="6943725" y="1639889"/>
              <a:ext cx="87312" cy="87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7" name="Oval 123"/>
            <p:cNvSpPr>
              <a:spLocks noChangeArrowheads="1"/>
            </p:cNvSpPr>
            <p:nvPr/>
          </p:nvSpPr>
          <p:spPr bwMode="auto">
            <a:xfrm>
              <a:off x="6958012" y="1655764"/>
              <a:ext cx="55562" cy="5556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8" name="Oval 124"/>
            <p:cNvSpPr>
              <a:spLocks noChangeArrowheads="1"/>
            </p:cNvSpPr>
            <p:nvPr/>
          </p:nvSpPr>
          <p:spPr bwMode="auto">
            <a:xfrm>
              <a:off x="7246937" y="1646239"/>
              <a:ext cx="87312" cy="87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9" name="Oval 125"/>
            <p:cNvSpPr>
              <a:spLocks noChangeArrowheads="1"/>
            </p:cNvSpPr>
            <p:nvPr/>
          </p:nvSpPr>
          <p:spPr bwMode="auto">
            <a:xfrm>
              <a:off x="7262812" y="1662114"/>
              <a:ext cx="52387" cy="539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0" name="Oval 126"/>
            <p:cNvSpPr>
              <a:spLocks noChangeArrowheads="1"/>
            </p:cNvSpPr>
            <p:nvPr/>
          </p:nvSpPr>
          <p:spPr bwMode="auto">
            <a:xfrm>
              <a:off x="7510462" y="1728789"/>
              <a:ext cx="127000" cy="127000"/>
            </a:xfrm>
            <a:prstGeom prst="ellipse">
              <a:avLst/>
            </a:pr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1" name="Oval 127"/>
            <p:cNvSpPr>
              <a:spLocks noChangeArrowheads="1"/>
            </p:cNvSpPr>
            <p:nvPr/>
          </p:nvSpPr>
          <p:spPr bwMode="auto">
            <a:xfrm>
              <a:off x="6651625" y="1728789"/>
              <a:ext cx="125412" cy="127000"/>
            </a:xfrm>
            <a:prstGeom prst="ellipse">
              <a:avLst/>
            </a:prstGeom>
            <a:solidFill>
              <a:srgbClr val="F7A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2" name="Freeform 128"/>
            <p:cNvSpPr>
              <a:spLocks/>
            </p:cNvSpPr>
            <p:nvPr/>
          </p:nvSpPr>
          <p:spPr bwMode="auto">
            <a:xfrm>
              <a:off x="7089775" y="1839914"/>
              <a:ext cx="177800" cy="87313"/>
            </a:xfrm>
            <a:custGeom>
              <a:avLst/>
              <a:gdLst>
                <a:gd name="T0" fmla="*/ 7 w 127"/>
                <a:gd name="T1" fmla="*/ 37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7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8" y="0"/>
                    <a:pt x="114" y="6"/>
                  </a:cubicBezTo>
                  <a:cubicBezTo>
                    <a:pt x="88" y="36"/>
                    <a:pt x="48" y="49"/>
                    <a:pt x="13" y="27"/>
                  </a:cubicBezTo>
                  <a:cubicBezTo>
                    <a:pt x="6" y="23"/>
                    <a:pt x="0" y="33"/>
                    <a:pt x="7" y="37"/>
                  </a:cubicBez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3" name="Freeform 129"/>
            <p:cNvSpPr>
              <a:spLocks/>
            </p:cNvSpPr>
            <p:nvPr/>
          </p:nvSpPr>
          <p:spPr bwMode="auto">
            <a:xfrm>
              <a:off x="6607175" y="1274764"/>
              <a:ext cx="1081087" cy="455613"/>
            </a:xfrm>
            <a:custGeom>
              <a:avLst/>
              <a:gdLst>
                <a:gd name="T0" fmla="*/ 85 w 769"/>
                <a:gd name="T1" fmla="*/ 324 h 324"/>
                <a:gd name="T2" fmla="*/ 384 w 769"/>
                <a:gd name="T3" fmla="*/ 125 h 324"/>
                <a:gd name="T4" fmla="*/ 683 w 769"/>
                <a:gd name="T5" fmla="*/ 323 h 324"/>
                <a:gd name="T6" fmla="*/ 384 w 769"/>
                <a:gd name="T7" fmla="*/ 2 h 324"/>
                <a:gd name="T8" fmla="*/ 85 w 76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9" h="324">
                  <a:moveTo>
                    <a:pt x="85" y="324"/>
                  </a:moveTo>
                  <a:cubicBezTo>
                    <a:pt x="85" y="324"/>
                    <a:pt x="226" y="282"/>
                    <a:pt x="384" y="125"/>
                  </a:cubicBezTo>
                  <a:cubicBezTo>
                    <a:pt x="494" y="264"/>
                    <a:pt x="683" y="323"/>
                    <a:pt x="683" y="323"/>
                  </a:cubicBezTo>
                  <a:cubicBezTo>
                    <a:pt x="683" y="323"/>
                    <a:pt x="769" y="0"/>
                    <a:pt x="384" y="2"/>
                  </a:cubicBezTo>
                  <a:cubicBezTo>
                    <a:pt x="0" y="4"/>
                    <a:pt x="85" y="324"/>
                    <a:pt x="85" y="32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4" name="Freeform 130"/>
            <p:cNvSpPr>
              <a:spLocks/>
            </p:cNvSpPr>
            <p:nvPr/>
          </p:nvSpPr>
          <p:spPr bwMode="auto">
            <a:xfrm>
              <a:off x="6918325" y="1603376"/>
              <a:ext cx="92075" cy="49213"/>
            </a:xfrm>
            <a:custGeom>
              <a:avLst/>
              <a:gdLst>
                <a:gd name="T0" fmla="*/ 6 w 66"/>
                <a:gd name="T1" fmla="*/ 36 h 36"/>
                <a:gd name="T2" fmla="*/ 66 w 66"/>
                <a:gd name="T3" fmla="*/ 14 h 36"/>
                <a:gd name="T4" fmla="*/ 30 w 66"/>
                <a:gd name="T5" fmla="*/ 11 h 36"/>
                <a:gd name="T6" fmla="*/ 6 w 66"/>
                <a:gd name="T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6">
                  <a:moveTo>
                    <a:pt x="6" y="36"/>
                  </a:moveTo>
                  <a:cubicBezTo>
                    <a:pt x="66" y="14"/>
                    <a:pt x="66" y="14"/>
                    <a:pt x="66" y="14"/>
                  </a:cubicBezTo>
                  <a:cubicBezTo>
                    <a:pt x="66" y="14"/>
                    <a:pt x="60" y="0"/>
                    <a:pt x="30" y="11"/>
                  </a:cubicBezTo>
                  <a:cubicBezTo>
                    <a:pt x="0" y="22"/>
                    <a:pt x="6" y="36"/>
                    <a:pt x="6" y="36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5" name="Freeform 131"/>
            <p:cNvSpPr>
              <a:spLocks/>
            </p:cNvSpPr>
            <p:nvPr/>
          </p:nvSpPr>
          <p:spPr bwMode="auto">
            <a:xfrm>
              <a:off x="7264400" y="1606551"/>
              <a:ext cx="90487" cy="42863"/>
            </a:xfrm>
            <a:custGeom>
              <a:avLst/>
              <a:gdLst>
                <a:gd name="T0" fmla="*/ 0 w 65"/>
                <a:gd name="T1" fmla="*/ 15 h 30"/>
                <a:gd name="T2" fmla="*/ 62 w 65"/>
                <a:gd name="T3" fmla="*/ 30 h 30"/>
                <a:gd name="T4" fmla="*/ 34 w 65"/>
                <a:gd name="T5" fmla="*/ 7 h 30"/>
                <a:gd name="T6" fmla="*/ 0 w 65"/>
                <a:gd name="T7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30">
                  <a:moveTo>
                    <a:pt x="0" y="15"/>
                  </a:moveTo>
                  <a:cubicBezTo>
                    <a:pt x="62" y="30"/>
                    <a:pt x="62" y="30"/>
                    <a:pt x="62" y="30"/>
                  </a:cubicBezTo>
                  <a:cubicBezTo>
                    <a:pt x="62" y="30"/>
                    <a:pt x="65" y="15"/>
                    <a:pt x="34" y="7"/>
                  </a:cubicBezTo>
                  <a:cubicBezTo>
                    <a:pt x="3" y="0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6" name="Freeform 132"/>
            <p:cNvSpPr>
              <a:spLocks/>
            </p:cNvSpPr>
            <p:nvPr/>
          </p:nvSpPr>
          <p:spPr bwMode="auto">
            <a:xfrm>
              <a:off x="6713537" y="1592264"/>
              <a:ext cx="96837" cy="263525"/>
            </a:xfrm>
            <a:custGeom>
              <a:avLst/>
              <a:gdLst>
                <a:gd name="T0" fmla="*/ 67 w 68"/>
                <a:gd name="T1" fmla="*/ 49 h 187"/>
                <a:gd name="T2" fmla="*/ 68 w 68"/>
                <a:gd name="T3" fmla="*/ 187 h 187"/>
                <a:gd name="T4" fmla="*/ 1 w 68"/>
                <a:gd name="T5" fmla="*/ 40 h 187"/>
                <a:gd name="T6" fmla="*/ 67 w 68"/>
                <a:gd name="T7" fmla="*/ 49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87">
                  <a:moveTo>
                    <a:pt x="67" y="49"/>
                  </a:moveTo>
                  <a:cubicBezTo>
                    <a:pt x="41" y="123"/>
                    <a:pt x="68" y="187"/>
                    <a:pt x="68" y="187"/>
                  </a:cubicBezTo>
                  <a:cubicBezTo>
                    <a:pt x="68" y="187"/>
                    <a:pt x="0" y="160"/>
                    <a:pt x="1" y="40"/>
                  </a:cubicBezTo>
                  <a:cubicBezTo>
                    <a:pt x="5" y="0"/>
                    <a:pt x="57" y="40"/>
                    <a:pt x="67" y="49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7" name="Freeform 133"/>
            <p:cNvSpPr>
              <a:spLocks/>
            </p:cNvSpPr>
            <p:nvPr/>
          </p:nvSpPr>
          <p:spPr bwMode="auto">
            <a:xfrm>
              <a:off x="7480300" y="1597026"/>
              <a:ext cx="93662" cy="265113"/>
            </a:xfrm>
            <a:custGeom>
              <a:avLst/>
              <a:gdLst>
                <a:gd name="T0" fmla="*/ 1 w 67"/>
                <a:gd name="T1" fmla="*/ 50 h 188"/>
                <a:gd name="T2" fmla="*/ 0 w 67"/>
                <a:gd name="T3" fmla="*/ 188 h 188"/>
                <a:gd name="T4" fmla="*/ 67 w 67"/>
                <a:gd name="T5" fmla="*/ 41 h 188"/>
                <a:gd name="T6" fmla="*/ 1 w 67"/>
                <a:gd name="T7" fmla="*/ 5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188">
                  <a:moveTo>
                    <a:pt x="1" y="50"/>
                  </a:moveTo>
                  <a:cubicBezTo>
                    <a:pt x="27" y="124"/>
                    <a:pt x="0" y="188"/>
                    <a:pt x="0" y="188"/>
                  </a:cubicBezTo>
                  <a:cubicBezTo>
                    <a:pt x="0" y="188"/>
                    <a:pt x="67" y="161"/>
                    <a:pt x="67" y="41"/>
                  </a:cubicBezTo>
                  <a:cubicBezTo>
                    <a:pt x="63" y="0"/>
                    <a:pt x="11" y="41"/>
                    <a:pt x="1" y="5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8" name="Freeform 134"/>
            <p:cNvSpPr>
              <a:spLocks/>
            </p:cNvSpPr>
            <p:nvPr/>
          </p:nvSpPr>
          <p:spPr bwMode="auto">
            <a:xfrm>
              <a:off x="6777037" y="1431926"/>
              <a:ext cx="327025" cy="195263"/>
            </a:xfrm>
            <a:custGeom>
              <a:avLst/>
              <a:gdLst>
                <a:gd name="T0" fmla="*/ 232 w 232"/>
                <a:gd name="T1" fmla="*/ 0 h 139"/>
                <a:gd name="T2" fmla="*/ 118 w 232"/>
                <a:gd name="T3" fmla="*/ 106 h 139"/>
                <a:gd name="T4" fmla="*/ 0 w 232"/>
                <a:gd name="T5" fmla="*/ 139 h 139"/>
                <a:gd name="T6" fmla="*/ 232 w 232"/>
                <a:gd name="T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139">
                  <a:moveTo>
                    <a:pt x="232" y="0"/>
                  </a:moveTo>
                  <a:cubicBezTo>
                    <a:pt x="232" y="0"/>
                    <a:pt x="183" y="73"/>
                    <a:pt x="118" y="106"/>
                  </a:cubicBezTo>
                  <a:cubicBezTo>
                    <a:pt x="53" y="138"/>
                    <a:pt x="0" y="139"/>
                    <a:pt x="0" y="139"/>
                  </a:cubicBezTo>
                  <a:lnTo>
                    <a:pt x="232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9" name="Freeform 135"/>
            <p:cNvSpPr>
              <a:spLocks/>
            </p:cNvSpPr>
            <p:nvPr/>
          </p:nvSpPr>
          <p:spPr bwMode="auto">
            <a:xfrm>
              <a:off x="7192962" y="1443039"/>
              <a:ext cx="327025" cy="195263"/>
            </a:xfrm>
            <a:custGeom>
              <a:avLst/>
              <a:gdLst>
                <a:gd name="T0" fmla="*/ 0 w 232"/>
                <a:gd name="T1" fmla="*/ 0 h 139"/>
                <a:gd name="T2" fmla="*/ 113 w 232"/>
                <a:gd name="T3" fmla="*/ 106 h 139"/>
                <a:gd name="T4" fmla="*/ 232 w 232"/>
                <a:gd name="T5" fmla="*/ 139 h 139"/>
                <a:gd name="T6" fmla="*/ 0 w 232"/>
                <a:gd name="T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139">
                  <a:moveTo>
                    <a:pt x="0" y="0"/>
                  </a:moveTo>
                  <a:cubicBezTo>
                    <a:pt x="0" y="0"/>
                    <a:pt x="48" y="73"/>
                    <a:pt x="113" y="106"/>
                  </a:cubicBezTo>
                  <a:cubicBezTo>
                    <a:pt x="179" y="138"/>
                    <a:pt x="232" y="139"/>
                    <a:pt x="232" y="1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" name="Rectangle 163"/>
            <p:cNvSpPr>
              <a:spLocks noChangeArrowheads="1"/>
            </p:cNvSpPr>
            <p:nvPr/>
          </p:nvSpPr>
          <p:spPr bwMode="auto">
            <a:xfrm>
              <a:off x="6889750" y="2628901"/>
              <a:ext cx="214312" cy="765175"/>
            </a:xfrm>
            <a:prstGeom prst="rect">
              <a:avLst/>
            </a:prstGeom>
            <a:solidFill>
              <a:srgbClr val="9C93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8" name="Rectangle 164"/>
            <p:cNvSpPr>
              <a:spLocks noChangeArrowheads="1"/>
            </p:cNvSpPr>
            <p:nvPr/>
          </p:nvSpPr>
          <p:spPr bwMode="auto">
            <a:xfrm>
              <a:off x="7181850" y="2628901"/>
              <a:ext cx="214312" cy="765175"/>
            </a:xfrm>
            <a:prstGeom prst="rect">
              <a:avLst/>
            </a:prstGeom>
            <a:solidFill>
              <a:srgbClr val="D0C4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3" name="Freeform 169"/>
            <p:cNvSpPr>
              <a:spLocks/>
            </p:cNvSpPr>
            <p:nvPr/>
          </p:nvSpPr>
          <p:spPr bwMode="auto">
            <a:xfrm>
              <a:off x="6702425" y="1925639"/>
              <a:ext cx="442912" cy="106363"/>
            </a:xfrm>
            <a:custGeom>
              <a:avLst/>
              <a:gdLst>
                <a:gd name="T0" fmla="*/ 15 w 279"/>
                <a:gd name="T1" fmla="*/ 0 h 67"/>
                <a:gd name="T2" fmla="*/ 0 w 279"/>
                <a:gd name="T3" fmla="*/ 41 h 67"/>
                <a:gd name="T4" fmla="*/ 279 w 279"/>
                <a:gd name="T5" fmla="*/ 67 h 67"/>
                <a:gd name="T6" fmla="*/ 15 w 279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9" h="67">
                  <a:moveTo>
                    <a:pt x="15" y="0"/>
                  </a:moveTo>
                  <a:lnTo>
                    <a:pt x="0" y="41"/>
                  </a:lnTo>
                  <a:lnTo>
                    <a:pt x="279" y="67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4" name="Freeform 170"/>
            <p:cNvSpPr>
              <a:spLocks/>
            </p:cNvSpPr>
            <p:nvPr/>
          </p:nvSpPr>
          <p:spPr bwMode="auto">
            <a:xfrm>
              <a:off x="7142162" y="1925639"/>
              <a:ext cx="444500" cy="106363"/>
            </a:xfrm>
            <a:custGeom>
              <a:avLst/>
              <a:gdLst>
                <a:gd name="T0" fmla="*/ 264 w 280"/>
                <a:gd name="T1" fmla="*/ 0 h 67"/>
                <a:gd name="T2" fmla="*/ 280 w 280"/>
                <a:gd name="T3" fmla="*/ 41 h 67"/>
                <a:gd name="T4" fmla="*/ 0 w 280"/>
                <a:gd name="T5" fmla="*/ 67 h 67"/>
                <a:gd name="T6" fmla="*/ 264 w 280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67">
                  <a:moveTo>
                    <a:pt x="264" y="0"/>
                  </a:moveTo>
                  <a:lnTo>
                    <a:pt x="280" y="41"/>
                  </a:lnTo>
                  <a:lnTo>
                    <a:pt x="0" y="67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39" name="组合 338"/>
          <p:cNvGrpSpPr/>
          <p:nvPr/>
        </p:nvGrpSpPr>
        <p:grpSpPr>
          <a:xfrm>
            <a:off x="7859712" y="1300164"/>
            <a:ext cx="1222375" cy="2228850"/>
            <a:chOff x="7859712" y="1300164"/>
            <a:chExt cx="1222375" cy="2228850"/>
          </a:xfrm>
        </p:grpSpPr>
        <p:sp>
          <p:nvSpPr>
            <p:cNvPr id="140" name="Freeform 6"/>
            <p:cNvSpPr>
              <a:spLocks/>
            </p:cNvSpPr>
            <p:nvPr/>
          </p:nvSpPr>
          <p:spPr bwMode="auto">
            <a:xfrm>
              <a:off x="8804275" y="1987551"/>
              <a:ext cx="277812" cy="561975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7"/>
            <p:cNvSpPr>
              <a:spLocks/>
            </p:cNvSpPr>
            <p:nvPr/>
          </p:nvSpPr>
          <p:spPr bwMode="auto">
            <a:xfrm>
              <a:off x="7859712" y="1997076"/>
              <a:ext cx="280987" cy="563563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Oval 8"/>
            <p:cNvSpPr>
              <a:spLocks noChangeArrowheads="1"/>
            </p:cNvSpPr>
            <p:nvPr/>
          </p:nvSpPr>
          <p:spPr bwMode="auto">
            <a:xfrm>
              <a:off x="8043862" y="1303339"/>
              <a:ext cx="858837" cy="650875"/>
            </a:xfrm>
            <a:prstGeom prst="ellipse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2" name="Oval 138"/>
            <p:cNvSpPr>
              <a:spLocks noChangeArrowheads="1"/>
            </p:cNvSpPr>
            <p:nvPr/>
          </p:nvSpPr>
          <p:spPr bwMode="auto">
            <a:xfrm>
              <a:off x="8094662" y="2392364"/>
              <a:ext cx="757237" cy="4064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3" name="Freeform 139"/>
            <p:cNvSpPr>
              <a:spLocks/>
            </p:cNvSpPr>
            <p:nvPr/>
          </p:nvSpPr>
          <p:spPr bwMode="auto">
            <a:xfrm>
              <a:off x="8475662" y="2392364"/>
              <a:ext cx="377825" cy="406400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4" name="Freeform 140"/>
            <p:cNvSpPr>
              <a:spLocks/>
            </p:cNvSpPr>
            <p:nvPr/>
          </p:nvSpPr>
          <p:spPr bwMode="auto">
            <a:xfrm>
              <a:off x="8053387" y="1300164"/>
              <a:ext cx="422275" cy="1309688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5" name="Freeform 141"/>
            <p:cNvSpPr>
              <a:spLocks/>
            </p:cNvSpPr>
            <p:nvPr/>
          </p:nvSpPr>
          <p:spPr bwMode="auto">
            <a:xfrm>
              <a:off x="8475662" y="1300164"/>
              <a:ext cx="415925" cy="1309688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6" name="Freeform 142"/>
            <p:cNvSpPr>
              <a:spLocks/>
            </p:cNvSpPr>
            <p:nvPr/>
          </p:nvSpPr>
          <p:spPr bwMode="auto">
            <a:xfrm>
              <a:off x="8053387" y="1936751"/>
              <a:ext cx="422275" cy="692150"/>
            </a:xfrm>
            <a:custGeom>
              <a:avLst/>
              <a:gdLst>
                <a:gd name="T0" fmla="*/ 1 w 266"/>
                <a:gd name="T1" fmla="*/ 0 h 436"/>
                <a:gd name="T2" fmla="*/ 266 w 266"/>
                <a:gd name="T3" fmla="*/ 67 h 436"/>
                <a:gd name="T4" fmla="*/ 266 w 266"/>
                <a:gd name="T5" fmla="*/ 436 h 436"/>
                <a:gd name="T6" fmla="*/ 0 w 266"/>
                <a:gd name="T7" fmla="*/ 436 h 436"/>
                <a:gd name="T8" fmla="*/ 1 w 266"/>
                <a:gd name="T9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436">
                  <a:moveTo>
                    <a:pt x="1" y="0"/>
                  </a:moveTo>
                  <a:lnTo>
                    <a:pt x="266" y="67"/>
                  </a:lnTo>
                  <a:lnTo>
                    <a:pt x="266" y="436"/>
                  </a:lnTo>
                  <a:lnTo>
                    <a:pt x="0" y="43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7" name="Freeform 143"/>
            <p:cNvSpPr>
              <a:spLocks/>
            </p:cNvSpPr>
            <p:nvPr/>
          </p:nvSpPr>
          <p:spPr bwMode="auto">
            <a:xfrm>
              <a:off x="8475662" y="1936751"/>
              <a:ext cx="417512" cy="692150"/>
            </a:xfrm>
            <a:custGeom>
              <a:avLst/>
              <a:gdLst>
                <a:gd name="T0" fmla="*/ 263 w 263"/>
                <a:gd name="T1" fmla="*/ 0 h 436"/>
                <a:gd name="T2" fmla="*/ 0 w 263"/>
                <a:gd name="T3" fmla="*/ 67 h 436"/>
                <a:gd name="T4" fmla="*/ 0 w 263"/>
                <a:gd name="T5" fmla="*/ 436 h 436"/>
                <a:gd name="T6" fmla="*/ 263 w 263"/>
                <a:gd name="T7" fmla="*/ 436 h 436"/>
                <a:gd name="T8" fmla="*/ 263 w 263"/>
                <a:gd name="T9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3" h="436">
                  <a:moveTo>
                    <a:pt x="263" y="0"/>
                  </a:moveTo>
                  <a:lnTo>
                    <a:pt x="0" y="67"/>
                  </a:lnTo>
                  <a:lnTo>
                    <a:pt x="0" y="436"/>
                  </a:lnTo>
                  <a:lnTo>
                    <a:pt x="263" y="436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8" name="Rectangle 144"/>
            <p:cNvSpPr>
              <a:spLocks noChangeArrowheads="1"/>
            </p:cNvSpPr>
            <p:nvPr/>
          </p:nvSpPr>
          <p:spPr bwMode="auto">
            <a:xfrm>
              <a:off x="8245475" y="2628901"/>
              <a:ext cx="150812" cy="83185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9" name="Rectangle 145"/>
            <p:cNvSpPr>
              <a:spLocks noChangeArrowheads="1"/>
            </p:cNvSpPr>
            <p:nvPr/>
          </p:nvSpPr>
          <p:spPr bwMode="auto">
            <a:xfrm>
              <a:off x="8537575" y="2628901"/>
              <a:ext cx="150812" cy="83185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0" name="Freeform 146"/>
            <p:cNvSpPr>
              <a:spLocks/>
            </p:cNvSpPr>
            <p:nvPr/>
          </p:nvSpPr>
          <p:spPr bwMode="auto">
            <a:xfrm>
              <a:off x="8096250" y="3416301"/>
              <a:ext cx="300037" cy="112713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1" name="Freeform 147"/>
            <p:cNvSpPr>
              <a:spLocks/>
            </p:cNvSpPr>
            <p:nvPr/>
          </p:nvSpPr>
          <p:spPr bwMode="auto">
            <a:xfrm>
              <a:off x="8537575" y="3416301"/>
              <a:ext cx="300037" cy="112713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2" name="Freeform 148"/>
            <p:cNvSpPr>
              <a:spLocks/>
            </p:cNvSpPr>
            <p:nvPr/>
          </p:nvSpPr>
          <p:spPr bwMode="auto">
            <a:xfrm>
              <a:off x="8023225" y="1404939"/>
              <a:ext cx="222250" cy="333375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3" name="Freeform 149"/>
            <p:cNvSpPr>
              <a:spLocks/>
            </p:cNvSpPr>
            <p:nvPr/>
          </p:nvSpPr>
          <p:spPr bwMode="auto">
            <a:xfrm>
              <a:off x="8659812" y="1387476"/>
              <a:ext cx="249237" cy="346075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4" name="Freeform 150"/>
            <p:cNvSpPr>
              <a:spLocks/>
            </p:cNvSpPr>
            <p:nvPr/>
          </p:nvSpPr>
          <p:spPr bwMode="auto">
            <a:xfrm>
              <a:off x="8396287" y="1666876"/>
              <a:ext cx="84137" cy="157163"/>
            </a:xfrm>
            <a:custGeom>
              <a:avLst/>
              <a:gdLst>
                <a:gd name="T0" fmla="*/ 52 w 53"/>
                <a:gd name="T1" fmla="*/ 0 h 99"/>
                <a:gd name="T2" fmla="*/ 0 w 53"/>
                <a:gd name="T3" fmla="*/ 99 h 99"/>
                <a:gd name="T4" fmla="*/ 53 w 53"/>
                <a:gd name="T5" fmla="*/ 99 h 99"/>
                <a:gd name="T6" fmla="*/ 52 w 53"/>
                <a:gd name="T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99">
                  <a:moveTo>
                    <a:pt x="52" y="0"/>
                  </a:moveTo>
                  <a:lnTo>
                    <a:pt x="0" y="99"/>
                  </a:lnTo>
                  <a:lnTo>
                    <a:pt x="53" y="99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5" name="Freeform 151"/>
            <p:cNvSpPr>
              <a:spLocks/>
            </p:cNvSpPr>
            <p:nvPr/>
          </p:nvSpPr>
          <p:spPr bwMode="auto">
            <a:xfrm>
              <a:off x="8396287" y="1666876"/>
              <a:ext cx="84137" cy="157163"/>
            </a:xfrm>
            <a:custGeom>
              <a:avLst/>
              <a:gdLst>
                <a:gd name="T0" fmla="*/ 52 w 53"/>
                <a:gd name="T1" fmla="*/ 0 h 99"/>
                <a:gd name="T2" fmla="*/ 0 w 53"/>
                <a:gd name="T3" fmla="*/ 99 h 99"/>
                <a:gd name="T4" fmla="*/ 53 w 53"/>
                <a:gd name="T5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99">
                  <a:moveTo>
                    <a:pt x="52" y="0"/>
                  </a:moveTo>
                  <a:lnTo>
                    <a:pt x="0" y="99"/>
                  </a:lnTo>
                  <a:lnTo>
                    <a:pt x="53" y="9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6" name="Oval 152"/>
            <p:cNvSpPr>
              <a:spLocks noChangeArrowheads="1"/>
            </p:cNvSpPr>
            <p:nvPr/>
          </p:nvSpPr>
          <p:spPr bwMode="auto">
            <a:xfrm>
              <a:off x="8247062" y="1643064"/>
              <a:ext cx="88900" cy="87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7" name="Oval 153"/>
            <p:cNvSpPr>
              <a:spLocks noChangeArrowheads="1"/>
            </p:cNvSpPr>
            <p:nvPr/>
          </p:nvSpPr>
          <p:spPr bwMode="auto">
            <a:xfrm>
              <a:off x="8262937" y="1660526"/>
              <a:ext cx="55562" cy="539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8" name="Oval 154"/>
            <p:cNvSpPr>
              <a:spLocks noChangeArrowheads="1"/>
            </p:cNvSpPr>
            <p:nvPr/>
          </p:nvSpPr>
          <p:spPr bwMode="auto">
            <a:xfrm>
              <a:off x="8582025" y="1643064"/>
              <a:ext cx="88900" cy="87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9" name="Oval 155"/>
            <p:cNvSpPr>
              <a:spLocks noChangeArrowheads="1"/>
            </p:cNvSpPr>
            <p:nvPr/>
          </p:nvSpPr>
          <p:spPr bwMode="auto">
            <a:xfrm>
              <a:off x="8597900" y="1660526"/>
              <a:ext cx="53975" cy="539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0" name="Freeform 156"/>
            <p:cNvSpPr>
              <a:spLocks/>
            </p:cNvSpPr>
            <p:nvPr/>
          </p:nvSpPr>
          <p:spPr bwMode="auto">
            <a:xfrm>
              <a:off x="8237537" y="1600201"/>
              <a:ext cx="93662" cy="33338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1" name="Freeform 157"/>
            <p:cNvSpPr>
              <a:spLocks/>
            </p:cNvSpPr>
            <p:nvPr/>
          </p:nvSpPr>
          <p:spPr bwMode="auto">
            <a:xfrm>
              <a:off x="8586787" y="1597026"/>
              <a:ext cx="93662" cy="39688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2" name="Oval 158"/>
            <p:cNvSpPr>
              <a:spLocks noChangeArrowheads="1"/>
            </p:cNvSpPr>
            <p:nvPr/>
          </p:nvSpPr>
          <p:spPr bwMode="auto">
            <a:xfrm>
              <a:off x="8836025" y="1731964"/>
              <a:ext cx="127000" cy="127000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3" name="Oval 159"/>
            <p:cNvSpPr>
              <a:spLocks noChangeArrowheads="1"/>
            </p:cNvSpPr>
            <p:nvPr/>
          </p:nvSpPr>
          <p:spPr bwMode="auto">
            <a:xfrm>
              <a:off x="7975600" y="1731964"/>
              <a:ext cx="127000" cy="127000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" name="Freeform 160"/>
            <p:cNvSpPr>
              <a:spLocks/>
            </p:cNvSpPr>
            <p:nvPr/>
          </p:nvSpPr>
          <p:spPr bwMode="auto">
            <a:xfrm>
              <a:off x="8029575" y="1936751"/>
              <a:ext cx="442912" cy="106363"/>
            </a:xfrm>
            <a:custGeom>
              <a:avLst/>
              <a:gdLst>
                <a:gd name="T0" fmla="*/ 15 w 279"/>
                <a:gd name="T1" fmla="*/ 0 h 67"/>
                <a:gd name="T2" fmla="*/ 0 w 279"/>
                <a:gd name="T3" fmla="*/ 41 h 67"/>
                <a:gd name="T4" fmla="*/ 279 w 279"/>
                <a:gd name="T5" fmla="*/ 67 h 67"/>
                <a:gd name="T6" fmla="*/ 15 w 279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9" h="67">
                  <a:moveTo>
                    <a:pt x="15" y="0"/>
                  </a:moveTo>
                  <a:lnTo>
                    <a:pt x="0" y="41"/>
                  </a:lnTo>
                  <a:lnTo>
                    <a:pt x="279" y="67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" name="Freeform 161"/>
            <p:cNvSpPr>
              <a:spLocks/>
            </p:cNvSpPr>
            <p:nvPr/>
          </p:nvSpPr>
          <p:spPr bwMode="auto">
            <a:xfrm>
              <a:off x="8626475" y="2151064"/>
              <a:ext cx="163512" cy="169863"/>
            </a:xfrm>
            <a:custGeom>
              <a:avLst/>
              <a:gdLst>
                <a:gd name="T0" fmla="*/ 0 w 103"/>
                <a:gd name="T1" fmla="*/ 0 h 107"/>
                <a:gd name="T2" fmla="*/ 103 w 103"/>
                <a:gd name="T3" fmla="*/ 0 h 107"/>
                <a:gd name="T4" fmla="*/ 103 w 103"/>
                <a:gd name="T5" fmla="*/ 72 h 107"/>
                <a:gd name="T6" fmla="*/ 52 w 103"/>
                <a:gd name="T7" fmla="*/ 107 h 107"/>
                <a:gd name="T8" fmla="*/ 0 w 103"/>
                <a:gd name="T9" fmla="*/ 70 h 107"/>
                <a:gd name="T10" fmla="*/ 0 w 103"/>
                <a:gd name="T11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" h="107">
                  <a:moveTo>
                    <a:pt x="0" y="0"/>
                  </a:moveTo>
                  <a:lnTo>
                    <a:pt x="103" y="0"/>
                  </a:lnTo>
                  <a:lnTo>
                    <a:pt x="103" y="72"/>
                  </a:lnTo>
                  <a:lnTo>
                    <a:pt x="52" y="107"/>
                  </a:lnTo>
                  <a:lnTo>
                    <a:pt x="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" name="Freeform 162"/>
            <p:cNvSpPr>
              <a:spLocks/>
            </p:cNvSpPr>
            <p:nvPr/>
          </p:nvSpPr>
          <p:spPr bwMode="auto">
            <a:xfrm>
              <a:off x="8415337" y="1843089"/>
              <a:ext cx="177800" cy="87313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9" name="Oval 165"/>
            <p:cNvSpPr>
              <a:spLocks noChangeArrowheads="1"/>
            </p:cNvSpPr>
            <p:nvPr/>
          </p:nvSpPr>
          <p:spPr bwMode="auto">
            <a:xfrm>
              <a:off x="8194675" y="1319214"/>
              <a:ext cx="550862" cy="173038"/>
            </a:xfrm>
            <a:prstGeom prst="ellipse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0" name="Freeform 166"/>
            <p:cNvSpPr>
              <a:spLocks/>
            </p:cNvSpPr>
            <p:nvPr/>
          </p:nvSpPr>
          <p:spPr bwMode="auto">
            <a:xfrm>
              <a:off x="7904162" y="2005014"/>
              <a:ext cx="231775" cy="233363"/>
            </a:xfrm>
            <a:custGeom>
              <a:avLst/>
              <a:gdLst>
                <a:gd name="T0" fmla="*/ 107 w 165"/>
                <a:gd name="T1" fmla="*/ 0 h 166"/>
                <a:gd name="T2" fmla="*/ 0 w 165"/>
                <a:gd name="T3" fmla="*/ 117 h 166"/>
                <a:gd name="T4" fmla="*/ 96 w 165"/>
                <a:gd name="T5" fmla="*/ 166 h 166"/>
                <a:gd name="T6" fmla="*/ 165 w 165"/>
                <a:gd name="T7" fmla="*/ 111 h 166"/>
                <a:gd name="T8" fmla="*/ 107 w 165"/>
                <a:gd name="T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" h="166">
                  <a:moveTo>
                    <a:pt x="107" y="0"/>
                  </a:moveTo>
                  <a:cubicBezTo>
                    <a:pt x="47" y="22"/>
                    <a:pt x="0" y="117"/>
                    <a:pt x="0" y="117"/>
                  </a:cubicBezTo>
                  <a:cubicBezTo>
                    <a:pt x="96" y="166"/>
                    <a:pt x="96" y="166"/>
                    <a:pt x="96" y="166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65" y="111"/>
                    <a:pt x="109" y="6"/>
                    <a:pt x="1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1" name="Freeform 167"/>
            <p:cNvSpPr>
              <a:spLocks/>
            </p:cNvSpPr>
            <p:nvPr/>
          </p:nvSpPr>
          <p:spPr bwMode="auto">
            <a:xfrm>
              <a:off x="8815387" y="1998664"/>
              <a:ext cx="231775" cy="233363"/>
            </a:xfrm>
            <a:custGeom>
              <a:avLst/>
              <a:gdLst>
                <a:gd name="T0" fmla="*/ 58 w 165"/>
                <a:gd name="T1" fmla="*/ 0 h 166"/>
                <a:gd name="T2" fmla="*/ 165 w 165"/>
                <a:gd name="T3" fmla="*/ 117 h 166"/>
                <a:gd name="T4" fmla="*/ 69 w 165"/>
                <a:gd name="T5" fmla="*/ 166 h 166"/>
                <a:gd name="T6" fmla="*/ 0 w 165"/>
                <a:gd name="T7" fmla="*/ 111 h 166"/>
                <a:gd name="T8" fmla="*/ 58 w 165"/>
                <a:gd name="T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" h="166">
                  <a:moveTo>
                    <a:pt x="58" y="0"/>
                  </a:moveTo>
                  <a:cubicBezTo>
                    <a:pt x="118" y="22"/>
                    <a:pt x="165" y="117"/>
                    <a:pt x="165" y="117"/>
                  </a:cubicBezTo>
                  <a:cubicBezTo>
                    <a:pt x="69" y="166"/>
                    <a:pt x="69" y="166"/>
                    <a:pt x="69" y="166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1"/>
                    <a:pt x="55" y="6"/>
                    <a:pt x="58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2" name="Freeform 168"/>
            <p:cNvSpPr>
              <a:spLocks/>
            </p:cNvSpPr>
            <p:nvPr/>
          </p:nvSpPr>
          <p:spPr bwMode="auto">
            <a:xfrm>
              <a:off x="8469312" y="1936751"/>
              <a:ext cx="444500" cy="106363"/>
            </a:xfrm>
            <a:custGeom>
              <a:avLst/>
              <a:gdLst>
                <a:gd name="T0" fmla="*/ 264 w 280"/>
                <a:gd name="T1" fmla="*/ 0 h 67"/>
                <a:gd name="T2" fmla="*/ 280 w 280"/>
                <a:gd name="T3" fmla="*/ 41 h 67"/>
                <a:gd name="T4" fmla="*/ 0 w 280"/>
                <a:gd name="T5" fmla="*/ 67 h 67"/>
                <a:gd name="T6" fmla="*/ 264 w 280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67">
                  <a:moveTo>
                    <a:pt x="264" y="0"/>
                  </a:moveTo>
                  <a:lnTo>
                    <a:pt x="280" y="41"/>
                  </a:lnTo>
                  <a:lnTo>
                    <a:pt x="0" y="67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5" name="Freeform 171"/>
            <p:cNvSpPr>
              <a:spLocks/>
            </p:cNvSpPr>
            <p:nvPr/>
          </p:nvSpPr>
          <p:spPr bwMode="auto">
            <a:xfrm>
              <a:off x="8369300" y="2033589"/>
              <a:ext cx="107950" cy="138113"/>
            </a:xfrm>
            <a:custGeom>
              <a:avLst/>
              <a:gdLst>
                <a:gd name="T0" fmla="*/ 68 w 68"/>
                <a:gd name="T1" fmla="*/ 6 h 87"/>
                <a:gd name="T2" fmla="*/ 67 w 68"/>
                <a:gd name="T3" fmla="*/ 87 h 87"/>
                <a:gd name="T4" fmla="*/ 0 w 68"/>
                <a:gd name="T5" fmla="*/ 0 h 87"/>
                <a:gd name="T6" fmla="*/ 68 w 68"/>
                <a:gd name="T7" fmla="*/ 6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87">
                  <a:moveTo>
                    <a:pt x="68" y="6"/>
                  </a:moveTo>
                  <a:lnTo>
                    <a:pt x="67" y="87"/>
                  </a:lnTo>
                  <a:lnTo>
                    <a:pt x="0" y="0"/>
                  </a:lnTo>
                  <a:lnTo>
                    <a:pt x="68" y="6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6" name="Freeform 172"/>
            <p:cNvSpPr>
              <a:spLocks/>
            </p:cNvSpPr>
            <p:nvPr/>
          </p:nvSpPr>
          <p:spPr bwMode="auto">
            <a:xfrm>
              <a:off x="8388350" y="2144714"/>
              <a:ext cx="87312" cy="427038"/>
            </a:xfrm>
            <a:custGeom>
              <a:avLst/>
              <a:gdLst>
                <a:gd name="T0" fmla="*/ 55 w 55"/>
                <a:gd name="T1" fmla="*/ 0 h 269"/>
                <a:gd name="T2" fmla="*/ 44 w 55"/>
                <a:gd name="T3" fmla="*/ 0 h 269"/>
                <a:gd name="T4" fmla="*/ 0 w 55"/>
                <a:gd name="T5" fmla="*/ 203 h 269"/>
                <a:gd name="T6" fmla="*/ 55 w 55"/>
                <a:gd name="T7" fmla="*/ 269 h 269"/>
                <a:gd name="T8" fmla="*/ 55 w 55"/>
                <a:gd name="T9" fmla="*/ 0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269">
                  <a:moveTo>
                    <a:pt x="55" y="0"/>
                  </a:moveTo>
                  <a:lnTo>
                    <a:pt x="44" y="0"/>
                  </a:lnTo>
                  <a:lnTo>
                    <a:pt x="0" y="203"/>
                  </a:lnTo>
                  <a:lnTo>
                    <a:pt x="55" y="269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" name="Freeform 173"/>
            <p:cNvSpPr>
              <a:spLocks/>
            </p:cNvSpPr>
            <p:nvPr/>
          </p:nvSpPr>
          <p:spPr bwMode="auto">
            <a:xfrm>
              <a:off x="8474075" y="2033589"/>
              <a:ext cx="107950" cy="142875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" name="Freeform 174"/>
            <p:cNvSpPr>
              <a:spLocks/>
            </p:cNvSpPr>
            <p:nvPr/>
          </p:nvSpPr>
          <p:spPr bwMode="auto">
            <a:xfrm>
              <a:off x="8475662" y="2144714"/>
              <a:ext cx="88900" cy="427038"/>
            </a:xfrm>
            <a:custGeom>
              <a:avLst/>
              <a:gdLst>
                <a:gd name="T0" fmla="*/ 0 w 56"/>
                <a:gd name="T1" fmla="*/ 0 h 269"/>
                <a:gd name="T2" fmla="*/ 11 w 56"/>
                <a:gd name="T3" fmla="*/ 0 h 269"/>
                <a:gd name="T4" fmla="*/ 56 w 56"/>
                <a:gd name="T5" fmla="*/ 203 h 269"/>
                <a:gd name="T6" fmla="*/ 0 w 56"/>
                <a:gd name="T7" fmla="*/ 269 h 269"/>
                <a:gd name="T8" fmla="*/ 0 w 56"/>
                <a:gd name="T9" fmla="*/ 0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269">
                  <a:moveTo>
                    <a:pt x="0" y="0"/>
                  </a:moveTo>
                  <a:lnTo>
                    <a:pt x="11" y="0"/>
                  </a:lnTo>
                  <a:lnTo>
                    <a:pt x="56" y="203"/>
                  </a:lnTo>
                  <a:lnTo>
                    <a:pt x="0" y="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43" name="组合 342"/>
          <p:cNvGrpSpPr/>
          <p:nvPr/>
        </p:nvGrpSpPr>
        <p:grpSpPr>
          <a:xfrm>
            <a:off x="2501900" y="1168401"/>
            <a:ext cx="1222374" cy="2354263"/>
            <a:chOff x="2501900" y="1168401"/>
            <a:chExt cx="1222374" cy="2354263"/>
          </a:xfrm>
        </p:grpSpPr>
        <p:sp>
          <p:nvSpPr>
            <p:cNvPr id="151" name="Freeform 17"/>
            <p:cNvSpPr>
              <a:spLocks/>
            </p:cNvSpPr>
            <p:nvPr/>
          </p:nvSpPr>
          <p:spPr bwMode="auto">
            <a:xfrm>
              <a:off x="3446462" y="1982789"/>
              <a:ext cx="277812" cy="561975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Oval 18"/>
            <p:cNvSpPr>
              <a:spLocks noChangeArrowheads="1"/>
            </p:cNvSpPr>
            <p:nvPr/>
          </p:nvSpPr>
          <p:spPr bwMode="auto">
            <a:xfrm>
              <a:off x="2736850" y="2387601"/>
              <a:ext cx="757237" cy="4064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19"/>
            <p:cNvSpPr>
              <a:spLocks/>
            </p:cNvSpPr>
            <p:nvPr/>
          </p:nvSpPr>
          <p:spPr bwMode="auto">
            <a:xfrm>
              <a:off x="3117850" y="2387601"/>
              <a:ext cx="377825" cy="406400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Freeform 20"/>
            <p:cNvSpPr>
              <a:spLocks/>
            </p:cNvSpPr>
            <p:nvPr/>
          </p:nvSpPr>
          <p:spPr bwMode="auto">
            <a:xfrm>
              <a:off x="2695575" y="1295401"/>
              <a:ext cx="422275" cy="1308100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Freeform 21"/>
            <p:cNvSpPr>
              <a:spLocks/>
            </p:cNvSpPr>
            <p:nvPr/>
          </p:nvSpPr>
          <p:spPr bwMode="auto">
            <a:xfrm>
              <a:off x="3117850" y="1295401"/>
              <a:ext cx="415925" cy="1308100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Freeform 22"/>
            <p:cNvSpPr>
              <a:spLocks/>
            </p:cNvSpPr>
            <p:nvPr/>
          </p:nvSpPr>
          <p:spPr bwMode="auto">
            <a:xfrm>
              <a:off x="2695575" y="1931989"/>
              <a:ext cx="422275" cy="692150"/>
            </a:xfrm>
            <a:custGeom>
              <a:avLst/>
              <a:gdLst>
                <a:gd name="T0" fmla="*/ 1 w 266"/>
                <a:gd name="T1" fmla="*/ 0 h 436"/>
                <a:gd name="T2" fmla="*/ 266 w 266"/>
                <a:gd name="T3" fmla="*/ 66 h 436"/>
                <a:gd name="T4" fmla="*/ 266 w 266"/>
                <a:gd name="T5" fmla="*/ 436 h 436"/>
                <a:gd name="T6" fmla="*/ 0 w 266"/>
                <a:gd name="T7" fmla="*/ 436 h 436"/>
                <a:gd name="T8" fmla="*/ 1 w 266"/>
                <a:gd name="T9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436">
                  <a:moveTo>
                    <a:pt x="1" y="0"/>
                  </a:moveTo>
                  <a:lnTo>
                    <a:pt x="266" y="66"/>
                  </a:lnTo>
                  <a:lnTo>
                    <a:pt x="266" y="436"/>
                  </a:lnTo>
                  <a:lnTo>
                    <a:pt x="0" y="43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23"/>
            <p:cNvSpPr>
              <a:spLocks/>
            </p:cNvSpPr>
            <p:nvPr/>
          </p:nvSpPr>
          <p:spPr bwMode="auto">
            <a:xfrm>
              <a:off x="3117850" y="1931989"/>
              <a:ext cx="417512" cy="692150"/>
            </a:xfrm>
            <a:custGeom>
              <a:avLst/>
              <a:gdLst>
                <a:gd name="T0" fmla="*/ 263 w 263"/>
                <a:gd name="T1" fmla="*/ 0 h 436"/>
                <a:gd name="T2" fmla="*/ 0 w 263"/>
                <a:gd name="T3" fmla="*/ 66 h 436"/>
                <a:gd name="T4" fmla="*/ 0 w 263"/>
                <a:gd name="T5" fmla="*/ 436 h 436"/>
                <a:gd name="T6" fmla="*/ 263 w 263"/>
                <a:gd name="T7" fmla="*/ 436 h 436"/>
                <a:gd name="T8" fmla="*/ 263 w 263"/>
                <a:gd name="T9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3" h="436">
                  <a:moveTo>
                    <a:pt x="263" y="0"/>
                  </a:moveTo>
                  <a:lnTo>
                    <a:pt x="0" y="66"/>
                  </a:lnTo>
                  <a:lnTo>
                    <a:pt x="0" y="436"/>
                  </a:lnTo>
                  <a:lnTo>
                    <a:pt x="263" y="436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Rectangle 24"/>
            <p:cNvSpPr>
              <a:spLocks noChangeArrowheads="1"/>
            </p:cNvSpPr>
            <p:nvPr/>
          </p:nvSpPr>
          <p:spPr bwMode="auto">
            <a:xfrm>
              <a:off x="2886075" y="2624139"/>
              <a:ext cx="152400" cy="83185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Rectangle 25"/>
            <p:cNvSpPr>
              <a:spLocks noChangeArrowheads="1"/>
            </p:cNvSpPr>
            <p:nvPr/>
          </p:nvSpPr>
          <p:spPr bwMode="auto">
            <a:xfrm>
              <a:off x="3179762" y="2624139"/>
              <a:ext cx="150812" cy="83185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Freeform 26"/>
            <p:cNvSpPr>
              <a:spLocks/>
            </p:cNvSpPr>
            <p:nvPr/>
          </p:nvSpPr>
          <p:spPr bwMode="auto">
            <a:xfrm>
              <a:off x="2738437" y="3411539"/>
              <a:ext cx="300037" cy="111125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Freeform 27"/>
            <p:cNvSpPr>
              <a:spLocks/>
            </p:cNvSpPr>
            <p:nvPr/>
          </p:nvSpPr>
          <p:spPr bwMode="auto">
            <a:xfrm>
              <a:off x="3179762" y="3411539"/>
              <a:ext cx="300037" cy="111125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Freeform 28"/>
            <p:cNvSpPr>
              <a:spLocks/>
            </p:cNvSpPr>
            <p:nvPr/>
          </p:nvSpPr>
          <p:spPr bwMode="auto">
            <a:xfrm>
              <a:off x="2963862" y="1168401"/>
              <a:ext cx="447675" cy="247650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29"/>
            <p:cNvSpPr>
              <a:spLocks/>
            </p:cNvSpPr>
            <p:nvPr/>
          </p:nvSpPr>
          <p:spPr bwMode="auto">
            <a:xfrm>
              <a:off x="2735262" y="1211264"/>
              <a:ext cx="500062" cy="227013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Freeform 30"/>
            <p:cNvSpPr>
              <a:spLocks/>
            </p:cNvSpPr>
            <p:nvPr/>
          </p:nvSpPr>
          <p:spPr bwMode="auto">
            <a:xfrm>
              <a:off x="2803525" y="1319214"/>
              <a:ext cx="596900" cy="273050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Freeform 31"/>
            <p:cNvSpPr>
              <a:spLocks/>
            </p:cNvSpPr>
            <p:nvPr/>
          </p:nvSpPr>
          <p:spPr bwMode="auto">
            <a:xfrm>
              <a:off x="2665412" y="1398589"/>
              <a:ext cx="222250" cy="333375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6" name="Freeform 32"/>
            <p:cNvSpPr>
              <a:spLocks/>
            </p:cNvSpPr>
            <p:nvPr/>
          </p:nvSpPr>
          <p:spPr bwMode="auto">
            <a:xfrm>
              <a:off x="3302000" y="1382714"/>
              <a:ext cx="249237" cy="344488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Freeform 33"/>
            <p:cNvSpPr>
              <a:spLocks/>
            </p:cNvSpPr>
            <p:nvPr/>
          </p:nvSpPr>
          <p:spPr bwMode="auto">
            <a:xfrm>
              <a:off x="3038475" y="1662114"/>
              <a:ext cx="84137" cy="157163"/>
            </a:xfrm>
            <a:custGeom>
              <a:avLst/>
              <a:gdLst>
                <a:gd name="T0" fmla="*/ 52 w 53"/>
                <a:gd name="T1" fmla="*/ 0 h 99"/>
                <a:gd name="T2" fmla="*/ 0 w 53"/>
                <a:gd name="T3" fmla="*/ 99 h 99"/>
                <a:gd name="T4" fmla="*/ 53 w 53"/>
                <a:gd name="T5" fmla="*/ 99 h 99"/>
                <a:gd name="T6" fmla="*/ 52 w 53"/>
                <a:gd name="T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99">
                  <a:moveTo>
                    <a:pt x="52" y="0"/>
                  </a:moveTo>
                  <a:lnTo>
                    <a:pt x="0" y="99"/>
                  </a:lnTo>
                  <a:lnTo>
                    <a:pt x="53" y="99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8" name="Freeform 34"/>
            <p:cNvSpPr>
              <a:spLocks/>
            </p:cNvSpPr>
            <p:nvPr/>
          </p:nvSpPr>
          <p:spPr bwMode="auto">
            <a:xfrm>
              <a:off x="3038475" y="1662114"/>
              <a:ext cx="84137" cy="157163"/>
            </a:xfrm>
            <a:custGeom>
              <a:avLst/>
              <a:gdLst>
                <a:gd name="T0" fmla="*/ 52 w 53"/>
                <a:gd name="T1" fmla="*/ 0 h 99"/>
                <a:gd name="T2" fmla="*/ 0 w 53"/>
                <a:gd name="T3" fmla="*/ 99 h 99"/>
                <a:gd name="T4" fmla="*/ 53 w 53"/>
                <a:gd name="T5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99">
                  <a:moveTo>
                    <a:pt x="52" y="0"/>
                  </a:moveTo>
                  <a:lnTo>
                    <a:pt x="0" y="99"/>
                  </a:lnTo>
                  <a:lnTo>
                    <a:pt x="53" y="9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Oval 35"/>
            <p:cNvSpPr>
              <a:spLocks noChangeArrowheads="1"/>
            </p:cNvSpPr>
            <p:nvPr/>
          </p:nvSpPr>
          <p:spPr bwMode="auto">
            <a:xfrm>
              <a:off x="2889250" y="1638301"/>
              <a:ext cx="88900" cy="87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0" name="Oval 36"/>
            <p:cNvSpPr>
              <a:spLocks noChangeArrowheads="1"/>
            </p:cNvSpPr>
            <p:nvPr/>
          </p:nvSpPr>
          <p:spPr bwMode="auto">
            <a:xfrm>
              <a:off x="2905125" y="1654176"/>
              <a:ext cx="55562" cy="539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Oval 37"/>
            <p:cNvSpPr>
              <a:spLocks noChangeArrowheads="1"/>
            </p:cNvSpPr>
            <p:nvPr/>
          </p:nvSpPr>
          <p:spPr bwMode="auto">
            <a:xfrm>
              <a:off x="3224212" y="1638301"/>
              <a:ext cx="88900" cy="87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Oval 38"/>
            <p:cNvSpPr>
              <a:spLocks noChangeArrowheads="1"/>
            </p:cNvSpPr>
            <p:nvPr/>
          </p:nvSpPr>
          <p:spPr bwMode="auto">
            <a:xfrm>
              <a:off x="3240087" y="1654176"/>
              <a:ext cx="53975" cy="539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39"/>
            <p:cNvSpPr>
              <a:spLocks/>
            </p:cNvSpPr>
            <p:nvPr/>
          </p:nvSpPr>
          <p:spPr bwMode="auto">
            <a:xfrm>
              <a:off x="2879725" y="1593851"/>
              <a:ext cx="93662" cy="33338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Freeform 40"/>
            <p:cNvSpPr>
              <a:spLocks/>
            </p:cNvSpPr>
            <p:nvPr/>
          </p:nvSpPr>
          <p:spPr bwMode="auto">
            <a:xfrm>
              <a:off x="3228975" y="1590676"/>
              <a:ext cx="93662" cy="39688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Oval 41"/>
            <p:cNvSpPr>
              <a:spLocks noChangeArrowheads="1"/>
            </p:cNvSpPr>
            <p:nvPr/>
          </p:nvSpPr>
          <p:spPr bwMode="auto">
            <a:xfrm>
              <a:off x="3478212" y="1725614"/>
              <a:ext cx="127000" cy="127000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Oval 42"/>
            <p:cNvSpPr>
              <a:spLocks noChangeArrowheads="1"/>
            </p:cNvSpPr>
            <p:nvPr/>
          </p:nvSpPr>
          <p:spPr bwMode="auto">
            <a:xfrm>
              <a:off x="2617787" y="1725614"/>
              <a:ext cx="127000" cy="127000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Freeform 43"/>
            <p:cNvSpPr>
              <a:spLocks/>
            </p:cNvSpPr>
            <p:nvPr/>
          </p:nvSpPr>
          <p:spPr bwMode="auto">
            <a:xfrm>
              <a:off x="2671762" y="1931989"/>
              <a:ext cx="442912" cy="104775"/>
            </a:xfrm>
            <a:custGeom>
              <a:avLst/>
              <a:gdLst>
                <a:gd name="T0" fmla="*/ 15 w 279"/>
                <a:gd name="T1" fmla="*/ 0 h 66"/>
                <a:gd name="T2" fmla="*/ 0 w 279"/>
                <a:gd name="T3" fmla="*/ 41 h 66"/>
                <a:gd name="T4" fmla="*/ 279 w 279"/>
                <a:gd name="T5" fmla="*/ 66 h 66"/>
                <a:gd name="T6" fmla="*/ 15 w 279"/>
                <a:gd name="T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9" h="66">
                  <a:moveTo>
                    <a:pt x="15" y="0"/>
                  </a:moveTo>
                  <a:lnTo>
                    <a:pt x="0" y="41"/>
                  </a:lnTo>
                  <a:lnTo>
                    <a:pt x="279" y="66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86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Freeform 44"/>
            <p:cNvSpPr>
              <a:spLocks/>
            </p:cNvSpPr>
            <p:nvPr/>
          </p:nvSpPr>
          <p:spPr bwMode="auto">
            <a:xfrm>
              <a:off x="3111500" y="1931989"/>
              <a:ext cx="444500" cy="104775"/>
            </a:xfrm>
            <a:custGeom>
              <a:avLst/>
              <a:gdLst>
                <a:gd name="T0" fmla="*/ 264 w 280"/>
                <a:gd name="T1" fmla="*/ 0 h 66"/>
                <a:gd name="T2" fmla="*/ 280 w 280"/>
                <a:gd name="T3" fmla="*/ 41 h 66"/>
                <a:gd name="T4" fmla="*/ 0 w 280"/>
                <a:gd name="T5" fmla="*/ 66 h 66"/>
                <a:gd name="T6" fmla="*/ 264 w 280"/>
                <a:gd name="T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66">
                  <a:moveTo>
                    <a:pt x="264" y="0"/>
                  </a:moveTo>
                  <a:lnTo>
                    <a:pt x="280" y="41"/>
                  </a:lnTo>
                  <a:lnTo>
                    <a:pt x="0" y="6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Freeform 45"/>
            <p:cNvSpPr>
              <a:spLocks/>
            </p:cNvSpPr>
            <p:nvPr/>
          </p:nvSpPr>
          <p:spPr bwMode="auto">
            <a:xfrm>
              <a:off x="3268662" y="2144714"/>
              <a:ext cx="163512" cy="171450"/>
            </a:xfrm>
            <a:custGeom>
              <a:avLst/>
              <a:gdLst>
                <a:gd name="T0" fmla="*/ 0 w 103"/>
                <a:gd name="T1" fmla="*/ 0 h 108"/>
                <a:gd name="T2" fmla="*/ 103 w 103"/>
                <a:gd name="T3" fmla="*/ 0 h 108"/>
                <a:gd name="T4" fmla="*/ 103 w 103"/>
                <a:gd name="T5" fmla="*/ 72 h 108"/>
                <a:gd name="T6" fmla="*/ 52 w 103"/>
                <a:gd name="T7" fmla="*/ 108 h 108"/>
                <a:gd name="T8" fmla="*/ 0 w 103"/>
                <a:gd name="T9" fmla="*/ 70 h 108"/>
                <a:gd name="T10" fmla="*/ 0 w 103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" h="108">
                  <a:moveTo>
                    <a:pt x="0" y="0"/>
                  </a:moveTo>
                  <a:lnTo>
                    <a:pt x="103" y="0"/>
                  </a:lnTo>
                  <a:lnTo>
                    <a:pt x="103" y="72"/>
                  </a:lnTo>
                  <a:lnTo>
                    <a:pt x="52" y="108"/>
                  </a:lnTo>
                  <a:lnTo>
                    <a:pt x="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0" name="Freeform 46"/>
            <p:cNvSpPr>
              <a:spLocks/>
            </p:cNvSpPr>
            <p:nvPr/>
          </p:nvSpPr>
          <p:spPr bwMode="auto">
            <a:xfrm>
              <a:off x="3057525" y="1836739"/>
              <a:ext cx="177800" cy="87313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Freeform 47"/>
            <p:cNvSpPr>
              <a:spLocks/>
            </p:cNvSpPr>
            <p:nvPr/>
          </p:nvSpPr>
          <p:spPr bwMode="auto">
            <a:xfrm>
              <a:off x="2501900" y="1992314"/>
              <a:ext cx="280987" cy="561975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0" name="Freeform 136"/>
            <p:cNvSpPr>
              <a:spLocks/>
            </p:cNvSpPr>
            <p:nvPr/>
          </p:nvSpPr>
          <p:spPr bwMode="auto">
            <a:xfrm>
              <a:off x="2882900" y="1431926"/>
              <a:ext cx="288925" cy="128588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1" name="Freeform 137"/>
            <p:cNvSpPr>
              <a:spLocks/>
            </p:cNvSpPr>
            <p:nvPr/>
          </p:nvSpPr>
          <p:spPr bwMode="auto">
            <a:xfrm>
              <a:off x="2946400" y="1341439"/>
              <a:ext cx="228600" cy="215900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" name="Freeform 175"/>
            <p:cNvSpPr>
              <a:spLocks/>
            </p:cNvSpPr>
            <p:nvPr/>
          </p:nvSpPr>
          <p:spPr bwMode="auto">
            <a:xfrm>
              <a:off x="3011487" y="2027239"/>
              <a:ext cx="107950" cy="139700"/>
            </a:xfrm>
            <a:custGeom>
              <a:avLst/>
              <a:gdLst>
                <a:gd name="T0" fmla="*/ 68 w 68"/>
                <a:gd name="T1" fmla="*/ 6 h 88"/>
                <a:gd name="T2" fmla="*/ 67 w 68"/>
                <a:gd name="T3" fmla="*/ 88 h 88"/>
                <a:gd name="T4" fmla="*/ 0 w 68"/>
                <a:gd name="T5" fmla="*/ 0 h 88"/>
                <a:gd name="T6" fmla="*/ 68 w 68"/>
                <a:gd name="T7" fmla="*/ 6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88">
                  <a:moveTo>
                    <a:pt x="68" y="6"/>
                  </a:moveTo>
                  <a:lnTo>
                    <a:pt x="67" y="88"/>
                  </a:lnTo>
                  <a:lnTo>
                    <a:pt x="0" y="0"/>
                  </a:lnTo>
                  <a:lnTo>
                    <a:pt x="68" y="6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" name="Freeform 176"/>
            <p:cNvSpPr>
              <a:spLocks/>
            </p:cNvSpPr>
            <p:nvPr/>
          </p:nvSpPr>
          <p:spPr bwMode="auto">
            <a:xfrm>
              <a:off x="3030537" y="2139951"/>
              <a:ext cx="87312" cy="425450"/>
            </a:xfrm>
            <a:custGeom>
              <a:avLst/>
              <a:gdLst>
                <a:gd name="T0" fmla="*/ 55 w 55"/>
                <a:gd name="T1" fmla="*/ 0 h 268"/>
                <a:gd name="T2" fmla="*/ 44 w 55"/>
                <a:gd name="T3" fmla="*/ 0 h 268"/>
                <a:gd name="T4" fmla="*/ 0 w 55"/>
                <a:gd name="T5" fmla="*/ 203 h 268"/>
                <a:gd name="T6" fmla="*/ 55 w 55"/>
                <a:gd name="T7" fmla="*/ 268 h 268"/>
                <a:gd name="T8" fmla="*/ 55 w 55"/>
                <a:gd name="T9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268">
                  <a:moveTo>
                    <a:pt x="55" y="0"/>
                  </a:moveTo>
                  <a:lnTo>
                    <a:pt x="44" y="0"/>
                  </a:lnTo>
                  <a:lnTo>
                    <a:pt x="0" y="203"/>
                  </a:lnTo>
                  <a:lnTo>
                    <a:pt x="55" y="268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1" name="Freeform 177"/>
            <p:cNvSpPr>
              <a:spLocks/>
            </p:cNvSpPr>
            <p:nvPr/>
          </p:nvSpPr>
          <p:spPr bwMode="auto">
            <a:xfrm>
              <a:off x="3116262" y="2027239"/>
              <a:ext cx="107950" cy="142875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2" name="Freeform 178"/>
            <p:cNvSpPr>
              <a:spLocks/>
            </p:cNvSpPr>
            <p:nvPr/>
          </p:nvSpPr>
          <p:spPr bwMode="auto">
            <a:xfrm>
              <a:off x="3117850" y="2139951"/>
              <a:ext cx="87312" cy="425450"/>
            </a:xfrm>
            <a:custGeom>
              <a:avLst/>
              <a:gdLst>
                <a:gd name="T0" fmla="*/ 0 w 55"/>
                <a:gd name="T1" fmla="*/ 0 h 268"/>
                <a:gd name="T2" fmla="*/ 11 w 55"/>
                <a:gd name="T3" fmla="*/ 0 h 268"/>
                <a:gd name="T4" fmla="*/ 55 w 55"/>
                <a:gd name="T5" fmla="*/ 203 h 268"/>
                <a:gd name="T6" fmla="*/ 0 w 55"/>
                <a:gd name="T7" fmla="*/ 268 h 268"/>
                <a:gd name="T8" fmla="*/ 0 w 55"/>
                <a:gd name="T9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268">
                  <a:moveTo>
                    <a:pt x="0" y="0"/>
                  </a:moveTo>
                  <a:lnTo>
                    <a:pt x="11" y="0"/>
                  </a:lnTo>
                  <a:lnTo>
                    <a:pt x="55" y="203"/>
                  </a:lnTo>
                  <a:lnTo>
                    <a:pt x="0" y="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41" name="组合 340"/>
          <p:cNvGrpSpPr/>
          <p:nvPr/>
        </p:nvGrpSpPr>
        <p:grpSpPr>
          <a:xfrm>
            <a:off x="5154612" y="1284289"/>
            <a:ext cx="1223963" cy="2238375"/>
            <a:chOff x="5154612" y="1284289"/>
            <a:chExt cx="1223963" cy="2238375"/>
          </a:xfrm>
        </p:grpSpPr>
        <p:sp>
          <p:nvSpPr>
            <p:cNvPr id="144" name="Freeform 10"/>
            <p:cNvSpPr>
              <a:spLocks/>
            </p:cNvSpPr>
            <p:nvPr/>
          </p:nvSpPr>
          <p:spPr bwMode="auto">
            <a:xfrm>
              <a:off x="5154612" y="1992314"/>
              <a:ext cx="282575" cy="561975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Rectangle 11"/>
            <p:cNvSpPr>
              <a:spLocks noChangeArrowheads="1"/>
            </p:cNvSpPr>
            <p:nvPr/>
          </p:nvSpPr>
          <p:spPr bwMode="auto">
            <a:xfrm>
              <a:off x="5832475" y="2624139"/>
              <a:ext cx="152400" cy="83185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Rectangle 12"/>
            <p:cNvSpPr>
              <a:spLocks noChangeArrowheads="1"/>
            </p:cNvSpPr>
            <p:nvPr/>
          </p:nvSpPr>
          <p:spPr bwMode="auto">
            <a:xfrm>
              <a:off x="5540375" y="2624139"/>
              <a:ext cx="152400" cy="83185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Oval 13"/>
            <p:cNvSpPr>
              <a:spLocks noChangeArrowheads="1"/>
            </p:cNvSpPr>
            <p:nvPr/>
          </p:nvSpPr>
          <p:spPr bwMode="auto">
            <a:xfrm>
              <a:off x="5335587" y="1284289"/>
              <a:ext cx="862012" cy="725488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Freeform 48"/>
            <p:cNvSpPr>
              <a:spLocks/>
            </p:cNvSpPr>
            <p:nvPr/>
          </p:nvSpPr>
          <p:spPr bwMode="auto">
            <a:xfrm>
              <a:off x="6099175" y="1982789"/>
              <a:ext cx="279400" cy="561975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Oval 49"/>
            <p:cNvSpPr>
              <a:spLocks noChangeArrowheads="1"/>
            </p:cNvSpPr>
            <p:nvPr/>
          </p:nvSpPr>
          <p:spPr bwMode="auto">
            <a:xfrm>
              <a:off x="5389562" y="2387601"/>
              <a:ext cx="758825" cy="4064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4" name="Freeform 50"/>
            <p:cNvSpPr>
              <a:spLocks/>
            </p:cNvSpPr>
            <p:nvPr/>
          </p:nvSpPr>
          <p:spPr bwMode="auto">
            <a:xfrm>
              <a:off x="5770562" y="2387601"/>
              <a:ext cx="377825" cy="406400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Freeform 51"/>
            <p:cNvSpPr>
              <a:spLocks/>
            </p:cNvSpPr>
            <p:nvPr/>
          </p:nvSpPr>
          <p:spPr bwMode="auto">
            <a:xfrm>
              <a:off x="5349875" y="1295401"/>
              <a:ext cx="420687" cy="1308100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Freeform 52"/>
            <p:cNvSpPr>
              <a:spLocks/>
            </p:cNvSpPr>
            <p:nvPr/>
          </p:nvSpPr>
          <p:spPr bwMode="auto">
            <a:xfrm>
              <a:off x="5765800" y="1295401"/>
              <a:ext cx="415925" cy="1308100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Freeform 53"/>
            <p:cNvSpPr>
              <a:spLocks/>
            </p:cNvSpPr>
            <p:nvPr/>
          </p:nvSpPr>
          <p:spPr bwMode="auto">
            <a:xfrm>
              <a:off x="5349875" y="1931989"/>
              <a:ext cx="420687" cy="692150"/>
            </a:xfrm>
            <a:custGeom>
              <a:avLst/>
              <a:gdLst>
                <a:gd name="T0" fmla="*/ 1 w 265"/>
                <a:gd name="T1" fmla="*/ 0 h 436"/>
                <a:gd name="T2" fmla="*/ 265 w 265"/>
                <a:gd name="T3" fmla="*/ 66 h 436"/>
                <a:gd name="T4" fmla="*/ 265 w 265"/>
                <a:gd name="T5" fmla="*/ 436 h 436"/>
                <a:gd name="T6" fmla="*/ 0 w 265"/>
                <a:gd name="T7" fmla="*/ 436 h 436"/>
                <a:gd name="T8" fmla="*/ 1 w 265"/>
                <a:gd name="T9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5" h="436">
                  <a:moveTo>
                    <a:pt x="1" y="0"/>
                  </a:moveTo>
                  <a:lnTo>
                    <a:pt x="265" y="66"/>
                  </a:lnTo>
                  <a:lnTo>
                    <a:pt x="265" y="436"/>
                  </a:lnTo>
                  <a:lnTo>
                    <a:pt x="0" y="43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8" name="Freeform 54"/>
            <p:cNvSpPr>
              <a:spLocks/>
            </p:cNvSpPr>
            <p:nvPr/>
          </p:nvSpPr>
          <p:spPr bwMode="auto">
            <a:xfrm>
              <a:off x="5770562" y="1931989"/>
              <a:ext cx="417512" cy="692150"/>
            </a:xfrm>
            <a:custGeom>
              <a:avLst/>
              <a:gdLst>
                <a:gd name="T0" fmla="*/ 263 w 263"/>
                <a:gd name="T1" fmla="*/ 0 h 436"/>
                <a:gd name="T2" fmla="*/ 0 w 263"/>
                <a:gd name="T3" fmla="*/ 66 h 436"/>
                <a:gd name="T4" fmla="*/ 0 w 263"/>
                <a:gd name="T5" fmla="*/ 436 h 436"/>
                <a:gd name="T6" fmla="*/ 263 w 263"/>
                <a:gd name="T7" fmla="*/ 436 h 436"/>
                <a:gd name="T8" fmla="*/ 263 w 263"/>
                <a:gd name="T9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3" h="436">
                  <a:moveTo>
                    <a:pt x="263" y="0"/>
                  </a:moveTo>
                  <a:lnTo>
                    <a:pt x="0" y="66"/>
                  </a:lnTo>
                  <a:lnTo>
                    <a:pt x="0" y="436"/>
                  </a:lnTo>
                  <a:lnTo>
                    <a:pt x="263" y="436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Freeform 55"/>
            <p:cNvSpPr>
              <a:spLocks/>
            </p:cNvSpPr>
            <p:nvPr/>
          </p:nvSpPr>
          <p:spPr bwMode="auto">
            <a:xfrm>
              <a:off x="5318125" y="1398589"/>
              <a:ext cx="223837" cy="333375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0" name="Freeform 56"/>
            <p:cNvSpPr>
              <a:spLocks/>
            </p:cNvSpPr>
            <p:nvPr/>
          </p:nvSpPr>
          <p:spPr bwMode="auto">
            <a:xfrm>
              <a:off x="5954712" y="1382714"/>
              <a:ext cx="250825" cy="344488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Freeform 57"/>
            <p:cNvSpPr>
              <a:spLocks/>
            </p:cNvSpPr>
            <p:nvPr/>
          </p:nvSpPr>
          <p:spPr bwMode="auto">
            <a:xfrm>
              <a:off x="5692775" y="1662114"/>
              <a:ext cx="84137" cy="157163"/>
            </a:xfrm>
            <a:custGeom>
              <a:avLst/>
              <a:gdLst>
                <a:gd name="T0" fmla="*/ 52 w 53"/>
                <a:gd name="T1" fmla="*/ 0 h 99"/>
                <a:gd name="T2" fmla="*/ 0 w 53"/>
                <a:gd name="T3" fmla="*/ 99 h 99"/>
                <a:gd name="T4" fmla="*/ 53 w 53"/>
                <a:gd name="T5" fmla="*/ 99 h 99"/>
                <a:gd name="T6" fmla="*/ 52 w 53"/>
                <a:gd name="T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99">
                  <a:moveTo>
                    <a:pt x="52" y="0"/>
                  </a:moveTo>
                  <a:lnTo>
                    <a:pt x="0" y="99"/>
                  </a:lnTo>
                  <a:lnTo>
                    <a:pt x="53" y="99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2" name="Freeform 58"/>
            <p:cNvSpPr>
              <a:spLocks/>
            </p:cNvSpPr>
            <p:nvPr/>
          </p:nvSpPr>
          <p:spPr bwMode="auto">
            <a:xfrm>
              <a:off x="5692775" y="1662114"/>
              <a:ext cx="84137" cy="157163"/>
            </a:xfrm>
            <a:custGeom>
              <a:avLst/>
              <a:gdLst>
                <a:gd name="T0" fmla="*/ 52 w 53"/>
                <a:gd name="T1" fmla="*/ 0 h 99"/>
                <a:gd name="T2" fmla="*/ 0 w 53"/>
                <a:gd name="T3" fmla="*/ 99 h 99"/>
                <a:gd name="T4" fmla="*/ 53 w 53"/>
                <a:gd name="T5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99">
                  <a:moveTo>
                    <a:pt x="52" y="0"/>
                  </a:moveTo>
                  <a:lnTo>
                    <a:pt x="0" y="99"/>
                  </a:lnTo>
                  <a:lnTo>
                    <a:pt x="53" y="9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Oval 59"/>
            <p:cNvSpPr>
              <a:spLocks noChangeArrowheads="1"/>
            </p:cNvSpPr>
            <p:nvPr/>
          </p:nvSpPr>
          <p:spPr bwMode="auto">
            <a:xfrm>
              <a:off x="5543550" y="1638301"/>
              <a:ext cx="88900" cy="87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4" name="Oval 60"/>
            <p:cNvSpPr>
              <a:spLocks noChangeArrowheads="1"/>
            </p:cNvSpPr>
            <p:nvPr/>
          </p:nvSpPr>
          <p:spPr bwMode="auto">
            <a:xfrm>
              <a:off x="5559425" y="1654176"/>
              <a:ext cx="53975" cy="539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Oval 61"/>
            <p:cNvSpPr>
              <a:spLocks noChangeArrowheads="1"/>
            </p:cNvSpPr>
            <p:nvPr/>
          </p:nvSpPr>
          <p:spPr bwMode="auto">
            <a:xfrm>
              <a:off x="5878512" y="1638301"/>
              <a:ext cx="87312" cy="87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6" name="Oval 62"/>
            <p:cNvSpPr>
              <a:spLocks noChangeArrowheads="1"/>
            </p:cNvSpPr>
            <p:nvPr/>
          </p:nvSpPr>
          <p:spPr bwMode="auto">
            <a:xfrm>
              <a:off x="5892800" y="1654176"/>
              <a:ext cx="55562" cy="539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Freeform 63"/>
            <p:cNvSpPr>
              <a:spLocks/>
            </p:cNvSpPr>
            <p:nvPr/>
          </p:nvSpPr>
          <p:spPr bwMode="auto">
            <a:xfrm>
              <a:off x="5534025" y="1582739"/>
              <a:ext cx="93662" cy="33338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8" name="Freeform 64"/>
            <p:cNvSpPr>
              <a:spLocks/>
            </p:cNvSpPr>
            <p:nvPr/>
          </p:nvSpPr>
          <p:spPr bwMode="auto">
            <a:xfrm>
              <a:off x="5881687" y="1579564"/>
              <a:ext cx="95250" cy="39688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Oval 65"/>
            <p:cNvSpPr>
              <a:spLocks noChangeArrowheads="1"/>
            </p:cNvSpPr>
            <p:nvPr/>
          </p:nvSpPr>
          <p:spPr bwMode="auto">
            <a:xfrm>
              <a:off x="6132512" y="1725614"/>
              <a:ext cx="127000" cy="127000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0" name="Oval 66"/>
            <p:cNvSpPr>
              <a:spLocks noChangeArrowheads="1"/>
            </p:cNvSpPr>
            <p:nvPr/>
          </p:nvSpPr>
          <p:spPr bwMode="auto">
            <a:xfrm>
              <a:off x="5272087" y="1725614"/>
              <a:ext cx="127000" cy="127000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Freeform 67"/>
            <p:cNvSpPr>
              <a:spLocks/>
            </p:cNvSpPr>
            <p:nvPr/>
          </p:nvSpPr>
          <p:spPr bwMode="auto">
            <a:xfrm>
              <a:off x="5710237" y="1836739"/>
              <a:ext cx="179387" cy="87313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5" name="Oval 101"/>
            <p:cNvSpPr>
              <a:spLocks noChangeArrowheads="1"/>
            </p:cNvSpPr>
            <p:nvPr/>
          </p:nvSpPr>
          <p:spPr bwMode="auto">
            <a:xfrm>
              <a:off x="5486400" y="1319214"/>
              <a:ext cx="552450" cy="166688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6" name="Freeform 102"/>
            <p:cNvSpPr>
              <a:spLocks/>
            </p:cNvSpPr>
            <p:nvPr/>
          </p:nvSpPr>
          <p:spPr bwMode="auto">
            <a:xfrm>
              <a:off x="5391150" y="3411539"/>
              <a:ext cx="301625" cy="111125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7" name="Freeform 103"/>
            <p:cNvSpPr>
              <a:spLocks/>
            </p:cNvSpPr>
            <p:nvPr/>
          </p:nvSpPr>
          <p:spPr bwMode="auto">
            <a:xfrm>
              <a:off x="5832475" y="3411539"/>
              <a:ext cx="301625" cy="111125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8" name="Freeform 104"/>
            <p:cNvSpPr>
              <a:spLocks/>
            </p:cNvSpPr>
            <p:nvPr/>
          </p:nvSpPr>
          <p:spPr bwMode="auto">
            <a:xfrm>
              <a:off x="5437187" y="1419226"/>
              <a:ext cx="571500" cy="163513"/>
            </a:xfrm>
            <a:custGeom>
              <a:avLst/>
              <a:gdLst>
                <a:gd name="T0" fmla="*/ 406 w 406"/>
                <a:gd name="T1" fmla="*/ 0 h 117"/>
                <a:gd name="T2" fmla="*/ 206 w 406"/>
                <a:gd name="T3" fmla="*/ 117 h 117"/>
                <a:gd name="T4" fmla="*/ 233 w 406"/>
                <a:gd name="T5" fmla="*/ 74 h 117"/>
                <a:gd name="T6" fmla="*/ 51 w 406"/>
                <a:gd name="T7" fmla="*/ 101 h 117"/>
                <a:gd name="T8" fmla="*/ 145 w 406"/>
                <a:gd name="T9" fmla="*/ 42 h 117"/>
                <a:gd name="T10" fmla="*/ 0 w 406"/>
                <a:gd name="T11" fmla="*/ 70 h 117"/>
                <a:gd name="T12" fmla="*/ 71 w 406"/>
                <a:gd name="T13" fmla="*/ 8 h 117"/>
                <a:gd name="T14" fmla="*/ 406 w 406"/>
                <a:gd name="T1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6" h="117">
                  <a:moveTo>
                    <a:pt x="406" y="0"/>
                  </a:moveTo>
                  <a:cubicBezTo>
                    <a:pt x="406" y="0"/>
                    <a:pt x="352" y="93"/>
                    <a:pt x="206" y="117"/>
                  </a:cubicBezTo>
                  <a:cubicBezTo>
                    <a:pt x="221" y="94"/>
                    <a:pt x="233" y="74"/>
                    <a:pt x="233" y="74"/>
                  </a:cubicBezTo>
                  <a:cubicBezTo>
                    <a:pt x="233" y="74"/>
                    <a:pt x="183" y="104"/>
                    <a:pt x="51" y="101"/>
                  </a:cubicBezTo>
                  <a:cubicBezTo>
                    <a:pt x="70" y="89"/>
                    <a:pt x="145" y="42"/>
                    <a:pt x="145" y="4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71" y="8"/>
                    <a:pt x="71" y="8"/>
                    <a:pt x="71" y="8"/>
                  </a:cubicBezTo>
                  <a:lnTo>
                    <a:pt x="406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9" name="Freeform 105"/>
            <p:cNvSpPr>
              <a:spLocks/>
            </p:cNvSpPr>
            <p:nvPr/>
          </p:nvSpPr>
          <p:spPr bwMode="auto">
            <a:xfrm>
              <a:off x="5534025" y="1387476"/>
              <a:ext cx="438150" cy="134938"/>
            </a:xfrm>
            <a:custGeom>
              <a:avLst/>
              <a:gdLst>
                <a:gd name="T0" fmla="*/ 276 w 276"/>
                <a:gd name="T1" fmla="*/ 24 h 85"/>
                <a:gd name="T2" fmla="*/ 181 w 276"/>
                <a:gd name="T3" fmla="*/ 85 h 85"/>
                <a:gd name="T4" fmla="*/ 202 w 276"/>
                <a:gd name="T5" fmla="*/ 44 h 85"/>
                <a:gd name="T6" fmla="*/ 79 w 276"/>
                <a:gd name="T7" fmla="*/ 82 h 85"/>
                <a:gd name="T8" fmla="*/ 134 w 276"/>
                <a:gd name="T9" fmla="*/ 35 h 85"/>
                <a:gd name="T10" fmla="*/ 0 w 276"/>
                <a:gd name="T11" fmla="*/ 49 h 85"/>
                <a:gd name="T12" fmla="*/ 162 w 276"/>
                <a:gd name="T13" fmla="*/ 0 h 85"/>
                <a:gd name="T14" fmla="*/ 148 w 276"/>
                <a:gd name="T15" fmla="*/ 39 h 85"/>
                <a:gd name="T16" fmla="*/ 238 w 276"/>
                <a:gd name="T17" fmla="*/ 20 h 85"/>
                <a:gd name="T18" fmla="*/ 235 w 276"/>
                <a:gd name="T19" fmla="*/ 35 h 85"/>
                <a:gd name="T20" fmla="*/ 276 w 276"/>
                <a:gd name="T21" fmla="*/ 2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6" h="85">
                  <a:moveTo>
                    <a:pt x="276" y="24"/>
                  </a:moveTo>
                  <a:lnTo>
                    <a:pt x="181" y="85"/>
                  </a:lnTo>
                  <a:lnTo>
                    <a:pt x="202" y="44"/>
                  </a:lnTo>
                  <a:lnTo>
                    <a:pt x="79" y="82"/>
                  </a:lnTo>
                  <a:lnTo>
                    <a:pt x="134" y="35"/>
                  </a:lnTo>
                  <a:lnTo>
                    <a:pt x="0" y="49"/>
                  </a:lnTo>
                  <a:lnTo>
                    <a:pt x="162" y="0"/>
                  </a:lnTo>
                  <a:lnTo>
                    <a:pt x="148" y="39"/>
                  </a:lnTo>
                  <a:lnTo>
                    <a:pt x="238" y="20"/>
                  </a:lnTo>
                  <a:lnTo>
                    <a:pt x="235" y="35"/>
                  </a:lnTo>
                  <a:lnTo>
                    <a:pt x="276" y="24"/>
                  </a:lnTo>
                  <a:close/>
                </a:path>
              </a:pathLst>
            </a:custGeom>
            <a:solidFill>
              <a:srgbClr val="FCB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3" name="Freeform 179"/>
            <p:cNvSpPr>
              <a:spLocks/>
            </p:cNvSpPr>
            <p:nvPr/>
          </p:nvSpPr>
          <p:spPr bwMode="auto">
            <a:xfrm>
              <a:off x="5330825" y="1931989"/>
              <a:ext cx="442912" cy="104775"/>
            </a:xfrm>
            <a:custGeom>
              <a:avLst/>
              <a:gdLst>
                <a:gd name="T0" fmla="*/ 15 w 279"/>
                <a:gd name="T1" fmla="*/ 0 h 66"/>
                <a:gd name="T2" fmla="*/ 0 w 279"/>
                <a:gd name="T3" fmla="*/ 41 h 66"/>
                <a:gd name="T4" fmla="*/ 279 w 279"/>
                <a:gd name="T5" fmla="*/ 66 h 66"/>
                <a:gd name="T6" fmla="*/ 15 w 279"/>
                <a:gd name="T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9" h="66">
                  <a:moveTo>
                    <a:pt x="15" y="0"/>
                  </a:moveTo>
                  <a:lnTo>
                    <a:pt x="0" y="41"/>
                  </a:lnTo>
                  <a:lnTo>
                    <a:pt x="279" y="66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B23D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4" name="Freeform 180"/>
            <p:cNvSpPr>
              <a:spLocks/>
            </p:cNvSpPr>
            <p:nvPr/>
          </p:nvSpPr>
          <p:spPr bwMode="auto">
            <a:xfrm>
              <a:off x="5770562" y="1931989"/>
              <a:ext cx="444500" cy="104775"/>
            </a:xfrm>
            <a:custGeom>
              <a:avLst/>
              <a:gdLst>
                <a:gd name="T0" fmla="*/ 264 w 280"/>
                <a:gd name="T1" fmla="*/ 0 h 66"/>
                <a:gd name="T2" fmla="*/ 280 w 280"/>
                <a:gd name="T3" fmla="*/ 41 h 66"/>
                <a:gd name="T4" fmla="*/ 0 w 280"/>
                <a:gd name="T5" fmla="*/ 66 h 66"/>
                <a:gd name="T6" fmla="*/ 264 w 280"/>
                <a:gd name="T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66">
                  <a:moveTo>
                    <a:pt x="264" y="0"/>
                  </a:moveTo>
                  <a:lnTo>
                    <a:pt x="280" y="41"/>
                  </a:lnTo>
                  <a:lnTo>
                    <a:pt x="0" y="6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44" name="组合 343"/>
          <p:cNvGrpSpPr/>
          <p:nvPr/>
        </p:nvGrpSpPr>
        <p:grpSpPr>
          <a:xfrm>
            <a:off x="2155825" y="4057651"/>
            <a:ext cx="5583237" cy="2333625"/>
            <a:chOff x="2155825" y="4057651"/>
            <a:chExt cx="5583237" cy="2333625"/>
          </a:xfrm>
        </p:grpSpPr>
        <p:sp>
          <p:nvSpPr>
            <p:cNvPr id="139" name="Freeform 5"/>
            <p:cNvSpPr>
              <a:spLocks/>
            </p:cNvSpPr>
            <p:nvPr/>
          </p:nvSpPr>
          <p:spPr bwMode="auto">
            <a:xfrm>
              <a:off x="2155825" y="6127751"/>
              <a:ext cx="5583237" cy="263525"/>
            </a:xfrm>
            <a:custGeom>
              <a:avLst/>
              <a:gdLst>
                <a:gd name="T0" fmla="*/ 3517 w 3517"/>
                <a:gd name="T1" fmla="*/ 166 h 166"/>
                <a:gd name="T2" fmla="*/ 0 w 3517"/>
                <a:gd name="T3" fmla="*/ 166 h 166"/>
                <a:gd name="T4" fmla="*/ 244 w 3517"/>
                <a:gd name="T5" fmla="*/ 0 h 166"/>
                <a:gd name="T6" fmla="*/ 3156 w 3517"/>
                <a:gd name="T7" fmla="*/ 0 h 166"/>
                <a:gd name="T8" fmla="*/ 3517 w 3517"/>
                <a:gd name="T9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7" h="166">
                  <a:moveTo>
                    <a:pt x="3517" y="166"/>
                  </a:moveTo>
                  <a:lnTo>
                    <a:pt x="0" y="166"/>
                  </a:lnTo>
                  <a:lnTo>
                    <a:pt x="244" y="0"/>
                  </a:lnTo>
                  <a:lnTo>
                    <a:pt x="3156" y="0"/>
                  </a:lnTo>
                  <a:lnTo>
                    <a:pt x="3517" y="166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5" name="Rectangle 181"/>
            <p:cNvSpPr>
              <a:spLocks noChangeArrowheads="1"/>
            </p:cNvSpPr>
            <p:nvPr/>
          </p:nvSpPr>
          <p:spPr bwMode="auto">
            <a:xfrm>
              <a:off x="3859212" y="4057651"/>
              <a:ext cx="1192212" cy="7874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6" name="Rectangle 182"/>
            <p:cNvSpPr>
              <a:spLocks noChangeArrowheads="1"/>
            </p:cNvSpPr>
            <p:nvPr/>
          </p:nvSpPr>
          <p:spPr bwMode="auto">
            <a:xfrm>
              <a:off x="3921125" y="4113214"/>
              <a:ext cx="1074737" cy="663575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7" name="Rectangle 183"/>
            <p:cNvSpPr>
              <a:spLocks noChangeArrowheads="1"/>
            </p:cNvSpPr>
            <p:nvPr/>
          </p:nvSpPr>
          <p:spPr bwMode="auto">
            <a:xfrm>
              <a:off x="3954462" y="4152901"/>
              <a:ext cx="1006475" cy="59055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8" name="Rectangle 184"/>
            <p:cNvSpPr>
              <a:spLocks noChangeArrowheads="1"/>
            </p:cNvSpPr>
            <p:nvPr/>
          </p:nvSpPr>
          <p:spPr bwMode="auto">
            <a:xfrm>
              <a:off x="2960687" y="4918076"/>
              <a:ext cx="274637" cy="1360488"/>
            </a:xfrm>
            <a:prstGeom prst="rect">
              <a:avLst/>
            </a:prstGeom>
            <a:solidFill>
              <a:srgbClr val="CDBD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9" name="Rectangle 185"/>
            <p:cNvSpPr>
              <a:spLocks noChangeArrowheads="1"/>
            </p:cNvSpPr>
            <p:nvPr/>
          </p:nvSpPr>
          <p:spPr bwMode="auto">
            <a:xfrm>
              <a:off x="5670550" y="4918076"/>
              <a:ext cx="274637" cy="1360488"/>
            </a:xfrm>
            <a:prstGeom prst="rect">
              <a:avLst/>
            </a:prstGeom>
            <a:solidFill>
              <a:srgbClr val="CDBD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0" name="Rectangle 186"/>
            <p:cNvSpPr>
              <a:spLocks noChangeArrowheads="1"/>
            </p:cNvSpPr>
            <p:nvPr/>
          </p:nvSpPr>
          <p:spPr bwMode="auto">
            <a:xfrm>
              <a:off x="2960687" y="4918076"/>
              <a:ext cx="2984500" cy="415925"/>
            </a:xfrm>
            <a:prstGeom prst="rect">
              <a:avLst/>
            </a:prstGeom>
            <a:solidFill>
              <a:srgbClr val="CDBD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1" name="Rectangle 187"/>
            <p:cNvSpPr>
              <a:spLocks noChangeArrowheads="1"/>
            </p:cNvSpPr>
            <p:nvPr/>
          </p:nvSpPr>
          <p:spPr bwMode="auto">
            <a:xfrm>
              <a:off x="3151187" y="5019676"/>
              <a:ext cx="2603500" cy="314325"/>
            </a:xfrm>
            <a:prstGeom prst="rect">
              <a:avLst/>
            </a:prstGeom>
            <a:solidFill>
              <a:srgbClr val="E1CF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2" name="Rectangle 188"/>
            <p:cNvSpPr>
              <a:spLocks noChangeArrowheads="1"/>
            </p:cNvSpPr>
            <p:nvPr/>
          </p:nvSpPr>
          <p:spPr bwMode="auto">
            <a:xfrm>
              <a:off x="3151187" y="5019676"/>
              <a:ext cx="84137" cy="1258888"/>
            </a:xfrm>
            <a:prstGeom prst="rect">
              <a:avLst/>
            </a:prstGeom>
            <a:solidFill>
              <a:srgbClr val="E1CF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3" name="Rectangle 189"/>
            <p:cNvSpPr>
              <a:spLocks noChangeArrowheads="1"/>
            </p:cNvSpPr>
            <p:nvPr/>
          </p:nvSpPr>
          <p:spPr bwMode="auto">
            <a:xfrm>
              <a:off x="5670550" y="5019676"/>
              <a:ext cx="84137" cy="1258888"/>
            </a:xfrm>
            <a:prstGeom prst="rect">
              <a:avLst/>
            </a:prstGeom>
            <a:solidFill>
              <a:srgbClr val="E1CF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4" name="Rectangle 190"/>
            <p:cNvSpPr>
              <a:spLocks noChangeArrowheads="1"/>
            </p:cNvSpPr>
            <p:nvPr/>
          </p:nvSpPr>
          <p:spPr bwMode="auto">
            <a:xfrm>
              <a:off x="5113337" y="5103814"/>
              <a:ext cx="460375" cy="117475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" name="Rectangle 191"/>
            <p:cNvSpPr>
              <a:spLocks noChangeArrowheads="1"/>
            </p:cNvSpPr>
            <p:nvPr/>
          </p:nvSpPr>
          <p:spPr bwMode="auto">
            <a:xfrm>
              <a:off x="5164137" y="5165726"/>
              <a:ext cx="358775" cy="1112838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6" name="Rectangle 192"/>
            <p:cNvSpPr>
              <a:spLocks noChangeArrowheads="1"/>
            </p:cNvSpPr>
            <p:nvPr/>
          </p:nvSpPr>
          <p:spPr bwMode="auto">
            <a:xfrm>
              <a:off x="5203825" y="5683251"/>
              <a:ext cx="280987" cy="26988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7" name="Rectangle 193"/>
            <p:cNvSpPr>
              <a:spLocks noChangeArrowheads="1"/>
            </p:cNvSpPr>
            <p:nvPr/>
          </p:nvSpPr>
          <p:spPr bwMode="auto">
            <a:xfrm>
              <a:off x="5203825" y="5873751"/>
              <a:ext cx="280987" cy="33338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8" name="Rectangle 194"/>
            <p:cNvSpPr>
              <a:spLocks noChangeArrowheads="1"/>
            </p:cNvSpPr>
            <p:nvPr/>
          </p:nvSpPr>
          <p:spPr bwMode="auto">
            <a:xfrm>
              <a:off x="5203825" y="5992814"/>
              <a:ext cx="280987" cy="26988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9" name="Rectangle 195"/>
            <p:cNvSpPr>
              <a:spLocks noChangeArrowheads="1"/>
            </p:cNvSpPr>
            <p:nvPr/>
          </p:nvSpPr>
          <p:spPr bwMode="auto">
            <a:xfrm>
              <a:off x="5203825" y="6042026"/>
              <a:ext cx="280987" cy="17463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0" name="Freeform 196"/>
            <p:cNvSpPr>
              <a:spLocks/>
            </p:cNvSpPr>
            <p:nvPr/>
          </p:nvSpPr>
          <p:spPr bwMode="auto">
            <a:xfrm>
              <a:off x="4056062" y="5384801"/>
              <a:ext cx="792162" cy="146050"/>
            </a:xfrm>
            <a:custGeom>
              <a:avLst/>
              <a:gdLst>
                <a:gd name="T0" fmla="*/ 564 w 564"/>
                <a:gd name="T1" fmla="*/ 53 h 104"/>
                <a:gd name="T2" fmla="*/ 520 w 564"/>
                <a:gd name="T3" fmla="*/ 104 h 104"/>
                <a:gd name="T4" fmla="*/ 44 w 564"/>
                <a:gd name="T5" fmla="*/ 104 h 104"/>
                <a:gd name="T6" fmla="*/ 0 w 564"/>
                <a:gd name="T7" fmla="*/ 53 h 104"/>
                <a:gd name="T8" fmla="*/ 0 w 564"/>
                <a:gd name="T9" fmla="*/ 51 h 104"/>
                <a:gd name="T10" fmla="*/ 44 w 564"/>
                <a:gd name="T11" fmla="*/ 0 h 104"/>
                <a:gd name="T12" fmla="*/ 520 w 564"/>
                <a:gd name="T13" fmla="*/ 0 h 104"/>
                <a:gd name="T14" fmla="*/ 564 w 564"/>
                <a:gd name="T15" fmla="*/ 51 h 104"/>
                <a:gd name="T16" fmla="*/ 564 w 564"/>
                <a:gd name="T17" fmla="*/ 5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4" h="104">
                  <a:moveTo>
                    <a:pt x="564" y="53"/>
                  </a:moveTo>
                  <a:cubicBezTo>
                    <a:pt x="564" y="81"/>
                    <a:pt x="544" y="104"/>
                    <a:pt x="520" y="104"/>
                  </a:cubicBezTo>
                  <a:cubicBezTo>
                    <a:pt x="44" y="104"/>
                    <a:pt x="44" y="104"/>
                    <a:pt x="44" y="104"/>
                  </a:cubicBezTo>
                  <a:cubicBezTo>
                    <a:pt x="20" y="104"/>
                    <a:pt x="0" y="81"/>
                    <a:pt x="0" y="53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23"/>
                    <a:pt x="20" y="0"/>
                    <a:pt x="44" y="0"/>
                  </a:cubicBezTo>
                  <a:cubicBezTo>
                    <a:pt x="520" y="0"/>
                    <a:pt x="520" y="0"/>
                    <a:pt x="520" y="0"/>
                  </a:cubicBezTo>
                  <a:cubicBezTo>
                    <a:pt x="544" y="0"/>
                    <a:pt x="564" y="23"/>
                    <a:pt x="564" y="51"/>
                  </a:cubicBezTo>
                  <a:lnTo>
                    <a:pt x="564" y="53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1" name="Freeform 197"/>
            <p:cNvSpPr>
              <a:spLocks/>
            </p:cNvSpPr>
            <p:nvPr/>
          </p:nvSpPr>
          <p:spPr bwMode="auto">
            <a:xfrm>
              <a:off x="4079875" y="5526089"/>
              <a:ext cx="757237" cy="100013"/>
            </a:xfrm>
            <a:custGeom>
              <a:avLst/>
              <a:gdLst>
                <a:gd name="T0" fmla="*/ 43 w 538"/>
                <a:gd name="T1" fmla="*/ 0 h 72"/>
                <a:gd name="T2" fmla="*/ 494 w 538"/>
                <a:gd name="T3" fmla="*/ 0 h 72"/>
                <a:gd name="T4" fmla="*/ 269 w 538"/>
                <a:gd name="T5" fmla="*/ 68 h 72"/>
                <a:gd name="T6" fmla="*/ 43 w 538"/>
                <a:gd name="T7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8" h="72">
                  <a:moveTo>
                    <a:pt x="43" y="0"/>
                  </a:moveTo>
                  <a:cubicBezTo>
                    <a:pt x="494" y="0"/>
                    <a:pt x="494" y="0"/>
                    <a:pt x="494" y="0"/>
                  </a:cubicBezTo>
                  <a:cubicBezTo>
                    <a:pt x="494" y="0"/>
                    <a:pt x="538" y="65"/>
                    <a:pt x="269" y="68"/>
                  </a:cubicBezTo>
                  <a:cubicBezTo>
                    <a:pt x="0" y="72"/>
                    <a:pt x="43" y="0"/>
                    <a:pt x="43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2" name="Rectangle 198"/>
            <p:cNvSpPr>
              <a:spLocks noChangeArrowheads="1"/>
            </p:cNvSpPr>
            <p:nvPr/>
          </p:nvSpPr>
          <p:spPr bwMode="auto">
            <a:xfrm>
              <a:off x="4410075" y="5575301"/>
              <a:ext cx="95250" cy="703263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3" name="Rectangle 199"/>
            <p:cNvSpPr>
              <a:spLocks noChangeArrowheads="1"/>
            </p:cNvSpPr>
            <p:nvPr/>
          </p:nvSpPr>
          <p:spPr bwMode="auto">
            <a:xfrm>
              <a:off x="4191000" y="6238876"/>
              <a:ext cx="534987" cy="39688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4" name="Rectangle 200"/>
            <p:cNvSpPr>
              <a:spLocks noChangeArrowheads="1"/>
            </p:cNvSpPr>
            <p:nvPr/>
          </p:nvSpPr>
          <p:spPr bwMode="auto">
            <a:xfrm>
              <a:off x="6040437" y="5254626"/>
              <a:ext cx="939800" cy="1023938"/>
            </a:xfrm>
            <a:prstGeom prst="rect">
              <a:avLst/>
            </a:prstGeom>
            <a:solidFill>
              <a:srgbClr val="CDBD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5" name="Rectangle 201"/>
            <p:cNvSpPr>
              <a:spLocks noChangeArrowheads="1"/>
            </p:cNvSpPr>
            <p:nvPr/>
          </p:nvSpPr>
          <p:spPr bwMode="auto">
            <a:xfrm>
              <a:off x="6040437" y="5334001"/>
              <a:ext cx="939800" cy="754063"/>
            </a:xfrm>
            <a:prstGeom prst="rect">
              <a:avLst/>
            </a:prstGeom>
            <a:solidFill>
              <a:srgbClr val="E1CF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6" name="Rectangle 202"/>
            <p:cNvSpPr>
              <a:spLocks noChangeArrowheads="1"/>
            </p:cNvSpPr>
            <p:nvPr/>
          </p:nvSpPr>
          <p:spPr bwMode="auto">
            <a:xfrm>
              <a:off x="6040437" y="5683251"/>
              <a:ext cx="939800" cy="55563"/>
            </a:xfrm>
            <a:prstGeom prst="rect">
              <a:avLst/>
            </a:prstGeom>
            <a:solidFill>
              <a:srgbClr val="CDBD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7" name="Rectangle 203"/>
            <p:cNvSpPr>
              <a:spLocks noChangeArrowheads="1"/>
            </p:cNvSpPr>
            <p:nvPr/>
          </p:nvSpPr>
          <p:spPr bwMode="auto">
            <a:xfrm>
              <a:off x="6310312" y="5508626"/>
              <a:ext cx="404812" cy="50800"/>
            </a:xfrm>
            <a:prstGeom prst="rect">
              <a:avLst/>
            </a:prstGeom>
            <a:solidFill>
              <a:srgbClr val="CDBD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8" name="Rectangle 204"/>
            <p:cNvSpPr>
              <a:spLocks noChangeArrowheads="1"/>
            </p:cNvSpPr>
            <p:nvPr/>
          </p:nvSpPr>
          <p:spPr bwMode="auto">
            <a:xfrm>
              <a:off x="6310312" y="5873751"/>
              <a:ext cx="404812" cy="50800"/>
            </a:xfrm>
            <a:prstGeom prst="rect">
              <a:avLst/>
            </a:prstGeom>
            <a:solidFill>
              <a:srgbClr val="CDBD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Rectangle 206"/>
            <p:cNvSpPr>
              <a:spLocks noChangeArrowheads="1"/>
            </p:cNvSpPr>
            <p:nvPr/>
          </p:nvSpPr>
          <p:spPr bwMode="auto">
            <a:xfrm>
              <a:off x="6040437" y="4884739"/>
              <a:ext cx="939800" cy="369888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Rectangle 207"/>
            <p:cNvSpPr>
              <a:spLocks noChangeArrowheads="1"/>
            </p:cNvSpPr>
            <p:nvPr/>
          </p:nvSpPr>
          <p:spPr bwMode="auto">
            <a:xfrm>
              <a:off x="6040437" y="4884739"/>
              <a:ext cx="939800" cy="185738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Rectangle 208"/>
            <p:cNvSpPr>
              <a:spLocks noChangeArrowheads="1"/>
            </p:cNvSpPr>
            <p:nvPr/>
          </p:nvSpPr>
          <p:spPr bwMode="auto">
            <a:xfrm>
              <a:off x="6142037" y="4951414"/>
              <a:ext cx="179387" cy="28575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Rectangle 209"/>
            <p:cNvSpPr>
              <a:spLocks noChangeArrowheads="1"/>
            </p:cNvSpPr>
            <p:nvPr/>
          </p:nvSpPr>
          <p:spPr bwMode="auto">
            <a:xfrm>
              <a:off x="6710362" y="4951414"/>
              <a:ext cx="179387" cy="28575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210"/>
            <p:cNvSpPr>
              <a:spLocks noChangeArrowheads="1"/>
            </p:cNvSpPr>
            <p:nvPr/>
          </p:nvSpPr>
          <p:spPr bwMode="auto">
            <a:xfrm>
              <a:off x="6142037" y="5013326"/>
              <a:ext cx="101600" cy="22225"/>
            </a:xfrm>
            <a:prstGeom prst="rect">
              <a:avLst/>
            </a:prstGeom>
            <a:solidFill>
              <a:srgbClr val="91C8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211"/>
            <p:cNvSpPr>
              <a:spLocks noChangeArrowheads="1"/>
            </p:cNvSpPr>
            <p:nvPr/>
          </p:nvSpPr>
          <p:spPr bwMode="auto">
            <a:xfrm>
              <a:off x="6142037" y="4681539"/>
              <a:ext cx="736600" cy="2032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212"/>
            <p:cNvSpPr>
              <a:spLocks/>
            </p:cNvSpPr>
            <p:nvPr/>
          </p:nvSpPr>
          <p:spPr bwMode="auto">
            <a:xfrm>
              <a:off x="6226174" y="4513264"/>
              <a:ext cx="557212" cy="371475"/>
            </a:xfrm>
            <a:custGeom>
              <a:avLst/>
              <a:gdLst>
                <a:gd name="T0" fmla="*/ 0 w 351"/>
                <a:gd name="T1" fmla="*/ 234 h 234"/>
                <a:gd name="T2" fmla="*/ 351 w 351"/>
                <a:gd name="T3" fmla="*/ 234 h 234"/>
                <a:gd name="T4" fmla="*/ 351 w 351"/>
                <a:gd name="T5" fmla="*/ 46 h 234"/>
                <a:gd name="T6" fmla="*/ 305 w 351"/>
                <a:gd name="T7" fmla="*/ 0 h 234"/>
                <a:gd name="T8" fmla="*/ 0 w 351"/>
                <a:gd name="T9" fmla="*/ 0 h 234"/>
                <a:gd name="T10" fmla="*/ 0 w 351"/>
                <a:gd name="T11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1" h="234">
                  <a:moveTo>
                    <a:pt x="0" y="234"/>
                  </a:moveTo>
                  <a:lnTo>
                    <a:pt x="351" y="234"/>
                  </a:lnTo>
                  <a:lnTo>
                    <a:pt x="351" y="46"/>
                  </a:lnTo>
                  <a:lnTo>
                    <a:pt x="305" y="0"/>
                  </a:lnTo>
                  <a:lnTo>
                    <a:pt x="0" y="0"/>
                  </a:lnTo>
                  <a:lnTo>
                    <a:pt x="0" y="234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213"/>
            <p:cNvSpPr>
              <a:spLocks/>
            </p:cNvSpPr>
            <p:nvPr/>
          </p:nvSpPr>
          <p:spPr bwMode="auto">
            <a:xfrm>
              <a:off x="6710362" y="4505326"/>
              <a:ext cx="77787" cy="80963"/>
            </a:xfrm>
            <a:custGeom>
              <a:avLst/>
              <a:gdLst>
                <a:gd name="T0" fmla="*/ 0 w 49"/>
                <a:gd name="T1" fmla="*/ 0 h 51"/>
                <a:gd name="T2" fmla="*/ 2 w 49"/>
                <a:gd name="T3" fmla="*/ 50 h 51"/>
                <a:gd name="T4" fmla="*/ 49 w 49"/>
                <a:gd name="T5" fmla="*/ 51 h 51"/>
                <a:gd name="T6" fmla="*/ 0 w 49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51">
                  <a:moveTo>
                    <a:pt x="0" y="0"/>
                  </a:moveTo>
                  <a:lnTo>
                    <a:pt x="2" y="50"/>
                  </a:lnTo>
                  <a:lnTo>
                    <a:pt x="49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214"/>
            <p:cNvSpPr>
              <a:spLocks/>
            </p:cNvSpPr>
            <p:nvPr/>
          </p:nvSpPr>
          <p:spPr bwMode="auto">
            <a:xfrm>
              <a:off x="2549525" y="5727701"/>
              <a:ext cx="487362" cy="550863"/>
            </a:xfrm>
            <a:custGeom>
              <a:avLst/>
              <a:gdLst>
                <a:gd name="T0" fmla="*/ 266 w 307"/>
                <a:gd name="T1" fmla="*/ 347 h 347"/>
                <a:gd name="T2" fmla="*/ 42 w 307"/>
                <a:gd name="T3" fmla="*/ 347 h 347"/>
                <a:gd name="T4" fmla="*/ 0 w 307"/>
                <a:gd name="T5" fmla="*/ 0 h 347"/>
                <a:gd name="T6" fmla="*/ 307 w 307"/>
                <a:gd name="T7" fmla="*/ 0 h 347"/>
                <a:gd name="T8" fmla="*/ 266 w 307"/>
                <a:gd name="T9" fmla="*/ 34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7" h="347">
                  <a:moveTo>
                    <a:pt x="266" y="347"/>
                  </a:moveTo>
                  <a:lnTo>
                    <a:pt x="42" y="347"/>
                  </a:lnTo>
                  <a:lnTo>
                    <a:pt x="0" y="0"/>
                  </a:lnTo>
                  <a:lnTo>
                    <a:pt x="307" y="0"/>
                  </a:lnTo>
                  <a:lnTo>
                    <a:pt x="266" y="347"/>
                  </a:lnTo>
                  <a:close/>
                </a:path>
              </a:pathLst>
            </a:custGeom>
            <a:solidFill>
              <a:srgbClr val="A9C3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215"/>
            <p:cNvSpPr>
              <a:spLocks noChangeArrowheads="1"/>
            </p:cNvSpPr>
            <p:nvPr/>
          </p:nvSpPr>
          <p:spPr bwMode="auto">
            <a:xfrm>
              <a:off x="3387725" y="4648201"/>
              <a:ext cx="168275" cy="269875"/>
            </a:xfrm>
            <a:prstGeom prst="rect">
              <a:avLst/>
            </a:prstGeom>
            <a:solidFill>
              <a:srgbClr val="F5B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Rectangle 216"/>
            <p:cNvSpPr>
              <a:spLocks noChangeArrowheads="1"/>
            </p:cNvSpPr>
            <p:nvPr/>
          </p:nvSpPr>
          <p:spPr bwMode="auto">
            <a:xfrm>
              <a:off x="3432175" y="4473576"/>
              <a:ext cx="55562" cy="174625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217"/>
            <p:cNvSpPr>
              <a:spLocks noChangeArrowheads="1"/>
            </p:cNvSpPr>
            <p:nvPr/>
          </p:nvSpPr>
          <p:spPr bwMode="auto">
            <a:xfrm>
              <a:off x="3505200" y="4338639"/>
              <a:ext cx="28575" cy="309563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Rectangle 218"/>
            <p:cNvSpPr>
              <a:spLocks noChangeArrowheads="1"/>
            </p:cNvSpPr>
            <p:nvPr/>
          </p:nvSpPr>
          <p:spPr bwMode="auto">
            <a:xfrm>
              <a:off x="5197475" y="5221289"/>
              <a:ext cx="287337" cy="17463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Rectangle 219"/>
            <p:cNvSpPr>
              <a:spLocks noChangeArrowheads="1"/>
            </p:cNvSpPr>
            <p:nvPr/>
          </p:nvSpPr>
          <p:spPr bwMode="auto">
            <a:xfrm>
              <a:off x="5197475" y="5267326"/>
              <a:ext cx="287337" cy="22225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Rectangle 220"/>
            <p:cNvSpPr>
              <a:spLocks noChangeArrowheads="1"/>
            </p:cNvSpPr>
            <p:nvPr/>
          </p:nvSpPr>
          <p:spPr bwMode="auto">
            <a:xfrm>
              <a:off x="5197475" y="5316539"/>
              <a:ext cx="287337" cy="17463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Rectangle 221"/>
            <p:cNvSpPr>
              <a:spLocks noChangeArrowheads="1"/>
            </p:cNvSpPr>
            <p:nvPr/>
          </p:nvSpPr>
          <p:spPr bwMode="auto">
            <a:xfrm>
              <a:off x="5197475" y="5367339"/>
              <a:ext cx="287337" cy="17463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Oval 222"/>
            <p:cNvSpPr>
              <a:spLocks noChangeArrowheads="1"/>
            </p:cNvSpPr>
            <p:nvPr/>
          </p:nvSpPr>
          <p:spPr bwMode="auto">
            <a:xfrm>
              <a:off x="5289550" y="5421314"/>
              <a:ext cx="111125" cy="109538"/>
            </a:xfrm>
            <a:prstGeom prst="ellipse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23"/>
            <p:cNvSpPr>
              <a:spLocks noChangeArrowheads="1"/>
            </p:cNvSpPr>
            <p:nvPr/>
          </p:nvSpPr>
          <p:spPr bwMode="auto">
            <a:xfrm>
              <a:off x="5307012" y="5438776"/>
              <a:ext cx="77787" cy="74613"/>
            </a:xfrm>
            <a:prstGeom prst="ellipse">
              <a:avLst/>
            </a:prstGeom>
            <a:solidFill>
              <a:srgbClr val="91C8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Rectangle 224"/>
            <p:cNvSpPr>
              <a:spLocks noChangeArrowheads="1"/>
            </p:cNvSpPr>
            <p:nvPr/>
          </p:nvSpPr>
          <p:spPr bwMode="auto">
            <a:xfrm>
              <a:off x="5203825" y="5772151"/>
              <a:ext cx="77787" cy="34925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Rectangle 225"/>
            <p:cNvSpPr>
              <a:spLocks noChangeArrowheads="1"/>
            </p:cNvSpPr>
            <p:nvPr/>
          </p:nvSpPr>
          <p:spPr bwMode="auto">
            <a:xfrm>
              <a:off x="5400675" y="5772151"/>
              <a:ext cx="73025" cy="34925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Rectangle 226"/>
            <p:cNvSpPr>
              <a:spLocks noChangeArrowheads="1"/>
            </p:cNvSpPr>
            <p:nvPr/>
          </p:nvSpPr>
          <p:spPr bwMode="auto">
            <a:xfrm>
              <a:off x="5303837" y="5772151"/>
              <a:ext cx="79375" cy="34925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27"/>
            <p:cNvSpPr>
              <a:spLocks/>
            </p:cNvSpPr>
            <p:nvPr/>
          </p:nvSpPr>
          <p:spPr bwMode="auto">
            <a:xfrm>
              <a:off x="4260850" y="4152901"/>
              <a:ext cx="293687" cy="596900"/>
            </a:xfrm>
            <a:custGeom>
              <a:avLst/>
              <a:gdLst>
                <a:gd name="T0" fmla="*/ 66 w 185"/>
                <a:gd name="T1" fmla="*/ 376 h 376"/>
                <a:gd name="T2" fmla="*/ 0 w 185"/>
                <a:gd name="T3" fmla="*/ 376 h 376"/>
                <a:gd name="T4" fmla="*/ 124 w 185"/>
                <a:gd name="T5" fmla="*/ 0 h 376"/>
                <a:gd name="T6" fmla="*/ 185 w 185"/>
                <a:gd name="T7" fmla="*/ 0 h 376"/>
                <a:gd name="T8" fmla="*/ 66 w 185"/>
                <a:gd name="T9" fmla="*/ 376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" h="376">
                  <a:moveTo>
                    <a:pt x="66" y="376"/>
                  </a:moveTo>
                  <a:lnTo>
                    <a:pt x="0" y="376"/>
                  </a:lnTo>
                  <a:lnTo>
                    <a:pt x="124" y="0"/>
                  </a:lnTo>
                  <a:lnTo>
                    <a:pt x="185" y="0"/>
                  </a:lnTo>
                  <a:lnTo>
                    <a:pt x="66" y="37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28"/>
            <p:cNvSpPr>
              <a:spLocks/>
            </p:cNvSpPr>
            <p:nvPr/>
          </p:nvSpPr>
          <p:spPr bwMode="auto">
            <a:xfrm>
              <a:off x="4073525" y="4732339"/>
              <a:ext cx="774700" cy="528638"/>
            </a:xfrm>
            <a:custGeom>
              <a:avLst/>
              <a:gdLst>
                <a:gd name="T0" fmla="*/ 552 w 552"/>
                <a:gd name="T1" fmla="*/ 294 h 376"/>
                <a:gd name="T2" fmla="*/ 470 w 552"/>
                <a:gd name="T3" fmla="*/ 376 h 376"/>
                <a:gd name="T4" fmla="*/ 82 w 552"/>
                <a:gd name="T5" fmla="*/ 376 h 376"/>
                <a:gd name="T6" fmla="*/ 0 w 552"/>
                <a:gd name="T7" fmla="*/ 294 h 376"/>
                <a:gd name="T8" fmla="*/ 0 w 552"/>
                <a:gd name="T9" fmla="*/ 82 h 376"/>
                <a:gd name="T10" fmla="*/ 82 w 552"/>
                <a:gd name="T11" fmla="*/ 0 h 376"/>
                <a:gd name="T12" fmla="*/ 470 w 552"/>
                <a:gd name="T13" fmla="*/ 0 h 376"/>
                <a:gd name="T14" fmla="*/ 552 w 552"/>
                <a:gd name="T15" fmla="*/ 82 h 376"/>
                <a:gd name="T16" fmla="*/ 552 w 552"/>
                <a:gd name="T17" fmla="*/ 294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2" h="376">
                  <a:moveTo>
                    <a:pt x="552" y="294"/>
                  </a:moveTo>
                  <a:cubicBezTo>
                    <a:pt x="552" y="339"/>
                    <a:pt x="515" y="376"/>
                    <a:pt x="470" y="376"/>
                  </a:cubicBezTo>
                  <a:cubicBezTo>
                    <a:pt x="82" y="376"/>
                    <a:pt x="82" y="376"/>
                    <a:pt x="82" y="376"/>
                  </a:cubicBezTo>
                  <a:cubicBezTo>
                    <a:pt x="37" y="376"/>
                    <a:pt x="0" y="339"/>
                    <a:pt x="0" y="294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37"/>
                    <a:pt x="37" y="0"/>
                    <a:pt x="82" y="0"/>
                  </a:cubicBezTo>
                  <a:cubicBezTo>
                    <a:pt x="470" y="0"/>
                    <a:pt x="470" y="0"/>
                    <a:pt x="470" y="0"/>
                  </a:cubicBezTo>
                  <a:cubicBezTo>
                    <a:pt x="515" y="0"/>
                    <a:pt x="552" y="37"/>
                    <a:pt x="552" y="82"/>
                  </a:cubicBezTo>
                  <a:lnTo>
                    <a:pt x="552" y="294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Rectangle 229"/>
            <p:cNvSpPr>
              <a:spLocks noChangeArrowheads="1"/>
            </p:cNvSpPr>
            <p:nvPr/>
          </p:nvSpPr>
          <p:spPr bwMode="auto">
            <a:xfrm>
              <a:off x="4410075" y="4984751"/>
              <a:ext cx="95250" cy="541338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Oval 230"/>
            <p:cNvSpPr>
              <a:spLocks noChangeArrowheads="1"/>
            </p:cNvSpPr>
            <p:nvPr/>
          </p:nvSpPr>
          <p:spPr bwMode="auto">
            <a:xfrm>
              <a:off x="4379912" y="4900614"/>
              <a:ext cx="173037" cy="173038"/>
            </a:xfrm>
            <a:prstGeom prst="ellipse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231"/>
            <p:cNvSpPr>
              <a:spLocks/>
            </p:cNvSpPr>
            <p:nvPr/>
          </p:nvSpPr>
          <p:spPr bwMode="auto">
            <a:xfrm>
              <a:off x="2693987" y="5727701"/>
              <a:ext cx="149225" cy="550863"/>
            </a:xfrm>
            <a:custGeom>
              <a:avLst/>
              <a:gdLst>
                <a:gd name="T0" fmla="*/ 41 w 94"/>
                <a:gd name="T1" fmla="*/ 347 h 347"/>
                <a:gd name="T2" fmla="*/ 0 w 94"/>
                <a:gd name="T3" fmla="*/ 347 h 347"/>
                <a:gd name="T4" fmla="*/ 52 w 94"/>
                <a:gd name="T5" fmla="*/ 0 h 347"/>
                <a:gd name="T6" fmla="*/ 94 w 94"/>
                <a:gd name="T7" fmla="*/ 0 h 347"/>
                <a:gd name="T8" fmla="*/ 41 w 94"/>
                <a:gd name="T9" fmla="*/ 34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347">
                  <a:moveTo>
                    <a:pt x="41" y="347"/>
                  </a:moveTo>
                  <a:lnTo>
                    <a:pt x="0" y="347"/>
                  </a:lnTo>
                  <a:lnTo>
                    <a:pt x="52" y="0"/>
                  </a:lnTo>
                  <a:lnTo>
                    <a:pt x="94" y="0"/>
                  </a:lnTo>
                  <a:lnTo>
                    <a:pt x="41" y="347"/>
                  </a:lnTo>
                  <a:close/>
                </a:path>
              </a:pathLst>
            </a:custGeom>
            <a:solidFill>
              <a:srgbClr val="CCDB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45" name="组合 344"/>
          <p:cNvGrpSpPr/>
          <p:nvPr/>
        </p:nvGrpSpPr>
        <p:grpSpPr>
          <a:xfrm>
            <a:off x="7446962" y="5160964"/>
            <a:ext cx="2081212" cy="906463"/>
            <a:chOff x="7446962" y="5160964"/>
            <a:chExt cx="2081212" cy="906463"/>
          </a:xfrm>
        </p:grpSpPr>
        <p:sp>
          <p:nvSpPr>
            <p:cNvPr id="34" name="Freeform 232"/>
            <p:cNvSpPr>
              <a:spLocks/>
            </p:cNvSpPr>
            <p:nvPr/>
          </p:nvSpPr>
          <p:spPr bwMode="auto">
            <a:xfrm>
              <a:off x="7446962" y="5883276"/>
              <a:ext cx="884237" cy="184150"/>
            </a:xfrm>
            <a:custGeom>
              <a:avLst/>
              <a:gdLst>
                <a:gd name="T0" fmla="*/ 3 w 557"/>
                <a:gd name="T1" fmla="*/ 0 h 116"/>
                <a:gd name="T2" fmla="*/ 0 w 557"/>
                <a:gd name="T3" fmla="*/ 98 h 116"/>
                <a:gd name="T4" fmla="*/ 554 w 557"/>
                <a:gd name="T5" fmla="*/ 116 h 116"/>
                <a:gd name="T6" fmla="*/ 557 w 557"/>
                <a:gd name="T7" fmla="*/ 18 h 116"/>
                <a:gd name="T8" fmla="*/ 3 w 557"/>
                <a:gd name="T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7" h="116">
                  <a:moveTo>
                    <a:pt x="3" y="0"/>
                  </a:moveTo>
                  <a:lnTo>
                    <a:pt x="0" y="98"/>
                  </a:lnTo>
                  <a:lnTo>
                    <a:pt x="554" y="116"/>
                  </a:lnTo>
                  <a:lnTo>
                    <a:pt x="557" y="18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42B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233"/>
            <p:cNvSpPr>
              <a:spLocks/>
            </p:cNvSpPr>
            <p:nvPr/>
          </p:nvSpPr>
          <p:spPr bwMode="auto">
            <a:xfrm>
              <a:off x="7451724" y="5686426"/>
              <a:ext cx="1039812" cy="225425"/>
            </a:xfrm>
            <a:custGeom>
              <a:avLst/>
              <a:gdLst>
                <a:gd name="T0" fmla="*/ 0 w 655"/>
                <a:gd name="T1" fmla="*/ 124 h 142"/>
                <a:gd name="T2" fmla="*/ 126 w 655"/>
                <a:gd name="T3" fmla="*/ 0 h 142"/>
                <a:gd name="T4" fmla="*/ 655 w 655"/>
                <a:gd name="T5" fmla="*/ 17 h 142"/>
                <a:gd name="T6" fmla="*/ 555 w 655"/>
                <a:gd name="T7" fmla="*/ 142 h 142"/>
                <a:gd name="T8" fmla="*/ 0 w 655"/>
                <a:gd name="T9" fmla="*/ 12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5" h="142">
                  <a:moveTo>
                    <a:pt x="0" y="124"/>
                  </a:moveTo>
                  <a:lnTo>
                    <a:pt x="126" y="0"/>
                  </a:lnTo>
                  <a:lnTo>
                    <a:pt x="655" y="17"/>
                  </a:lnTo>
                  <a:lnTo>
                    <a:pt x="555" y="142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94FA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234"/>
            <p:cNvSpPr>
              <a:spLocks/>
            </p:cNvSpPr>
            <p:nvPr/>
          </p:nvSpPr>
          <p:spPr bwMode="auto">
            <a:xfrm>
              <a:off x="8326437" y="5713414"/>
              <a:ext cx="163512" cy="352425"/>
            </a:xfrm>
            <a:custGeom>
              <a:avLst/>
              <a:gdLst>
                <a:gd name="T0" fmla="*/ 103 w 103"/>
                <a:gd name="T1" fmla="*/ 0 h 222"/>
                <a:gd name="T2" fmla="*/ 99 w 103"/>
                <a:gd name="T3" fmla="*/ 92 h 222"/>
                <a:gd name="T4" fmla="*/ 0 w 103"/>
                <a:gd name="T5" fmla="*/ 222 h 222"/>
                <a:gd name="T6" fmla="*/ 3 w 103"/>
                <a:gd name="T7" fmla="*/ 124 h 222"/>
                <a:gd name="T8" fmla="*/ 103 w 103"/>
                <a:gd name="T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22">
                  <a:moveTo>
                    <a:pt x="103" y="0"/>
                  </a:moveTo>
                  <a:lnTo>
                    <a:pt x="99" y="92"/>
                  </a:lnTo>
                  <a:lnTo>
                    <a:pt x="0" y="222"/>
                  </a:lnTo>
                  <a:lnTo>
                    <a:pt x="3" y="124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235"/>
            <p:cNvSpPr>
              <a:spLocks/>
            </p:cNvSpPr>
            <p:nvPr/>
          </p:nvSpPr>
          <p:spPr bwMode="auto">
            <a:xfrm>
              <a:off x="7546974" y="5713414"/>
              <a:ext cx="369887" cy="157163"/>
            </a:xfrm>
            <a:custGeom>
              <a:avLst/>
              <a:gdLst>
                <a:gd name="T0" fmla="*/ 263 w 263"/>
                <a:gd name="T1" fmla="*/ 5 h 112"/>
                <a:gd name="T2" fmla="*/ 184 w 263"/>
                <a:gd name="T3" fmla="*/ 112 h 112"/>
                <a:gd name="T4" fmla="*/ 31 w 263"/>
                <a:gd name="T5" fmla="*/ 107 h 112"/>
                <a:gd name="T6" fmla="*/ 0 w 263"/>
                <a:gd name="T7" fmla="*/ 79 h 112"/>
                <a:gd name="T8" fmla="*/ 38 w 263"/>
                <a:gd name="T9" fmla="*/ 29 h 112"/>
                <a:gd name="T10" fmla="*/ 102 w 263"/>
                <a:gd name="T11" fmla="*/ 0 h 112"/>
                <a:gd name="T12" fmla="*/ 263 w 263"/>
                <a:gd name="T13" fmla="*/ 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" h="112">
                  <a:moveTo>
                    <a:pt x="263" y="5"/>
                  </a:moveTo>
                  <a:cubicBezTo>
                    <a:pt x="155" y="64"/>
                    <a:pt x="184" y="112"/>
                    <a:pt x="184" y="112"/>
                  </a:cubicBezTo>
                  <a:cubicBezTo>
                    <a:pt x="184" y="112"/>
                    <a:pt x="41" y="107"/>
                    <a:pt x="31" y="107"/>
                  </a:cubicBezTo>
                  <a:cubicBezTo>
                    <a:pt x="36" y="73"/>
                    <a:pt x="0" y="79"/>
                    <a:pt x="0" y="7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78" y="29"/>
                    <a:pt x="102" y="0"/>
                  </a:cubicBezTo>
                  <a:cubicBezTo>
                    <a:pt x="123" y="0"/>
                    <a:pt x="256" y="4"/>
                    <a:pt x="263" y="5"/>
                  </a:cubicBezTo>
                  <a:close/>
                </a:path>
              </a:pathLst>
            </a:custGeom>
            <a:solidFill>
              <a:srgbClr val="50F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236"/>
            <p:cNvSpPr>
              <a:spLocks/>
            </p:cNvSpPr>
            <p:nvPr/>
          </p:nvSpPr>
          <p:spPr bwMode="auto">
            <a:xfrm>
              <a:off x="7818437" y="5697539"/>
              <a:ext cx="284162" cy="201613"/>
            </a:xfrm>
            <a:custGeom>
              <a:avLst/>
              <a:gdLst>
                <a:gd name="T0" fmla="*/ 92 w 179"/>
                <a:gd name="T1" fmla="*/ 0 h 127"/>
                <a:gd name="T2" fmla="*/ 0 w 179"/>
                <a:gd name="T3" fmla="*/ 124 h 127"/>
                <a:gd name="T4" fmla="*/ 92 w 179"/>
                <a:gd name="T5" fmla="*/ 127 h 127"/>
                <a:gd name="T6" fmla="*/ 179 w 179"/>
                <a:gd name="T7" fmla="*/ 2 h 127"/>
                <a:gd name="T8" fmla="*/ 92 w 179"/>
                <a:gd name="T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127">
                  <a:moveTo>
                    <a:pt x="92" y="0"/>
                  </a:moveTo>
                  <a:lnTo>
                    <a:pt x="0" y="124"/>
                  </a:lnTo>
                  <a:lnTo>
                    <a:pt x="92" y="127"/>
                  </a:lnTo>
                  <a:lnTo>
                    <a:pt x="179" y="2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F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237"/>
            <p:cNvSpPr>
              <a:spLocks/>
            </p:cNvSpPr>
            <p:nvPr/>
          </p:nvSpPr>
          <p:spPr bwMode="auto">
            <a:xfrm>
              <a:off x="8008937" y="5722939"/>
              <a:ext cx="395287" cy="161925"/>
            </a:xfrm>
            <a:custGeom>
              <a:avLst/>
              <a:gdLst>
                <a:gd name="T0" fmla="*/ 251 w 281"/>
                <a:gd name="T1" fmla="*/ 7 h 115"/>
                <a:gd name="T2" fmla="*/ 281 w 281"/>
                <a:gd name="T3" fmla="*/ 33 h 115"/>
                <a:gd name="T4" fmla="*/ 237 w 281"/>
                <a:gd name="T5" fmla="*/ 91 h 115"/>
                <a:gd name="T6" fmla="*/ 185 w 281"/>
                <a:gd name="T7" fmla="*/ 115 h 115"/>
                <a:gd name="T8" fmla="*/ 0 w 281"/>
                <a:gd name="T9" fmla="*/ 108 h 115"/>
                <a:gd name="T10" fmla="*/ 87 w 281"/>
                <a:gd name="T11" fmla="*/ 0 h 115"/>
                <a:gd name="T12" fmla="*/ 251 w 281"/>
                <a:gd name="T13" fmla="*/ 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15">
                  <a:moveTo>
                    <a:pt x="251" y="7"/>
                  </a:moveTo>
                  <a:cubicBezTo>
                    <a:pt x="251" y="7"/>
                    <a:pt x="242" y="36"/>
                    <a:pt x="281" y="33"/>
                  </a:cubicBezTo>
                  <a:cubicBezTo>
                    <a:pt x="274" y="43"/>
                    <a:pt x="237" y="91"/>
                    <a:pt x="237" y="91"/>
                  </a:cubicBezTo>
                  <a:cubicBezTo>
                    <a:pt x="237" y="91"/>
                    <a:pt x="200" y="84"/>
                    <a:pt x="185" y="115"/>
                  </a:cubicBezTo>
                  <a:cubicBezTo>
                    <a:pt x="160" y="114"/>
                    <a:pt x="0" y="108"/>
                    <a:pt x="0" y="108"/>
                  </a:cubicBezTo>
                  <a:cubicBezTo>
                    <a:pt x="0" y="108"/>
                    <a:pt x="88" y="60"/>
                    <a:pt x="87" y="0"/>
                  </a:cubicBezTo>
                  <a:cubicBezTo>
                    <a:pt x="104" y="1"/>
                    <a:pt x="251" y="7"/>
                    <a:pt x="251" y="7"/>
                  </a:cubicBezTo>
                  <a:close/>
                </a:path>
              </a:pathLst>
            </a:custGeom>
            <a:solidFill>
              <a:srgbClr val="50F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238"/>
            <p:cNvSpPr>
              <a:spLocks/>
            </p:cNvSpPr>
            <p:nvPr/>
          </p:nvSpPr>
          <p:spPr bwMode="auto">
            <a:xfrm>
              <a:off x="7451724" y="5888039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3 h 20"/>
                <a:gd name="T4" fmla="*/ 0 w 554"/>
                <a:gd name="T5" fmla="*/ 0 h 20"/>
                <a:gd name="T6" fmla="*/ 554 w 554"/>
                <a:gd name="T7" fmla="*/ 18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239"/>
            <p:cNvSpPr>
              <a:spLocks/>
            </p:cNvSpPr>
            <p:nvPr/>
          </p:nvSpPr>
          <p:spPr bwMode="auto">
            <a:xfrm>
              <a:off x="7450137" y="5900739"/>
              <a:ext cx="881062" cy="31750"/>
            </a:xfrm>
            <a:custGeom>
              <a:avLst/>
              <a:gdLst>
                <a:gd name="T0" fmla="*/ 555 w 555"/>
                <a:gd name="T1" fmla="*/ 20 h 20"/>
                <a:gd name="T2" fmla="*/ 0 w 555"/>
                <a:gd name="T3" fmla="*/ 3 h 20"/>
                <a:gd name="T4" fmla="*/ 0 w 555"/>
                <a:gd name="T5" fmla="*/ 0 h 20"/>
                <a:gd name="T6" fmla="*/ 555 w 555"/>
                <a:gd name="T7" fmla="*/ 18 h 20"/>
                <a:gd name="T8" fmla="*/ 555 w 555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0">
                  <a:moveTo>
                    <a:pt x="555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240"/>
            <p:cNvSpPr>
              <a:spLocks/>
            </p:cNvSpPr>
            <p:nvPr/>
          </p:nvSpPr>
          <p:spPr bwMode="auto">
            <a:xfrm>
              <a:off x="7450137" y="5908676"/>
              <a:ext cx="881062" cy="33338"/>
            </a:xfrm>
            <a:custGeom>
              <a:avLst/>
              <a:gdLst>
                <a:gd name="T0" fmla="*/ 555 w 555"/>
                <a:gd name="T1" fmla="*/ 21 h 21"/>
                <a:gd name="T2" fmla="*/ 0 w 555"/>
                <a:gd name="T3" fmla="*/ 3 h 21"/>
                <a:gd name="T4" fmla="*/ 0 w 555"/>
                <a:gd name="T5" fmla="*/ 0 h 21"/>
                <a:gd name="T6" fmla="*/ 555 w 555"/>
                <a:gd name="T7" fmla="*/ 18 h 21"/>
                <a:gd name="T8" fmla="*/ 555 w 555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1">
                  <a:moveTo>
                    <a:pt x="555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241"/>
            <p:cNvSpPr>
              <a:spLocks/>
            </p:cNvSpPr>
            <p:nvPr/>
          </p:nvSpPr>
          <p:spPr bwMode="auto">
            <a:xfrm>
              <a:off x="7450137" y="5921376"/>
              <a:ext cx="881062" cy="33338"/>
            </a:xfrm>
            <a:custGeom>
              <a:avLst/>
              <a:gdLst>
                <a:gd name="T0" fmla="*/ 555 w 555"/>
                <a:gd name="T1" fmla="*/ 21 h 21"/>
                <a:gd name="T2" fmla="*/ 0 w 555"/>
                <a:gd name="T3" fmla="*/ 3 h 21"/>
                <a:gd name="T4" fmla="*/ 0 w 555"/>
                <a:gd name="T5" fmla="*/ 0 h 21"/>
                <a:gd name="T6" fmla="*/ 555 w 555"/>
                <a:gd name="T7" fmla="*/ 18 h 21"/>
                <a:gd name="T8" fmla="*/ 555 w 555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1">
                  <a:moveTo>
                    <a:pt x="555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242"/>
            <p:cNvSpPr>
              <a:spLocks/>
            </p:cNvSpPr>
            <p:nvPr/>
          </p:nvSpPr>
          <p:spPr bwMode="auto">
            <a:xfrm>
              <a:off x="7450137" y="5934076"/>
              <a:ext cx="881062" cy="34925"/>
            </a:xfrm>
            <a:custGeom>
              <a:avLst/>
              <a:gdLst>
                <a:gd name="T0" fmla="*/ 554 w 555"/>
                <a:gd name="T1" fmla="*/ 22 h 22"/>
                <a:gd name="T2" fmla="*/ 0 w 555"/>
                <a:gd name="T3" fmla="*/ 4 h 22"/>
                <a:gd name="T4" fmla="*/ 0 w 555"/>
                <a:gd name="T5" fmla="*/ 0 h 22"/>
                <a:gd name="T6" fmla="*/ 555 w 555"/>
                <a:gd name="T7" fmla="*/ 18 h 22"/>
                <a:gd name="T8" fmla="*/ 554 w 555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2">
                  <a:moveTo>
                    <a:pt x="554" y="22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4" y="22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243"/>
            <p:cNvSpPr>
              <a:spLocks/>
            </p:cNvSpPr>
            <p:nvPr/>
          </p:nvSpPr>
          <p:spPr bwMode="auto">
            <a:xfrm>
              <a:off x="7448549" y="5943601"/>
              <a:ext cx="881062" cy="33338"/>
            </a:xfrm>
            <a:custGeom>
              <a:avLst/>
              <a:gdLst>
                <a:gd name="T0" fmla="*/ 555 w 555"/>
                <a:gd name="T1" fmla="*/ 21 h 21"/>
                <a:gd name="T2" fmla="*/ 0 w 555"/>
                <a:gd name="T3" fmla="*/ 3 h 21"/>
                <a:gd name="T4" fmla="*/ 0 w 555"/>
                <a:gd name="T5" fmla="*/ 0 h 21"/>
                <a:gd name="T6" fmla="*/ 555 w 555"/>
                <a:gd name="T7" fmla="*/ 18 h 21"/>
                <a:gd name="T8" fmla="*/ 555 w 555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1">
                  <a:moveTo>
                    <a:pt x="555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244"/>
            <p:cNvSpPr>
              <a:spLocks/>
            </p:cNvSpPr>
            <p:nvPr/>
          </p:nvSpPr>
          <p:spPr bwMode="auto">
            <a:xfrm>
              <a:off x="7448549" y="5956301"/>
              <a:ext cx="881062" cy="33338"/>
            </a:xfrm>
            <a:custGeom>
              <a:avLst/>
              <a:gdLst>
                <a:gd name="T0" fmla="*/ 555 w 555"/>
                <a:gd name="T1" fmla="*/ 21 h 21"/>
                <a:gd name="T2" fmla="*/ 0 w 555"/>
                <a:gd name="T3" fmla="*/ 3 h 21"/>
                <a:gd name="T4" fmla="*/ 0 w 555"/>
                <a:gd name="T5" fmla="*/ 0 h 21"/>
                <a:gd name="T6" fmla="*/ 555 w 555"/>
                <a:gd name="T7" fmla="*/ 18 h 21"/>
                <a:gd name="T8" fmla="*/ 555 w 555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1">
                  <a:moveTo>
                    <a:pt x="555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245"/>
            <p:cNvSpPr>
              <a:spLocks/>
            </p:cNvSpPr>
            <p:nvPr/>
          </p:nvSpPr>
          <p:spPr bwMode="auto">
            <a:xfrm>
              <a:off x="7448549" y="5965826"/>
              <a:ext cx="881062" cy="36513"/>
            </a:xfrm>
            <a:custGeom>
              <a:avLst/>
              <a:gdLst>
                <a:gd name="T0" fmla="*/ 555 w 555"/>
                <a:gd name="T1" fmla="*/ 23 h 23"/>
                <a:gd name="T2" fmla="*/ 0 w 555"/>
                <a:gd name="T3" fmla="*/ 5 h 23"/>
                <a:gd name="T4" fmla="*/ 0 w 555"/>
                <a:gd name="T5" fmla="*/ 0 h 23"/>
                <a:gd name="T6" fmla="*/ 555 w 555"/>
                <a:gd name="T7" fmla="*/ 17 h 23"/>
                <a:gd name="T8" fmla="*/ 555 w 555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3">
                  <a:moveTo>
                    <a:pt x="555" y="23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55" y="17"/>
                  </a:lnTo>
                  <a:lnTo>
                    <a:pt x="555" y="23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246"/>
            <p:cNvSpPr>
              <a:spLocks/>
            </p:cNvSpPr>
            <p:nvPr/>
          </p:nvSpPr>
          <p:spPr bwMode="auto">
            <a:xfrm>
              <a:off x="7448549" y="5978526"/>
              <a:ext cx="881062" cy="31750"/>
            </a:xfrm>
            <a:custGeom>
              <a:avLst/>
              <a:gdLst>
                <a:gd name="T0" fmla="*/ 554 w 555"/>
                <a:gd name="T1" fmla="*/ 20 h 20"/>
                <a:gd name="T2" fmla="*/ 0 w 555"/>
                <a:gd name="T3" fmla="*/ 2 h 20"/>
                <a:gd name="T4" fmla="*/ 0 w 555"/>
                <a:gd name="T5" fmla="*/ 0 h 20"/>
                <a:gd name="T6" fmla="*/ 555 w 555"/>
                <a:gd name="T7" fmla="*/ 17 h 20"/>
                <a:gd name="T8" fmla="*/ 554 w 555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5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247"/>
            <p:cNvSpPr>
              <a:spLocks/>
            </p:cNvSpPr>
            <p:nvPr/>
          </p:nvSpPr>
          <p:spPr bwMode="auto">
            <a:xfrm>
              <a:off x="7448549" y="5986464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3 h 20"/>
                <a:gd name="T4" fmla="*/ 0 w 554"/>
                <a:gd name="T5" fmla="*/ 0 h 20"/>
                <a:gd name="T6" fmla="*/ 554 w 554"/>
                <a:gd name="T7" fmla="*/ 18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248"/>
            <p:cNvSpPr>
              <a:spLocks/>
            </p:cNvSpPr>
            <p:nvPr/>
          </p:nvSpPr>
          <p:spPr bwMode="auto">
            <a:xfrm>
              <a:off x="7448549" y="6000751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3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249"/>
            <p:cNvSpPr>
              <a:spLocks/>
            </p:cNvSpPr>
            <p:nvPr/>
          </p:nvSpPr>
          <p:spPr bwMode="auto">
            <a:xfrm>
              <a:off x="7448549" y="6013451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3 h 20"/>
                <a:gd name="T4" fmla="*/ 0 w 554"/>
                <a:gd name="T5" fmla="*/ 0 h 20"/>
                <a:gd name="T6" fmla="*/ 554 w 554"/>
                <a:gd name="T7" fmla="*/ 18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250"/>
            <p:cNvSpPr>
              <a:spLocks/>
            </p:cNvSpPr>
            <p:nvPr/>
          </p:nvSpPr>
          <p:spPr bwMode="auto">
            <a:xfrm>
              <a:off x="7448549" y="6021389"/>
              <a:ext cx="879475" cy="33338"/>
            </a:xfrm>
            <a:custGeom>
              <a:avLst/>
              <a:gdLst>
                <a:gd name="T0" fmla="*/ 553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8 h 21"/>
                <a:gd name="T8" fmla="*/ 553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3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3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251"/>
            <p:cNvSpPr>
              <a:spLocks/>
            </p:cNvSpPr>
            <p:nvPr/>
          </p:nvSpPr>
          <p:spPr bwMode="auto">
            <a:xfrm>
              <a:off x="7446962" y="6034089"/>
              <a:ext cx="879475" cy="33338"/>
            </a:xfrm>
            <a:custGeom>
              <a:avLst/>
              <a:gdLst>
                <a:gd name="T0" fmla="*/ 554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8 h 21"/>
                <a:gd name="T8" fmla="*/ 554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4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252"/>
            <p:cNvSpPr>
              <a:spLocks/>
            </p:cNvSpPr>
            <p:nvPr/>
          </p:nvSpPr>
          <p:spPr bwMode="auto">
            <a:xfrm>
              <a:off x="7813674" y="5894389"/>
              <a:ext cx="150812" cy="160338"/>
            </a:xfrm>
            <a:custGeom>
              <a:avLst/>
              <a:gdLst>
                <a:gd name="T0" fmla="*/ 3 w 95"/>
                <a:gd name="T1" fmla="*/ 0 h 101"/>
                <a:gd name="T2" fmla="*/ 0 w 95"/>
                <a:gd name="T3" fmla="*/ 98 h 101"/>
                <a:gd name="T4" fmla="*/ 92 w 95"/>
                <a:gd name="T5" fmla="*/ 101 h 101"/>
                <a:gd name="T6" fmla="*/ 95 w 95"/>
                <a:gd name="T7" fmla="*/ 3 h 101"/>
                <a:gd name="T8" fmla="*/ 3 w 95"/>
                <a:gd name="T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1">
                  <a:moveTo>
                    <a:pt x="3" y="0"/>
                  </a:moveTo>
                  <a:lnTo>
                    <a:pt x="0" y="98"/>
                  </a:lnTo>
                  <a:lnTo>
                    <a:pt x="92" y="101"/>
                  </a:lnTo>
                  <a:lnTo>
                    <a:pt x="95" y="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2D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253"/>
            <p:cNvSpPr>
              <a:spLocks/>
            </p:cNvSpPr>
            <p:nvPr/>
          </p:nvSpPr>
          <p:spPr bwMode="auto">
            <a:xfrm>
              <a:off x="7446962" y="5702301"/>
              <a:ext cx="884237" cy="182563"/>
            </a:xfrm>
            <a:custGeom>
              <a:avLst/>
              <a:gdLst>
                <a:gd name="T0" fmla="*/ 3 w 557"/>
                <a:gd name="T1" fmla="*/ 0 h 115"/>
                <a:gd name="T2" fmla="*/ 0 w 557"/>
                <a:gd name="T3" fmla="*/ 98 h 115"/>
                <a:gd name="T4" fmla="*/ 554 w 557"/>
                <a:gd name="T5" fmla="*/ 115 h 115"/>
                <a:gd name="T6" fmla="*/ 557 w 557"/>
                <a:gd name="T7" fmla="*/ 18 h 115"/>
                <a:gd name="T8" fmla="*/ 3 w 557"/>
                <a:gd name="T9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7" h="115">
                  <a:moveTo>
                    <a:pt x="3" y="0"/>
                  </a:moveTo>
                  <a:lnTo>
                    <a:pt x="0" y="98"/>
                  </a:lnTo>
                  <a:lnTo>
                    <a:pt x="554" y="115"/>
                  </a:lnTo>
                  <a:lnTo>
                    <a:pt x="557" y="18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42B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254"/>
            <p:cNvSpPr>
              <a:spLocks/>
            </p:cNvSpPr>
            <p:nvPr/>
          </p:nvSpPr>
          <p:spPr bwMode="auto">
            <a:xfrm>
              <a:off x="7451724" y="5505451"/>
              <a:ext cx="1039812" cy="225425"/>
            </a:xfrm>
            <a:custGeom>
              <a:avLst/>
              <a:gdLst>
                <a:gd name="T0" fmla="*/ 0 w 655"/>
                <a:gd name="T1" fmla="*/ 124 h 142"/>
                <a:gd name="T2" fmla="*/ 126 w 655"/>
                <a:gd name="T3" fmla="*/ 0 h 142"/>
                <a:gd name="T4" fmla="*/ 655 w 655"/>
                <a:gd name="T5" fmla="*/ 17 h 142"/>
                <a:gd name="T6" fmla="*/ 555 w 655"/>
                <a:gd name="T7" fmla="*/ 142 h 142"/>
                <a:gd name="T8" fmla="*/ 0 w 655"/>
                <a:gd name="T9" fmla="*/ 12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5" h="142">
                  <a:moveTo>
                    <a:pt x="0" y="124"/>
                  </a:moveTo>
                  <a:lnTo>
                    <a:pt x="126" y="0"/>
                  </a:lnTo>
                  <a:lnTo>
                    <a:pt x="655" y="17"/>
                  </a:lnTo>
                  <a:lnTo>
                    <a:pt x="555" y="142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94FA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255"/>
            <p:cNvSpPr>
              <a:spLocks/>
            </p:cNvSpPr>
            <p:nvPr/>
          </p:nvSpPr>
          <p:spPr bwMode="auto">
            <a:xfrm>
              <a:off x="8326437" y="5532439"/>
              <a:ext cx="163512" cy="352425"/>
            </a:xfrm>
            <a:custGeom>
              <a:avLst/>
              <a:gdLst>
                <a:gd name="T0" fmla="*/ 103 w 103"/>
                <a:gd name="T1" fmla="*/ 0 h 222"/>
                <a:gd name="T2" fmla="*/ 100 w 103"/>
                <a:gd name="T3" fmla="*/ 92 h 222"/>
                <a:gd name="T4" fmla="*/ 0 w 103"/>
                <a:gd name="T5" fmla="*/ 222 h 222"/>
                <a:gd name="T6" fmla="*/ 3 w 103"/>
                <a:gd name="T7" fmla="*/ 125 h 222"/>
                <a:gd name="T8" fmla="*/ 103 w 103"/>
                <a:gd name="T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22">
                  <a:moveTo>
                    <a:pt x="103" y="0"/>
                  </a:moveTo>
                  <a:lnTo>
                    <a:pt x="100" y="92"/>
                  </a:lnTo>
                  <a:lnTo>
                    <a:pt x="0" y="222"/>
                  </a:lnTo>
                  <a:lnTo>
                    <a:pt x="3" y="125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256"/>
            <p:cNvSpPr>
              <a:spLocks/>
            </p:cNvSpPr>
            <p:nvPr/>
          </p:nvSpPr>
          <p:spPr bwMode="auto">
            <a:xfrm>
              <a:off x="7546974" y="5532439"/>
              <a:ext cx="369887" cy="157163"/>
            </a:xfrm>
            <a:custGeom>
              <a:avLst/>
              <a:gdLst>
                <a:gd name="T0" fmla="*/ 263 w 263"/>
                <a:gd name="T1" fmla="*/ 5 h 112"/>
                <a:gd name="T2" fmla="*/ 184 w 263"/>
                <a:gd name="T3" fmla="*/ 112 h 112"/>
                <a:gd name="T4" fmla="*/ 32 w 263"/>
                <a:gd name="T5" fmla="*/ 107 h 112"/>
                <a:gd name="T6" fmla="*/ 0 w 263"/>
                <a:gd name="T7" fmla="*/ 79 h 112"/>
                <a:gd name="T8" fmla="*/ 38 w 263"/>
                <a:gd name="T9" fmla="*/ 29 h 112"/>
                <a:gd name="T10" fmla="*/ 102 w 263"/>
                <a:gd name="T11" fmla="*/ 0 h 112"/>
                <a:gd name="T12" fmla="*/ 263 w 263"/>
                <a:gd name="T13" fmla="*/ 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" h="112">
                  <a:moveTo>
                    <a:pt x="263" y="5"/>
                  </a:moveTo>
                  <a:cubicBezTo>
                    <a:pt x="155" y="64"/>
                    <a:pt x="184" y="112"/>
                    <a:pt x="184" y="112"/>
                  </a:cubicBezTo>
                  <a:cubicBezTo>
                    <a:pt x="184" y="112"/>
                    <a:pt x="42" y="107"/>
                    <a:pt x="32" y="107"/>
                  </a:cubicBezTo>
                  <a:cubicBezTo>
                    <a:pt x="36" y="73"/>
                    <a:pt x="0" y="79"/>
                    <a:pt x="0" y="7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78" y="29"/>
                    <a:pt x="102" y="0"/>
                  </a:cubicBezTo>
                  <a:cubicBezTo>
                    <a:pt x="123" y="0"/>
                    <a:pt x="256" y="4"/>
                    <a:pt x="263" y="5"/>
                  </a:cubicBezTo>
                  <a:close/>
                </a:path>
              </a:pathLst>
            </a:custGeom>
            <a:solidFill>
              <a:srgbClr val="50F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257"/>
            <p:cNvSpPr>
              <a:spLocks/>
            </p:cNvSpPr>
            <p:nvPr/>
          </p:nvSpPr>
          <p:spPr bwMode="auto">
            <a:xfrm>
              <a:off x="7818437" y="5514976"/>
              <a:ext cx="284162" cy="203200"/>
            </a:xfrm>
            <a:custGeom>
              <a:avLst/>
              <a:gdLst>
                <a:gd name="T0" fmla="*/ 92 w 179"/>
                <a:gd name="T1" fmla="*/ 0 h 128"/>
                <a:gd name="T2" fmla="*/ 0 w 179"/>
                <a:gd name="T3" fmla="*/ 125 h 128"/>
                <a:gd name="T4" fmla="*/ 92 w 179"/>
                <a:gd name="T5" fmla="*/ 128 h 128"/>
                <a:gd name="T6" fmla="*/ 179 w 179"/>
                <a:gd name="T7" fmla="*/ 3 h 128"/>
                <a:gd name="T8" fmla="*/ 92 w 179"/>
                <a:gd name="T9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128">
                  <a:moveTo>
                    <a:pt x="92" y="0"/>
                  </a:moveTo>
                  <a:lnTo>
                    <a:pt x="0" y="125"/>
                  </a:lnTo>
                  <a:lnTo>
                    <a:pt x="92" y="128"/>
                  </a:lnTo>
                  <a:lnTo>
                    <a:pt x="179" y="3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F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258"/>
            <p:cNvSpPr>
              <a:spLocks/>
            </p:cNvSpPr>
            <p:nvPr/>
          </p:nvSpPr>
          <p:spPr bwMode="auto">
            <a:xfrm>
              <a:off x="8008937" y="5541964"/>
              <a:ext cx="395287" cy="161925"/>
            </a:xfrm>
            <a:custGeom>
              <a:avLst/>
              <a:gdLst>
                <a:gd name="T0" fmla="*/ 252 w 281"/>
                <a:gd name="T1" fmla="*/ 8 h 115"/>
                <a:gd name="T2" fmla="*/ 281 w 281"/>
                <a:gd name="T3" fmla="*/ 33 h 115"/>
                <a:gd name="T4" fmla="*/ 237 w 281"/>
                <a:gd name="T5" fmla="*/ 92 h 115"/>
                <a:gd name="T6" fmla="*/ 186 w 281"/>
                <a:gd name="T7" fmla="*/ 115 h 115"/>
                <a:gd name="T8" fmla="*/ 0 w 281"/>
                <a:gd name="T9" fmla="*/ 108 h 115"/>
                <a:gd name="T10" fmla="*/ 87 w 281"/>
                <a:gd name="T11" fmla="*/ 0 h 115"/>
                <a:gd name="T12" fmla="*/ 252 w 281"/>
                <a:gd name="T13" fmla="*/ 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15">
                  <a:moveTo>
                    <a:pt x="252" y="8"/>
                  </a:moveTo>
                  <a:cubicBezTo>
                    <a:pt x="252" y="8"/>
                    <a:pt x="242" y="36"/>
                    <a:pt x="281" y="33"/>
                  </a:cubicBezTo>
                  <a:cubicBezTo>
                    <a:pt x="274" y="43"/>
                    <a:pt x="237" y="92"/>
                    <a:pt x="237" y="92"/>
                  </a:cubicBezTo>
                  <a:cubicBezTo>
                    <a:pt x="237" y="92"/>
                    <a:pt x="200" y="84"/>
                    <a:pt x="186" y="115"/>
                  </a:cubicBezTo>
                  <a:cubicBezTo>
                    <a:pt x="160" y="114"/>
                    <a:pt x="0" y="108"/>
                    <a:pt x="0" y="108"/>
                  </a:cubicBezTo>
                  <a:cubicBezTo>
                    <a:pt x="0" y="108"/>
                    <a:pt x="89" y="60"/>
                    <a:pt x="87" y="0"/>
                  </a:cubicBezTo>
                  <a:cubicBezTo>
                    <a:pt x="104" y="1"/>
                    <a:pt x="252" y="8"/>
                    <a:pt x="252" y="8"/>
                  </a:cubicBezTo>
                  <a:close/>
                </a:path>
              </a:pathLst>
            </a:custGeom>
            <a:solidFill>
              <a:srgbClr val="50F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259"/>
            <p:cNvSpPr>
              <a:spLocks/>
            </p:cNvSpPr>
            <p:nvPr/>
          </p:nvSpPr>
          <p:spPr bwMode="auto">
            <a:xfrm>
              <a:off x="7451724" y="5707064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260"/>
            <p:cNvSpPr>
              <a:spLocks/>
            </p:cNvSpPr>
            <p:nvPr/>
          </p:nvSpPr>
          <p:spPr bwMode="auto">
            <a:xfrm>
              <a:off x="7451724" y="5719764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261"/>
            <p:cNvSpPr>
              <a:spLocks/>
            </p:cNvSpPr>
            <p:nvPr/>
          </p:nvSpPr>
          <p:spPr bwMode="auto">
            <a:xfrm>
              <a:off x="7450137" y="5727701"/>
              <a:ext cx="881062" cy="31750"/>
            </a:xfrm>
            <a:custGeom>
              <a:avLst/>
              <a:gdLst>
                <a:gd name="T0" fmla="*/ 555 w 555"/>
                <a:gd name="T1" fmla="*/ 20 h 20"/>
                <a:gd name="T2" fmla="*/ 0 w 555"/>
                <a:gd name="T3" fmla="*/ 3 h 20"/>
                <a:gd name="T4" fmla="*/ 0 w 555"/>
                <a:gd name="T5" fmla="*/ 0 h 20"/>
                <a:gd name="T6" fmla="*/ 555 w 555"/>
                <a:gd name="T7" fmla="*/ 18 h 20"/>
                <a:gd name="T8" fmla="*/ 555 w 555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0">
                  <a:moveTo>
                    <a:pt x="555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262"/>
            <p:cNvSpPr>
              <a:spLocks/>
            </p:cNvSpPr>
            <p:nvPr/>
          </p:nvSpPr>
          <p:spPr bwMode="auto">
            <a:xfrm>
              <a:off x="7450137" y="5740401"/>
              <a:ext cx="881062" cy="31750"/>
            </a:xfrm>
            <a:custGeom>
              <a:avLst/>
              <a:gdLst>
                <a:gd name="T0" fmla="*/ 555 w 555"/>
                <a:gd name="T1" fmla="*/ 20 h 20"/>
                <a:gd name="T2" fmla="*/ 0 w 555"/>
                <a:gd name="T3" fmla="*/ 3 h 20"/>
                <a:gd name="T4" fmla="*/ 0 w 555"/>
                <a:gd name="T5" fmla="*/ 0 h 20"/>
                <a:gd name="T6" fmla="*/ 555 w 555"/>
                <a:gd name="T7" fmla="*/ 18 h 20"/>
                <a:gd name="T8" fmla="*/ 555 w 555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0">
                  <a:moveTo>
                    <a:pt x="555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263"/>
            <p:cNvSpPr>
              <a:spLocks/>
            </p:cNvSpPr>
            <p:nvPr/>
          </p:nvSpPr>
          <p:spPr bwMode="auto">
            <a:xfrm>
              <a:off x="7450137" y="5754689"/>
              <a:ext cx="881062" cy="31750"/>
            </a:xfrm>
            <a:custGeom>
              <a:avLst/>
              <a:gdLst>
                <a:gd name="T0" fmla="*/ 555 w 555"/>
                <a:gd name="T1" fmla="*/ 20 h 20"/>
                <a:gd name="T2" fmla="*/ 0 w 555"/>
                <a:gd name="T3" fmla="*/ 3 h 20"/>
                <a:gd name="T4" fmla="*/ 0 w 555"/>
                <a:gd name="T5" fmla="*/ 0 h 20"/>
                <a:gd name="T6" fmla="*/ 555 w 555"/>
                <a:gd name="T7" fmla="*/ 18 h 20"/>
                <a:gd name="T8" fmla="*/ 555 w 555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0">
                  <a:moveTo>
                    <a:pt x="555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264"/>
            <p:cNvSpPr>
              <a:spLocks/>
            </p:cNvSpPr>
            <p:nvPr/>
          </p:nvSpPr>
          <p:spPr bwMode="auto">
            <a:xfrm>
              <a:off x="7450137" y="5762626"/>
              <a:ext cx="881062" cy="33338"/>
            </a:xfrm>
            <a:custGeom>
              <a:avLst/>
              <a:gdLst>
                <a:gd name="T0" fmla="*/ 554 w 555"/>
                <a:gd name="T1" fmla="*/ 21 h 21"/>
                <a:gd name="T2" fmla="*/ 0 w 555"/>
                <a:gd name="T3" fmla="*/ 3 h 21"/>
                <a:gd name="T4" fmla="*/ 0 w 555"/>
                <a:gd name="T5" fmla="*/ 0 h 21"/>
                <a:gd name="T6" fmla="*/ 555 w 555"/>
                <a:gd name="T7" fmla="*/ 18 h 21"/>
                <a:gd name="T8" fmla="*/ 554 w 555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1">
                  <a:moveTo>
                    <a:pt x="554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4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265"/>
            <p:cNvSpPr>
              <a:spLocks/>
            </p:cNvSpPr>
            <p:nvPr/>
          </p:nvSpPr>
          <p:spPr bwMode="auto">
            <a:xfrm>
              <a:off x="7448549" y="5775326"/>
              <a:ext cx="881062" cy="33338"/>
            </a:xfrm>
            <a:custGeom>
              <a:avLst/>
              <a:gdLst>
                <a:gd name="T0" fmla="*/ 555 w 555"/>
                <a:gd name="T1" fmla="*/ 21 h 21"/>
                <a:gd name="T2" fmla="*/ 0 w 555"/>
                <a:gd name="T3" fmla="*/ 3 h 21"/>
                <a:gd name="T4" fmla="*/ 0 w 555"/>
                <a:gd name="T5" fmla="*/ 0 h 21"/>
                <a:gd name="T6" fmla="*/ 555 w 555"/>
                <a:gd name="T7" fmla="*/ 18 h 21"/>
                <a:gd name="T8" fmla="*/ 555 w 555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1">
                  <a:moveTo>
                    <a:pt x="555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266"/>
            <p:cNvSpPr>
              <a:spLocks/>
            </p:cNvSpPr>
            <p:nvPr/>
          </p:nvSpPr>
          <p:spPr bwMode="auto">
            <a:xfrm>
              <a:off x="7448549" y="5783264"/>
              <a:ext cx="881062" cy="38100"/>
            </a:xfrm>
            <a:custGeom>
              <a:avLst/>
              <a:gdLst>
                <a:gd name="T0" fmla="*/ 555 w 555"/>
                <a:gd name="T1" fmla="*/ 24 h 24"/>
                <a:gd name="T2" fmla="*/ 0 w 555"/>
                <a:gd name="T3" fmla="*/ 6 h 24"/>
                <a:gd name="T4" fmla="*/ 0 w 555"/>
                <a:gd name="T5" fmla="*/ 0 h 24"/>
                <a:gd name="T6" fmla="*/ 555 w 555"/>
                <a:gd name="T7" fmla="*/ 18 h 24"/>
                <a:gd name="T8" fmla="*/ 555 w 555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4">
                  <a:moveTo>
                    <a:pt x="555" y="24"/>
                  </a:moveTo>
                  <a:lnTo>
                    <a:pt x="0" y="6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4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267"/>
            <p:cNvSpPr>
              <a:spLocks/>
            </p:cNvSpPr>
            <p:nvPr/>
          </p:nvSpPr>
          <p:spPr bwMode="auto">
            <a:xfrm>
              <a:off x="7448549" y="5795964"/>
              <a:ext cx="881062" cy="33338"/>
            </a:xfrm>
            <a:custGeom>
              <a:avLst/>
              <a:gdLst>
                <a:gd name="T0" fmla="*/ 555 w 555"/>
                <a:gd name="T1" fmla="*/ 21 h 21"/>
                <a:gd name="T2" fmla="*/ 0 w 555"/>
                <a:gd name="T3" fmla="*/ 3 h 21"/>
                <a:gd name="T4" fmla="*/ 0 w 555"/>
                <a:gd name="T5" fmla="*/ 0 h 21"/>
                <a:gd name="T6" fmla="*/ 555 w 555"/>
                <a:gd name="T7" fmla="*/ 18 h 21"/>
                <a:gd name="T8" fmla="*/ 555 w 555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1">
                  <a:moveTo>
                    <a:pt x="555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268"/>
            <p:cNvSpPr>
              <a:spLocks/>
            </p:cNvSpPr>
            <p:nvPr/>
          </p:nvSpPr>
          <p:spPr bwMode="auto">
            <a:xfrm>
              <a:off x="7448549" y="5805489"/>
              <a:ext cx="881062" cy="31750"/>
            </a:xfrm>
            <a:custGeom>
              <a:avLst/>
              <a:gdLst>
                <a:gd name="T0" fmla="*/ 554 w 555"/>
                <a:gd name="T1" fmla="*/ 20 h 20"/>
                <a:gd name="T2" fmla="*/ 0 w 555"/>
                <a:gd name="T3" fmla="*/ 3 h 20"/>
                <a:gd name="T4" fmla="*/ 0 w 555"/>
                <a:gd name="T5" fmla="*/ 0 h 20"/>
                <a:gd name="T6" fmla="*/ 555 w 555"/>
                <a:gd name="T7" fmla="*/ 17 h 20"/>
                <a:gd name="T8" fmla="*/ 554 w 555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0">
                  <a:moveTo>
                    <a:pt x="554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269"/>
            <p:cNvSpPr>
              <a:spLocks/>
            </p:cNvSpPr>
            <p:nvPr/>
          </p:nvSpPr>
          <p:spPr bwMode="auto">
            <a:xfrm>
              <a:off x="7448549" y="5819776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270"/>
            <p:cNvSpPr>
              <a:spLocks/>
            </p:cNvSpPr>
            <p:nvPr/>
          </p:nvSpPr>
          <p:spPr bwMode="auto">
            <a:xfrm>
              <a:off x="7448549" y="5832476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271"/>
            <p:cNvSpPr>
              <a:spLocks/>
            </p:cNvSpPr>
            <p:nvPr/>
          </p:nvSpPr>
          <p:spPr bwMode="auto">
            <a:xfrm>
              <a:off x="7448549" y="5840414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3 h 20"/>
                <a:gd name="T4" fmla="*/ 0 w 554"/>
                <a:gd name="T5" fmla="*/ 0 h 20"/>
                <a:gd name="T6" fmla="*/ 554 w 554"/>
                <a:gd name="T7" fmla="*/ 18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272"/>
            <p:cNvSpPr>
              <a:spLocks/>
            </p:cNvSpPr>
            <p:nvPr/>
          </p:nvSpPr>
          <p:spPr bwMode="auto">
            <a:xfrm>
              <a:off x="7446962" y="5853114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3 h 20"/>
                <a:gd name="T4" fmla="*/ 1 w 554"/>
                <a:gd name="T5" fmla="*/ 0 h 20"/>
                <a:gd name="T6" fmla="*/ 554 w 554"/>
                <a:gd name="T7" fmla="*/ 18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554" y="18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273"/>
            <p:cNvSpPr>
              <a:spLocks/>
            </p:cNvSpPr>
            <p:nvPr/>
          </p:nvSpPr>
          <p:spPr bwMode="auto">
            <a:xfrm>
              <a:off x="7813674" y="5713414"/>
              <a:ext cx="150812" cy="158750"/>
            </a:xfrm>
            <a:custGeom>
              <a:avLst/>
              <a:gdLst>
                <a:gd name="T0" fmla="*/ 3 w 95"/>
                <a:gd name="T1" fmla="*/ 0 h 100"/>
                <a:gd name="T2" fmla="*/ 0 w 95"/>
                <a:gd name="T3" fmla="*/ 99 h 100"/>
                <a:gd name="T4" fmla="*/ 92 w 95"/>
                <a:gd name="T5" fmla="*/ 100 h 100"/>
                <a:gd name="T6" fmla="*/ 95 w 95"/>
                <a:gd name="T7" fmla="*/ 3 h 100"/>
                <a:gd name="T8" fmla="*/ 3 w 95"/>
                <a:gd name="T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0">
                  <a:moveTo>
                    <a:pt x="3" y="0"/>
                  </a:moveTo>
                  <a:lnTo>
                    <a:pt x="0" y="99"/>
                  </a:lnTo>
                  <a:lnTo>
                    <a:pt x="92" y="100"/>
                  </a:lnTo>
                  <a:lnTo>
                    <a:pt x="95" y="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2D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274"/>
            <p:cNvSpPr>
              <a:spLocks/>
            </p:cNvSpPr>
            <p:nvPr/>
          </p:nvSpPr>
          <p:spPr bwMode="auto">
            <a:xfrm>
              <a:off x="7461249" y="5534026"/>
              <a:ext cx="882650" cy="182563"/>
            </a:xfrm>
            <a:custGeom>
              <a:avLst/>
              <a:gdLst>
                <a:gd name="T0" fmla="*/ 2 w 556"/>
                <a:gd name="T1" fmla="*/ 0 h 115"/>
                <a:gd name="T2" fmla="*/ 0 w 556"/>
                <a:gd name="T3" fmla="*/ 97 h 115"/>
                <a:gd name="T4" fmla="*/ 554 w 556"/>
                <a:gd name="T5" fmla="*/ 115 h 115"/>
                <a:gd name="T6" fmla="*/ 556 w 556"/>
                <a:gd name="T7" fmla="*/ 18 h 115"/>
                <a:gd name="T8" fmla="*/ 2 w 556"/>
                <a:gd name="T9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6" h="115">
                  <a:moveTo>
                    <a:pt x="2" y="0"/>
                  </a:moveTo>
                  <a:lnTo>
                    <a:pt x="0" y="97"/>
                  </a:lnTo>
                  <a:lnTo>
                    <a:pt x="554" y="115"/>
                  </a:lnTo>
                  <a:lnTo>
                    <a:pt x="556" y="1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42B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275"/>
            <p:cNvSpPr>
              <a:spLocks/>
            </p:cNvSpPr>
            <p:nvPr/>
          </p:nvSpPr>
          <p:spPr bwMode="auto">
            <a:xfrm>
              <a:off x="7466012" y="5337176"/>
              <a:ext cx="1038225" cy="225425"/>
            </a:xfrm>
            <a:custGeom>
              <a:avLst/>
              <a:gdLst>
                <a:gd name="T0" fmla="*/ 0 w 654"/>
                <a:gd name="T1" fmla="*/ 124 h 142"/>
                <a:gd name="T2" fmla="*/ 125 w 654"/>
                <a:gd name="T3" fmla="*/ 0 h 142"/>
                <a:gd name="T4" fmla="*/ 654 w 654"/>
                <a:gd name="T5" fmla="*/ 17 h 142"/>
                <a:gd name="T6" fmla="*/ 555 w 654"/>
                <a:gd name="T7" fmla="*/ 142 h 142"/>
                <a:gd name="T8" fmla="*/ 0 w 654"/>
                <a:gd name="T9" fmla="*/ 12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4" h="142">
                  <a:moveTo>
                    <a:pt x="0" y="124"/>
                  </a:moveTo>
                  <a:lnTo>
                    <a:pt x="125" y="0"/>
                  </a:lnTo>
                  <a:lnTo>
                    <a:pt x="654" y="17"/>
                  </a:lnTo>
                  <a:lnTo>
                    <a:pt x="555" y="142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94FA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276"/>
            <p:cNvSpPr>
              <a:spLocks/>
            </p:cNvSpPr>
            <p:nvPr/>
          </p:nvSpPr>
          <p:spPr bwMode="auto">
            <a:xfrm>
              <a:off x="8340724" y="5364164"/>
              <a:ext cx="161925" cy="352425"/>
            </a:xfrm>
            <a:custGeom>
              <a:avLst/>
              <a:gdLst>
                <a:gd name="T0" fmla="*/ 102 w 102"/>
                <a:gd name="T1" fmla="*/ 0 h 222"/>
                <a:gd name="T2" fmla="*/ 99 w 102"/>
                <a:gd name="T3" fmla="*/ 92 h 222"/>
                <a:gd name="T4" fmla="*/ 0 w 102"/>
                <a:gd name="T5" fmla="*/ 222 h 222"/>
                <a:gd name="T6" fmla="*/ 2 w 102"/>
                <a:gd name="T7" fmla="*/ 125 h 222"/>
                <a:gd name="T8" fmla="*/ 102 w 102"/>
                <a:gd name="T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222">
                  <a:moveTo>
                    <a:pt x="102" y="0"/>
                  </a:moveTo>
                  <a:lnTo>
                    <a:pt x="99" y="92"/>
                  </a:lnTo>
                  <a:lnTo>
                    <a:pt x="0" y="222"/>
                  </a:lnTo>
                  <a:lnTo>
                    <a:pt x="2" y="125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277"/>
            <p:cNvSpPr>
              <a:spLocks/>
            </p:cNvSpPr>
            <p:nvPr/>
          </p:nvSpPr>
          <p:spPr bwMode="auto">
            <a:xfrm>
              <a:off x="7561262" y="5364164"/>
              <a:ext cx="369887" cy="157163"/>
            </a:xfrm>
            <a:custGeom>
              <a:avLst/>
              <a:gdLst>
                <a:gd name="T0" fmla="*/ 263 w 263"/>
                <a:gd name="T1" fmla="*/ 5 h 112"/>
                <a:gd name="T2" fmla="*/ 184 w 263"/>
                <a:gd name="T3" fmla="*/ 112 h 112"/>
                <a:gd name="T4" fmla="*/ 31 w 263"/>
                <a:gd name="T5" fmla="*/ 107 h 112"/>
                <a:gd name="T6" fmla="*/ 0 w 263"/>
                <a:gd name="T7" fmla="*/ 79 h 112"/>
                <a:gd name="T8" fmla="*/ 38 w 263"/>
                <a:gd name="T9" fmla="*/ 29 h 112"/>
                <a:gd name="T10" fmla="*/ 101 w 263"/>
                <a:gd name="T11" fmla="*/ 0 h 112"/>
                <a:gd name="T12" fmla="*/ 263 w 263"/>
                <a:gd name="T13" fmla="*/ 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" h="112">
                  <a:moveTo>
                    <a:pt x="263" y="5"/>
                  </a:moveTo>
                  <a:cubicBezTo>
                    <a:pt x="155" y="65"/>
                    <a:pt x="184" y="112"/>
                    <a:pt x="184" y="112"/>
                  </a:cubicBezTo>
                  <a:cubicBezTo>
                    <a:pt x="184" y="112"/>
                    <a:pt x="41" y="107"/>
                    <a:pt x="31" y="107"/>
                  </a:cubicBezTo>
                  <a:cubicBezTo>
                    <a:pt x="36" y="73"/>
                    <a:pt x="0" y="79"/>
                    <a:pt x="0" y="7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78" y="29"/>
                    <a:pt x="101" y="0"/>
                  </a:cubicBezTo>
                  <a:cubicBezTo>
                    <a:pt x="123" y="1"/>
                    <a:pt x="255" y="4"/>
                    <a:pt x="263" y="5"/>
                  </a:cubicBezTo>
                  <a:close/>
                </a:path>
              </a:pathLst>
            </a:custGeom>
            <a:solidFill>
              <a:srgbClr val="50F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278"/>
            <p:cNvSpPr>
              <a:spLocks/>
            </p:cNvSpPr>
            <p:nvPr/>
          </p:nvSpPr>
          <p:spPr bwMode="auto">
            <a:xfrm>
              <a:off x="7832724" y="5346701"/>
              <a:ext cx="282575" cy="203200"/>
            </a:xfrm>
            <a:custGeom>
              <a:avLst/>
              <a:gdLst>
                <a:gd name="T0" fmla="*/ 92 w 178"/>
                <a:gd name="T1" fmla="*/ 0 h 128"/>
                <a:gd name="T2" fmla="*/ 0 w 178"/>
                <a:gd name="T3" fmla="*/ 125 h 128"/>
                <a:gd name="T4" fmla="*/ 92 w 178"/>
                <a:gd name="T5" fmla="*/ 128 h 128"/>
                <a:gd name="T6" fmla="*/ 178 w 178"/>
                <a:gd name="T7" fmla="*/ 3 h 128"/>
                <a:gd name="T8" fmla="*/ 92 w 178"/>
                <a:gd name="T9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128">
                  <a:moveTo>
                    <a:pt x="92" y="0"/>
                  </a:moveTo>
                  <a:lnTo>
                    <a:pt x="0" y="125"/>
                  </a:lnTo>
                  <a:lnTo>
                    <a:pt x="92" y="128"/>
                  </a:lnTo>
                  <a:lnTo>
                    <a:pt x="178" y="3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F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279"/>
            <p:cNvSpPr>
              <a:spLocks/>
            </p:cNvSpPr>
            <p:nvPr/>
          </p:nvSpPr>
          <p:spPr bwMode="auto">
            <a:xfrm>
              <a:off x="8023224" y="5373689"/>
              <a:ext cx="393700" cy="163513"/>
            </a:xfrm>
            <a:custGeom>
              <a:avLst/>
              <a:gdLst>
                <a:gd name="T0" fmla="*/ 251 w 281"/>
                <a:gd name="T1" fmla="*/ 8 h 116"/>
                <a:gd name="T2" fmla="*/ 281 w 281"/>
                <a:gd name="T3" fmla="*/ 34 h 116"/>
                <a:gd name="T4" fmla="*/ 236 w 281"/>
                <a:gd name="T5" fmla="*/ 92 h 116"/>
                <a:gd name="T6" fmla="*/ 185 w 281"/>
                <a:gd name="T7" fmla="*/ 116 h 116"/>
                <a:gd name="T8" fmla="*/ 0 w 281"/>
                <a:gd name="T9" fmla="*/ 108 h 116"/>
                <a:gd name="T10" fmla="*/ 86 w 281"/>
                <a:gd name="T11" fmla="*/ 0 h 116"/>
                <a:gd name="T12" fmla="*/ 251 w 281"/>
                <a:gd name="T13" fmla="*/ 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16">
                  <a:moveTo>
                    <a:pt x="251" y="8"/>
                  </a:moveTo>
                  <a:cubicBezTo>
                    <a:pt x="251" y="8"/>
                    <a:pt x="241" y="36"/>
                    <a:pt x="281" y="34"/>
                  </a:cubicBezTo>
                  <a:cubicBezTo>
                    <a:pt x="273" y="43"/>
                    <a:pt x="236" y="92"/>
                    <a:pt x="236" y="92"/>
                  </a:cubicBezTo>
                  <a:cubicBezTo>
                    <a:pt x="236" y="92"/>
                    <a:pt x="200" y="84"/>
                    <a:pt x="185" y="116"/>
                  </a:cubicBezTo>
                  <a:cubicBezTo>
                    <a:pt x="159" y="115"/>
                    <a:pt x="0" y="108"/>
                    <a:pt x="0" y="108"/>
                  </a:cubicBezTo>
                  <a:cubicBezTo>
                    <a:pt x="0" y="108"/>
                    <a:pt x="88" y="60"/>
                    <a:pt x="86" y="0"/>
                  </a:cubicBezTo>
                  <a:cubicBezTo>
                    <a:pt x="103" y="1"/>
                    <a:pt x="251" y="8"/>
                    <a:pt x="251" y="8"/>
                  </a:cubicBezTo>
                  <a:close/>
                </a:path>
              </a:pathLst>
            </a:custGeom>
            <a:solidFill>
              <a:srgbClr val="50F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280"/>
            <p:cNvSpPr>
              <a:spLocks/>
            </p:cNvSpPr>
            <p:nvPr/>
          </p:nvSpPr>
          <p:spPr bwMode="auto">
            <a:xfrm>
              <a:off x="7464424" y="5538789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281"/>
            <p:cNvSpPr>
              <a:spLocks/>
            </p:cNvSpPr>
            <p:nvPr/>
          </p:nvSpPr>
          <p:spPr bwMode="auto">
            <a:xfrm>
              <a:off x="7464424" y="5549901"/>
              <a:ext cx="879475" cy="33338"/>
            </a:xfrm>
            <a:custGeom>
              <a:avLst/>
              <a:gdLst>
                <a:gd name="T0" fmla="*/ 554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8 h 21"/>
                <a:gd name="T8" fmla="*/ 554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4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282"/>
            <p:cNvSpPr>
              <a:spLocks/>
            </p:cNvSpPr>
            <p:nvPr/>
          </p:nvSpPr>
          <p:spPr bwMode="auto">
            <a:xfrm>
              <a:off x="7464424" y="5559426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3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283"/>
            <p:cNvSpPr>
              <a:spLocks/>
            </p:cNvSpPr>
            <p:nvPr/>
          </p:nvSpPr>
          <p:spPr bwMode="auto">
            <a:xfrm>
              <a:off x="7462837" y="5573714"/>
              <a:ext cx="881062" cy="31750"/>
            </a:xfrm>
            <a:custGeom>
              <a:avLst/>
              <a:gdLst>
                <a:gd name="T0" fmla="*/ 555 w 555"/>
                <a:gd name="T1" fmla="*/ 20 h 20"/>
                <a:gd name="T2" fmla="*/ 0 w 555"/>
                <a:gd name="T3" fmla="*/ 2 h 20"/>
                <a:gd name="T4" fmla="*/ 1 w 555"/>
                <a:gd name="T5" fmla="*/ 0 h 20"/>
                <a:gd name="T6" fmla="*/ 555 w 555"/>
                <a:gd name="T7" fmla="*/ 17 h 20"/>
                <a:gd name="T8" fmla="*/ 555 w 555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0">
                  <a:moveTo>
                    <a:pt x="555" y="20"/>
                  </a:moveTo>
                  <a:lnTo>
                    <a:pt x="0" y="2"/>
                  </a:lnTo>
                  <a:lnTo>
                    <a:pt x="1" y="0"/>
                  </a:lnTo>
                  <a:lnTo>
                    <a:pt x="555" y="17"/>
                  </a:lnTo>
                  <a:lnTo>
                    <a:pt x="555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284"/>
            <p:cNvSpPr>
              <a:spLocks/>
            </p:cNvSpPr>
            <p:nvPr/>
          </p:nvSpPr>
          <p:spPr bwMode="auto">
            <a:xfrm>
              <a:off x="7462837" y="5586414"/>
              <a:ext cx="881062" cy="31750"/>
            </a:xfrm>
            <a:custGeom>
              <a:avLst/>
              <a:gdLst>
                <a:gd name="T0" fmla="*/ 555 w 555"/>
                <a:gd name="T1" fmla="*/ 20 h 20"/>
                <a:gd name="T2" fmla="*/ 0 w 555"/>
                <a:gd name="T3" fmla="*/ 2 h 20"/>
                <a:gd name="T4" fmla="*/ 0 w 555"/>
                <a:gd name="T5" fmla="*/ 0 h 20"/>
                <a:gd name="T6" fmla="*/ 555 w 555"/>
                <a:gd name="T7" fmla="*/ 17 h 20"/>
                <a:gd name="T8" fmla="*/ 555 w 555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0">
                  <a:moveTo>
                    <a:pt x="555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5" y="17"/>
                  </a:lnTo>
                  <a:lnTo>
                    <a:pt x="555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285"/>
            <p:cNvSpPr>
              <a:spLocks/>
            </p:cNvSpPr>
            <p:nvPr/>
          </p:nvSpPr>
          <p:spPr bwMode="auto">
            <a:xfrm>
              <a:off x="7462837" y="5594351"/>
              <a:ext cx="881062" cy="31750"/>
            </a:xfrm>
            <a:custGeom>
              <a:avLst/>
              <a:gdLst>
                <a:gd name="T0" fmla="*/ 555 w 555"/>
                <a:gd name="T1" fmla="*/ 20 h 20"/>
                <a:gd name="T2" fmla="*/ 0 w 555"/>
                <a:gd name="T3" fmla="*/ 3 h 20"/>
                <a:gd name="T4" fmla="*/ 0 w 555"/>
                <a:gd name="T5" fmla="*/ 0 h 20"/>
                <a:gd name="T6" fmla="*/ 555 w 555"/>
                <a:gd name="T7" fmla="*/ 18 h 20"/>
                <a:gd name="T8" fmla="*/ 555 w 555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0">
                  <a:moveTo>
                    <a:pt x="555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286"/>
            <p:cNvSpPr>
              <a:spLocks/>
            </p:cNvSpPr>
            <p:nvPr/>
          </p:nvSpPr>
          <p:spPr bwMode="auto">
            <a:xfrm>
              <a:off x="7462837" y="5607051"/>
              <a:ext cx="881062" cy="31750"/>
            </a:xfrm>
            <a:custGeom>
              <a:avLst/>
              <a:gdLst>
                <a:gd name="T0" fmla="*/ 555 w 555"/>
                <a:gd name="T1" fmla="*/ 20 h 20"/>
                <a:gd name="T2" fmla="*/ 0 w 555"/>
                <a:gd name="T3" fmla="*/ 3 h 20"/>
                <a:gd name="T4" fmla="*/ 0 w 555"/>
                <a:gd name="T5" fmla="*/ 0 h 20"/>
                <a:gd name="T6" fmla="*/ 555 w 555"/>
                <a:gd name="T7" fmla="*/ 18 h 20"/>
                <a:gd name="T8" fmla="*/ 555 w 555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0">
                  <a:moveTo>
                    <a:pt x="555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287"/>
            <p:cNvSpPr>
              <a:spLocks/>
            </p:cNvSpPr>
            <p:nvPr/>
          </p:nvSpPr>
          <p:spPr bwMode="auto">
            <a:xfrm>
              <a:off x="7461249" y="5614989"/>
              <a:ext cx="881062" cy="36513"/>
            </a:xfrm>
            <a:custGeom>
              <a:avLst/>
              <a:gdLst>
                <a:gd name="T0" fmla="*/ 555 w 555"/>
                <a:gd name="T1" fmla="*/ 23 h 23"/>
                <a:gd name="T2" fmla="*/ 0 w 555"/>
                <a:gd name="T3" fmla="*/ 6 h 23"/>
                <a:gd name="T4" fmla="*/ 1 w 555"/>
                <a:gd name="T5" fmla="*/ 0 h 23"/>
                <a:gd name="T6" fmla="*/ 555 w 555"/>
                <a:gd name="T7" fmla="*/ 18 h 23"/>
                <a:gd name="T8" fmla="*/ 555 w 555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3">
                  <a:moveTo>
                    <a:pt x="555" y="23"/>
                  </a:moveTo>
                  <a:lnTo>
                    <a:pt x="0" y="6"/>
                  </a:lnTo>
                  <a:lnTo>
                    <a:pt x="1" y="0"/>
                  </a:lnTo>
                  <a:lnTo>
                    <a:pt x="555" y="18"/>
                  </a:lnTo>
                  <a:lnTo>
                    <a:pt x="555" y="23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288"/>
            <p:cNvSpPr>
              <a:spLocks/>
            </p:cNvSpPr>
            <p:nvPr/>
          </p:nvSpPr>
          <p:spPr bwMode="auto">
            <a:xfrm>
              <a:off x="7461249" y="5629276"/>
              <a:ext cx="881062" cy="31750"/>
            </a:xfrm>
            <a:custGeom>
              <a:avLst/>
              <a:gdLst>
                <a:gd name="T0" fmla="*/ 555 w 555"/>
                <a:gd name="T1" fmla="*/ 20 h 20"/>
                <a:gd name="T2" fmla="*/ 0 w 555"/>
                <a:gd name="T3" fmla="*/ 3 h 20"/>
                <a:gd name="T4" fmla="*/ 0 w 555"/>
                <a:gd name="T5" fmla="*/ 0 h 20"/>
                <a:gd name="T6" fmla="*/ 555 w 555"/>
                <a:gd name="T7" fmla="*/ 18 h 20"/>
                <a:gd name="T8" fmla="*/ 555 w 555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0">
                  <a:moveTo>
                    <a:pt x="555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289"/>
            <p:cNvSpPr>
              <a:spLocks/>
            </p:cNvSpPr>
            <p:nvPr/>
          </p:nvSpPr>
          <p:spPr bwMode="auto">
            <a:xfrm>
              <a:off x="7461249" y="5637214"/>
              <a:ext cx="881062" cy="33338"/>
            </a:xfrm>
            <a:custGeom>
              <a:avLst/>
              <a:gdLst>
                <a:gd name="T0" fmla="*/ 555 w 555"/>
                <a:gd name="T1" fmla="*/ 21 h 21"/>
                <a:gd name="T2" fmla="*/ 0 w 555"/>
                <a:gd name="T3" fmla="*/ 3 h 21"/>
                <a:gd name="T4" fmla="*/ 0 w 555"/>
                <a:gd name="T5" fmla="*/ 0 h 21"/>
                <a:gd name="T6" fmla="*/ 555 w 555"/>
                <a:gd name="T7" fmla="*/ 18 h 21"/>
                <a:gd name="T8" fmla="*/ 555 w 555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1">
                  <a:moveTo>
                    <a:pt x="555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290"/>
            <p:cNvSpPr>
              <a:spLocks/>
            </p:cNvSpPr>
            <p:nvPr/>
          </p:nvSpPr>
          <p:spPr bwMode="auto">
            <a:xfrm>
              <a:off x="7461249" y="5649914"/>
              <a:ext cx="881062" cy="33338"/>
            </a:xfrm>
            <a:custGeom>
              <a:avLst/>
              <a:gdLst>
                <a:gd name="T0" fmla="*/ 555 w 555"/>
                <a:gd name="T1" fmla="*/ 21 h 21"/>
                <a:gd name="T2" fmla="*/ 0 w 555"/>
                <a:gd name="T3" fmla="*/ 3 h 21"/>
                <a:gd name="T4" fmla="*/ 0 w 555"/>
                <a:gd name="T5" fmla="*/ 0 h 21"/>
                <a:gd name="T6" fmla="*/ 555 w 555"/>
                <a:gd name="T7" fmla="*/ 18 h 21"/>
                <a:gd name="T8" fmla="*/ 555 w 555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1">
                  <a:moveTo>
                    <a:pt x="555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5" y="18"/>
                  </a:lnTo>
                  <a:lnTo>
                    <a:pt x="555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291"/>
            <p:cNvSpPr>
              <a:spLocks/>
            </p:cNvSpPr>
            <p:nvPr/>
          </p:nvSpPr>
          <p:spPr bwMode="auto">
            <a:xfrm>
              <a:off x="7461249" y="5662614"/>
              <a:ext cx="879475" cy="33338"/>
            </a:xfrm>
            <a:custGeom>
              <a:avLst/>
              <a:gdLst>
                <a:gd name="T0" fmla="*/ 554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8 h 21"/>
                <a:gd name="T8" fmla="*/ 554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4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292"/>
            <p:cNvSpPr>
              <a:spLocks/>
            </p:cNvSpPr>
            <p:nvPr/>
          </p:nvSpPr>
          <p:spPr bwMode="auto">
            <a:xfrm>
              <a:off x="7461249" y="5672139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293"/>
            <p:cNvSpPr>
              <a:spLocks/>
            </p:cNvSpPr>
            <p:nvPr/>
          </p:nvSpPr>
          <p:spPr bwMode="auto">
            <a:xfrm>
              <a:off x="7461249" y="5684839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294"/>
            <p:cNvSpPr>
              <a:spLocks/>
            </p:cNvSpPr>
            <p:nvPr/>
          </p:nvSpPr>
          <p:spPr bwMode="auto">
            <a:xfrm>
              <a:off x="7827962" y="5545139"/>
              <a:ext cx="150812" cy="158750"/>
            </a:xfrm>
            <a:custGeom>
              <a:avLst/>
              <a:gdLst>
                <a:gd name="T0" fmla="*/ 2 w 95"/>
                <a:gd name="T1" fmla="*/ 0 h 100"/>
                <a:gd name="T2" fmla="*/ 0 w 95"/>
                <a:gd name="T3" fmla="*/ 98 h 100"/>
                <a:gd name="T4" fmla="*/ 92 w 95"/>
                <a:gd name="T5" fmla="*/ 100 h 100"/>
                <a:gd name="T6" fmla="*/ 95 w 95"/>
                <a:gd name="T7" fmla="*/ 3 h 100"/>
                <a:gd name="T8" fmla="*/ 2 w 95"/>
                <a:gd name="T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0">
                  <a:moveTo>
                    <a:pt x="2" y="0"/>
                  </a:moveTo>
                  <a:lnTo>
                    <a:pt x="0" y="98"/>
                  </a:lnTo>
                  <a:lnTo>
                    <a:pt x="92" y="100"/>
                  </a:lnTo>
                  <a:lnTo>
                    <a:pt x="95" y="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D2D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295"/>
            <p:cNvSpPr>
              <a:spLocks/>
            </p:cNvSpPr>
            <p:nvPr/>
          </p:nvSpPr>
          <p:spPr bwMode="auto">
            <a:xfrm>
              <a:off x="7466012" y="5357814"/>
              <a:ext cx="884237" cy="184150"/>
            </a:xfrm>
            <a:custGeom>
              <a:avLst/>
              <a:gdLst>
                <a:gd name="T0" fmla="*/ 4 w 557"/>
                <a:gd name="T1" fmla="*/ 0 h 116"/>
                <a:gd name="T2" fmla="*/ 0 w 557"/>
                <a:gd name="T3" fmla="*/ 98 h 116"/>
                <a:gd name="T4" fmla="*/ 554 w 557"/>
                <a:gd name="T5" fmla="*/ 116 h 116"/>
                <a:gd name="T6" fmla="*/ 557 w 557"/>
                <a:gd name="T7" fmla="*/ 18 h 116"/>
                <a:gd name="T8" fmla="*/ 4 w 557"/>
                <a:gd name="T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7" h="116">
                  <a:moveTo>
                    <a:pt x="4" y="0"/>
                  </a:moveTo>
                  <a:lnTo>
                    <a:pt x="0" y="98"/>
                  </a:lnTo>
                  <a:lnTo>
                    <a:pt x="554" y="116"/>
                  </a:lnTo>
                  <a:lnTo>
                    <a:pt x="557" y="18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42B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296"/>
            <p:cNvSpPr>
              <a:spLocks/>
            </p:cNvSpPr>
            <p:nvPr/>
          </p:nvSpPr>
          <p:spPr bwMode="auto">
            <a:xfrm>
              <a:off x="7472362" y="5160964"/>
              <a:ext cx="1038225" cy="225425"/>
            </a:xfrm>
            <a:custGeom>
              <a:avLst/>
              <a:gdLst>
                <a:gd name="T0" fmla="*/ 0 w 654"/>
                <a:gd name="T1" fmla="*/ 124 h 142"/>
                <a:gd name="T2" fmla="*/ 124 w 654"/>
                <a:gd name="T3" fmla="*/ 0 h 142"/>
                <a:gd name="T4" fmla="*/ 654 w 654"/>
                <a:gd name="T5" fmla="*/ 17 h 142"/>
                <a:gd name="T6" fmla="*/ 555 w 654"/>
                <a:gd name="T7" fmla="*/ 142 h 142"/>
                <a:gd name="T8" fmla="*/ 0 w 654"/>
                <a:gd name="T9" fmla="*/ 12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4" h="142">
                  <a:moveTo>
                    <a:pt x="0" y="124"/>
                  </a:moveTo>
                  <a:lnTo>
                    <a:pt x="124" y="0"/>
                  </a:lnTo>
                  <a:lnTo>
                    <a:pt x="654" y="17"/>
                  </a:lnTo>
                  <a:lnTo>
                    <a:pt x="555" y="142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94FA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297"/>
            <p:cNvSpPr>
              <a:spLocks/>
            </p:cNvSpPr>
            <p:nvPr/>
          </p:nvSpPr>
          <p:spPr bwMode="auto">
            <a:xfrm>
              <a:off x="8345487" y="5187951"/>
              <a:ext cx="161925" cy="352425"/>
            </a:xfrm>
            <a:custGeom>
              <a:avLst/>
              <a:gdLst>
                <a:gd name="T0" fmla="*/ 102 w 102"/>
                <a:gd name="T1" fmla="*/ 0 h 222"/>
                <a:gd name="T2" fmla="*/ 99 w 102"/>
                <a:gd name="T3" fmla="*/ 92 h 222"/>
                <a:gd name="T4" fmla="*/ 0 w 102"/>
                <a:gd name="T5" fmla="*/ 222 h 222"/>
                <a:gd name="T6" fmla="*/ 3 w 102"/>
                <a:gd name="T7" fmla="*/ 125 h 222"/>
                <a:gd name="T8" fmla="*/ 102 w 102"/>
                <a:gd name="T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222">
                  <a:moveTo>
                    <a:pt x="102" y="0"/>
                  </a:moveTo>
                  <a:lnTo>
                    <a:pt x="99" y="92"/>
                  </a:lnTo>
                  <a:lnTo>
                    <a:pt x="0" y="222"/>
                  </a:lnTo>
                  <a:lnTo>
                    <a:pt x="3" y="125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298"/>
            <p:cNvSpPr>
              <a:spLocks/>
            </p:cNvSpPr>
            <p:nvPr/>
          </p:nvSpPr>
          <p:spPr bwMode="auto">
            <a:xfrm>
              <a:off x="7567612" y="5187951"/>
              <a:ext cx="369887" cy="157163"/>
            </a:xfrm>
            <a:custGeom>
              <a:avLst/>
              <a:gdLst>
                <a:gd name="T0" fmla="*/ 263 w 263"/>
                <a:gd name="T1" fmla="*/ 5 h 112"/>
                <a:gd name="T2" fmla="*/ 184 w 263"/>
                <a:gd name="T3" fmla="*/ 112 h 112"/>
                <a:gd name="T4" fmla="*/ 31 w 263"/>
                <a:gd name="T5" fmla="*/ 107 h 112"/>
                <a:gd name="T6" fmla="*/ 0 w 263"/>
                <a:gd name="T7" fmla="*/ 79 h 112"/>
                <a:gd name="T8" fmla="*/ 38 w 263"/>
                <a:gd name="T9" fmla="*/ 29 h 112"/>
                <a:gd name="T10" fmla="*/ 101 w 263"/>
                <a:gd name="T11" fmla="*/ 0 h 112"/>
                <a:gd name="T12" fmla="*/ 263 w 263"/>
                <a:gd name="T13" fmla="*/ 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" h="112">
                  <a:moveTo>
                    <a:pt x="263" y="5"/>
                  </a:moveTo>
                  <a:cubicBezTo>
                    <a:pt x="155" y="65"/>
                    <a:pt x="184" y="112"/>
                    <a:pt x="184" y="112"/>
                  </a:cubicBezTo>
                  <a:cubicBezTo>
                    <a:pt x="184" y="112"/>
                    <a:pt x="41" y="107"/>
                    <a:pt x="31" y="107"/>
                  </a:cubicBezTo>
                  <a:cubicBezTo>
                    <a:pt x="36" y="73"/>
                    <a:pt x="0" y="79"/>
                    <a:pt x="0" y="7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78" y="29"/>
                    <a:pt x="101" y="0"/>
                  </a:cubicBezTo>
                  <a:cubicBezTo>
                    <a:pt x="123" y="1"/>
                    <a:pt x="255" y="4"/>
                    <a:pt x="263" y="5"/>
                  </a:cubicBezTo>
                  <a:close/>
                </a:path>
              </a:pathLst>
            </a:custGeom>
            <a:solidFill>
              <a:srgbClr val="50F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299"/>
            <p:cNvSpPr>
              <a:spLocks/>
            </p:cNvSpPr>
            <p:nvPr/>
          </p:nvSpPr>
          <p:spPr bwMode="auto">
            <a:xfrm>
              <a:off x="7839074" y="5170489"/>
              <a:ext cx="282575" cy="204788"/>
            </a:xfrm>
            <a:custGeom>
              <a:avLst/>
              <a:gdLst>
                <a:gd name="T0" fmla="*/ 92 w 178"/>
                <a:gd name="T1" fmla="*/ 0 h 129"/>
                <a:gd name="T2" fmla="*/ 0 w 178"/>
                <a:gd name="T3" fmla="*/ 125 h 129"/>
                <a:gd name="T4" fmla="*/ 92 w 178"/>
                <a:gd name="T5" fmla="*/ 129 h 129"/>
                <a:gd name="T6" fmla="*/ 178 w 178"/>
                <a:gd name="T7" fmla="*/ 4 h 129"/>
                <a:gd name="T8" fmla="*/ 92 w 178"/>
                <a:gd name="T9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129">
                  <a:moveTo>
                    <a:pt x="92" y="0"/>
                  </a:moveTo>
                  <a:lnTo>
                    <a:pt x="0" y="125"/>
                  </a:lnTo>
                  <a:lnTo>
                    <a:pt x="92" y="129"/>
                  </a:lnTo>
                  <a:lnTo>
                    <a:pt x="178" y="4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F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300"/>
            <p:cNvSpPr>
              <a:spLocks/>
            </p:cNvSpPr>
            <p:nvPr/>
          </p:nvSpPr>
          <p:spPr bwMode="auto">
            <a:xfrm>
              <a:off x="8027987" y="5199064"/>
              <a:ext cx="395287" cy="161925"/>
            </a:xfrm>
            <a:custGeom>
              <a:avLst/>
              <a:gdLst>
                <a:gd name="T0" fmla="*/ 251 w 281"/>
                <a:gd name="T1" fmla="*/ 7 h 115"/>
                <a:gd name="T2" fmla="*/ 281 w 281"/>
                <a:gd name="T3" fmla="*/ 33 h 115"/>
                <a:gd name="T4" fmla="*/ 237 w 281"/>
                <a:gd name="T5" fmla="*/ 91 h 115"/>
                <a:gd name="T6" fmla="*/ 185 w 281"/>
                <a:gd name="T7" fmla="*/ 115 h 115"/>
                <a:gd name="T8" fmla="*/ 0 w 281"/>
                <a:gd name="T9" fmla="*/ 107 h 115"/>
                <a:gd name="T10" fmla="*/ 86 w 281"/>
                <a:gd name="T11" fmla="*/ 0 h 115"/>
                <a:gd name="T12" fmla="*/ 251 w 281"/>
                <a:gd name="T13" fmla="*/ 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15">
                  <a:moveTo>
                    <a:pt x="251" y="7"/>
                  </a:moveTo>
                  <a:cubicBezTo>
                    <a:pt x="251" y="7"/>
                    <a:pt x="241" y="35"/>
                    <a:pt x="281" y="33"/>
                  </a:cubicBezTo>
                  <a:cubicBezTo>
                    <a:pt x="274" y="42"/>
                    <a:pt x="237" y="91"/>
                    <a:pt x="237" y="91"/>
                  </a:cubicBezTo>
                  <a:cubicBezTo>
                    <a:pt x="237" y="91"/>
                    <a:pt x="200" y="84"/>
                    <a:pt x="185" y="115"/>
                  </a:cubicBezTo>
                  <a:cubicBezTo>
                    <a:pt x="159" y="114"/>
                    <a:pt x="0" y="107"/>
                    <a:pt x="0" y="107"/>
                  </a:cubicBezTo>
                  <a:cubicBezTo>
                    <a:pt x="0" y="107"/>
                    <a:pt x="88" y="59"/>
                    <a:pt x="86" y="0"/>
                  </a:cubicBezTo>
                  <a:cubicBezTo>
                    <a:pt x="103" y="0"/>
                    <a:pt x="251" y="7"/>
                    <a:pt x="251" y="7"/>
                  </a:cubicBezTo>
                  <a:close/>
                </a:path>
              </a:pathLst>
            </a:custGeom>
            <a:solidFill>
              <a:srgbClr val="50F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301"/>
            <p:cNvSpPr>
              <a:spLocks/>
            </p:cNvSpPr>
            <p:nvPr/>
          </p:nvSpPr>
          <p:spPr bwMode="auto">
            <a:xfrm>
              <a:off x="7470774" y="5362576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8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302"/>
            <p:cNvSpPr>
              <a:spLocks/>
            </p:cNvSpPr>
            <p:nvPr/>
          </p:nvSpPr>
          <p:spPr bwMode="auto">
            <a:xfrm>
              <a:off x="7470774" y="5375276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303"/>
            <p:cNvSpPr>
              <a:spLocks/>
            </p:cNvSpPr>
            <p:nvPr/>
          </p:nvSpPr>
          <p:spPr bwMode="auto">
            <a:xfrm>
              <a:off x="7470774" y="5384801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3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304"/>
            <p:cNvSpPr>
              <a:spLocks/>
            </p:cNvSpPr>
            <p:nvPr/>
          </p:nvSpPr>
          <p:spPr bwMode="auto">
            <a:xfrm>
              <a:off x="7470774" y="5397501"/>
              <a:ext cx="879475" cy="31750"/>
            </a:xfrm>
            <a:custGeom>
              <a:avLst/>
              <a:gdLst>
                <a:gd name="T0" fmla="*/ 553 w 554"/>
                <a:gd name="T1" fmla="*/ 20 h 20"/>
                <a:gd name="T2" fmla="*/ 0 w 554"/>
                <a:gd name="T3" fmla="*/ 3 h 20"/>
                <a:gd name="T4" fmla="*/ 0 w 554"/>
                <a:gd name="T5" fmla="*/ 0 h 20"/>
                <a:gd name="T6" fmla="*/ 554 w 554"/>
                <a:gd name="T7" fmla="*/ 18 h 20"/>
                <a:gd name="T8" fmla="*/ 553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3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3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305"/>
            <p:cNvSpPr>
              <a:spLocks/>
            </p:cNvSpPr>
            <p:nvPr/>
          </p:nvSpPr>
          <p:spPr bwMode="auto">
            <a:xfrm>
              <a:off x="7469187" y="5410201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3 h 20"/>
                <a:gd name="T4" fmla="*/ 0 w 554"/>
                <a:gd name="T5" fmla="*/ 0 h 20"/>
                <a:gd name="T6" fmla="*/ 554 w 554"/>
                <a:gd name="T7" fmla="*/ 18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306"/>
            <p:cNvSpPr>
              <a:spLocks/>
            </p:cNvSpPr>
            <p:nvPr/>
          </p:nvSpPr>
          <p:spPr bwMode="auto">
            <a:xfrm>
              <a:off x="7469187" y="5418139"/>
              <a:ext cx="879475" cy="33338"/>
            </a:xfrm>
            <a:custGeom>
              <a:avLst/>
              <a:gdLst>
                <a:gd name="T0" fmla="*/ 554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8 h 21"/>
                <a:gd name="T8" fmla="*/ 554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4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307"/>
            <p:cNvSpPr>
              <a:spLocks/>
            </p:cNvSpPr>
            <p:nvPr/>
          </p:nvSpPr>
          <p:spPr bwMode="auto">
            <a:xfrm>
              <a:off x="7469187" y="5430839"/>
              <a:ext cx="879475" cy="33338"/>
            </a:xfrm>
            <a:custGeom>
              <a:avLst/>
              <a:gdLst>
                <a:gd name="T0" fmla="*/ 554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8 h 21"/>
                <a:gd name="T8" fmla="*/ 554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4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Freeform 308"/>
            <p:cNvSpPr>
              <a:spLocks/>
            </p:cNvSpPr>
            <p:nvPr/>
          </p:nvSpPr>
          <p:spPr bwMode="auto">
            <a:xfrm>
              <a:off x="7467599" y="5440364"/>
              <a:ext cx="881062" cy="36513"/>
            </a:xfrm>
            <a:custGeom>
              <a:avLst/>
              <a:gdLst>
                <a:gd name="T0" fmla="*/ 554 w 555"/>
                <a:gd name="T1" fmla="*/ 23 h 23"/>
                <a:gd name="T2" fmla="*/ 0 w 555"/>
                <a:gd name="T3" fmla="*/ 6 h 23"/>
                <a:gd name="T4" fmla="*/ 1 w 555"/>
                <a:gd name="T5" fmla="*/ 0 h 23"/>
                <a:gd name="T6" fmla="*/ 555 w 555"/>
                <a:gd name="T7" fmla="*/ 17 h 23"/>
                <a:gd name="T8" fmla="*/ 554 w 555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3">
                  <a:moveTo>
                    <a:pt x="554" y="23"/>
                  </a:moveTo>
                  <a:lnTo>
                    <a:pt x="0" y="6"/>
                  </a:lnTo>
                  <a:lnTo>
                    <a:pt x="1" y="0"/>
                  </a:lnTo>
                  <a:lnTo>
                    <a:pt x="555" y="17"/>
                  </a:lnTo>
                  <a:lnTo>
                    <a:pt x="554" y="23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309"/>
            <p:cNvSpPr>
              <a:spLocks/>
            </p:cNvSpPr>
            <p:nvPr/>
          </p:nvSpPr>
          <p:spPr bwMode="auto">
            <a:xfrm>
              <a:off x="7467599" y="5453064"/>
              <a:ext cx="879475" cy="33338"/>
            </a:xfrm>
            <a:custGeom>
              <a:avLst/>
              <a:gdLst>
                <a:gd name="T0" fmla="*/ 554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8 h 21"/>
                <a:gd name="T8" fmla="*/ 554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4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Freeform 310"/>
            <p:cNvSpPr>
              <a:spLocks/>
            </p:cNvSpPr>
            <p:nvPr/>
          </p:nvSpPr>
          <p:spPr bwMode="auto">
            <a:xfrm>
              <a:off x="7467599" y="5462589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311"/>
            <p:cNvSpPr>
              <a:spLocks/>
            </p:cNvSpPr>
            <p:nvPr/>
          </p:nvSpPr>
          <p:spPr bwMode="auto">
            <a:xfrm>
              <a:off x="7467599" y="5475289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312"/>
            <p:cNvSpPr>
              <a:spLocks/>
            </p:cNvSpPr>
            <p:nvPr/>
          </p:nvSpPr>
          <p:spPr bwMode="auto">
            <a:xfrm>
              <a:off x="7467599" y="5487989"/>
              <a:ext cx="877887" cy="31750"/>
            </a:xfrm>
            <a:custGeom>
              <a:avLst/>
              <a:gdLst>
                <a:gd name="T0" fmla="*/ 553 w 553"/>
                <a:gd name="T1" fmla="*/ 20 h 20"/>
                <a:gd name="T2" fmla="*/ 0 w 553"/>
                <a:gd name="T3" fmla="*/ 2 h 20"/>
                <a:gd name="T4" fmla="*/ 0 w 553"/>
                <a:gd name="T5" fmla="*/ 0 h 20"/>
                <a:gd name="T6" fmla="*/ 553 w 553"/>
                <a:gd name="T7" fmla="*/ 17 h 20"/>
                <a:gd name="T8" fmla="*/ 553 w 553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3" h="20">
                  <a:moveTo>
                    <a:pt x="553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3" y="17"/>
                  </a:lnTo>
                  <a:lnTo>
                    <a:pt x="553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313"/>
            <p:cNvSpPr>
              <a:spLocks/>
            </p:cNvSpPr>
            <p:nvPr/>
          </p:nvSpPr>
          <p:spPr bwMode="auto">
            <a:xfrm>
              <a:off x="7466012" y="5495926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3 h 20"/>
                <a:gd name="T4" fmla="*/ 0 w 554"/>
                <a:gd name="T5" fmla="*/ 0 h 20"/>
                <a:gd name="T6" fmla="*/ 554 w 554"/>
                <a:gd name="T7" fmla="*/ 18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Freeform 314"/>
            <p:cNvSpPr>
              <a:spLocks/>
            </p:cNvSpPr>
            <p:nvPr/>
          </p:nvSpPr>
          <p:spPr bwMode="auto">
            <a:xfrm>
              <a:off x="7466012" y="5508626"/>
              <a:ext cx="879475" cy="33338"/>
            </a:xfrm>
            <a:custGeom>
              <a:avLst/>
              <a:gdLst>
                <a:gd name="T0" fmla="*/ 554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8 h 21"/>
                <a:gd name="T8" fmla="*/ 554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4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315"/>
            <p:cNvSpPr>
              <a:spLocks/>
            </p:cNvSpPr>
            <p:nvPr/>
          </p:nvSpPr>
          <p:spPr bwMode="auto">
            <a:xfrm>
              <a:off x="7832724" y="5368926"/>
              <a:ext cx="152400" cy="160338"/>
            </a:xfrm>
            <a:custGeom>
              <a:avLst/>
              <a:gdLst>
                <a:gd name="T0" fmla="*/ 3 w 96"/>
                <a:gd name="T1" fmla="*/ 0 h 101"/>
                <a:gd name="T2" fmla="*/ 0 w 96"/>
                <a:gd name="T3" fmla="*/ 99 h 101"/>
                <a:gd name="T4" fmla="*/ 92 w 96"/>
                <a:gd name="T5" fmla="*/ 101 h 101"/>
                <a:gd name="T6" fmla="*/ 96 w 96"/>
                <a:gd name="T7" fmla="*/ 3 h 101"/>
                <a:gd name="T8" fmla="*/ 3 w 96"/>
                <a:gd name="T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101">
                  <a:moveTo>
                    <a:pt x="3" y="0"/>
                  </a:moveTo>
                  <a:lnTo>
                    <a:pt x="0" y="99"/>
                  </a:lnTo>
                  <a:lnTo>
                    <a:pt x="92" y="101"/>
                  </a:lnTo>
                  <a:lnTo>
                    <a:pt x="96" y="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2D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Freeform 316"/>
            <p:cNvSpPr>
              <a:spLocks/>
            </p:cNvSpPr>
            <p:nvPr/>
          </p:nvSpPr>
          <p:spPr bwMode="auto">
            <a:xfrm>
              <a:off x="8483599" y="5870576"/>
              <a:ext cx="884237" cy="184150"/>
            </a:xfrm>
            <a:custGeom>
              <a:avLst/>
              <a:gdLst>
                <a:gd name="T0" fmla="*/ 4 w 557"/>
                <a:gd name="T1" fmla="*/ 0 h 116"/>
                <a:gd name="T2" fmla="*/ 0 w 557"/>
                <a:gd name="T3" fmla="*/ 98 h 116"/>
                <a:gd name="T4" fmla="*/ 554 w 557"/>
                <a:gd name="T5" fmla="*/ 116 h 116"/>
                <a:gd name="T6" fmla="*/ 557 w 557"/>
                <a:gd name="T7" fmla="*/ 17 h 116"/>
                <a:gd name="T8" fmla="*/ 4 w 557"/>
                <a:gd name="T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7" h="116">
                  <a:moveTo>
                    <a:pt x="4" y="0"/>
                  </a:moveTo>
                  <a:lnTo>
                    <a:pt x="0" y="98"/>
                  </a:lnTo>
                  <a:lnTo>
                    <a:pt x="554" y="116"/>
                  </a:lnTo>
                  <a:lnTo>
                    <a:pt x="557" y="17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42B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317"/>
            <p:cNvSpPr>
              <a:spLocks/>
            </p:cNvSpPr>
            <p:nvPr/>
          </p:nvSpPr>
          <p:spPr bwMode="auto">
            <a:xfrm>
              <a:off x="8489949" y="5673726"/>
              <a:ext cx="1038225" cy="223838"/>
            </a:xfrm>
            <a:custGeom>
              <a:avLst/>
              <a:gdLst>
                <a:gd name="T0" fmla="*/ 0 w 654"/>
                <a:gd name="T1" fmla="*/ 124 h 141"/>
                <a:gd name="T2" fmla="*/ 124 w 654"/>
                <a:gd name="T3" fmla="*/ 0 h 141"/>
                <a:gd name="T4" fmla="*/ 654 w 654"/>
                <a:gd name="T5" fmla="*/ 16 h 141"/>
                <a:gd name="T6" fmla="*/ 555 w 654"/>
                <a:gd name="T7" fmla="*/ 141 h 141"/>
                <a:gd name="T8" fmla="*/ 0 w 654"/>
                <a:gd name="T9" fmla="*/ 124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4" h="141">
                  <a:moveTo>
                    <a:pt x="0" y="124"/>
                  </a:moveTo>
                  <a:lnTo>
                    <a:pt x="124" y="0"/>
                  </a:lnTo>
                  <a:lnTo>
                    <a:pt x="654" y="16"/>
                  </a:lnTo>
                  <a:lnTo>
                    <a:pt x="555" y="141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94FA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318"/>
            <p:cNvSpPr>
              <a:spLocks/>
            </p:cNvSpPr>
            <p:nvPr/>
          </p:nvSpPr>
          <p:spPr bwMode="auto">
            <a:xfrm>
              <a:off x="9363074" y="5699126"/>
              <a:ext cx="161925" cy="354013"/>
            </a:xfrm>
            <a:custGeom>
              <a:avLst/>
              <a:gdLst>
                <a:gd name="T0" fmla="*/ 102 w 102"/>
                <a:gd name="T1" fmla="*/ 0 h 223"/>
                <a:gd name="T2" fmla="*/ 100 w 102"/>
                <a:gd name="T3" fmla="*/ 92 h 223"/>
                <a:gd name="T4" fmla="*/ 0 w 102"/>
                <a:gd name="T5" fmla="*/ 223 h 223"/>
                <a:gd name="T6" fmla="*/ 3 w 102"/>
                <a:gd name="T7" fmla="*/ 125 h 223"/>
                <a:gd name="T8" fmla="*/ 102 w 102"/>
                <a:gd name="T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223">
                  <a:moveTo>
                    <a:pt x="102" y="0"/>
                  </a:moveTo>
                  <a:lnTo>
                    <a:pt x="100" y="92"/>
                  </a:lnTo>
                  <a:lnTo>
                    <a:pt x="0" y="223"/>
                  </a:lnTo>
                  <a:lnTo>
                    <a:pt x="3" y="125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319"/>
            <p:cNvSpPr>
              <a:spLocks/>
            </p:cNvSpPr>
            <p:nvPr/>
          </p:nvSpPr>
          <p:spPr bwMode="auto">
            <a:xfrm>
              <a:off x="8585199" y="5699126"/>
              <a:ext cx="369887" cy="158750"/>
            </a:xfrm>
            <a:custGeom>
              <a:avLst/>
              <a:gdLst>
                <a:gd name="T0" fmla="*/ 263 w 263"/>
                <a:gd name="T1" fmla="*/ 5 h 112"/>
                <a:gd name="T2" fmla="*/ 184 w 263"/>
                <a:gd name="T3" fmla="*/ 112 h 112"/>
                <a:gd name="T4" fmla="*/ 31 w 263"/>
                <a:gd name="T5" fmla="*/ 107 h 112"/>
                <a:gd name="T6" fmla="*/ 0 w 263"/>
                <a:gd name="T7" fmla="*/ 79 h 112"/>
                <a:gd name="T8" fmla="*/ 38 w 263"/>
                <a:gd name="T9" fmla="*/ 29 h 112"/>
                <a:gd name="T10" fmla="*/ 101 w 263"/>
                <a:gd name="T11" fmla="*/ 0 h 112"/>
                <a:gd name="T12" fmla="*/ 263 w 263"/>
                <a:gd name="T13" fmla="*/ 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" h="112">
                  <a:moveTo>
                    <a:pt x="263" y="5"/>
                  </a:moveTo>
                  <a:cubicBezTo>
                    <a:pt x="155" y="65"/>
                    <a:pt x="184" y="112"/>
                    <a:pt x="184" y="112"/>
                  </a:cubicBezTo>
                  <a:cubicBezTo>
                    <a:pt x="184" y="112"/>
                    <a:pt x="41" y="107"/>
                    <a:pt x="31" y="107"/>
                  </a:cubicBezTo>
                  <a:cubicBezTo>
                    <a:pt x="36" y="73"/>
                    <a:pt x="0" y="79"/>
                    <a:pt x="0" y="7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78" y="29"/>
                    <a:pt x="101" y="0"/>
                  </a:cubicBezTo>
                  <a:cubicBezTo>
                    <a:pt x="123" y="1"/>
                    <a:pt x="255" y="4"/>
                    <a:pt x="263" y="5"/>
                  </a:cubicBezTo>
                  <a:close/>
                </a:path>
              </a:pathLst>
            </a:custGeom>
            <a:solidFill>
              <a:srgbClr val="50F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Freeform 320"/>
            <p:cNvSpPr>
              <a:spLocks/>
            </p:cNvSpPr>
            <p:nvPr/>
          </p:nvSpPr>
          <p:spPr bwMode="auto">
            <a:xfrm>
              <a:off x="8856662" y="5683251"/>
              <a:ext cx="282575" cy="203200"/>
            </a:xfrm>
            <a:custGeom>
              <a:avLst/>
              <a:gdLst>
                <a:gd name="T0" fmla="*/ 92 w 178"/>
                <a:gd name="T1" fmla="*/ 0 h 128"/>
                <a:gd name="T2" fmla="*/ 0 w 178"/>
                <a:gd name="T3" fmla="*/ 125 h 128"/>
                <a:gd name="T4" fmla="*/ 92 w 178"/>
                <a:gd name="T5" fmla="*/ 128 h 128"/>
                <a:gd name="T6" fmla="*/ 178 w 178"/>
                <a:gd name="T7" fmla="*/ 3 h 128"/>
                <a:gd name="T8" fmla="*/ 92 w 178"/>
                <a:gd name="T9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128">
                  <a:moveTo>
                    <a:pt x="92" y="0"/>
                  </a:moveTo>
                  <a:lnTo>
                    <a:pt x="0" y="125"/>
                  </a:lnTo>
                  <a:lnTo>
                    <a:pt x="92" y="128"/>
                  </a:lnTo>
                  <a:lnTo>
                    <a:pt x="178" y="3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F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321"/>
            <p:cNvSpPr>
              <a:spLocks/>
            </p:cNvSpPr>
            <p:nvPr/>
          </p:nvSpPr>
          <p:spPr bwMode="auto">
            <a:xfrm>
              <a:off x="9045574" y="5710239"/>
              <a:ext cx="395287" cy="161925"/>
            </a:xfrm>
            <a:custGeom>
              <a:avLst/>
              <a:gdLst>
                <a:gd name="T0" fmla="*/ 251 w 281"/>
                <a:gd name="T1" fmla="*/ 7 h 115"/>
                <a:gd name="T2" fmla="*/ 281 w 281"/>
                <a:gd name="T3" fmla="*/ 33 h 115"/>
                <a:gd name="T4" fmla="*/ 237 w 281"/>
                <a:gd name="T5" fmla="*/ 91 h 115"/>
                <a:gd name="T6" fmla="*/ 185 w 281"/>
                <a:gd name="T7" fmla="*/ 115 h 115"/>
                <a:gd name="T8" fmla="*/ 0 w 281"/>
                <a:gd name="T9" fmla="*/ 107 h 115"/>
                <a:gd name="T10" fmla="*/ 86 w 281"/>
                <a:gd name="T11" fmla="*/ 0 h 115"/>
                <a:gd name="T12" fmla="*/ 251 w 281"/>
                <a:gd name="T13" fmla="*/ 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15">
                  <a:moveTo>
                    <a:pt x="251" y="7"/>
                  </a:moveTo>
                  <a:cubicBezTo>
                    <a:pt x="251" y="7"/>
                    <a:pt x="241" y="35"/>
                    <a:pt x="281" y="33"/>
                  </a:cubicBezTo>
                  <a:cubicBezTo>
                    <a:pt x="274" y="42"/>
                    <a:pt x="237" y="91"/>
                    <a:pt x="237" y="91"/>
                  </a:cubicBezTo>
                  <a:cubicBezTo>
                    <a:pt x="237" y="91"/>
                    <a:pt x="200" y="84"/>
                    <a:pt x="185" y="115"/>
                  </a:cubicBezTo>
                  <a:cubicBezTo>
                    <a:pt x="159" y="114"/>
                    <a:pt x="0" y="107"/>
                    <a:pt x="0" y="107"/>
                  </a:cubicBezTo>
                  <a:cubicBezTo>
                    <a:pt x="0" y="107"/>
                    <a:pt x="88" y="59"/>
                    <a:pt x="86" y="0"/>
                  </a:cubicBezTo>
                  <a:cubicBezTo>
                    <a:pt x="103" y="0"/>
                    <a:pt x="251" y="7"/>
                    <a:pt x="251" y="7"/>
                  </a:cubicBezTo>
                  <a:close/>
                </a:path>
              </a:pathLst>
            </a:custGeom>
            <a:solidFill>
              <a:srgbClr val="50F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Freeform 322"/>
            <p:cNvSpPr>
              <a:spLocks/>
            </p:cNvSpPr>
            <p:nvPr/>
          </p:nvSpPr>
          <p:spPr bwMode="auto">
            <a:xfrm>
              <a:off x="8488362" y="5873751"/>
              <a:ext cx="879475" cy="33338"/>
            </a:xfrm>
            <a:custGeom>
              <a:avLst/>
              <a:gdLst>
                <a:gd name="T0" fmla="*/ 554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8 h 21"/>
                <a:gd name="T8" fmla="*/ 554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4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323"/>
            <p:cNvSpPr>
              <a:spLocks/>
            </p:cNvSpPr>
            <p:nvPr/>
          </p:nvSpPr>
          <p:spPr bwMode="auto">
            <a:xfrm>
              <a:off x="8488362" y="5886451"/>
              <a:ext cx="879475" cy="33338"/>
            </a:xfrm>
            <a:custGeom>
              <a:avLst/>
              <a:gdLst>
                <a:gd name="T0" fmla="*/ 554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8 h 21"/>
                <a:gd name="T8" fmla="*/ 554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4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Freeform 324"/>
            <p:cNvSpPr>
              <a:spLocks/>
            </p:cNvSpPr>
            <p:nvPr/>
          </p:nvSpPr>
          <p:spPr bwMode="auto">
            <a:xfrm>
              <a:off x="8488362" y="5895976"/>
              <a:ext cx="879475" cy="33338"/>
            </a:xfrm>
            <a:custGeom>
              <a:avLst/>
              <a:gdLst>
                <a:gd name="T0" fmla="*/ 554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7 h 21"/>
                <a:gd name="T8" fmla="*/ 554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4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325"/>
            <p:cNvSpPr>
              <a:spLocks/>
            </p:cNvSpPr>
            <p:nvPr/>
          </p:nvSpPr>
          <p:spPr bwMode="auto">
            <a:xfrm>
              <a:off x="8488362" y="5908676"/>
              <a:ext cx="879475" cy="33338"/>
            </a:xfrm>
            <a:custGeom>
              <a:avLst/>
              <a:gdLst>
                <a:gd name="T0" fmla="*/ 553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8 h 21"/>
                <a:gd name="T8" fmla="*/ 553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3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3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Freeform 326"/>
            <p:cNvSpPr>
              <a:spLocks/>
            </p:cNvSpPr>
            <p:nvPr/>
          </p:nvSpPr>
          <p:spPr bwMode="auto">
            <a:xfrm>
              <a:off x="8486774" y="5921376"/>
              <a:ext cx="879475" cy="33338"/>
            </a:xfrm>
            <a:custGeom>
              <a:avLst/>
              <a:gdLst>
                <a:gd name="T0" fmla="*/ 554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8 h 21"/>
                <a:gd name="T8" fmla="*/ 554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4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327"/>
            <p:cNvSpPr>
              <a:spLocks/>
            </p:cNvSpPr>
            <p:nvPr/>
          </p:nvSpPr>
          <p:spPr bwMode="auto">
            <a:xfrm>
              <a:off x="8486774" y="5930901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Freeform 328"/>
            <p:cNvSpPr>
              <a:spLocks/>
            </p:cNvSpPr>
            <p:nvPr/>
          </p:nvSpPr>
          <p:spPr bwMode="auto">
            <a:xfrm>
              <a:off x="8486774" y="5943601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329"/>
            <p:cNvSpPr>
              <a:spLocks/>
            </p:cNvSpPr>
            <p:nvPr/>
          </p:nvSpPr>
          <p:spPr bwMode="auto">
            <a:xfrm>
              <a:off x="8485187" y="5951539"/>
              <a:ext cx="881062" cy="38100"/>
            </a:xfrm>
            <a:custGeom>
              <a:avLst/>
              <a:gdLst>
                <a:gd name="T0" fmla="*/ 554 w 555"/>
                <a:gd name="T1" fmla="*/ 24 h 24"/>
                <a:gd name="T2" fmla="*/ 0 w 555"/>
                <a:gd name="T3" fmla="*/ 6 h 24"/>
                <a:gd name="T4" fmla="*/ 1 w 555"/>
                <a:gd name="T5" fmla="*/ 0 h 24"/>
                <a:gd name="T6" fmla="*/ 555 w 555"/>
                <a:gd name="T7" fmla="*/ 18 h 24"/>
                <a:gd name="T8" fmla="*/ 554 w 555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24">
                  <a:moveTo>
                    <a:pt x="554" y="24"/>
                  </a:moveTo>
                  <a:lnTo>
                    <a:pt x="0" y="6"/>
                  </a:lnTo>
                  <a:lnTo>
                    <a:pt x="1" y="0"/>
                  </a:lnTo>
                  <a:lnTo>
                    <a:pt x="555" y="18"/>
                  </a:lnTo>
                  <a:lnTo>
                    <a:pt x="554" y="24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Freeform 330"/>
            <p:cNvSpPr>
              <a:spLocks/>
            </p:cNvSpPr>
            <p:nvPr/>
          </p:nvSpPr>
          <p:spPr bwMode="auto">
            <a:xfrm>
              <a:off x="8485187" y="5965826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2 h 20"/>
                <a:gd name="T4" fmla="*/ 0 w 554"/>
                <a:gd name="T5" fmla="*/ 0 h 20"/>
                <a:gd name="T6" fmla="*/ 554 w 554"/>
                <a:gd name="T7" fmla="*/ 17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54" y="17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331"/>
            <p:cNvSpPr>
              <a:spLocks/>
            </p:cNvSpPr>
            <p:nvPr/>
          </p:nvSpPr>
          <p:spPr bwMode="auto">
            <a:xfrm>
              <a:off x="8485187" y="5973764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3 h 20"/>
                <a:gd name="T4" fmla="*/ 0 w 554"/>
                <a:gd name="T5" fmla="*/ 0 h 20"/>
                <a:gd name="T6" fmla="*/ 554 w 554"/>
                <a:gd name="T7" fmla="*/ 18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Freeform 332"/>
            <p:cNvSpPr>
              <a:spLocks/>
            </p:cNvSpPr>
            <p:nvPr/>
          </p:nvSpPr>
          <p:spPr bwMode="auto">
            <a:xfrm>
              <a:off x="8485187" y="5986464"/>
              <a:ext cx="879475" cy="31750"/>
            </a:xfrm>
            <a:custGeom>
              <a:avLst/>
              <a:gdLst>
                <a:gd name="T0" fmla="*/ 554 w 554"/>
                <a:gd name="T1" fmla="*/ 20 h 20"/>
                <a:gd name="T2" fmla="*/ 0 w 554"/>
                <a:gd name="T3" fmla="*/ 3 h 20"/>
                <a:gd name="T4" fmla="*/ 0 w 554"/>
                <a:gd name="T5" fmla="*/ 0 h 20"/>
                <a:gd name="T6" fmla="*/ 554 w 554"/>
                <a:gd name="T7" fmla="*/ 18 h 20"/>
                <a:gd name="T8" fmla="*/ 554 w 554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0">
                  <a:moveTo>
                    <a:pt x="554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333"/>
            <p:cNvSpPr>
              <a:spLocks/>
            </p:cNvSpPr>
            <p:nvPr/>
          </p:nvSpPr>
          <p:spPr bwMode="auto">
            <a:xfrm>
              <a:off x="8485187" y="5999164"/>
              <a:ext cx="877887" cy="31750"/>
            </a:xfrm>
            <a:custGeom>
              <a:avLst/>
              <a:gdLst>
                <a:gd name="T0" fmla="*/ 553 w 553"/>
                <a:gd name="T1" fmla="*/ 20 h 20"/>
                <a:gd name="T2" fmla="*/ 0 w 553"/>
                <a:gd name="T3" fmla="*/ 3 h 20"/>
                <a:gd name="T4" fmla="*/ 0 w 553"/>
                <a:gd name="T5" fmla="*/ 0 h 20"/>
                <a:gd name="T6" fmla="*/ 553 w 553"/>
                <a:gd name="T7" fmla="*/ 18 h 20"/>
                <a:gd name="T8" fmla="*/ 553 w 553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3" h="20">
                  <a:moveTo>
                    <a:pt x="553" y="2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3" y="18"/>
                  </a:lnTo>
                  <a:lnTo>
                    <a:pt x="553" y="20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Freeform 334"/>
            <p:cNvSpPr>
              <a:spLocks/>
            </p:cNvSpPr>
            <p:nvPr/>
          </p:nvSpPr>
          <p:spPr bwMode="auto">
            <a:xfrm>
              <a:off x="8483599" y="6007101"/>
              <a:ext cx="879475" cy="33338"/>
            </a:xfrm>
            <a:custGeom>
              <a:avLst/>
              <a:gdLst>
                <a:gd name="T0" fmla="*/ 554 w 554"/>
                <a:gd name="T1" fmla="*/ 21 h 21"/>
                <a:gd name="T2" fmla="*/ 0 w 554"/>
                <a:gd name="T3" fmla="*/ 3 h 21"/>
                <a:gd name="T4" fmla="*/ 0 w 554"/>
                <a:gd name="T5" fmla="*/ 0 h 21"/>
                <a:gd name="T6" fmla="*/ 554 w 554"/>
                <a:gd name="T7" fmla="*/ 18 h 21"/>
                <a:gd name="T8" fmla="*/ 554 w 554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1">
                  <a:moveTo>
                    <a:pt x="554" y="2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1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335"/>
            <p:cNvSpPr>
              <a:spLocks/>
            </p:cNvSpPr>
            <p:nvPr/>
          </p:nvSpPr>
          <p:spPr bwMode="auto">
            <a:xfrm>
              <a:off x="8483599" y="6019801"/>
              <a:ext cx="879475" cy="34925"/>
            </a:xfrm>
            <a:custGeom>
              <a:avLst/>
              <a:gdLst>
                <a:gd name="T0" fmla="*/ 554 w 554"/>
                <a:gd name="T1" fmla="*/ 22 h 22"/>
                <a:gd name="T2" fmla="*/ 0 w 554"/>
                <a:gd name="T3" fmla="*/ 4 h 22"/>
                <a:gd name="T4" fmla="*/ 0 w 554"/>
                <a:gd name="T5" fmla="*/ 0 h 22"/>
                <a:gd name="T6" fmla="*/ 554 w 554"/>
                <a:gd name="T7" fmla="*/ 18 h 22"/>
                <a:gd name="T8" fmla="*/ 554 w 554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22">
                  <a:moveTo>
                    <a:pt x="554" y="22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554" y="18"/>
                  </a:lnTo>
                  <a:lnTo>
                    <a:pt x="554" y="22"/>
                  </a:lnTo>
                  <a:close/>
                </a:path>
              </a:pathLst>
            </a:custGeom>
            <a:solidFill>
              <a:srgbClr val="3A91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Freeform 336"/>
            <p:cNvSpPr>
              <a:spLocks/>
            </p:cNvSpPr>
            <p:nvPr/>
          </p:nvSpPr>
          <p:spPr bwMode="auto">
            <a:xfrm>
              <a:off x="8850312" y="5881689"/>
              <a:ext cx="152400" cy="160338"/>
            </a:xfrm>
            <a:custGeom>
              <a:avLst/>
              <a:gdLst>
                <a:gd name="T0" fmla="*/ 3 w 96"/>
                <a:gd name="T1" fmla="*/ 0 h 101"/>
                <a:gd name="T2" fmla="*/ 0 w 96"/>
                <a:gd name="T3" fmla="*/ 98 h 101"/>
                <a:gd name="T4" fmla="*/ 92 w 96"/>
                <a:gd name="T5" fmla="*/ 101 h 101"/>
                <a:gd name="T6" fmla="*/ 96 w 96"/>
                <a:gd name="T7" fmla="*/ 2 h 101"/>
                <a:gd name="T8" fmla="*/ 3 w 96"/>
                <a:gd name="T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101">
                  <a:moveTo>
                    <a:pt x="3" y="0"/>
                  </a:moveTo>
                  <a:lnTo>
                    <a:pt x="0" y="98"/>
                  </a:lnTo>
                  <a:lnTo>
                    <a:pt x="92" y="101"/>
                  </a:lnTo>
                  <a:lnTo>
                    <a:pt x="96" y="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2D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624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1" y="2157157"/>
            <a:ext cx="2932906" cy="2932906"/>
            <a:chOff x="961" y="961"/>
            <a:chExt cx="2134" cy="2134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961" y="961"/>
              <a:ext cx="2134" cy="2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961" y="961"/>
              <a:ext cx="2134" cy="2134"/>
            </a:xfrm>
            <a:prstGeom prst="rect">
              <a:avLst/>
            </a:prstGeom>
            <a:solidFill>
              <a:srgbClr val="527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961" y="961"/>
              <a:ext cx="2134" cy="2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1511" y="1509"/>
              <a:ext cx="1051" cy="1050"/>
            </a:xfrm>
            <a:prstGeom prst="ellipse">
              <a:avLst/>
            </a:pr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2296" y="2369"/>
              <a:ext cx="348" cy="347"/>
            </a:xfrm>
            <a:prstGeom prst="ellipse">
              <a:avLst/>
            </a:prstGeom>
            <a:solidFill>
              <a:srgbClr val="679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2431" y="1518"/>
              <a:ext cx="140" cy="140"/>
            </a:xfrm>
            <a:prstGeom prst="ellipse">
              <a:avLst/>
            </a:pr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1596" y="2500"/>
              <a:ext cx="140" cy="137"/>
            </a:xfrm>
            <a:prstGeom prst="ellipse">
              <a:avLst/>
            </a:pr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1812" y="2614"/>
              <a:ext cx="76" cy="76"/>
            </a:xfrm>
            <a:prstGeom prst="ellipse">
              <a:avLst/>
            </a:pr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auto">
            <a:xfrm>
              <a:off x="1665" y="1893"/>
              <a:ext cx="114" cy="114"/>
            </a:xfrm>
            <a:prstGeom prst="ellipse">
              <a:avLst/>
            </a:prstGeom>
            <a:solidFill>
              <a:srgbClr val="527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2123" y="1222"/>
              <a:ext cx="327" cy="325"/>
            </a:xfrm>
            <a:prstGeom prst="ellipse">
              <a:avLst/>
            </a:prstGeom>
            <a:solidFill>
              <a:srgbClr val="679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Oval 14"/>
            <p:cNvSpPr>
              <a:spLocks noChangeArrowheads="1"/>
            </p:cNvSpPr>
            <p:nvPr/>
          </p:nvSpPr>
          <p:spPr bwMode="auto">
            <a:xfrm>
              <a:off x="1241" y="2142"/>
              <a:ext cx="391" cy="391"/>
            </a:xfrm>
            <a:prstGeom prst="ellipse">
              <a:avLst/>
            </a:prstGeom>
            <a:solidFill>
              <a:srgbClr val="679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Oval 15"/>
            <p:cNvSpPr>
              <a:spLocks noChangeArrowheads="1"/>
            </p:cNvSpPr>
            <p:nvPr/>
          </p:nvSpPr>
          <p:spPr bwMode="auto">
            <a:xfrm>
              <a:off x="1366" y="1302"/>
              <a:ext cx="392" cy="394"/>
            </a:xfrm>
            <a:prstGeom prst="ellipse">
              <a:avLst/>
            </a:prstGeom>
            <a:solidFill>
              <a:srgbClr val="679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2512" y="1687"/>
              <a:ext cx="322" cy="322"/>
            </a:xfrm>
            <a:prstGeom prst="ellipse">
              <a:avLst/>
            </a:prstGeom>
            <a:solidFill>
              <a:srgbClr val="679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2637" y="1736"/>
              <a:ext cx="74" cy="53"/>
            </a:xfrm>
            <a:custGeom>
              <a:avLst/>
              <a:gdLst>
                <a:gd name="T0" fmla="*/ 25 w 31"/>
                <a:gd name="T1" fmla="*/ 22 h 22"/>
                <a:gd name="T2" fmla="*/ 6 w 31"/>
                <a:gd name="T3" fmla="*/ 22 h 22"/>
                <a:gd name="T4" fmla="*/ 0 w 31"/>
                <a:gd name="T5" fmla="*/ 16 h 22"/>
                <a:gd name="T6" fmla="*/ 0 w 31"/>
                <a:gd name="T7" fmla="*/ 6 h 22"/>
                <a:gd name="T8" fmla="*/ 6 w 31"/>
                <a:gd name="T9" fmla="*/ 0 h 22"/>
                <a:gd name="T10" fmla="*/ 25 w 31"/>
                <a:gd name="T11" fmla="*/ 0 h 22"/>
                <a:gd name="T12" fmla="*/ 31 w 31"/>
                <a:gd name="T13" fmla="*/ 6 h 22"/>
                <a:gd name="T14" fmla="*/ 31 w 31"/>
                <a:gd name="T15" fmla="*/ 16 h 22"/>
                <a:gd name="T16" fmla="*/ 25 w 31"/>
                <a:gd name="T17" fmla="*/ 22 h 22"/>
                <a:gd name="T18" fmla="*/ 6 w 31"/>
                <a:gd name="T19" fmla="*/ 5 h 22"/>
                <a:gd name="T20" fmla="*/ 5 w 31"/>
                <a:gd name="T21" fmla="*/ 6 h 22"/>
                <a:gd name="T22" fmla="*/ 5 w 31"/>
                <a:gd name="T23" fmla="*/ 16 h 22"/>
                <a:gd name="T24" fmla="*/ 6 w 31"/>
                <a:gd name="T25" fmla="*/ 17 h 22"/>
                <a:gd name="T26" fmla="*/ 25 w 31"/>
                <a:gd name="T27" fmla="*/ 17 h 22"/>
                <a:gd name="T28" fmla="*/ 26 w 31"/>
                <a:gd name="T29" fmla="*/ 16 h 22"/>
                <a:gd name="T30" fmla="*/ 26 w 31"/>
                <a:gd name="T31" fmla="*/ 6 h 22"/>
                <a:gd name="T32" fmla="*/ 25 w 31"/>
                <a:gd name="T33" fmla="*/ 5 h 22"/>
                <a:gd name="T34" fmla="*/ 6 w 31"/>
                <a:gd name="T35" fmla="*/ 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" h="22">
                  <a:moveTo>
                    <a:pt x="25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3" y="22"/>
                    <a:pt x="0" y="20"/>
                    <a:pt x="0" y="1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0"/>
                    <a:pt x="31" y="3"/>
                    <a:pt x="31" y="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0"/>
                    <a:pt x="28" y="22"/>
                    <a:pt x="25" y="22"/>
                  </a:cubicBezTo>
                  <a:moveTo>
                    <a:pt x="6" y="5"/>
                  </a:moveTo>
                  <a:cubicBezTo>
                    <a:pt x="5" y="5"/>
                    <a:pt x="5" y="5"/>
                    <a:pt x="5" y="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7"/>
                    <a:pt x="5" y="17"/>
                    <a:pt x="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6" y="17"/>
                    <a:pt x="26" y="17"/>
                    <a:pt x="26" y="1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5"/>
                    <a:pt x="26" y="5"/>
                    <a:pt x="25" y="5"/>
                  </a:cubicBezTo>
                  <a:cubicBezTo>
                    <a:pt x="6" y="5"/>
                    <a:pt x="6" y="5"/>
                    <a:pt x="6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2557" y="1770"/>
              <a:ext cx="234" cy="175"/>
            </a:xfrm>
            <a:custGeom>
              <a:avLst/>
              <a:gdLst>
                <a:gd name="T0" fmla="*/ 99 w 99"/>
                <a:gd name="T1" fmla="*/ 71 h 74"/>
                <a:gd name="T2" fmla="*/ 96 w 99"/>
                <a:gd name="T3" fmla="*/ 74 h 74"/>
                <a:gd name="T4" fmla="*/ 3 w 99"/>
                <a:gd name="T5" fmla="*/ 74 h 74"/>
                <a:gd name="T6" fmla="*/ 0 w 99"/>
                <a:gd name="T7" fmla="*/ 71 h 74"/>
                <a:gd name="T8" fmla="*/ 0 w 99"/>
                <a:gd name="T9" fmla="*/ 3 h 74"/>
                <a:gd name="T10" fmla="*/ 3 w 99"/>
                <a:gd name="T11" fmla="*/ 0 h 74"/>
                <a:gd name="T12" fmla="*/ 96 w 99"/>
                <a:gd name="T13" fmla="*/ 0 h 74"/>
                <a:gd name="T14" fmla="*/ 99 w 99"/>
                <a:gd name="T15" fmla="*/ 3 h 74"/>
                <a:gd name="T16" fmla="*/ 99 w 99"/>
                <a:gd name="T17" fmla="*/ 7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" h="74">
                  <a:moveTo>
                    <a:pt x="99" y="71"/>
                  </a:moveTo>
                  <a:cubicBezTo>
                    <a:pt x="99" y="73"/>
                    <a:pt x="97" y="74"/>
                    <a:pt x="96" y="74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2" y="74"/>
                    <a:pt x="0" y="73"/>
                    <a:pt x="0" y="7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7" y="0"/>
                    <a:pt x="99" y="2"/>
                    <a:pt x="99" y="3"/>
                  </a:cubicBezTo>
                  <a:cubicBezTo>
                    <a:pt x="99" y="71"/>
                    <a:pt x="99" y="71"/>
                    <a:pt x="99" y="71"/>
                  </a:cubicBezTo>
                </a:path>
              </a:pathLst>
            </a:custGeom>
            <a:solidFill>
              <a:srgbClr val="FFC2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2580" y="1765"/>
              <a:ext cx="10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2580" y="1765"/>
              <a:ext cx="1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2749" y="1765"/>
              <a:ext cx="2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2597" y="1765"/>
              <a:ext cx="2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2597" y="1765"/>
              <a:ext cx="2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2761" y="1765"/>
              <a:ext cx="9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2557" y="1765"/>
              <a:ext cx="80" cy="185"/>
            </a:xfrm>
            <a:prstGeom prst="rect">
              <a:avLst/>
            </a:prstGeom>
            <a:solidFill>
              <a:srgbClr val="4F7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2637" y="1736"/>
              <a:ext cx="36" cy="34"/>
            </a:xfrm>
            <a:custGeom>
              <a:avLst/>
              <a:gdLst>
                <a:gd name="T0" fmla="*/ 15 w 15"/>
                <a:gd name="T1" fmla="*/ 0 h 14"/>
                <a:gd name="T2" fmla="*/ 6 w 15"/>
                <a:gd name="T3" fmla="*/ 0 h 14"/>
                <a:gd name="T4" fmla="*/ 0 w 15"/>
                <a:gd name="T5" fmla="*/ 6 h 14"/>
                <a:gd name="T6" fmla="*/ 0 w 15"/>
                <a:gd name="T7" fmla="*/ 14 h 14"/>
                <a:gd name="T8" fmla="*/ 5 w 15"/>
                <a:gd name="T9" fmla="*/ 14 h 14"/>
                <a:gd name="T10" fmla="*/ 5 w 15"/>
                <a:gd name="T11" fmla="*/ 6 h 14"/>
                <a:gd name="T12" fmla="*/ 5 w 15"/>
                <a:gd name="T13" fmla="*/ 6 h 14"/>
                <a:gd name="T14" fmla="*/ 6 w 15"/>
                <a:gd name="T15" fmla="*/ 5 h 14"/>
                <a:gd name="T16" fmla="*/ 15 w 15"/>
                <a:gd name="T17" fmla="*/ 5 h 14"/>
                <a:gd name="T18" fmla="*/ 15 w 15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4">
                  <a:moveTo>
                    <a:pt x="15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6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7"/>
            <p:cNvSpPr>
              <a:spLocks noEditPoints="1"/>
            </p:cNvSpPr>
            <p:nvPr/>
          </p:nvSpPr>
          <p:spPr bwMode="auto">
            <a:xfrm>
              <a:off x="2557" y="1770"/>
              <a:ext cx="116" cy="175"/>
            </a:xfrm>
            <a:custGeom>
              <a:avLst/>
              <a:gdLst>
                <a:gd name="T0" fmla="*/ 10 w 49"/>
                <a:gd name="T1" fmla="*/ 0 h 74"/>
                <a:gd name="T2" fmla="*/ 3 w 49"/>
                <a:gd name="T3" fmla="*/ 0 h 74"/>
                <a:gd name="T4" fmla="*/ 0 w 49"/>
                <a:gd name="T5" fmla="*/ 3 h 74"/>
                <a:gd name="T6" fmla="*/ 0 w 49"/>
                <a:gd name="T7" fmla="*/ 71 h 74"/>
                <a:gd name="T8" fmla="*/ 3 w 49"/>
                <a:gd name="T9" fmla="*/ 74 h 74"/>
                <a:gd name="T10" fmla="*/ 10 w 49"/>
                <a:gd name="T11" fmla="*/ 74 h 74"/>
                <a:gd name="T12" fmla="*/ 10 w 49"/>
                <a:gd name="T13" fmla="*/ 0 h 74"/>
                <a:gd name="T14" fmla="*/ 17 w 49"/>
                <a:gd name="T15" fmla="*/ 0 h 74"/>
                <a:gd name="T16" fmla="*/ 14 w 49"/>
                <a:gd name="T17" fmla="*/ 0 h 74"/>
                <a:gd name="T18" fmla="*/ 14 w 49"/>
                <a:gd name="T19" fmla="*/ 74 h 74"/>
                <a:gd name="T20" fmla="*/ 10 w 49"/>
                <a:gd name="T21" fmla="*/ 74 h 74"/>
                <a:gd name="T22" fmla="*/ 14 w 49"/>
                <a:gd name="T23" fmla="*/ 74 h 74"/>
                <a:gd name="T24" fmla="*/ 17 w 49"/>
                <a:gd name="T25" fmla="*/ 74 h 74"/>
                <a:gd name="T26" fmla="*/ 17 w 49"/>
                <a:gd name="T27" fmla="*/ 0 h 74"/>
                <a:gd name="T28" fmla="*/ 49 w 49"/>
                <a:gd name="T29" fmla="*/ 0 h 74"/>
                <a:gd name="T30" fmla="*/ 39 w 49"/>
                <a:gd name="T31" fmla="*/ 0 h 74"/>
                <a:gd name="T32" fmla="*/ 34 w 49"/>
                <a:gd name="T33" fmla="*/ 0 h 74"/>
                <a:gd name="T34" fmla="*/ 18 w 49"/>
                <a:gd name="T35" fmla="*/ 0 h 74"/>
                <a:gd name="T36" fmla="*/ 18 w 49"/>
                <a:gd name="T37" fmla="*/ 74 h 74"/>
                <a:gd name="T38" fmla="*/ 17 w 49"/>
                <a:gd name="T39" fmla="*/ 74 h 74"/>
                <a:gd name="T40" fmla="*/ 18 w 49"/>
                <a:gd name="T41" fmla="*/ 74 h 74"/>
                <a:gd name="T42" fmla="*/ 49 w 49"/>
                <a:gd name="T43" fmla="*/ 74 h 74"/>
                <a:gd name="T44" fmla="*/ 49 w 49"/>
                <a:gd name="T4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" h="74">
                  <a:moveTo>
                    <a:pt x="1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2"/>
                    <a:pt x="0" y="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3"/>
                    <a:pt x="2" y="74"/>
                    <a:pt x="3" y="74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10" y="0"/>
                    <a:pt x="10" y="0"/>
                    <a:pt x="10" y="0"/>
                  </a:cubicBezTo>
                  <a:moveTo>
                    <a:pt x="17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7" y="0"/>
                    <a:pt x="17" y="0"/>
                    <a:pt x="17" y="0"/>
                  </a:cubicBezTo>
                  <a:moveTo>
                    <a:pt x="49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74"/>
                    <a:pt x="18" y="74"/>
                    <a:pt x="18" y="74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8" y="74"/>
                    <a:pt x="18" y="74"/>
                    <a:pt x="18" y="74"/>
                  </a:cubicBezTo>
                  <a:cubicBezTo>
                    <a:pt x="49" y="74"/>
                    <a:pt x="49" y="74"/>
                    <a:pt x="49" y="74"/>
                  </a:cubicBezTo>
                  <a:cubicBezTo>
                    <a:pt x="49" y="0"/>
                    <a:pt x="49" y="0"/>
                    <a:pt x="49" y="0"/>
                  </a:cubicBezTo>
                </a:path>
              </a:pathLst>
            </a:custGeom>
            <a:solidFill>
              <a:srgbClr val="C495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2580" y="1770"/>
              <a:ext cx="10" cy="175"/>
            </a:xfrm>
            <a:prstGeom prst="rect">
              <a:avLst/>
            </a:pr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2580" y="1770"/>
              <a:ext cx="1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2597" y="1770"/>
              <a:ext cx="2" cy="175"/>
            </a:xfrm>
            <a:prstGeom prst="rect">
              <a:avLst/>
            </a:pr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2597" y="1770"/>
              <a:ext cx="2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>
              <a:off x="1506" y="1395"/>
              <a:ext cx="24" cy="31"/>
            </a:xfrm>
            <a:custGeom>
              <a:avLst/>
              <a:gdLst>
                <a:gd name="T0" fmla="*/ 0 w 10"/>
                <a:gd name="T1" fmla="*/ 13 h 13"/>
                <a:gd name="T2" fmla="*/ 6 w 10"/>
                <a:gd name="T3" fmla="*/ 13 h 13"/>
                <a:gd name="T4" fmla="*/ 10 w 10"/>
                <a:gd name="T5" fmla="*/ 5 h 13"/>
                <a:gd name="T6" fmla="*/ 7 w 10"/>
                <a:gd name="T7" fmla="*/ 0 h 13"/>
                <a:gd name="T8" fmla="*/ 0 w 10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3">
                  <a:moveTo>
                    <a:pt x="0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6" y="10"/>
                    <a:pt x="7" y="7"/>
                    <a:pt x="10" y="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3"/>
                    <a:pt x="0" y="8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auto">
            <a:xfrm>
              <a:off x="1483" y="1374"/>
              <a:ext cx="35" cy="54"/>
            </a:xfrm>
            <a:custGeom>
              <a:avLst/>
              <a:gdLst>
                <a:gd name="T0" fmla="*/ 0 w 15"/>
                <a:gd name="T1" fmla="*/ 23 h 23"/>
                <a:gd name="T2" fmla="*/ 6 w 15"/>
                <a:gd name="T3" fmla="*/ 22 h 23"/>
                <a:gd name="T4" fmla="*/ 15 w 15"/>
                <a:gd name="T5" fmla="*/ 5 h 23"/>
                <a:gd name="T6" fmla="*/ 13 w 15"/>
                <a:gd name="T7" fmla="*/ 0 h 23"/>
                <a:gd name="T8" fmla="*/ 0 w 15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3">
                  <a:moveTo>
                    <a:pt x="0" y="23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5" y="15"/>
                    <a:pt x="9" y="8"/>
                    <a:pt x="15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4"/>
                    <a:pt x="0" y="13"/>
                    <a:pt x="0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auto">
            <a:xfrm>
              <a:off x="1454" y="1347"/>
              <a:ext cx="50" cy="79"/>
            </a:xfrm>
            <a:custGeom>
              <a:avLst/>
              <a:gdLst>
                <a:gd name="T0" fmla="*/ 21 w 21"/>
                <a:gd name="T1" fmla="*/ 5 h 33"/>
                <a:gd name="T2" fmla="*/ 19 w 21"/>
                <a:gd name="T3" fmla="*/ 0 h 33"/>
                <a:gd name="T4" fmla="*/ 0 w 21"/>
                <a:gd name="T5" fmla="*/ 33 h 33"/>
                <a:gd name="T6" fmla="*/ 6 w 21"/>
                <a:gd name="T7" fmla="*/ 32 h 33"/>
                <a:gd name="T8" fmla="*/ 21 w 21"/>
                <a:gd name="T9" fmla="*/ 5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33">
                  <a:moveTo>
                    <a:pt x="21" y="5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7" y="6"/>
                    <a:pt x="0" y="19"/>
                    <a:pt x="0" y="33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21"/>
                    <a:pt x="12" y="10"/>
                    <a:pt x="2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auto">
            <a:xfrm>
              <a:off x="1594" y="1395"/>
              <a:ext cx="24" cy="31"/>
            </a:xfrm>
            <a:custGeom>
              <a:avLst/>
              <a:gdLst>
                <a:gd name="T0" fmla="*/ 4 w 10"/>
                <a:gd name="T1" fmla="*/ 13 h 13"/>
                <a:gd name="T2" fmla="*/ 10 w 10"/>
                <a:gd name="T3" fmla="*/ 13 h 13"/>
                <a:gd name="T4" fmla="*/ 3 w 10"/>
                <a:gd name="T5" fmla="*/ 0 h 13"/>
                <a:gd name="T6" fmla="*/ 0 w 10"/>
                <a:gd name="T7" fmla="*/ 5 h 13"/>
                <a:gd name="T8" fmla="*/ 4 w 10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3">
                  <a:moveTo>
                    <a:pt x="4" y="13"/>
                  </a:moveTo>
                  <a:cubicBezTo>
                    <a:pt x="10" y="13"/>
                    <a:pt x="10" y="13"/>
                    <a:pt x="10" y="13"/>
                  </a:cubicBezTo>
                  <a:cubicBezTo>
                    <a:pt x="10" y="8"/>
                    <a:pt x="7" y="3"/>
                    <a:pt x="3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7"/>
                    <a:pt x="4" y="10"/>
                    <a:pt x="4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1606" y="1374"/>
              <a:ext cx="36" cy="54"/>
            </a:xfrm>
            <a:custGeom>
              <a:avLst/>
              <a:gdLst>
                <a:gd name="T0" fmla="*/ 9 w 15"/>
                <a:gd name="T1" fmla="*/ 22 h 23"/>
                <a:gd name="T2" fmla="*/ 15 w 15"/>
                <a:gd name="T3" fmla="*/ 23 h 23"/>
                <a:gd name="T4" fmla="*/ 2 w 15"/>
                <a:gd name="T5" fmla="*/ 0 h 23"/>
                <a:gd name="T6" fmla="*/ 0 w 15"/>
                <a:gd name="T7" fmla="*/ 5 h 23"/>
                <a:gd name="T8" fmla="*/ 9 w 15"/>
                <a:gd name="T9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3">
                  <a:moveTo>
                    <a:pt x="9" y="22"/>
                  </a:moveTo>
                  <a:cubicBezTo>
                    <a:pt x="15" y="23"/>
                    <a:pt x="15" y="23"/>
                    <a:pt x="15" y="23"/>
                  </a:cubicBezTo>
                  <a:cubicBezTo>
                    <a:pt x="15" y="13"/>
                    <a:pt x="10" y="4"/>
                    <a:pt x="2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8"/>
                    <a:pt x="10" y="15"/>
                    <a:pt x="9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auto">
            <a:xfrm>
              <a:off x="1618" y="1347"/>
              <a:ext cx="52" cy="79"/>
            </a:xfrm>
            <a:custGeom>
              <a:avLst/>
              <a:gdLst>
                <a:gd name="T0" fmla="*/ 16 w 22"/>
                <a:gd name="T1" fmla="*/ 32 h 33"/>
                <a:gd name="T2" fmla="*/ 22 w 22"/>
                <a:gd name="T3" fmla="*/ 33 h 33"/>
                <a:gd name="T4" fmla="*/ 3 w 22"/>
                <a:gd name="T5" fmla="*/ 0 h 33"/>
                <a:gd name="T6" fmla="*/ 0 w 22"/>
                <a:gd name="T7" fmla="*/ 5 h 33"/>
                <a:gd name="T8" fmla="*/ 16 w 22"/>
                <a:gd name="T9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3">
                  <a:moveTo>
                    <a:pt x="16" y="32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2" y="19"/>
                    <a:pt x="14" y="6"/>
                    <a:pt x="3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0" y="10"/>
                    <a:pt x="16" y="21"/>
                    <a:pt x="16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auto">
            <a:xfrm>
              <a:off x="1395" y="1407"/>
              <a:ext cx="334" cy="161"/>
            </a:xfrm>
            <a:custGeom>
              <a:avLst/>
              <a:gdLst>
                <a:gd name="T0" fmla="*/ 131 w 141"/>
                <a:gd name="T1" fmla="*/ 58 h 68"/>
                <a:gd name="T2" fmla="*/ 119 w 141"/>
                <a:gd name="T3" fmla="*/ 55 h 68"/>
                <a:gd name="T4" fmla="*/ 109 w 141"/>
                <a:gd name="T5" fmla="*/ 44 h 68"/>
                <a:gd name="T6" fmla="*/ 77 w 141"/>
                <a:gd name="T7" fmla="*/ 12 h 68"/>
                <a:gd name="T8" fmla="*/ 77 w 141"/>
                <a:gd name="T9" fmla="*/ 4 h 68"/>
                <a:gd name="T10" fmla="*/ 70 w 141"/>
                <a:gd name="T11" fmla="*/ 0 h 68"/>
                <a:gd name="T12" fmla="*/ 70 w 141"/>
                <a:gd name="T13" fmla="*/ 0 h 68"/>
                <a:gd name="T14" fmla="*/ 63 w 141"/>
                <a:gd name="T15" fmla="*/ 4 h 68"/>
                <a:gd name="T16" fmla="*/ 63 w 141"/>
                <a:gd name="T17" fmla="*/ 12 h 68"/>
                <a:gd name="T18" fmla="*/ 30 w 141"/>
                <a:gd name="T19" fmla="*/ 44 h 68"/>
                <a:gd name="T20" fmla="*/ 31 w 141"/>
                <a:gd name="T21" fmla="*/ 44 h 68"/>
                <a:gd name="T22" fmla="*/ 21 w 141"/>
                <a:gd name="T23" fmla="*/ 55 h 68"/>
                <a:gd name="T24" fmla="*/ 10 w 141"/>
                <a:gd name="T25" fmla="*/ 58 h 68"/>
                <a:gd name="T26" fmla="*/ 8 w 141"/>
                <a:gd name="T27" fmla="*/ 67 h 68"/>
                <a:gd name="T28" fmla="*/ 70 w 141"/>
                <a:gd name="T29" fmla="*/ 67 h 68"/>
                <a:gd name="T30" fmla="*/ 133 w 141"/>
                <a:gd name="T31" fmla="*/ 67 h 68"/>
                <a:gd name="T32" fmla="*/ 131 w 141"/>
                <a:gd name="T33" fmla="*/ 5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1" h="68">
                  <a:moveTo>
                    <a:pt x="131" y="58"/>
                  </a:moveTo>
                  <a:cubicBezTo>
                    <a:pt x="129" y="57"/>
                    <a:pt x="120" y="56"/>
                    <a:pt x="119" y="55"/>
                  </a:cubicBezTo>
                  <a:cubicBezTo>
                    <a:pt x="118" y="54"/>
                    <a:pt x="109" y="44"/>
                    <a:pt x="109" y="44"/>
                  </a:cubicBezTo>
                  <a:cubicBezTo>
                    <a:pt x="106" y="25"/>
                    <a:pt x="93" y="16"/>
                    <a:pt x="77" y="12"/>
                  </a:cubicBezTo>
                  <a:cubicBezTo>
                    <a:pt x="77" y="12"/>
                    <a:pt x="77" y="5"/>
                    <a:pt x="77" y="4"/>
                  </a:cubicBezTo>
                  <a:cubicBezTo>
                    <a:pt x="77" y="2"/>
                    <a:pt x="74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6" y="0"/>
                    <a:pt x="63" y="2"/>
                    <a:pt x="63" y="4"/>
                  </a:cubicBezTo>
                  <a:cubicBezTo>
                    <a:pt x="63" y="5"/>
                    <a:pt x="63" y="12"/>
                    <a:pt x="63" y="12"/>
                  </a:cubicBezTo>
                  <a:cubicBezTo>
                    <a:pt x="50" y="14"/>
                    <a:pt x="34" y="25"/>
                    <a:pt x="30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4"/>
                    <a:pt x="23" y="54"/>
                    <a:pt x="21" y="55"/>
                  </a:cubicBezTo>
                  <a:cubicBezTo>
                    <a:pt x="21" y="56"/>
                    <a:pt x="12" y="57"/>
                    <a:pt x="10" y="58"/>
                  </a:cubicBezTo>
                  <a:cubicBezTo>
                    <a:pt x="6" y="62"/>
                    <a:pt x="0" y="68"/>
                    <a:pt x="8" y="67"/>
                  </a:cubicBezTo>
                  <a:cubicBezTo>
                    <a:pt x="9" y="67"/>
                    <a:pt x="37" y="67"/>
                    <a:pt x="70" y="67"/>
                  </a:cubicBezTo>
                  <a:cubicBezTo>
                    <a:pt x="104" y="67"/>
                    <a:pt x="132" y="67"/>
                    <a:pt x="133" y="67"/>
                  </a:cubicBezTo>
                  <a:cubicBezTo>
                    <a:pt x="141" y="68"/>
                    <a:pt x="135" y="62"/>
                    <a:pt x="131" y="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9"/>
            <p:cNvSpPr>
              <a:spLocks/>
            </p:cNvSpPr>
            <p:nvPr/>
          </p:nvSpPr>
          <p:spPr bwMode="auto">
            <a:xfrm>
              <a:off x="1561" y="1404"/>
              <a:ext cx="95" cy="107"/>
            </a:xfrm>
            <a:custGeom>
              <a:avLst/>
              <a:gdLst>
                <a:gd name="T0" fmla="*/ 7 w 40"/>
                <a:gd name="T1" fmla="*/ 12 h 45"/>
                <a:gd name="T2" fmla="*/ 7 w 40"/>
                <a:gd name="T3" fmla="*/ 5 h 45"/>
                <a:gd name="T4" fmla="*/ 0 w 40"/>
                <a:gd name="T5" fmla="*/ 0 h 45"/>
                <a:gd name="T6" fmla="*/ 0 w 40"/>
                <a:gd name="T7" fmla="*/ 18 h 45"/>
                <a:gd name="T8" fmla="*/ 13 w 40"/>
                <a:gd name="T9" fmla="*/ 20 h 45"/>
                <a:gd name="T10" fmla="*/ 28 w 40"/>
                <a:gd name="T11" fmla="*/ 28 h 45"/>
                <a:gd name="T12" fmla="*/ 13 w 40"/>
                <a:gd name="T13" fmla="*/ 22 h 45"/>
                <a:gd name="T14" fmla="*/ 0 w 40"/>
                <a:gd name="T15" fmla="*/ 21 h 45"/>
                <a:gd name="T16" fmla="*/ 0 w 40"/>
                <a:gd name="T17" fmla="*/ 45 h 45"/>
                <a:gd name="T18" fmla="*/ 40 w 40"/>
                <a:gd name="T19" fmla="*/ 45 h 45"/>
                <a:gd name="T20" fmla="*/ 7 w 40"/>
                <a:gd name="T21" fmla="*/ 1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5">
                  <a:moveTo>
                    <a:pt x="7" y="12"/>
                  </a:moveTo>
                  <a:cubicBezTo>
                    <a:pt x="7" y="12"/>
                    <a:pt x="7" y="6"/>
                    <a:pt x="7" y="5"/>
                  </a:cubicBezTo>
                  <a:cubicBezTo>
                    <a:pt x="7" y="2"/>
                    <a:pt x="4" y="0"/>
                    <a:pt x="0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5" y="18"/>
                    <a:pt x="9" y="18"/>
                    <a:pt x="13" y="20"/>
                  </a:cubicBezTo>
                  <a:cubicBezTo>
                    <a:pt x="18" y="21"/>
                    <a:pt x="24" y="24"/>
                    <a:pt x="28" y="28"/>
                  </a:cubicBezTo>
                  <a:cubicBezTo>
                    <a:pt x="23" y="26"/>
                    <a:pt x="18" y="23"/>
                    <a:pt x="13" y="22"/>
                  </a:cubicBezTo>
                  <a:cubicBezTo>
                    <a:pt x="9" y="21"/>
                    <a:pt x="5" y="21"/>
                    <a:pt x="0" y="21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36" y="26"/>
                    <a:pt x="23" y="17"/>
                    <a:pt x="7" y="12"/>
                  </a:cubicBezTo>
                  <a:close/>
                </a:path>
              </a:pathLst>
            </a:custGeom>
            <a:solidFill>
              <a:srgbClr val="FFE1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1466" y="1404"/>
              <a:ext cx="95" cy="107"/>
            </a:xfrm>
            <a:custGeom>
              <a:avLst/>
              <a:gdLst>
                <a:gd name="T0" fmla="*/ 40 w 40"/>
                <a:gd name="T1" fmla="*/ 21 h 45"/>
                <a:gd name="T2" fmla="*/ 28 w 40"/>
                <a:gd name="T3" fmla="*/ 22 h 45"/>
                <a:gd name="T4" fmla="*/ 13 w 40"/>
                <a:gd name="T5" fmla="*/ 28 h 45"/>
                <a:gd name="T6" fmla="*/ 28 w 40"/>
                <a:gd name="T7" fmla="*/ 20 h 45"/>
                <a:gd name="T8" fmla="*/ 40 w 40"/>
                <a:gd name="T9" fmla="*/ 18 h 45"/>
                <a:gd name="T10" fmla="*/ 40 w 40"/>
                <a:gd name="T11" fmla="*/ 18 h 45"/>
                <a:gd name="T12" fmla="*/ 40 w 40"/>
                <a:gd name="T13" fmla="*/ 0 h 45"/>
                <a:gd name="T14" fmla="*/ 40 w 40"/>
                <a:gd name="T15" fmla="*/ 0 h 45"/>
                <a:gd name="T16" fmla="*/ 33 w 40"/>
                <a:gd name="T17" fmla="*/ 5 h 45"/>
                <a:gd name="T18" fmla="*/ 33 w 40"/>
                <a:gd name="T19" fmla="*/ 12 h 45"/>
                <a:gd name="T20" fmla="*/ 0 w 40"/>
                <a:gd name="T21" fmla="*/ 45 h 45"/>
                <a:gd name="T22" fmla="*/ 40 w 40"/>
                <a:gd name="T23" fmla="*/ 45 h 45"/>
                <a:gd name="T24" fmla="*/ 40 w 40"/>
                <a:gd name="T25" fmla="*/ 2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45">
                  <a:moveTo>
                    <a:pt x="40" y="21"/>
                  </a:moveTo>
                  <a:cubicBezTo>
                    <a:pt x="36" y="21"/>
                    <a:pt x="32" y="21"/>
                    <a:pt x="28" y="22"/>
                  </a:cubicBezTo>
                  <a:cubicBezTo>
                    <a:pt x="23" y="23"/>
                    <a:pt x="17" y="26"/>
                    <a:pt x="13" y="28"/>
                  </a:cubicBezTo>
                  <a:cubicBezTo>
                    <a:pt x="17" y="24"/>
                    <a:pt x="22" y="21"/>
                    <a:pt x="28" y="20"/>
                  </a:cubicBezTo>
                  <a:cubicBezTo>
                    <a:pt x="32" y="18"/>
                    <a:pt x="36" y="18"/>
                    <a:pt x="40" y="18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6" y="0"/>
                    <a:pt x="33" y="2"/>
                    <a:pt x="33" y="5"/>
                  </a:cubicBezTo>
                  <a:cubicBezTo>
                    <a:pt x="33" y="6"/>
                    <a:pt x="33" y="12"/>
                    <a:pt x="33" y="12"/>
                  </a:cubicBezTo>
                  <a:cubicBezTo>
                    <a:pt x="20" y="14"/>
                    <a:pt x="4" y="26"/>
                    <a:pt x="0" y="45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21"/>
                    <a:pt x="40" y="21"/>
                    <a:pt x="40" y="21"/>
                  </a:cubicBezTo>
                  <a:close/>
                </a:path>
              </a:pathLst>
            </a:custGeom>
            <a:solidFill>
              <a:srgbClr val="FFC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1393" y="1518"/>
              <a:ext cx="168" cy="52"/>
            </a:xfrm>
            <a:custGeom>
              <a:avLst/>
              <a:gdLst>
                <a:gd name="T0" fmla="*/ 31 w 71"/>
                <a:gd name="T1" fmla="*/ 0 h 22"/>
                <a:gd name="T2" fmla="*/ 22 w 71"/>
                <a:gd name="T3" fmla="*/ 8 h 22"/>
                <a:gd name="T4" fmla="*/ 11 w 71"/>
                <a:gd name="T5" fmla="*/ 11 h 22"/>
                <a:gd name="T6" fmla="*/ 9 w 71"/>
                <a:gd name="T7" fmla="*/ 21 h 22"/>
                <a:gd name="T8" fmla="*/ 71 w 71"/>
                <a:gd name="T9" fmla="*/ 22 h 22"/>
                <a:gd name="T10" fmla="*/ 71 w 71"/>
                <a:gd name="T11" fmla="*/ 0 h 22"/>
                <a:gd name="T12" fmla="*/ 31 w 7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22">
                  <a:moveTo>
                    <a:pt x="31" y="0"/>
                  </a:moveTo>
                  <a:cubicBezTo>
                    <a:pt x="27" y="0"/>
                    <a:pt x="23" y="8"/>
                    <a:pt x="22" y="8"/>
                  </a:cubicBezTo>
                  <a:cubicBezTo>
                    <a:pt x="22" y="9"/>
                    <a:pt x="12" y="10"/>
                    <a:pt x="11" y="11"/>
                  </a:cubicBezTo>
                  <a:cubicBezTo>
                    <a:pt x="6" y="15"/>
                    <a:pt x="0" y="22"/>
                    <a:pt x="9" y="21"/>
                  </a:cubicBezTo>
                  <a:cubicBezTo>
                    <a:pt x="9" y="22"/>
                    <a:pt x="37" y="22"/>
                    <a:pt x="71" y="22"/>
                  </a:cubicBezTo>
                  <a:cubicBezTo>
                    <a:pt x="71" y="0"/>
                    <a:pt x="71" y="0"/>
                    <a:pt x="71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FFC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auto">
            <a:xfrm>
              <a:off x="1561" y="1518"/>
              <a:ext cx="171" cy="52"/>
            </a:xfrm>
            <a:custGeom>
              <a:avLst/>
              <a:gdLst>
                <a:gd name="T0" fmla="*/ 61 w 72"/>
                <a:gd name="T1" fmla="*/ 11 h 22"/>
                <a:gd name="T2" fmla="*/ 50 w 72"/>
                <a:gd name="T3" fmla="*/ 8 h 22"/>
                <a:gd name="T4" fmla="*/ 41 w 72"/>
                <a:gd name="T5" fmla="*/ 0 h 22"/>
                <a:gd name="T6" fmla="*/ 0 w 72"/>
                <a:gd name="T7" fmla="*/ 0 h 22"/>
                <a:gd name="T8" fmla="*/ 0 w 72"/>
                <a:gd name="T9" fmla="*/ 22 h 22"/>
                <a:gd name="T10" fmla="*/ 63 w 72"/>
                <a:gd name="T11" fmla="*/ 21 h 22"/>
                <a:gd name="T12" fmla="*/ 61 w 7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22">
                  <a:moveTo>
                    <a:pt x="61" y="11"/>
                  </a:moveTo>
                  <a:cubicBezTo>
                    <a:pt x="60" y="10"/>
                    <a:pt x="50" y="9"/>
                    <a:pt x="50" y="8"/>
                  </a:cubicBezTo>
                  <a:cubicBezTo>
                    <a:pt x="49" y="8"/>
                    <a:pt x="44" y="0"/>
                    <a:pt x="4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4" y="22"/>
                    <a:pt x="62" y="22"/>
                    <a:pt x="63" y="21"/>
                  </a:cubicBezTo>
                  <a:cubicBezTo>
                    <a:pt x="72" y="22"/>
                    <a:pt x="66" y="15"/>
                    <a:pt x="61" y="11"/>
                  </a:cubicBezTo>
                  <a:close/>
                </a:path>
              </a:pathLst>
            </a:custGeom>
            <a:solidFill>
              <a:srgbClr val="FFE1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>
              <a:off x="2180" y="1253"/>
              <a:ext cx="211" cy="116"/>
            </a:xfrm>
            <a:custGeom>
              <a:avLst/>
              <a:gdLst>
                <a:gd name="T0" fmla="*/ 89 w 89"/>
                <a:gd name="T1" fmla="*/ 46 h 49"/>
                <a:gd name="T2" fmla="*/ 55 w 89"/>
                <a:gd name="T3" fmla="*/ 26 h 49"/>
                <a:gd name="T4" fmla="*/ 46 w 89"/>
                <a:gd name="T5" fmla="*/ 23 h 49"/>
                <a:gd name="T6" fmla="*/ 50 w 89"/>
                <a:gd name="T7" fmla="*/ 17 h 49"/>
                <a:gd name="T8" fmla="*/ 54 w 89"/>
                <a:gd name="T9" fmla="*/ 10 h 49"/>
                <a:gd name="T10" fmla="*/ 49 w 89"/>
                <a:gd name="T11" fmla="*/ 0 h 49"/>
                <a:gd name="T12" fmla="*/ 45 w 89"/>
                <a:gd name="T13" fmla="*/ 0 h 49"/>
                <a:gd name="T14" fmla="*/ 39 w 89"/>
                <a:gd name="T15" fmla="*/ 2 h 49"/>
                <a:gd name="T16" fmla="*/ 37 w 89"/>
                <a:gd name="T17" fmla="*/ 11 h 49"/>
                <a:gd name="T18" fmla="*/ 39 w 89"/>
                <a:gd name="T19" fmla="*/ 12 h 49"/>
                <a:gd name="T20" fmla="*/ 40 w 89"/>
                <a:gd name="T21" fmla="*/ 9 h 49"/>
                <a:gd name="T22" fmla="*/ 41 w 89"/>
                <a:gd name="T23" fmla="*/ 5 h 49"/>
                <a:gd name="T24" fmla="*/ 47 w 89"/>
                <a:gd name="T25" fmla="*/ 4 h 49"/>
                <a:gd name="T26" fmla="*/ 50 w 89"/>
                <a:gd name="T27" fmla="*/ 10 h 49"/>
                <a:gd name="T28" fmla="*/ 47 w 89"/>
                <a:gd name="T29" fmla="*/ 14 h 49"/>
                <a:gd name="T30" fmla="*/ 42 w 89"/>
                <a:gd name="T31" fmla="*/ 23 h 49"/>
                <a:gd name="T32" fmla="*/ 34 w 89"/>
                <a:gd name="T33" fmla="*/ 27 h 49"/>
                <a:gd name="T34" fmla="*/ 0 w 89"/>
                <a:gd name="T35" fmla="*/ 46 h 49"/>
                <a:gd name="T36" fmla="*/ 1 w 89"/>
                <a:gd name="T37" fmla="*/ 48 h 49"/>
                <a:gd name="T38" fmla="*/ 17 w 89"/>
                <a:gd name="T39" fmla="*/ 49 h 49"/>
                <a:gd name="T40" fmla="*/ 17 w 89"/>
                <a:gd name="T41" fmla="*/ 45 h 49"/>
                <a:gd name="T42" fmla="*/ 7 w 89"/>
                <a:gd name="T43" fmla="*/ 45 h 49"/>
                <a:gd name="T44" fmla="*/ 34 w 89"/>
                <a:gd name="T45" fmla="*/ 31 h 49"/>
                <a:gd name="T46" fmla="*/ 44 w 89"/>
                <a:gd name="T47" fmla="*/ 27 h 49"/>
                <a:gd name="T48" fmla="*/ 56 w 89"/>
                <a:gd name="T49" fmla="*/ 31 h 49"/>
                <a:gd name="T50" fmla="*/ 83 w 89"/>
                <a:gd name="T51" fmla="*/ 45 h 49"/>
                <a:gd name="T52" fmla="*/ 74 w 89"/>
                <a:gd name="T53" fmla="*/ 45 h 49"/>
                <a:gd name="T54" fmla="*/ 74 w 89"/>
                <a:gd name="T55" fmla="*/ 49 h 49"/>
                <a:gd name="T56" fmla="*/ 89 w 89"/>
                <a:gd name="T57" fmla="*/ 48 h 49"/>
                <a:gd name="T58" fmla="*/ 89 w 89"/>
                <a:gd name="T59" fmla="*/ 4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9" h="49">
                  <a:moveTo>
                    <a:pt x="89" y="46"/>
                  </a:moveTo>
                  <a:cubicBezTo>
                    <a:pt x="89" y="40"/>
                    <a:pt x="69" y="32"/>
                    <a:pt x="55" y="26"/>
                  </a:cubicBezTo>
                  <a:cubicBezTo>
                    <a:pt x="51" y="25"/>
                    <a:pt x="49" y="24"/>
                    <a:pt x="46" y="23"/>
                  </a:cubicBezTo>
                  <a:cubicBezTo>
                    <a:pt x="47" y="20"/>
                    <a:pt x="48" y="19"/>
                    <a:pt x="50" y="17"/>
                  </a:cubicBezTo>
                  <a:cubicBezTo>
                    <a:pt x="52" y="16"/>
                    <a:pt x="54" y="14"/>
                    <a:pt x="54" y="10"/>
                  </a:cubicBezTo>
                  <a:cubicBezTo>
                    <a:pt x="54" y="4"/>
                    <a:pt x="51" y="1"/>
                    <a:pt x="49" y="0"/>
                  </a:cubicBezTo>
                  <a:cubicBezTo>
                    <a:pt x="48" y="0"/>
                    <a:pt x="47" y="0"/>
                    <a:pt x="45" y="0"/>
                  </a:cubicBezTo>
                  <a:cubicBezTo>
                    <a:pt x="43" y="0"/>
                    <a:pt x="40" y="0"/>
                    <a:pt x="39" y="2"/>
                  </a:cubicBezTo>
                  <a:cubicBezTo>
                    <a:pt x="36" y="4"/>
                    <a:pt x="35" y="7"/>
                    <a:pt x="37" y="11"/>
                  </a:cubicBezTo>
                  <a:cubicBezTo>
                    <a:pt x="37" y="12"/>
                    <a:pt x="38" y="12"/>
                    <a:pt x="39" y="12"/>
                  </a:cubicBezTo>
                  <a:cubicBezTo>
                    <a:pt x="40" y="12"/>
                    <a:pt x="41" y="10"/>
                    <a:pt x="40" y="9"/>
                  </a:cubicBezTo>
                  <a:cubicBezTo>
                    <a:pt x="40" y="8"/>
                    <a:pt x="40" y="6"/>
                    <a:pt x="41" y="5"/>
                  </a:cubicBezTo>
                  <a:cubicBezTo>
                    <a:pt x="43" y="4"/>
                    <a:pt x="45" y="3"/>
                    <a:pt x="47" y="4"/>
                  </a:cubicBezTo>
                  <a:cubicBezTo>
                    <a:pt x="50" y="5"/>
                    <a:pt x="50" y="8"/>
                    <a:pt x="50" y="10"/>
                  </a:cubicBezTo>
                  <a:cubicBezTo>
                    <a:pt x="50" y="12"/>
                    <a:pt x="49" y="13"/>
                    <a:pt x="47" y="14"/>
                  </a:cubicBezTo>
                  <a:cubicBezTo>
                    <a:pt x="45" y="16"/>
                    <a:pt x="43" y="18"/>
                    <a:pt x="42" y="23"/>
                  </a:cubicBezTo>
                  <a:cubicBezTo>
                    <a:pt x="40" y="24"/>
                    <a:pt x="37" y="25"/>
                    <a:pt x="34" y="27"/>
                  </a:cubicBezTo>
                  <a:cubicBezTo>
                    <a:pt x="19" y="32"/>
                    <a:pt x="0" y="40"/>
                    <a:pt x="0" y="46"/>
                  </a:cubicBezTo>
                  <a:cubicBezTo>
                    <a:pt x="0" y="47"/>
                    <a:pt x="0" y="47"/>
                    <a:pt x="1" y="48"/>
                  </a:cubicBezTo>
                  <a:cubicBezTo>
                    <a:pt x="1" y="48"/>
                    <a:pt x="4" y="49"/>
                    <a:pt x="17" y="49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12" y="45"/>
                    <a:pt x="8" y="45"/>
                    <a:pt x="7" y="45"/>
                  </a:cubicBezTo>
                  <a:cubicBezTo>
                    <a:pt x="10" y="42"/>
                    <a:pt x="21" y="37"/>
                    <a:pt x="34" y="31"/>
                  </a:cubicBezTo>
                  <a:cubicBezTo>
                    <a:pt x="37" y="30"/>
                    <a:pt x="41" y="28"/>
                    <a:pt x="44" y="27"/>
                  </a:cubicBezTo>
                  <a:cubicBezTo>
                    <a:pt x="48" y="28"/>
                    <a:pt x="52" y="30"/>
                    <a:pt x="56" y="31"/>
                  </a:cubicBezTo>
                  <a:cubicBezTo>
                    <a:pt x="68" y="37"/>
                    <a:pt x="80" y="42"/>
                    <a:pt x="83" y="45"/>
                  </a:cubicBezTo>
                  <a:cubicBezTo>
                    <a:pt x="81" y="45"/>
                    <a:pt x="78" y="45"/>
                    <a:pt x="74" y="45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86" y="49"/>
                    <a:pt x="88" y="48"/>
                    <a:pt x="89" y="48"/>
                  </a:cubicBezTo>
                  <a:cubicBezTo>
                    <a:pt x="89" y="47"/>
                    <a:pt x="89" y="47"/>
                    <a:pt x="89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auto">
            <a:xfrm>
              <a:off x="2305" y="1350"/>
              <a:ext cx="48" cy="135"/>
            </a:xfrm>
            <a:custGeom>
              <a:avLst/>
              <a:gdLst>
                <a:gd name="T0" fmla="*/ 13 w 20"/>
                <a:gd name="T1" fmla="*/ 0 h 57"/>
                <a:gd name="T2" fmla="*/ 0 w 20"/>
                <a:gd name="T3" fmla="*/ 0 h 57"/>
                <a:gd name="T4" fmla="*/ 1 w 20"/>
                <a:gd name="T5" fmla="*/ 4 h 57"/>
                <a:gd name="T6" fmla="*/ 1 w 20"/>
                <a:gd name="T7" fmla="*/ 4 h 57"/>
                <a:gd name="T8" fmla="*/ 1 w 20"/>
                <a:gd name="T9" fmla="*/ 8 h 57"/>
                <a:gd name="T10" fmla="*/ 1 w 20"/>
                <a:gd name="T11" fmla="*/ 57 h 57"/>
                <a:gd name="T12" fmla="*/ 13 w 20"/>
                <a:gd name="T13" fmla="*/ 57 h 57"/>
                <a:gd name="T14" fmla="*/ 20 w 20"/>
                <a:gd name="T15" fmla="*/ 52 h 57"/>
                <a:gd name="T16" fmla="*/ 20 w 20"/>
                <a:gd name="T17" fmla="*/ 8 h 57"/>
                <a:gd name="T18" fmla="*/ 20 w 20"/>
                <a:gd name="T19" fmla="*/ 4 h 57"/>
                <a:gd name="T20" fmla="*/ 20 w 20"/>
                <a:gd name="T21" fmla="*/ 4 h 57"/>
                <a:gd name="T22" fmla="*/ 13 w 20"/>
                <a:gd name="T2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57">
                  <a:moveTo>
                    <a:pt x="1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3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7" y="57"/>
                    <a:pt x="20" y="54"/>
                    <a:pt x="20" y="52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2"/>
                    <a:pt x="17" y="0"/>
                    <a:pt x="13" y="0"/>
                  </a:cubicBezTo>
                  <a:close/>
                </a:path>
              </a:pathLst>
            </a:custGeom>
            <a:solidFill>
              <a:srgbClr val="1C6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auto">
            <a:xfrm>
              <a:off x="2222" y="1350"/>
              <a:ext cx="81" cy="159"/>
            </a:xfrm>
            <a:custGeom>
              <a:avLst/>
              <a:gdLst>
                <a:gd name="T0" fmla="*/ 29 w 34"/>
                <a:gd name="T1" fmla="*/ 0 h 67"/>
                <a:gd name="T2" fmla="*/ 23 w 34"/>
                <a:gd name="T3" fmla="*/ 0 h 67"/>
                <a:gd name="T4" fmla="*/ 6 w 34"/>
                <a:gd name="T5" fmla="*/ 0 h 67"/>
                <a:gd name="T6" fmla="*/ 0 w 34"/>
                <a:gd name="T7" fmla="*/ 4 h 67"/>
                <a:gd name="T8" fmla="*/ 0 w 34"/>
                <a:gd name="T9" fmla="*/ 4 h 67"/>
                <a:gd name="T10" fmla="*/ 0 w 34"/>
                <a:gd name="T11" fmla="*/ 8 h 67"/>
                <a:gd name="T12" fmla="*/ 0 w 34"/>
                <a:gd name="T13" fmla="*/ 62 h 67"/>
                <a:gd name="T14" fmla="*/ 6 w 34"/>
                <a:gd name="T15" fmla="*/ 67 h 67"/>
                <a:gd name="T16" fmla="*/ 29 w 34"/>
                <a:gd name="T17" fmla="*/ 67 h 67"/>
                <a:gd name="T18" fmla="*/ 34 w 34"/>
                <a:gd name="T19" fmla="*/ 62 h 67"/>
                <a:gd name="T20" fmla="*/ 34 w 34"/>
                <a:gd name="T21" fmla="*/ 57 h 67"/>
                <a:gd name="T22" fmla="*/ 34 w 34"/>
                <a:gd name="T23" fmla="*/ 8 h 67"/>
                <a:gd name="T24" fmla="*/ 34 w 34"/>
                <a:gd name="T25" fmla="*/ 4 h 67"/>
                <a:gd name="T26" fmla="*/ 34 w 34"/>
                <a:gd name="T27" fmla="*/ 4 h 67"/>
                <a:gd name="T28" fmla="*/ 29 w 34"/>
                <a:gd name="T2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" h="67">
                  <a:moveTo>
                    <a:pt x="29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1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4"/>
                    <a:pt x="3" y="67"/>
                    <a:pt x="6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32" y="67"/>
                    <a:pt x="34" y="64"/>
                    <a:pt x="34" y="62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1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164D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6"/>
            <p:cNvSpPr>
              <a:spLocks noEditPoints="1"/>
            </p:cNvSpPr>
            <p:nvPr/>
          </p:nvSpPr>
          <p:spPr bwMode="auto">
            <a:xfrm>
              <a:off x="1291" y="2253"/>
              <a:ext cx="49" cy="100"/>
            </a:xfrm>
            <a:custGeom>
              <a:avLst/>
              <a:gdLst>
                <a:gd name="T0" fmla="*/ 8 w 21"/>
                <a:gd name="T1" fmla="*/ 42 h 42"/>
                <a:gd name="T2" fmla="*/ 15 w 21"/>
                <a:gd name="T3" fmla="*/ 1 h 42"/>
                <a:gd name="T4" fmla="*/ 18 w 21"/>
                <a:gd name="T5" fmla="*/ 1 h 42"/>
                <a:gd name="T6" fmla="*/ 20 w 21"/>
                <a:gd name="T7" fmla="*/ 2 h 42"/>
                <a:gd name="T8" fmla="*/ 18 w 21"/>
                <a:gd name="T9" fmla="*/ 6 h 42"/>
                <a:gd name="T10" fmla="*/ 10 w 21"/>
                <a:gd name="T11" fmla="*/ 41 h 42"/>
                <a:gd name="T12" fmla="*/ 8 w 21"/>
                <a:gd name="T13" fmla="*/ 42 h 42"/>
                <a:gd name="T14" fmla="*/ 18 w 21"/>
                <a:gd name="T15" fmla="*/ 2 h 42"/>
                <a:gd name="T16" fmla="*/ 16 w 21"/>
                <a:gd name="T17" fmla="*/ 3 h 42"/>
                <a:gd name="T18" fmla="*/ 7 w 21"/>
                <a:gd name="T19" fmla="*/ 29 h 42"/>
                <a:gd name="T20" fmla="*/ 17 w 21"/>
                <a:gd name="T21" fmla="*/ 5 h 42"/>
                <a:gd name="T22" fmla="*/ 19 w 21"/>
                <a:gd name="T23" fmla="*/ 2 h 42"/>
                <a:gd name="T24" fmla="*/ 18 w 21"/>
                <a:gd name="T25" fmla="*/ 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" h="42">
                  <a:moveTo>
                    <a:pt x="8" y="42"/>
                  </a:moveTo>
                  <a:cubicBezTo>
                    <a:pt x="0" y="21"/>
                    <a:pt x="9" y="4"/>
                    <a:pt x="15" y="1"/>
                  </a:cubicBezTo>
                  <a:cubicBezTo>
                    <a:pt x="16" y="1"/>
                    <a:pt x="17" y="0"/>
                    <a:pt x="18" y="1"/>
                  </a:cubicBezTo>
                  <a:cubicBezTo>
                    <a:pt x="20" y="1"/>
                    <a:pt x="20" y="1"/>
                    <a:pt x="20" y="2"/>
                  </a:cubicBezTo>
                  <a:cubicBezTo>
                    <a:pt x="21" y="3"/>
                    <a:pt x="20" y="4"/>
                    <a:pt x="18" y="6"/>
                  </a:cubicBezTo>
                  <a:cubicBezTo>
                    <a:pt x="3" y="23"/>
                    <a:pt x="9" y="41"/>
                    <a:pt x="10" y="41"/>
                  </a:cubicBezTo>
                  <a:lnTo>
                    <a:pt x="8" y="42"/>
                  </a:lnTo>
                  <a:close/>
                  <a:moveTo>
                    <a:pt x="18" y="2"/>
                  </a:moveTo>
                  <a:cubicBezTo>
                    <a:pt x="17" y="2"/>
                    <a:pt x="16" y="2"/>
                    <a:pt x="16" y="3"/>
                  </a:cubicBezTo>
                  <a:cubicBezTo>
                    <a:pt x="12" y="5"/>
                    <a:pt x="5" y="15"/>
                    <a:pt x="7" y="29"/>
                  </a:cubicBezTo>
                  <a:cubicBezTo>
                    <a:pt x="7" y="23"/>
                    <a:pt x="9" y="14"/>
                    <a:pt x="17" y="5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2"/>
                    <a:pt x="19" y="2"/>
                    <a:pt x="1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auto">
            <a:xfrm>
              <a:off x="1461" y="2301"/>
              <a:ext cx="109" cy="144"/>
            </a:xfrm>
            <a:custGeom>
              <a:avLst/>
              <a:gdLst>
                <a:gd name="T0" fmla="*/ 42 w 46"/>
                <a:gd name="T1" fmla="*/ 37 h 61"/>
                <a:gd name="T2" fmla="*/ 30 w 46"/>
                <a:gd name="T3" fmla="*/ 34 h 61"/>
                <a:gd name="T4" fmla="*/ 30 w 46"/>
                <a:gd name="T5" fmla="*/ 23 h 61"/>
                <a:gd name="T6" fmla="*/ 24 w 46"/>
                <a:gd name="T7" fmla="*/ 23 h 61"/>
                <a:gd name="T8" fmla="*/ 24 w 46"/>
                <a:gd name="T9" fmla="*/ 16 h 61"/>
                <a:gd name="T10" fmla="*/ 17 w 46"/>
                <a:gd name="T11" fmla="*/ 14 h 61"/>
                <a:gd name="T12" fmla="*/ 17 w 46"/>
                <a:gd name="T13" fmla="*/ 8 h 61"/>
                <a:gd name="T14" fmla="*/ 10 w 46"/>
                <a:gd name="T15" fmla="*/ 0 h 61"/>
                <a:gd name="T16" fmla="*/ 0 w 46"/>
                <a:gd name="T17" fmla="*/ 9 h 61"/>
                <a:gd name="T18" fmla="*/ 45 w 46"/>
                <a:gd name="T19" fmla="*/ 61 h 61"/>
                <a:gd name="T20" fmla="*/ 42 w 46"/>
                <a:gd name="T21" fmla="*/ 37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" h="61">
                  <a:moveTo>
                    <a:pt x="42" y="37"/>
                  </a:moveTo>
                  <a:cubicBezTo>
                    <a:pt x="30" y="34"/>
                    <a:pt x="30" y="34"/>
                    <a:pt x="30" y="34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6" y="56"/>
                    <a:pt x="42" y="37"/>
                    <a:pt x="42" y="37"/>
                  </a:cubicBezTo>
                  <a:close/>
                </a:path>
              </a:pathLst>
            </a:custGeom>
            <a:solidFill>
              <a:srgbClr val="FFE1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auto">
            <a:xfrm>
              <a:off x="1445" y="2324"/>
              <a:ext cx="118" cy="124"/>
            </a:xfrm>
            <a:custGeom>
              <a:avLst/>
              <a:gdLst>
                <a:gd name="T0" fmla="*/ 0 w 50"/>
                <a:gd name="T1" fmla="*/ 4 h 52"/>
                <a:gd name="T2" fmla="*/ 37 w 50"/>
                <a:gd name="T3" fmla="*/ 46 h 52"/>
                <a:gd name="T4" fmla="*/ 50 w 50"/>
                <a:gd name="T5" fmla="*/ 52 h 52"/>
                <a:gd name="T6" fmla="*/ 5 w 50"/>
                <a:gd name="T7" fmla="*/ 0 h 52"/>
                <a:gd name="T8" fmla="*/ 0 w 50"/>
                <a:gd name="T9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2">
                  <a:moveTo>
                    <a:pt x="0" y="4"/>
                  </a:moveTo>
                  <a:cubicBezTo>
                    <a:pt x="37" y="46"/>
                    <a:pt x="37" y="46"/>
                    <a:pt x="37" y="46"/>
                  </a:cubicBezTo>
                  <a:cubicBezTo>
                    <a:pt x="37" y="46"/>
                    <a:pt x="47" y="52"/>
                    <a:pt x="50" y="52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FFE1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9"/>
            <p:cNvSpPr>
              <a:spLocks/>
            </p:cNvSpPr>
            <p:nvPr/>
          </p:nvSpPr>
          <p:spPr bwMode="auto">
            <a:xfrm>
              <a:off x="1364" y="2206"/>
              <a:ext cx="133" cy="133"/>
            </a:xfrm>
            <a:custGeom>
              <a:avLst/>
              <a:gdLst>
                <a:gd name="T0" fmla="*/ 30 w 56"/>
                <a:gd name="T1" fmla="*/ 0 h 56"/>
                <a:gd name="T2" fmla="*/ 21 w 56"/>
                <a:gd name="T3" fmla="*/ 1 h 56"/>
                <a:gd name="T4" fmla="*/ 21 w 56"/>
                <a:gd name="T5" fmla="*/ 1 h 56"/>
                <a:gd name="T6" fmla="*/ 20 w 56"/>
                <a:gd name="T7" fmla="*/ 1 h 56"/>
                <a:gd name="T8" fmla="*/ 18 w 56"/>
                <a:gd name="T9" fmla="*/ 2 h 56"/>
                <a:gd name="T10" fmla="*/ 0 w 56"/>
                <a:gd name="T11" fmla="*/ 26 h 56"/>
                <a:gd name="T12" fmla="*/ 1 w 56"/>
                <a:gd name="T13" fmla="*/ 31 h 56"/>
                <a:gd name="T14" fmla="*/ 1 w 56"/>
                <a:gd name="T15" fmla="*/ 31 h 56"/>
                <a:gd name="T16" fmla="*/ 15 w 56"/>
                <a:gd name="T17" fmla="*/ 26 h 56"/>
                <a:gd name="T18" fmla="*/ 9 w 56"/>
                <a:gd name="T19" fmla="*/ 18 h 56"/>
                <a:gd name="T20" fmla="*/ 18 w 56"/>
                <a:gd name="T21" fmla="*/ 10 h 56"/>
                <a:gd name="T22" fmla="*/ 21 w 56"/>
                <a:gd name="T23" fmla="*/ 11 h 56"/>
                <a:gd name="T24" fmla="*/ 25 w 56"/>
                <a:gd name="T25" fmla="*/ 14 h 56"/>
                <a:gd name="T26" fmla="*/ 26 w 56"/>
                <a:gd name="T27" fmla="*/ 19 h 56"/>
                <a:gd name="T28" fmla="*/ 20 w 56"/>
                <a:gd name="T29" fmla="*/ 26 h 56"/>
                <a:gd name="T30" fmla="*/ 1 w 56"/>
                <a:gd name="T31" fmla="*/ 35 h 56"/>
                <a:gd name="T32" fmla="*/ 26 w 56"/>
                <a:gd name="T33" fmla="*/ 55 h 56"/>
                <a:gd name="T34" fmla="*/ 55 w 56"/>
                <a:gd name="T35" fmla="*/ 29 h 56"/>
                <a:gd name="T36" fmla="*/ 30 w 56"/>
                <a:gd name="T3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" h="56">
                  <a:moveTo>
                    <a:pt x="30" y="0"/>
                  </a:moveTo>
                  <a:cubicBezTo>
                    <a:pt x="27" y="0"/>
                    <a:pt x="24" y="0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19" y="1"/>
                    <a:pt x="18" y="2"/>
                  </a:cubicBezTo>
                  <a:cubicBezTo>
                    <a:pt x="8" y="5"/>
                    <a:pt x="1" y="15"/>
                    <a:pt x="0" y="26"/>
                  </a:cubicBezTo>
                  <a:cubicBezTo>
                    <a:pt x="0" y="28"/>
                    <a:pt x="0" y="29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6" y="31"/>
                    <a:pt x="11" y="30"/>
                    <a:pt x="15" y="26"/>
                  </a:cubicBezTo>
                  <a:cubicBezTo>
                    <a:pt x="11" y="25"/>
                    <a:pt x="9" y="22"/>
                    <a:pt x="9" y="18"/>
                  </a:cubicBezTo>
                  <a:cubicBezTo>
                    <a:pt x="10" y="13"/>
                    <a:pt x="14" y="10"/>
                    <a:pt x="18" y="10"/>
                  </a:cubicBezTo>
                  <a:cubicBezTo>
                    <a:pt x="19" y="10"/>
                    <a:pt x="20" y="11"/>
                    <a:pt x="21" y="11"/>
                  </a:cubicBezTo>
                  <a:cubicBezTo>
                    <a:pt x="22" y="12"/>
                    <a:pt x="24" y="13"/>
                    <a:pt x="25" y="14"/>
                  </a:cubicBezTo>
                  <a:cubicBezTo>
                    <a:pt x="26" y="15"/>
                    <a:pt x="26" y="17"/>
                    <a:pt x="26" y="19"/>
                  </a:cubicBezTo>
                  <a:cubicBezTo>
                    <a:pt x="26" y="23"/>
                    <a:pt x="23" y="25"/>
                    <a:pt x="20" y="26"/>
                  </a:cubicBezTo>
                  <a:cubicBezTo>
                    <a:pt x="16" y="32"/>
                    <a:pt x="9" y="35"/>
                    <a:pt x="1" y="35"/>
                  </a:cubicBezTo>
                  <a:cubicBezTo>
                    <a:pt x="5" y="46"/>
                    <a:pt x="14" y="54"/>
                    <a:pt x="26" y="55"/>
                  </a:cubicBezTo>
                  <a:cubicBezTo>
                    <a:pt x="41" y="56"/>
                    <a:pt x="54" y="44"/>
                    <a:pt x="55" y="29"/>
                  </a:cubicBezTo>
                  <a:cubicBezTo>
                    <a:pt x="56" y="14"/>
                    <a:pt x="45" y="1"/>
                    <a:pt x="30" y="0"/>
                  </a:cubicBezTo>
                  <a:close/>
                </a:path>
              </a:pathLst>
            </a:custGeom>
            <a:solidFill>
              <a:srgbClr val="FFE1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50"/>
            <p:cNvSpPr>
              <a:spLocks/>
            </p:cNvSpPr>
            <p:nvPr/>
          </p:nvSpPr>
          <p:spPr bwMode="auto">
            <a:xfrm>
              <a:off x="1317" y="2184"/>
              <a:ext cx="104" cy="105"/>
            </a:xfrm>
            <a:custGeom>
              <a:avLst/>
              <a:gdLst>
                <a:gd name="T0" fmla="*/ 44 w 44"/>
                <a:gd name="T1" fmla="*/ 22 h 44"/>
                <a:gd name="T2" fmla="*/ 41 w 44"/>
                <a:gd name="T3" fmla="*/ 20 h 44"/>
                <a:gd name="T4" fmla="*/ 41 w 44"/>
                <a:gd name="T5" fmla="*/ 20 h 44"/>
                <a:gd name="T6" fmla="*/ 42 w 44"/>
                <a:gd name="T7" fmla="*/ 23 h 44"/>
                <a:gd name="T8" fmla="*/ 36 w 44"/>
                <a:gd name="T9" fmla="*/ 36 h 44"/>
                <a:gd name="T10" fmla="*/ 21 w 44"/>
                <a:gd name="T11" fmla="*/ 41 h 44"/>
                <a:gd name="T12" fmla="*/ 21 w 44"/>
                <a:gd name="T13" fmla="*/ 41 h 44"/>
                <a:gd name="T14" fmla="*/ 21 w 44"/>
                <a:gd name="T15" fmla="*/ 41 h 44"/>
                <a:gd name="T16" fmla="*/ 21 w 44"/>
                <a:gd name="T17" fmla="*/ 41 h 44"/>
                <a:gd name="T18" fmla="*/ 3 w 44"/>
                <a:gd name="T19" fmla="*/ 20 h 44"/>
                <a:gd name="T20" fmla="*/ 4 w 44"/>
                <a:gd name="T21" fmla="*/ 16 h 44"/>
                <a:gd name="T22" fmla="*/ 18 w 44"/>
                <a:gd name="T23" fmla="*/ 3 h 44"/>
                <a:gd name="T24" fmla="*/ 23 w 44"/>
                <a:gd name="T25" fmla="*/ 2 h 44"/>
                <a:gd name="T26" fmla="*/ 38 w 44"/>
                <a:gd name="T27" fmla="*/ 11 h 44"/>
                <a:gd name="T28" fmla="*/ 40 w 44"/>
                <a:gd name="T29" fmla="*/ 10 h 44"/>
                <a:gd name="T30" fmla="*/ 24 w 44"/>
                <a:gd name="T31" fmla="*/ 0 h 44"/>
                <a:gd name="T32" fmla="*/ 15 w 44"/>
                <a:gd name="T33" fmla="*/ 1 h 44"/>
                <a:gd name="T34" fmla="*/ 1 w 44"/>
                <a:gd name="T35" fmla="*/ 20 h 44"/>
                <a:gd name="T36" fmla="*/ 21 w 44"/>
                <a:gd name="T37" fmla="*/ 43 h 44"/>
                <a:gd name="T38" fmla="*/ 21 w 44"/>
                <a:gd name="T39" fmla="*/ 43 h 44"/>
                <a:gd name="T40" fmla="*/ 21 w 44"/>
                <a:gd name="T41" fmla="*/ 43 h 44"/>
                <a:gd name="T42" fmla="*/ 39 w 44"/>
                <a:gd name="T43" fmla="*/ 36 h 44"/>
                <a:gd name="T44" fmla="*/ 44 w 44"/>
                <a:gd name="T45" fmla="*/ 23 h 44"/>
                <a:gd name="T46" fmla="*/ 44 w 44"/>
                <a:gd name="T47" fmla="*/ 2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4" h="44">
                  <a:moveTo>
                    <a:pt x="44" y="22"/>
                  </a:moveTo>
                  <a:cubicBezTo>
                    <a:pt x="43" y="21"/>
                    <a:pt x="42" y="21"/>
                    <a:pt x="41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2" y="21"/>
                    <a:pt x="42" y="22"/>
                    <a:pt x="42" y="23"/>
                  </a:cubicBezTo>
                  <a:cubicBezTo>
                    <a:pt x="41" y="28"/>
                    <a:pt x="39" y="32"/>
                    <a:pt x="36" y="36"/>
                  </a:cubicBezTo>
                  <a:cubicBezTo>
                    <a:pt x="32" y="39"/>
                    <a:pt x="27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10" y="40"/>
                    <a:pt x="3" y="31"/>
                    <a:pt x="3" y="20"/>
                  </a:cubicBezTo>
                  <a:cubicBezTo>
                    <a:pt x="3" y="19"/>
                    <a:pt x="4" y="17"/>
                    <a:pt x="4" y="16"/>
                  </a:cubicBezTo>
                  <a:cubicBezTo>
                    <a:pt x="6" y="9"/>
                    <a:pt x="11" y="4"/>
                    <a:pt x="18" y="3"/>
                  </a:cubicBezTo>
                  <a:cubicBezTo>
                    <a:pt x="20" y="3"/>
                    <a:pt x="22" y="2"/>
                    <a:pt x="23" y="2"/>
                  </a:cubicBezTo>
                  <a:cubicBezTo>
                    <a:pt x="30" y="3"/>
                    <a:pt x="35" y="6"/>
                    <a:pt x="38" y="11"/>
                  </a:cubicBezTo>
                  <a:cubicBezTo>
                    <a:pt x="39" y="10"/>
                    <a:pt x="40" y="10"/>
                    <a:pt x="40" y="10"/>
                  </a:cubicBezTo>
                  <a:cubicBezTo>
                    <a:pt x="37" y="4"/>
                    <a:pt x="31" y="0"/>
                    <a:pt x="24" y="0"/>
                  </a:cubicBezTo>
                  <a:cubicBezTo>
                    <a:pt x="21" y="0"/>
                    <a:pt x="18" y="0"/>
                    <a:pt x="15" y="1"/>
                  </a:cubicBezTo>
                  <a:cubicBezTo>
                    <a:pt x="7" y="4"/>
                    <a:pt x="1" y="11"/>
                    <a:pt x="1" y="20"/>
                  </a:cubicBezTo>
                  <a:cubicBezTo>
                    <a:pt x="0" y="32"/>
                    <a:pt x="9" y="43"/>
                    <a:pt x="21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8" y="44"/>
                    <a:pt x="35" y="41"/>
                    <a:pt x="39" y="36"/>
                  </a:cubicBezTo>
                  <a:cubicBezTo>
                    <a:pt x="42" y="32"/>
                    <a:pt x="44" y="28"/>
                    <a:pt x="44" y="23"/>
                  </a:cubicBezTo>
                  <a:cubicBezTo>
                    <a:pt x="44" y="22"/>
                    <a:pt x="44" y="22"/>
                    <a:pt x="44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51"/>
            <p:cNvSpPr>
              <a:spLocks/>
            </p:cNvSpPr>
            <p:nvPr/>
          </p:nvSpPr>
          <p:spPr bwMode="auto">
            <a:xfrm>
              <a:off x="1298" y="2315"/>
              <a:ext cx="180" cy="137"/>
            </a:xfrm>
            <a:custGeom>
              <a:avLst/>
              <a:gdLst>
                <a:gd name="T0" fmla="*/ 69 w 76"/>
                <a:gd name="T1" fmla="*/ 22 h 58"/>
                <a:gd name="T2" fmla="*/ 21 w 76"/>
                <a:gd name="T3" fmla="*/ 2 h 58"/>
                <a:gd name="T4" fmla="*/ 9 w 76"/>
                <a:gd name="T5" fmla="*/ 7 h 58"/>
                <a:gd name="T6" fmla="*/ 5 w 76"/>
                <a:gd name="T7" fmla="*/ 15 h 58"/>
                <a:gd name="T8" fmla="*/ 2 w 76"/>
                <a:gd name="T9" fmla="*/ 24 h 58"/>
                <a:gd name="T10" fmla="*/ 6 w 76"/>
                <a:gd name="T11" fmla="*/ 36 h 58"/>
                <a:gd name="T12" fmla="*/ 55 w 76"/>
                <a:gd name="T13" fmla="*/ 57 h 58"/>
                <a:gd name="T14" fmla="*/ 67 w 76"/>
                <a:gd name="T15" fmla="*/ 51 h 58"/>
                <a:gd name="T16" fmla="*/ 71 w 76"/>
                <a:gd name="T17" fmla="*/ 41 h 58"/>
                <a:gd name="T18" fmla="*/ 74 w 76"/>
                <a:gd name="T19" fmla="*/ 34 h 58"/>
                <a:gd name="T20" fmla="*/ 69 w 76"/>
                <a:gd name="T21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58">
                  <a:moveTo>
                    <a:pt x="69" y="22"/>
                  </a:moveTo>
                  <a:cubicBezTo>
                    <a:pt x="21" y="2"/>
                    <a:pt x="21" y="2"/>
                    <a:pt x="21" y="2"/>
                  </a:cubicBezTo>
                  <a:cubicBezTo>
                    <a:pt x="16" y="0"/>
                    <a:pt x="11" y="2"/>
                    <a:pt x="9" y="7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0" y="29"/>
                    <a:pt x="2" y="34"/>
                    <a:pt x="6" y="36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60" y="58"/>
                    <a:pt x="65" y="56"/>
                    <a:pt x="67" y="5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4" y="34"/>
                    <a:pt x="74" y="34"/>
                    <a:pt x="74" y="34"/>
                  </a:cubicBezTo>
                  <a:cubicBezTo>
                    <a:pt x="76" y="29"/>
                    <a:pt x="74" y="24"/>
                    <a:pt x="69" y="22"/>
                  </a:cubicBezTo>
                  <a:close/>
                </a:path>
              </a:pathLst>
            </a:custGeom>
            <a:solidFill>
              <a:srgbClr val="FFC2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52"/>
            <p:cNvSpPr>
              <a:spLocks/>
            </p:cNvSpPr>
            <p:nvPr/>
          </p:nvSpPr>
          <p:spPr bwMode="auto">
            <a:xfrm>
              <a:off x="1310" y="2315"/>
              <a:ext cx="168" cy="97"/>
            </a:xfrm>
            <a:custGeom>
              <a:avLst/>
              <a:gdLst>
                <a:gd name="T0" fmla="*/ 69 w 71"/>
                <a:gd name="T1" fmla="*/ 34 h 41"/>
                <a:gd name="T2" fmla="*/ 64 w 71"/>
                <a:gd name="T3" fmla="*/ 22 h 41"/>
                <a:gd name="T4" fmla="*/ 16 w 71"/>
                <a:gd name="T5" fmla="*/ 2 h 41"/>
                <a:gd name="T6" fmla="*/ 4 w 71"/>
                <a:gd name="T7" fmla="*/ 7 h 41"/>
                <a:gd name="T8" fmla="*/ 0 w 71"/>
                <a:gd name="T9" fmla="*/ 15 h 41"/>
                <a:gd name="T10" fmla="*/ 66 w 71"/>
                <a:gd name="T11" fmla="*/ 41 h 41"/>
                <a:gd name="T12" fmla="*/ 69 w 71"/>
                <a:gd name="T13" fmla="*/ 3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41">
                  <a:moveTo>
                    <a:pt x="69" y="34"/>
                  </a:moveTo>
                  <a:cubicBezTo>
                    <a:pt x="71" y="29"/>
                    <a:pt x="69" y="24"/>
                    <a:pt x="64" y="2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1" y="0"/>
                    <a:pt x="6" y="2"/>
                    <a:pt x="4" y="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9" y="34"/>
                  </a:lnTo>
                  <a:close/>
                </a:path>
              </a:pathLst>
            </a:custGeom>
            <a:solidFill>
              <a:srgbClr val="123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3"/>
            <p:cNvSpPr>
              <a:spLocks/>
            </p:cNvSpPr>
            <p:nvPr/>
          </p:nvSpPr>
          <p:spPr bwMode="auto">
            <a:xfrm>
              <a:off x="1298" y="2350"/>
              <a:ext cx="168" cy="102"/>
            </a:xfrm>
            <a:custGeom>
              <a:avLst/>
              <a:gdLst>
                <a:gd name="T0" fmla="*/ 5 w 71"/>
                <a:gd name="T1" fmla="*/ 0 h 43"/>
                <a:gd name="T2" fmla="*/ 2 w 71"/>
                <a:gd name="T3" fmla="*/ 9 h 43"/>
                <a:gd name="T4" fmla="*/ 6 w 71"/>
                <a:gd name="T5" fmla="*/ 21 h 43"/>
                <a:gd name="T6" fmla="*/ 55 w 71"/>
                <a:gd name="T7" fmla="*/ 42 h 43"/>
                <a:gd name="T8" fmla="*/ 67 w 71"/>
                <a:gd name="T9" fmla="*/ 36 h 43"/>
                <a:gd name="T10" fmla="*/ 71 w 71"/>
                <a:gd name="T11" fmla="*/ 26 h 43"/>
                <a:gd name="T12" fmla="*/ 5 w 71"/>
                <a:gd name="T1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43">
                  <a:moveTo>
                    <a:pt x="5" y="0"/>
                  </a:moveTo>
                  <a:cubicBezTo>
                    <a:pt x="2" y="9"/>
                    <a:pt x="2" y="9"/>
                    <a:pt x="2" y="9"/>
                  </a:cubicBezTo>
                  <a:cubicBezTo>
                    <a:pt x="0" y="14"/>
                    <a:pt x="2" y="19"/>
                    <a:pt x="6" y="21"/>
                  </a:cubicBezTo>
                  <a:cubicBezTo>
                    <a:pt x="55" y="42"/>
                    <a:pt x="55" y="42"/>
                    <a:pt x="55" y="42"/>
                  </a:cubicBezTo>
                  <a:cubicBezTo>
                    <a:pt x="60" y="43"/>
                    <a:pt x="65" y="41"/>
                    <a:pt x="67" y="36"/>
                  </a:cubicBezTo>
                  <a:cubicBezTo>
                    <a:pt x="71" y="26"/>
                    <a:pt x="71" y="26"/>
                    <a:pt x="71" y="26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1750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4"/>
            <p:cNvSpPr>
              <a:spLocks/>
            </p:cNvSpPr>
            <p:nvPr/>
          </p:nvSpPr>
          <p:spPr bwMode="auto">
            <a:xfrm>
              <a:off x="2462" y="2422"/>
              <a:ext cx="73" cy="35"/>
            </a:xfrm>
            <a:custGeom>
              <a:avLst/>
              <a:gdLst>
                <a:gd name="T0" fmla="*/ 0 w 73"/>
                <a:gd name="T1" fmla="*/ 11 h 35"/>
                <a:gd name="T2" fmla="*/ 31 w 73"/>
                <a:gd name="T3" fmla="*/ 0 h 35"/>
                <a:gd name="T4" fmla="*/ 54 w 73"/>
                <a:gd name="T5" fmla="*/ 7 h 35"/>
                <a:gd name="T6" fmla="*/ 73 w 73"/>
                <a:gd name="T7" fmla="*/ 35 h 35"/>
                <a:gd name="T8" fmla="*/ 0 w 73"/>
                <a:gd name="T9" fmla="*/ 1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35">
                  <a:moveTo>
                    <a:pt x="0" y="11"/>
                  </a:moveTo>
                  <a:lnTo>
                    <a:pt x="31" y="0"/>
                  </a:lnTo>
                  <a:lnTo>
                    <a:pt x="54" y="7"/>
                  </a:lnTo>
                  <a:lnTo>
                    <a:pt x="73" y="35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1750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5"/>
            <p:cNvSpPr>
              <a:spLocks/>
            </p:cNvSpPr>
            <p:nvPr/>
          </p:nvSpPr>
          <p:spPr bwMode="auto">
            <a:xfrm>
              <a:off x="2457" y="2438"/>
              <a:ext cx="76" cy="29"/>
            </a:xfrm>
            <a:custGeom>
              <a:avLst/>
              <a:gdLst>
                <a:gd name="T0" fmla="*/ 0 w 76"/>
                <a:gd name="T1" fmla="*/ 5 h 29"/>
                <a:gd name="T2" fmla="*/ 3 w 76"/>
                <a:gd name="T3" fmla="*/ 0 h 29"/>
                <a:gd name="T4" fmla="*/ 76 w 76"/>
                <a:gd name="T5" fmla="*/ 24 h 29"/>
                <a:gd name="T6" fmla="*/ 74 w 76"/>
                <a:gd name="T7" fmla="*/ 29 h 29"/>
                <a:gd name="T8" fmla="*/ 0 w 76"/>
                <a:gd name="T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29">
                  <a:moveTo>
                    <a:pt x="0" y="5"/>
                  </a:moveTo>
                  <a:lnTo>
                    <a:pt x="3" y="0"/>
                  </a:lnTo>
                  <a:lnTo>
                    <a:pt x="76" y="24"/>
                  </a:lnTo>
                  <a:lnTo>
                    <a:pt x="74" y="29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1750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6"/>
            <p:cNvSpPr>
              <a:spLocks/>
            </p:cNvSpPr>
            <p:nvPr/>
          </p:nvSpPr>
          <p:spPr bwMode="auto">
            <a:xfrm>
              <a:off x="2497" y="2403"/>
              <a:ext cx="72" cy="187"/>
            </a:xfrm>
            <a:custGeom>
              <a:avLst/>
              <a:gdLst>
                <a:gd name="T0" fmla="*/ 18 w 30"/>
                <a:gd name="T1" fmla="*/ 0 h 79"/>
                <a:gd name="T2" fmla="*/ 12 w 30"/>
                <a:gd name="T3" fmla="*/ 0 h 79"/>
                <a:gd name="T4" fmla="*/ 0 w 30"/>
                <a:gd name="T5" fmla="*/ 12 h 79"/>
                <a:gd name="T6" fmla="*/ 0 w 30"/>
                <a:gd name="T7" fmla="*/ 13 h 79"/>
                <a:gd name="T8" fmla="*/ 5 w 30"/>
                <a:gd name="T9" fmla="*/ 13 h 79"/>
                <a:gd name="T10" fmla="*/ 5 w 30"/>
                <a:gd name="T11" fmla="*/ 12 h 79"/>
                <a:gd name="T12" fmla="*/ 12 w 30"/>
                <a:gd name="T13" fmla="*/ 5 h 79"/>
                <a:gd name="T14" fmla="*/ 18 w 30"/>
                <a:gd name="T15" fmla="*/ 5 h 79"/>
                <a:gd name="T16" fmla="*/ 25 w 30"/>
                <a:gd name="T17" fmla="*/ 12 h 79"/>
                <a:gd name="T18" fmla="*/ 25 w 30"/>
                <a:gd name="T19" fmla="*/ 79 h 79"/>
                <a:gd name="T20" fmla="*/ 30 w 30"/>
                <a:gd name="T21" fmla="*/ 79 h 79"/>
                <a:gd name="T22" fmla="*/ 30 w 30"/>
                <a:gd name="T23" fmla="*/ 12 h 79"/>
                <a:gd name="T24" fmla="*/ 18 w 30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79">
                  <a:moveTo>
                    <a:pt x="18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8"/>
                    <a:pt x="8" y="5"/>
                    <a:pt x="12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22" y="5"/>
                    <a:pt x="25" y="8"/>
                    <a:pt x="25" y="12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0" y="5"/>
                    <a:pt x="25" y="0"/>
                    <a:pt x="18" y="0"/>
                  </a:cubicBezTo>
                  <a:close/>
                </a:path>
              </a:pathLst>
            </a:custGeom>
            <a:solidFill>
              <a:srgbClr val="1750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57"/>
            <p:cNvSpPr>
              <a:spLocks/>
            </p:cNvSpPr>
            <p:nvPr/>
          </p:nvSpPr>
          <p:spPr bwMode="auto">
            <a:xfrm>
              <a:off x="2471" y="2457"/>
              <a:ext cx="5" cy="10"/>
            </a:xfrm>
            <a:custGeom>
              <a:avLst/>
              <a:gdLst>
                <a:gd name="T0" fmla="*/ 1 w 2"/>
                <a:gd name="T1" fmla="*/ 4 h 4"/>
                <a:gd name="T2" fmla="*/ 0 w 2"/>
                <a:gd name="T3" fmla="*/ 4 h 4"/>
                <a:gd name="T4" fmla="*/ 0 w 2"/>
                <a:gd name="T5" fmla="*/ 1 h 4"/>
                <a:gd name="T6" fmla="*/ 1 w 2"/>
                <a:gd name="T7" fmla="*/ 0 h 4"/>
                <a:gd name="T8" fmla="*/ 2 w 2"/>
                <a:gd name="T9" fmla="*/ 1 h 4"/>
                <a:gd name="T10" fmla="*/ 2 w 2"/>
                <a:gd name="T11" fmla="*/ 4 h 4"/>
                <a:gd name="T12" fmla="*/ 1 w 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4">
                  <a:moveTo>
                    <a:pt x="1" y="4"/>
                  </a:moveTo>
                  <a:cubicBezTo>
                    <a:pt x="1" y="4"/>
                    <a:pt x="0" y="4"/>
                    <a:pt x="0" y="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2" y="0"/>
                    <a:pt x="2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58"/>
            <p:cNvSpPr>
              <a:spLocks noEditPoints="1"/>
            </p:cNvSpPr>
            <p:nvPr/>
          </p:nvSpPr>
          <p:spPr bwMode="auto">
            <a:xfrm>
              <a:off x="2471" y="2479"/>
              <a:ext cx="8" cy="45"/>
            </a:xfrm>
            <a:custGeom>
              <a:avLst/>
              <a:gdLst>
                <a:gd name="T0" fmla="*/ 2 w 3"/>
                <a:gd name="T1" fmla="*/ 19 h 19"/>
                <a:gd name="T2" fmla="*/ 1 w 3"/>
                <a:gd name="T3" fmla="*/ 18 h 19"/>
                <a:gd name="T4" fmla="*/ 1 w 3"/>
                <a:gd name="T5" fmla="*/ 12 h 19"/>
                <a:gd name="T6" fmla="*/ 1 w 3"/>
                <a:gd name="T7" fmla="*/ 11 h 19"/>
                <a:gd name="T8" fmla="*/ 2 w 3"/>
                <a:gd name="T9" fmla="*/ 12 h 19"/>
                <a:gd name="T10" fmla="*/ 3 w 3"/>
                <a:gd name="T11" fmla="*/ 18 h 19"/>
                <a:gd name="T12" fmla="*/ 2 w 3"/>
                <a:gd name="T13" fmla="*/ 19 h 19"/>
                <a:gd name="T14" fmla="*/ 1 w 3"/>
                <a:gd name="T15" fmla="*/ 7 h 19"/>
                <a:gd name="T16" fmla="*/ 0 w 3"/>
                <a:gd name="T17" fmla="*/ 6 h 19"/>
                <a:gd name="T18" fmla="*/ 0 w 3"/>
                <a:gd name="T19" fmla="*/ 1 h 19"/>
                <a:gd name="T20" fmla="*/ 1 w 3"/>
                <a:gd name="T21" fmla="*/ 0 h 19"/>
                <a:gd name="T22" fmla="*/ 2 w 3"/>
                <a:gd name="T23" fmla="*/ 0 h 19"/>
                <a:gd name="T24" fmla="*/ 2 w 3"/>
                <a:gd name="T25" fmla="*/ 6 h 19"/>
                <a:gd name="T26" fmla="*/ 1 w 3"/>
                <a:gd name="T27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" h="19">
                  <a:moveTo>
                    <a:pt x="2" y="19"/>
                  </a:moveTo>
                  <a:cubicBezTo>
                    <a:pt x="1" y="19"/>
                    <a:pt x="1" y="19"/>
                    <a:pt x="1" y="18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1" y="11"/>
                    <a:pt x="1" y="11"/>
                  </a:cubicBezTo>
                  <a:cubicBezTo>
                    <a:pt x="2" y="11"/>
                    <a:pt x="2" y="12"/>
                    <a:pt x="2" y="12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9"/>
                    <a:pt x="2" y="19"/>
                    <a:pt x="2" y="19"/>
                  </a:cubicBezTo>
                  <a:close/>
                  <a:moveTo>
                    <a:pt x="1" y="7"/>
                  </a:moveTo>
                  <a:cubicBezTo>
                    <a:pt x="1" y="7"/>
                    <a:pt x="0" y="7"/>
                    <a:pt x="0" y="6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7"/>
                    <a:pt x="2" y="7"/>
                    <a:pt x="1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59"/>
            <p:cNvSpPr>
              <a:spLocks/>
            </p:cNvSpPr>
            <p:nvPr/>
          </p:nvSpPr>
          <p:spPr bwMode="auto">
            <a:xfrm>
              <a:off x="2474" y="2533"/>
              <a:ext cx="5" cy="12"/>
            </a:xfrm>
            <a:custGeom>
              <a:avLst/>
              <a:gdLst>
                <a:gd name="T0" fmla="*/ 1 w 2"/>
                <a:gd name="T1" fmla="*/ 5 h 5"/>
                <a:gd name="T2" fmla="*/ 0 w 2"/>
                <a:gd name="T3" fmla="*/ 4 h 5"/>
                <a:gd name="T4" fmla="*/ 0 w 2"/>
                <a:gd name="T5" fmla="*/ 1 h 5"/>
                <a:gd name="T6" fmla="*/ 1 w 2"/>
                <a:gd name="T7" fmla="*/ 0 h 5"/>
                <a:gd name="T8" fmla="*/ 2 w 2"/>
                <a:gd name="T9" fmla="*/ 1 h 5"/>
                <a:gd name="T10" fmla="*/ 2 w 2"/>
                <a:gd name="T11" fmla="*/ 4 h 5"/>
                <a:gd name="T12" fmla="*/ 1 w 2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1" y="5"/>
                  </a:moveTo>
                  <a:cubicBezTo>
                    <a:pt x="0" y="5"/>
                    <a:pt x="0" y="5"/>
                    <a:pt x="0" y="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1"/>
                    <a:pt x="2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60"/>
            <p:cNvSpPr>
              <a:spLocks/>
            </p:cNvSpPr>
            <p:nvPr/>
          </p:nvSpPr>
          <p:spPr bwMode="auto">
            <a:xfrm>
              <a:off x="2493" y="2467"/>
              <a:ext cx="4" cy="9"/>
            </a:xfrm>
            <a:custGeom>
              <a:avLst/>
              <a:gdLst>
                <a:gd name="T0" fmla="*/ 1 w 2"/>
                <a:gd name="T1" fmla="*/ 4 h 4"/>
                <a:gd name="T2" fmla="*/ 0 w 2"/>
                <a:gd name="T3" fmla="*/ 3 h 4"/>
                <a:gd name="T4" fmla="*/ 0 w 2"/>
                <a:gd name="T5" fmla="*/ 0 h 4"/>
                <a:gd name="T6" fmla="*/ 0 w 2"/>
                <a:gd name="T7" fmla="*/ 0 h 4"/>
                <a:gd name="T8" fmla="*/ 1 w 2"/>
                <a:gd name="T9" fmla="*/ 0 h 4"/>
                <a:gd name="T10" fmla="*/ 2 w 2"/>
                <a:gd name="T11" fmla="*/ 3 h 4"/>
                <a:gd name="T12" fmla="*/ 1 w 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4">
                  <a:moveTo>
                    <a:pt x="1" y="4"/>
                  </a:moveTo>
                  <a:cubicBezTo>
                    <a:pt x="0" y="4"/>
                    <a:pt x="0" y="4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61"/>
            <p:cNvSpPr>
              <a:spLocks noEditPoints="1"/>
            </p:cNvSpPr>
            <p:nvPr/>
          </p:nvSpPr>
          <p:spPr bwMode="auto">
            <a:xfrm>
              <a:off x="2493" y="2486"/>
              <a:ext cx="4" cy="47"/>
            </a:xfrm>
            <a:custGeom>
              <a:avLst/>
              <a:gdLst>
                <a:gd name="T0" fmla="*/ 1 w 2"/>
                <a:gd name="T1" fmla="*/ 20 h 20"/>
                <a:gd name="T2" fmla="*/ 0 w 2"/>
                <a:gd name="T3" fmla="*/ 19 h 20"/>
                <a:gd name="T4" fmla="*/ 0 w 2"/>
                <a:gd name="T5" fmla="*/ 13 h 20"/>
                <a:gd name="T6" fmla="*/ 1 w 2"/>
                <a:gd name="T7" fmla="*/ 12 h 20"/>
                <a:gd name="T8" fmla="*/ 2 w 2"/>
                <a:gd name="T9" fmla="*/ 13 h 20"/>
                <a:gd name="T10" fmla="*/ 2 w 2"/>
                <a:gd name="T11" fmla="*/ 19 h 20"/>
                <a:gd name="T12" fmla="*/ 1 w 2"/>
                <a:gd name="T13" fmla="*/ 20 h 20"/>
                <a:gd name="T14" fmla="*/ 1 w 2"/>
                <a:gd name="T15" fmla="*/ 8 h 20"/>
                <a:gd name="T16" fmla="*/ 0 w 2"/>
                <a:gd name="T17" fmla="*/ 7 h 20"/>
                <a:gd name="T18" fmla="*/ 0 w 2"/>
                <a:gd name="T19" fmla="*/ 1 h 20"/>
                <a:gd name="T20" fmla="*/ 1 w 2"/>
                <a:gd name="T21" fmla="*/ 0 h 20"/>
                <a:gd name="T22" fmla="*/ 2 w 2"/>
                <a:gd name="T23" fmla="*/ 1 h 20"/>
                <a:gd name="T24" fmla="*/ 2 w 2"/>
                <a:gd name="T25" fmla="*/ 7 h 20"/>
                <a:gd name="T26" fmla="*/ 1 w 2"/>
                <a:gd name="T27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" h="20">
                  <a:moveTo>
                    <a:pt x="1" y="20"/>
                  </a:moveTo>
                  <a:cubicBezTo>
                    <a:pt x="1" y="20"/>
                    <a:pt x="0" y="20"/>
                    <a:pt x="0" y="1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2"/>
                    <a:pt x="1" y="12"/>
                  </a:cubicBezTo>
                  <a:cubicBezTo>
                    <a:pt x="1" y="12"/>
                    <a:pt x="2" y="13"/>
                    <a:pt x="2" y="13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20"/>
                    <a:pt x="2" y="20"/>
                    <a:pt x="1" y="20"/>
                  </a:cubicBezTo>
                  <a:close/>
                  <a:moveTo>
                    <a:pt x="1" y="8"/>
                  </a:moveTo>
                  <a:cubicBezTo>
                    <a:pt x="0" y="8"/>
                    <a:pt x="0" y="8"/>
                    <a:pt x="0" y="7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1"/>
                    <a:pt x="2" y="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8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62"/>
            <p:cNvSpPr>
              <a:spLocks/>
            </p:cNvSpPr>
            <p:nvPr/>
          </p:nvSpPr>
          <p:spPr bwMode="auto">
            <a:xfrm>
              <a:off x="2493" y="2543"/>
              <a:ext cx="4" cy="11"/>
            </a:xfrm>
            <a:custGeom>
              <a:avLst/>
              <a:gdLst>
                <a:gd name="T0" fmla="*/ 1 w 2"/>
                <a:gd name="T1" fmla="*/ 5 h 5"/>
                <a:gd name="T2" fmla="*/ 0 w 2"/>
                <a:gd name="T3" fmla="*/ 4 h 5"/>
                <a:gd name="T4" fmla="*/ 0 w 2"/>
                <a:gd name="T5" fmla="*/ 1 h 5"/>
                <a:gd name="T6" fmla="*/ 1 w 2"/>
                <a:gd name="T7" fmla="*/ 0 h 5"/>
                <a:gd name="T8" fmla="*/ 1 w 2"/>
                <a:gd name="T9" fmla="*/ 0 h 5"/>
                <a:gd name="T10" fmla="*/ 2 w 2"/>
                <a:gd name="T11" fmla="*/ 1 h 5"/>
                <a:gd name="T12" fmla="*/ 2 w 2"/>
                <a:gd name="T13" fmla="*/ 4 h 5"/>
                <a:gd name="T14" fmla="*/ 1 w 2"/>
                <a:gd name="T1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1" y="5"/>
                  </a:moveTo>
                  <a:cubicBezTo>
                    <a:pt x="1" y="5"/>
                    <a:pt x="0" y="4"/>
                    <a:pt x="0" y="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5"/>
                    <a:pt x="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63"/>
            <p:cNvSpPr>
              <a:spLocks/>
            </p:cNvSpPr>
            <p:nvPr/>
          </p:nvSpPr>
          <p:spPr bwMode="auto">
            <a:xfrm>
              <a:off x="2509" y="2479"/>
              <a:ext cx="5" cy="11"/>
            </a:xfrm>
            <a:custGeom>
              <a:avLst/>
              <a:gdLst>
                <a:gd name="T0" fmla="*/ 1 w 2"/>
                <a:gd name="T1" fmla="*/ 5 h 5"/>
                <a:gd name="T2" fmla="*/ 0 w 2"/>
                <a:gd name="T3" fmla="*/ 4 h 5"/>
                <a:gd name="T4" fmla="*/ 0 w 2"/>
                <a:gd name="T5" fmla="*/ 1 h 5"/>
                <a:gd name="T6" fmla="*/ 1 w 2"/>
                <a:gd name="T7" fmla="*/ 0 h 5"/>
                <a:gd name="T8" fmla="*/ 2 w 2"/>
                <a:gd name="T9" fmla="*/ 1 h 5"/>
                <a:gd name="T10" fmla="*/ 2 w 2"/>
                <a:gd name="T11" fmla="*/ 4 h 5"/>
                <a:gd name="T12" fmla="*/ 1 w 2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1" y="5"/>
                  </a:moveTo>
                  <a:cubicBezTo>
                    <a:pt x="1" y="5"/>
                    <a:pt x="0" y="4"/>
                    <a:pt x="0" y="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1" y="0"/>
                    <a:pt x="2" y="1"/>
                    <a:pt x="2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5"/>
                    <a:pt x="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64"/>
            <p:cNvSpPr>
              <a:spLocks noEditPoints="1"/>
            </p:cNvSpPr>
            <p:nvPr/>
          </p:nvSpPr>
          <p:spPr bwMode="auto">
            <a:xfrm>
              <a:off x="2509" y="2500"/>
              <a:ext cx="7" cy="47"/>
            </a:xfrm>
            <a:custGeom>
              <a:avLst/>
              <a:gdLst>
                <a:gd name="T0" fmla="*/ 2 w 3"/>
                <a:gd name="T1" fmla="*/ 20 h 20"/>
                <a:gd name="T2" fmla="*/ 1 w 3"/>
                <a:gd name="T3" fmla="*/ 19 h 20"/>
                <a:gd name="T4" fmla="*/ 1 w 3"/>
                <a:gd name="T5" fmla="*/ 13 h 20"/>
                <a:gd name="T6" fmla="*/ 1 w 3"/>
                <a:gd name="T7" fmla="*/ 12 h 20"/>
                <a:gd name="T8" fmla="*/ 2 w 3"/>
                <a:gd name="T9" fmla="*/ 13 h 20"/>
                <a:gd name="T10" fmla="*/ 3 w 3"/>
                <a:gd name="T11" fmla="*/ 19 h 20"/>
                <a:gd name="T12" fmla="*/ 2 w 3"/>
                <a:gd name="T13" fmla="*/ 20 h 20"/>
                <a:gd name="T14" fmla="*/ 1 w 3"/>
                <a:gd name="T15" fmla="*/ 8 h 20"/>
                <a:gd name="T16" fmla="*/ 0 w 3"/>
                <a:gd name="T17" fmla="*/ 7 h 20"/>
                <a:gd name="T18" fmla="*/ 0 w 3"/>
                <a:gd name="T19" fmla="*/ 1 h 20"/>
                <a:gd name="T20" fmla="*/ 1 w 3"/>
                <a:gd name="T21" fmla="*/ 0 h 20"/>
                <a:gd name="T22" fmla="*/ 2 w 3"/>
                <a:gd name="T23" fmla="*/ 1 h 20"/>
                <a:gd name="T24" fmla="*/ 2 w 3"/>
                <a:gd name="T25" fmla="*/ 7 h 20"/>
                <a:gd name="T26" fmla="*/ 1 w 3"/>
                <a:gd name="T27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" h="20">
                  <a:moveTo>
                    <a:pt x="2" y="20"/>
                  </a:moveTo>
                  <a:cubicBezTo>
                    <a:pt x="1" y="20"/>
                    <a:pt x="1" y="19"/>
                    <a:pt x="1" y="19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2"/>
                    <a:pt x="1" y="12"/>
                    <a:pt x="1" y="12"/>
                  </a:cubicBezTo>
                  <a:cubicBezTo>
                    <a:pt x="2" y="12"/>
                    <a:pt x="2" y="12"/>
                    <a:pt x="2" y="13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9"/>
                    <a:pt x="2" y="20"/>
                    <a:pt x="2" y="20"/>
                  </a:cubicBezTo>
                  <a:close/>
                  <a:moveTo>
                    <a:pt x="1" y="8"/>
                  </a:moveTo>
                  <a:cubicBezTo>
                    <a:pt x="1" y="8"/>
                    <a:pt x="0" y="7"/>
                    <a:pt x="0" y="7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8"/>
                    <a:pt x="1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65"/>
            <p:cNvSpPr>
              <a:spLocks/>
            </p:cNvSpPr>
            <p:nvPr/>
          </p:nvSpPr>
          <p:spPr bwMode="auto">
            <a:xfrm>
              <a:off x="2512" y="2557"/>
              <a:ext cx="4" cy="12"/>
            </a:xfrm>
            <a:custGeom>
              <a:avLst/>
              <a:gdLst>
                <a:gd name="T0" fmla="*/ 1 w 2"/>
                <a:gd name="T1" fmla="*/ 5 h 5"/>
                <a:gd name="T2" fmla="*/ 0 w 2"/>
                <a:gd name="T3" fmla="*/ 4 h 5"/>
                <a:gd name="T4" fmla="*/ 0 w 2"/>
                <a:gd name="T5" fmla="*/ 1 h 5"/>
                <a:gd name="T6" fmla="*/ 1 w 2"/>
                <a:gd name="T7" fmla="*/ 0 h 5"/>
                <a:gd name="T8" fmla="*/ 2 w 2"/>
                <a:gd name="T9" fmla="*/ 1 h 5"/>
                <a:gd name="T10" fmla="*/ 2 w 2"/>
                <a:gd name="T11" fmla="*/ 4 h 5"/>
                <a:gd name="T12" fmla="*/ 1 w 2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1" y="5"/>
                  </a:moveTo>
                  <a:cubicBezTo>
                    <a:pt x="0" y="5"/>
                    <a:pt x="0" y="4"/>
                    <a:pt x="0" y="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2" y="0"/>
                    <a:pt x="2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66"/>
            <p:cNvSpPr>
              <a:spLocks/>
            </p:cNvSpPr>
            <p:nvPr/>
          </p:nvSpPr>
          <p:spPr bwMode="auto">
            <a:xfrm>
              <a:off x="2350" y="2599"/>
              <a:ext cx="233" cy="60"/>
            </a:xfrm>
            <a:custGeom>
              <a:avLst/>
              <a:gdLst>
                <a:gd name="T0" fmla="*/ 212 w 233"/>
                <a:gd name="T1" fmla="*/ 60 h 60"/>
                <a:gd name="T2" fmla="*/ 38 w 233"/>
                <a:gd name="T3" fmla="*/ 60 h 60"/>
                <a:gd name="T4" fmla="*/ 0 w 233"/>
                <a:gd name="T5" fmla="*/ 0 h 60"/>
                <a:gd name="T6" fmla="*/ 233 w 233"/>
                <a:gd name="T7" fmla="*/ 0 h 60"/>
                <a:gd name="T8" fmla="*/ 212 w 233"/>
                <a:gd name="T9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60">
                  <a:moveTo>
                    <a:pt x="212" y="60"/>
                  </a:moveTo>
                  <a:lnTo>
                    <a:pt x="38" y="60"/>
                  </a:lnTo>
                  <a:lnTo>
                    <a:pt x="0" y="0"/>
                  </a:lnTo>
                  <a:lnTo>
                    <a:pt x="233" y="0"/>
                  </a:lnTo>
                  <a:lnTo>
                    <a:pt x="212" y="60"/>
                  </a:lnTo>
                  <a:close/>
                </a:path>
              </a:pathLst>
            </a:custGeom>
            <a:solidFill>
              <a:srgbClr val="1750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67"/>
            <p:cNvSpPr>
              <a:spLocks/>
            </p:cNvSpPr>
            <p:nvPr/>
          </p:nvSpPr>
          <p:spPr bwMode="auto">
            <a:xfrm>
              <a:off x="2339" y="2580"/>
              <a:ext cx="244" cy="15"/>
            </a:xfrm>
            <a:custGeom>
              <a:avLst/>
              <a:gdLst>
                <a:gd name="T0" fmla="*/ 103 w 103"/>
                <a:gd name="T1" fmla="*/ 3 h 6"/>
                <a:gd name="T2" fmla="*/ 100 w 103"/>
                <a:gd name="T3" fmla="*/ 6 h 6"/>
                <a:gd name="T4" fmla="*/ 3 w 103"/>
                <a:gd name="T5" fmla="*/ 6 h 6"/>
                <a:gd name="T6" fmla="*/ 0 w 103"/>
                <a:gd name="T7" fmla="*/ 3 h 6"/>
                <a:gd name="T8" fmla="*/ 3 w 103"/>
                <a:gd name="T9" fmla="*/ 0 h 6"/>
                <a:gd name="T10" fmla="*/ 100 w 103"/>
                <a:gd name="T11" fmla="*/ 0 h 6"/>
                <a:gd name="T12" fmla="*/ 103 w 10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6">
                  <a:moveTo>
                    <a:pt x="103" y="3"/>
                  </a:moveTo>
                  <a:cubicBezTo>
                    <a:pt x="103" y="5"/>
                    <a:pt x="102" y="6"/>
                    <a:pt x="10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2" y="0"/>
                    <a:pt x="103" y="1"/>
                    <a:pt x="103" y="3"/>
                  </a:cubicBezTo>
                  <a:close/>
                </a:path>
              </a:pathLst>
            </a:custGeom>
            <a:solidFill>
              <a:srgbClr val="1750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68"/>
            <p:cNvSpPr>
              <a:spLocks/>
            </p:cNvSpPr>
            <p:nvPr/>
          </p:nvSpPr>
          <p:spPr bwMode="auto">
            <a:xfrm>
              <a:off x="1883" y="2026"/>
              <a:ext cx="306" cy="251"/>
            </a:xfrm>
            <a:custGeom>
              <a:avLst/>
              <a:gdLst>
                <a:gd name="T0" fmla="*/ 22 w 129"/>
                <a:gd name="T1" fmla="*/ 0 h 106"/>
                <a:gd name="T2" fmla="*/ 3 w 129"/>
                <a:gd name="T3" fmla="*/ 12 h 106"/>
                <a:gd name="T4" fmla="*/ 0 w 129"/>
                <a:gd name="T5" fmla="*/ 13 h 106"/>
                <a:gd name="T6" fmla="*/ 60 w 129"/>
                <a:gd name="T7" fmla="*/ 106 h 106"/>
                <a:gd name="T8" fmla="*/ 69 w 129"/>
                <a:gd name="T9" fmla="*/ 106 h 106"/>
                <a:gd name="T10" fmla="*/ 129 w 129"/>
                <a:gd name="T11" fmla="*/ 13 h 106"/>
                <a:gd name="T12" fmla="*/ 126 w 129"/>
                <a:gd name="T13" fmla="*/ 12 h 106"/>
                <a:gd name="T14" fmla="*/ 108 w 129"/>
                <a:gd name="T15" fmla="*/ 0 h 106"/>
                <a:gd name="T16" fmla="*/ 66 w 129"/>
                <a:gd name="T17" fmla="*/ 5 h 106"/>
                <a:gd name="T18" fmla="*/ 22 w 129"/>
                <a:gd name="T19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9" h="106">
                  <a:moveTo>
                    <a:pt x="22" y="0"/>
                  </a:moveTo>
                  <a:cubicBezTo>
                    <a:pt x="13" y="8"/>
                    <a:pt x="4" y="12"/>
                    <a:pt x="3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69" y="106"/>
                    <a:pt x="69" y="106"/>
                    <a:pt x="69" y="106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6" y="12"/>
                    <a:pt x="126" y="12"/>
                    <a:pt x="126" y="12"/>
                  </a:cubicBezTo>
                  <a:cubicBezTo>
                    <a:pt x="126" y="12"/>
                    <a:pt x="117" y="8"/>
                    <a:pt x="108" y="0"/>
                  </a:cubicBezTo>
                  <a:cubicBezTo>
                    <a:pt x="96" y="3"/>
                    <a:pt x="81" y="5"/>
                    <a:pt x="66" y="5"/>
                  </a:cubicBezTo>
                  <a:cubicBezTo>
                    <a:pt x="50" y="5"/>
                    <a:pt x="35" y="3"/>
                    <a:pt x="2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69"/>
            <p:cNvSpPr>
              <a:spLocks/>
            </p:cNvSpPr>
            <p:nvPr/>
          </p:nvSpPr>
          <p:spPr bwMode="auto">
            <a:xfrm>
              <a:off x="1936" y="1933"/>
              <a:ext cx="203" cy="123"/>
            </a:xfrm>
            <a:custGeom>
              <a:avLst/>
              <a:gdLst>
                <a:gd name="T0" fmla="*/ 70 w 86"/>
                <a:gd name="T1" fmla="*/ 3 h 52"/>
                <a:gd name="T2" fmla="*/ 70 w 86"/>
                <a:gd name="T3" fmla="*/ 0 h 52"/>
                <a:gd name="T4" fmla="*/ 15 w 86"/>
                <a:gd name="T5" fmla="*/ 0 h 52"/>
                <a:gd name="T6" fmla="*/ 15 w 86"/>
                <a:gd name="T7" fmla="*/ 3 h 52"/>
                <a:gd name="T8" fmla="*/ 0 w 86"/>
                <a:gd name="T9" fmla="*/ 39 h 52"/>
                <a:gd name="T10" fmla="*/ 44 w 86"/>
                <a:gd name="T11" fmla="*/ 52 h 52"/>
                <a:gd name="T12" fmla="*/ 86 w 86"/>
                <a:gd name="T13" fmla="*/ 39 h 52"/>
                <a:gd name="T14" fmla="*/ 70 w 86"/>
                <a:gd name="T15" fmla="*/ 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2">
                  <a:moveTo>
                    <a:pt x="70" y="3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19"/>
                    <a:pt x="8" y="31"/>
                    <a:pt x="0" y="39"/>
                  </a:cubicBezTo>
                  <a:cubicBezTo>
                    <a:pt x="13" y="42"/>
                    <a:pt x="44" y="52"/>
                    <a:pt x="44" y="52"/>
                  </a:cubicBezTo>
                  <a:cubicBezTo>
                    <a:pt x="44" y="52"/>
                    <a:pt x="74" y="42"/>
                    <a:pt x="86" y="39"/>
                  </a:cubicBezTo>
                  <a:cubicBezTo>
                    <a:pt x="78" y="31"/>
                    <a:pt x="70" y="19"/>
                    <a:pt x="70" y="3"/>
                  </a:cubicBezTo>
                </a:path>
              </a:pathLst>
            </a:custGeom>
            <a:solidFill>
              <a:srgbClr val="E3C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70"/>
            <p:cNvSpPr>
              <a:spLocks/>
            </p:cNvSpPr>
            <p:nvPr/>
          </p:nvSpPr>
          <p:spPr bwMode="auto">
            <a:xfrm>
              <a:off x="1708" y="2026"/>
              <a:ext cx="657" cy="367"/>
            </a:xfrm>
            <a:custGeom>
              <a:avLst/>
              <a:gdLst>
                <a:gd name="T0" fmla="*/ 258 w 277"/>
                <a:gd name="T1" fmla="*/ 39 h 155"/>
                <a:gd name="T2" fmla="*/ 181 w 277"/>
                <a:gd name="T3" fmla="*/ 0 h 155"/>
                <a:gd name="T4" fmla="*/ 182 w 277"/>
                <a:gd name="T5" fmla="*/ 35 h 155"/>
                <a:gd name="T6" fmla="*/ 139 w 277"/>
                <a:gd name="T7" fmla="*/ 108 h 155"/>
                <a:gd name="T8" fmla="*/ 98 w 277"/>
                <a:gd name="T9" fmla="*/ 35 h 155"/>
                <a:gd name="T10" fmla="*/ 96 w 277"/>
                <a:gd name="T11" fmla="*/ 0 h 155"/>
                <a:gd name="T12" fmla="*/ 19 w 277"/>
                <a:gd name="T13" fmla="*/ 39 h 155"/>
                <a:gd name="T14" fmla="*/ 7 w 277"/>
                <a:gd name="T15" fmla="*/ 155 h 155"/>
                <a:gd name="T16" fmla="*/ 270 w 277"/>
                <a:gd name="T17" fmla="*/ 155 h 155"/>
                <a:gd name="T18" fmla="*/ 258 w 277"/>
                <a:gd name="T19" fmla="*/ 3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7" h="155">
                  <a:moveTo>
                    <a:pt x="258" y="39"/>
                  </a:moveTo>
                  <a:cubicBezTo>
                    <a:pt x="247" y="28"/>
                    <a:pt x="220" y="10"/>
                    <a:pt x="181" y="0"/>
                  </a:cubicBezTo>
                  <a:cubicBezTo>
                    <a:pt x="182" y="35"/>
                    <a:pt x="182" y="35"/>
                    <a:pt x="182" y="35"/>
                  </a:cubicBezTo>
                  <a:cubicBezTo>
                    <a:pt x="182" y="35"/>
                    <a:pt x="149" y="100"/>
                    <a:pt x="139" y="108"/>
                  </a:cubicBezTo>
                  <a:cubicBezTo>
                    <a:pt x="129" y="100"/>
                    <a:pt x="98" y="35"/>
                    <a:pt x="98" y="35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57" y="10"/>
                    <a:pt x="30" y="28"/>
                    <a:pt x="19" y="39"/>
                  </a:cubicBezTo>
                  <a:cubicBezTo>
                    <a:pt x="0" y="58"/>
                    <a:pt x="7" y="126"/>
                    <a:pt x="7" y="155"/>
                  </a:cubicBezTo>
                  <a:cubicBezTo>
                    <a:pt x="270" y="155"/>
                    <a:pt x="270" y="155"/>
                    <a:pt x="270" y="155"/>
                  </a:cubicBezTo>
                  <a:cubicBezTo>
                    <a:pt x="270" y="126"/>
                    <a:pt x="277" y="58"/>
                    <a:pt x="258" y="39"/>
                  </a:cubicBezTo>
                </a:path>
              </a:pathLst>
            </a:custGeom>
            <a:solidFill>
              <a:srgbClr val="3A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71"/>
            <p:cNvSpPr>
              <a:spLocks/>
            </p:cNvSpPr>
            <p:nvPr/>
          </p:nvSpPr>
          <p:spPr bwMode="auto">
            <a:xfrm>
              <a:off x="1912" y="2033"/>
              <a:ext cx="249" cy="277"/>
            </a:xfrm>
            <a:custGeom>
              <a:avLst/>
              <a:gdLst>
                <a:gd name="T0" fmla="*/ 52 w 105"/>
                <a:gd name="T1" fmla="*/ 117 h 117"/>
                <a:gd name="T2" fmla="*/ 46 w 105"/>
                <a:gd name="T3" fmla="*/ 113 h 117"/>
                <a:gd name="T4" fmla="*/ 3 w 105"/>
                <a:gd name="T5" fmla="*/ 36 h 117"/>
                <a:gd name="T6" fmla="*/ 2 w 105"/>
                <a:gd name="T7" fmla="*/ 34 h 117"/>
                <a:gd name="T8" fmla="*/ 0 w 105"/>
                <a:gd name="T9" fmla="*/ 0 h 117"/>
                <a:gd name="T10" fmla="*/ 5 w 105"/>
                <a:gd name="T11" fmla="*/ 0 h 117"/>
                <a:gd name="T12" fmla="*/ 6 w 105"/>
                <a:gd name="T13" fmla="*/ 34 h 117"/>
                <a:gd name="T14" fmla="*/ 6 w 105"/>
                <a:gd name="T15" fmla="*/ 35 h 117"/>
                <a:gd name="T16" fmla="*/ 49 w 105"/>
                <a:gd name="T17" fmla="*/ 109 h 117"/>
                <a:gd name="T18" fmla="*/ 52 w 105"/>
                <a:gd name="T19" fmla="*/ 112 h 117"/>
                <a:gd name="T20" fmla="*/ 56 w 105"/>
                <a:gd name="T21" fmla="*/ 109 h 117"/>
                <a:gd name="T22" fmla="*/ 100 w 105"/>
                <a:gd name="T23" fmla="*/ 35 h 117"/>
                <a:gd name="T24" fmla="*/ 101 w 105"/>
                <a:gd name="T25" fmla="*/ 34 h 117"/>
                <a:gd name="T26" fmla="*/ 101 w 105"/>
                <a:gd name="T27" fmla="*/ 0 h 117"/>
                <a:gd name="T28" fmla="*/ 105 w 105"/>
                <a:gd name="T29" fmla="*/ 0 h 117"/>
                <a:gd name="T30" fmla="*/ 105 w 105"/>
                <a:gd name="T31" fmla="*/ 34 h 117"/>
                <a:gd name="T32" fmla="*/ 104 w 105"/>
                <a:gd name="T33" fmla="*/ 37 h 117"/>
                <a:gd name="T34" fmla="*/ 58 w 105"/>
                <a:gd name="T35" fmla="*/ 113 h 117"/>
                <a:gd name="T36" fmla="*/ 52 w 105"/>
                <a:gd name="T3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117">
                  <a:moveTo>
                    <a:pt x="52" y="117"/>
                  </a:moveTo>
                  <a:cubicBezTo>
                    <a:pt x="46" y="113"/>
                    <a:pt x="46" y="113"/>
                    <a:pt x="46" y="113"/>
                  </a:cubicBezTo>
                  <a:cubicBezTo>
                    <a:pt x="36" y="105"/>
                    <a:pt x="12" y="57"/>
                    <a:pt x="3" y="36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21" y="67"/>
                    <a:pt x="41" y="103"/>
                    <a:pt x="49" y="109"/>
                  </a:cubicBezTo>
                  <a:cubicBezTo>
                    <a:pt x="52" y="112"/>
                    <a:pt x="52" y="112"/>
                    <a:pt x="52" y="112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64" y="103"/>
                    <a:pt x="84" y="67"/>
                    <a:pt x="100" y="35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94" y="57"/>
                    <a:pt x="69" y="105"/>
                    <a:pt x="58" y="113"/>
                  </a:cubicBezTo>
                  <a:cubicBezTo>
                    <a:pt x="52" y="117"/>
                    <a:pt x="52" y="117"/>
                    <a:pt x="52" y="1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Rectangle 72"/>
            <p:cNvSpPr>
              <a:spLocks noChangeArrowheads="1"/>
            </p:cNvSpPr>
            <p:nvPr/>
          </p:nvSpPr>
          <p:spPr bwMode="auto">
            <a:xfrm>
              <a:off x="2166" y="2227"/>
              <a:ext cx="106" cy="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73"/>
            <p:cNvSpPr>
              <a:spLocks/>
            </p:cNvSpPr>
            <p:nvPr/>
          </p:nvSpPr>
          <p:spPr bwMode="auto">
            <a:xfrm>
              <a:off x="1962" y="2052"/>
              <a:ext cx="149" cy="64"/>
            </a:xfrm>
            <a:custGeom>
              <a:avLst/>
              <a:gdLst>
                <a:gd name="T0" fmla="*/ 149 w 149"/>
                <a:gd name="T1" fmla="*/ 0 h 64"/>
                <a:gd name="T2" fmla="*/ 92 w 149"/>
                <a:gd name="T3" fmla="*/ 16 h 64"/>
                <a:gd name="T4" fmla="*/ 92 w 149"/>
                <a:gd name="T5" fmla="*/ 12 h 64"/>
                <a:gd name="T6" fmla="*/ 57 w 149"/>
                <a:gd name="T7" fmla="*/ 12 h 64"/>
                <a:gd name="T8" fmla="*/ 57 w 149"/>
                <a:gd name="T9" fmla="*/ 16 h 64"/>
                <a:gd name="T10" fmla="*/ 0 w 149"/>
                <a:gd name="T11" fmla="*/ 0 h 64"/>
                <a:gd name="T12" fmla="*/ 0 w 149"/>
                <a:gd name="T13" fmla="*/ 64 h 64"/>
                <a:gd name="T14" fmla="*/ 57 w 149"/>
                <a:gd name="T15" fmla="*/ 47 h 64"/>
                <a:gd name="T16" fmla="*/ 57 w 149"/>
                <a:gd name="T17" fmla="*/ 52 h 64"/>
                <a:gd name="T18" fmla="*/ 92 w 149"/>
                <a:gd name="T19" fmla="*/ 52 h 64"/>
                <a:gd name="T20" fmla="*/ 92 w 149"/>
                <a:gd name="T21" fmla="*/ 47 h 64"/>
                <a:gd name="T22" fmla="*/ 149 w 149"/>
                <a:gd name="T23" fmla="*/ 64 h 64"/>
                <a:gd name="T24" fmla="*/ 149 w 149"/>
                <a:gd name="T2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9" h="64">
                  <a:moveTo>
                    <a:pt x="149" y="0"/>
                  </a:moveTo>
                  <a:lnTo>
                    <a:pt x="92" y="16"/>
                  </a:lnTo>
                  <a:lnTo>
                    <a:pt x="92" y="12"/>
                  </a:lnTo>
                  <a:lnTo>
                    <a:pt x="57" y="12"/>
                  </a:lnTo>
                  <a:lnTo>
                    <a:pt x="57" y="16"/>
                  </a:lnTo>
                  <a:lnTo>
                    <a:pt x="0" y="0"/>
                  </a:lnTo>
                  <a:lnTo>
                    <a:pt x="0" y="64"/>
                  </a:lnTo>
                  <a:lnTo>
                    <a:pt x="57" y="47"/>
                  </a:lnTo>
                  <a:lnTo>
                    <a:pt x="57" y="52"/>
                  </a:lnTo>
                  <a:lnTo>
                    <a:pt x="92" y="52"/>
                  </a:lnTo>
                  <a:lnTo>
                    <a:pt x="92" y="47"/>
                  </a:lnTo>
                  <a:lnTo>
                    <a:pt x="149" y="64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3A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74"/>
            <p:cNvSpPr>
              <a:spLocks/>
            </p:cNvSpPr>
            <p:nvPr/>
          </p:nvSpPr>
          <p:spPr bwMode="auto">
            <a:xfrm>
              <a:off x="1962" y="2052"/>
              <a:ext cx="149" cy="64"/>
            </a:xfrm>
            <a:custGeom>
              <a:avLst/>
              <a:gdLst>
                <a:gd name="T0" fmla="*/ 149 w 149"/>
                <a:gd name="T1" fmla="*/ 0 h 64"/>
                <a:gd name="T2" fmla="*/ 92 w 149"/>
                <a:gd name="T3" fmla="*/ 16 h 64"/>
                <a:gd name="T4" fmla="*/ 92 w 149"/>
                <a:gd name="T5" fmla="*/ 12 h 64"/>
                <a:gd name="T6" fmla="*/ 57 w 149"/>
                <a:gd name="T7" fmla="*/ 12 h 64"/>
                <a:gd name="T8" fmla="*/ 57 w 149"/>
                <a:gd name="T9" fmla="*/ 16 h 64"/>
                <a:gd name="T10" fmla="*/ 0 w 149"/>
                <a:gd name="T11" fmla="*/ 0 h 64"/>
                <a:gd name="T12" fmla="*/ 0 w 149"/>
                <a:gd name="T13" fmla="*/ 64 h 64"/>
                <a:gd name="T14" fmla="*/ 57 w 149"/>
                <a:gd name="T15" fmla="*/ 47 h 64"/>
                <a:gd name="T16" fmla="*/ 57 w 149"/>
                <a:gd name="T17" fmla="*/ 52 h 64"/>
                <a:gd name="T18" fmla="*/ 92 w 149"/>
                <a:gd name="T19" fmla="*/ 52 h 64"/>
                <a:gd name="T20" fmla="*/ 92 w 149"/>
                <a:gd name="T21" fmla="*/ 47 h 64"/>
                <a:gd name="T22" fmla="*/ 149 w 149"/>
                <a:gd name="T23" fmla="*/ 64 h 64"/>
                <a:gd name="T24" fmla="*/ 149 w 149"/>
                <a:gd name="T2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9" h="64">
                  <a:moveTo>
                    <a:pt x="149" y="0"/>
                  </a:moveTo>
                  <a:lnTo>
                    <a:pt x="92" y="16"/>
                  </a:lnTo>
                  <a:lnTo>
                    <a:pt x="92" y="12"/>
                  </a:lnTo>
                  <a:lnTo>
                    <a:pt x="57" y="12"/>
                  </a:lnTo>
                  <a:lnTo>
                    <a:pt x="57" y="16"/>
                  </a:lnTo>
                  <a:lnTo>
                    <a:pt x="0" y="0"/>
                  </a:lnTo>
                  <a:lnTo>
                    <a:pt x="0" y="64"/>
                  </a:lnTo>
                  <a:lnTo>
                    <a:pt x="57" y="47"/>
                  </a:lnTo>
                  <a:lnTo>
                    <a:pt x="57" y="52"/>
                  </a:lnTo>
                  <a:lnTo>
                    <a:pt x="92" y="52"/>
                  </a:lnTo>
                  <a:lnTo>
                    <a:pt x="92" y="47"/>
                  </a:lnTo>
                  <a:lnTo>
                    <a:pt x="149" y="64"/>
                  </a:lnTo>
                  <a:lnTo>
                    <a:pt x="14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Oval 75"/>
            <p:cNvSpPr>
              <a:spLocks noChangeArrowheads="1"/>
            </p:cNvSpPr>
            <p:nvPr/>
          </p:nvSpPr>
          <p:spPr bwMode="auto">
            <a:xfrm>
              <a:off x="2023" y="2142"/>
              <a:ext cx="26" cy="26"/>
            </a:xfrm>
            <a:prstGeom prst="ellipse">
              <a:avLst/>
            </a:prstGeom>
            <a:solidFill>
              <a:srgbClr val="3A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Oval 76"/>
            <p:cNvSpPr>
              <a:spLocks noChangeArrowheads="1"/>
            </p:cNvSpPr>
            <p:nvPr/>
          </p:nvSpPr>
          <p:spPr bwMode="auto">
            <a:xfrm>
              <a:off x="2023" y="2192"/>
              <a:ext cx="26" cy="26"/>
            </a:xfrm>
            <a:prstGeom prst="ellipse">
              <a:avLst/>
            </a:prstGeom>
            <a:solidFill>
              <a:srgbClr val="3A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77"/>
            <p:cNvSpPr>
              <a:spLocks/>
            </p:cNvSpPr>
            <p:nvPr/>
          </p:nvSpPr>
          <p:spPr bwMode="auto">
            <a:xfrm>
              <a:off x="2177" y="2166"/>
              <a:ext cx="81" cy="68"/>
            </a:xfrm>
            <a:custGeom>
              <a:avLst/>
              <a:gdLst>
                <a:gd name="T0" fmla="*/ 81 w 81"/>
                <a:gd name="T1" fmla="*/ 68 h 68"/>
                <a:gd name="T2" fmla="*/ 0 w 81"/>
                <a:gd name="T3" fmla="*/ 68 h 68"/>
                <a:gd name="T4" fmla="*/ 24 w 81"/>
                <a:gd name="T5" fmla="*/ 0 h 68"/>
                <a:gd name="T6" fmla="*/ 81 w 81"/>
                <a:gd name="T7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68">
                  <a:moveTo>
                    <a:pt x="81" y="68"/>
                  </a:moveTo>
                  <a:lnTo>
                    <a:pt x="0" y="68"/>
                  </a:lnTo>
                  <a:lnTo>
                    <a:pt x="24" y="0"/>
                  </a:lnTo>
                  <a:lnTo>
                    <a:pt x="81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78"/>
            <p:cNvSpPr>
              <a:spLocks/>
            </p:cNvSpPr>
            <p:nvPr/>
          </p:nvSpPr>
          <p:spPr bwMode="auto">
            <a:xfrm>
              <a:off x="1834" y="1587"/>
              <a:ext cx="407" cy="346"/>
            </a:xfrm>
            <a:custGeom>
              <a:avLst/>
              <a:gdLst>
                <a:gd name="T0" fmla="*/ 162 w 172"/>
                <a:gd name="T1" fmla="*/ 77 h 146"/>
                <a:gd name="T2" fmla="*/ 84 w 172"/>
                <a:gd name="T3" fmla="*/ 0 h 146"/>
                <a:gd name="T4" fmla="*/ 9 w 172"/>
                <a:gd name="T5" fmla="*/ 77 h 146"/>
                <a:gd name="T6" fmla="*/ 86 w 172"/>
                <a:gd name="T7" fmla="*/ 58 h 146"/>
                <a:gd name="T8" fmla="*/ 162 w 172"/>
                <a:gd name="T9" fmla="*/ 77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146">
                  <a:moveTo>
                    <a:pt x="162" y="77"/>
                  </a:moveTo>
                  <a:cubicBezTo>
                    <a:pt x="155" y="22"/>
                    <a:pt x="148" y="0"/>
                    <a:pt x="84" y="0"/>
                  </a:cubicBezTo>
                  <a:cubicBezTo>
                    <a:pt x="25" y="0"/>
                    <a:pt x="17" y="22"/>
                    <a:pt x="9" y="77"/>
                  </a:cubicBezTo>
                  <a:cubicBezTo>
                    <a:pt x="0" y="146"/>
                    <a:pt x="51" y="58"/>
                    <a:pt x="86" y="58"/>
                  </a:cubicBezTo>
                  <a:cubicBezTo>
                    <a:pt x="122" y="58"/>
                    <a:pt x="172" y="146"/>
                    <a:pt x="162" y="77"/>
                  </a:cubicBezTo>
                </a:path>
              </a:pathLst>
            </a:custGeom>
            <a:solidFill>
              <a:srgbClr val="3A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79"/>
            <p:cNvSpPr>
              <a:spLocks/>
            </p:cNvSpPr>
            <p:nvPr/>
          </p:nvSpPr>
          <p:spPr bwMode="auto">
            <a:xfrm>
              <a:off x="1860" y="1606"/>
              <a:ext cx="355" cy="415"/>
            </a:xfrm>
            <a:custGeom>
              <a:avLst/>
              <a:gdLst>
                <a:gd name="T0" fmla="*/ 143 w 150"/>
                <a:gd name="T1" fmla="*/ 89 h 175"/>
                <a:gd name="T2" fmla="*/ 143 w 150"/>
                <a:gd name="T3" fmla="*/ 86 h 175"/>
                <a:gd name="T4" fmla="*/ 75 w 150"/>
                <a:gd name="T5" fmla="*/ 0 h 175"/>
                <a:gd name="T6" fmla="*/ 6 w 150"/>
                <a:gd name="T7" fmla="*/ 86 h 175"/>
                <a:gd name="T8" fmla="*/ 6 w 150"/>
                <a:gd name="T9" fmla="*/ 89 h 175"/>
                <a:gd name="T10" fmla="*/ 0 w 150"/>
                <a:gd name="T11" fmla="*/ 102 h 175"/>
                <a:gd name="T12" fmla="*/ 9 w 150"/>
                <a:gd name="T13" fmla="*/ 116 h 175"/>
                <a:gd name="T14" fmla="*/ 11 w 150"/>
                <a:gd name="T15" fmla="*/ 116 h 175"/>
                <a:gd name="T16" fmla="*/ 75 w 150"/>
                <a:gd name="T17" fmla="*/ 175 h 175"/>
                <a:gd name="T18" fmla="*/ 138 w 150"/>
                <a:gd name="T19" fmla="*/ 116 h 175"/>
                <a:gd name="T20" fmla="*/ 141 w 150"/>
                <a:gd name="T21" fmla="*/ 116 h 175"/>
                <a:gd name="T22" fmla="*/ 150 w 150"/>
                <a:gd name="T23" fmla="*/ 102 h 175"/>
                <a:gd name="T24" fmla="*/ 143 w 150"/>
                <a:gd name="T25" fmla="*/ 89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" h="175">
                  <a:moveTo>
                    <a:pt x="143" y="89"/>
                  </a:moveTo>
                  <a:cubicBezTo>
                    <a:pt x="143" y="88"/>
                    <a:pt x="143" y="87"/>
                    <a:pt x="143" y="86"/>
                  </a:cubicBezTo>
                  <a:cubicBezTo>
                    <a:pt x="143" y="45"/>
                    <a:pt x="113" y="0"/>
                    <a:pt x="75" y="0"/>
                  </a:cubicBezTo>
                  <a:cubicBezTo>
                    <a:pt x="37" y="0"/>
                    <a:pt x="6" y="45"/>
                    <a:pt x="6" y="86"/>
                  </a:cubicBezTo>
                  <a:cubicBezTo>
                    <a:pt x="6" y="87"/>
                    <a:pt x="6" y="88"/>
                    <a:pt x="6" y="89"/>
                  </a:cubicBezTo>
                  <a:cubicBezTo>
                    <a:pt x="2" y="90"/>
                    <a:pt x="0" y="96"/>
                    <a:pt x="0" y="102"/>
                  </a:cubicBezTo>
                  <a:cubicBezTo>
                    <a:pt x="0" y="110"/>
                    <a:pt x="4" y="116"/>
                    <a:pt x="9" y="116"/>
                  </a:cubicBezTo>
                  <a:cubicBezTo>
                    <a:pt x="10" y="116"/>
                    <a:pt x="10" y="116"/>
                    <a:pt x="11" y="116"/>
                  </a:cubicBezTo>
                  <a:cubicBezTo>
                    <a:pt x="21" y="147"/>
                    <a:pt x="46" y="175"/>
                    <a:pt x="75" y="175"/>
                  </a:cubicBezTo>
                  <a:cubicBezTo>
                    <a:pt x="104" y="175"/>
                    <a:pt x="128" y="147"/>
                    <a:pt x="138" y="116"/>
                  </a:cubicBezTo>
                  <a:cubicBezTo>
                    <a:pt x="139" y="116"/>
                    <a:pt x="140" y="116"/>
                    <a:pt x="141" y="116"/>
                  </a:cubicBezTo>
                  <a:cubicBezTo>
                    <a:pt x="146" y="116"/>
                    <a:pt x="150" y="110"/>
                    <a:pt x="150" y="102"/>
                  </a:cubicBezTo>
                  <a:cubicBezTo>
                    <a:pt x="150" y="96"/>
                    <a:pt x="147" y="90"/>
                    <a:pt x="143" y="89"/>
                  </a:cubicBezTo>
                </a:path>
              </a:pathLst>
            </a:custGeom>
            <a:solidFill>
              <a:srgbClr val="FFE5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80"/>
            <p:cNvSpPr>
              <a:spLocks noEditPoints="1"/>
            </p:cNvSpPr>
            <p:nvPr/>
          </p:nvSpPr>
          <p:spPr bwMode="auto">
            <a:xfrm>
              <a:off x="1853" y="1601"/>
              <a:ext cx="367" cy="425"/>
            </a:xfrm>
            <a:custGeom>
              <a:avLst/>
              <a:gdLst>
                <a:gd name="T0" fmla="*/ 78 w 155"/>
                <a:gd name="T1" fmla="*/ 179 h 179"/>
                <a:gd name="T2" fmla="*/ 13 w 155"/>
                <a:gd name="T3" fmla="*/ 120 h 179"/>
                <a:gd name="T4" fmla="*/ 0 w 155"/>
                <a:gd name="T5" fmla="*/ 104 h 179"/>
                <a:gd name="T6" fmla="*/ 7 w 155"/>
                <a:gd name="T7" fmla="*/ 90 h 179"/>
                <a:gd name="T8" fmla="*/ 7 w 155"/>
                <a:gd name="T9" fmla="*/ 88 h 179"/>
                <a:gd name="T10" fmla="*/ 78 w 155"/>
                <a:gd name="T11" fmla="*/ 0 h 179"/>
                <a:gd name="T12" fmla="*/ 148 w 155"/>
                <a:gd name="T13" fmla="*/ 88 h 179"/>
                <a:gd name="T14" fmla="*/ 148 w 155"/>
                <a:gd name="T15" fmla="*/ 90 h 179"/>
                <a:gd name="T16" fmla="*/ 155 w 155"/>
                <a:gd name="T17" fmla="*/ 104 h 179"/>
                <a:gd name="T18" fmla="*/ 143 w 155"/>
                <a:gd name="T19" fmla="*/ 120 h 179"/>
                <a:gd name="T20" fmla="*/ 78 w 155"/>
                <a:gd name="T21" fmla="*/ 179 h 179"/>
                <a:gd name="T22" fmla="*/ 15 w 155"/>
                <a:gd name="T23" fmla="*/ 115 h 179"/>
                <a:gd name="T24" fmla="*/ 16 w 155"/>
                <a:gd name="T25" fmla="*/ 117 h 179"/>
                <a:gd name="T26" fmla="*/ 78 w 155"/>
                <a:gd name="T27" fmla="*/ 175 h 179"/>
                <a:gd name="T28" fmla="*/ 139 w 155"/>
                <a:gd name="T29" fmla="*/ 117 h 179"/>
                <a:gd name="T30" fmla="*/ 140 w 155"/>
                <a:gd name="T31" fmla="*/ 115 h 179"/>
                <a:gd name="T32" fmla="*/ 142 w 155"/>
                <a:gd name="T33" fmla="*/ 116 h 179"/>
                <a:gd name="T34" fmla="*/ 144 w 155"/>
                <a:gd name="T35" fmla="*/ 116 h 179"/>
                <a:gd name="T36" fmla="*/ 151 w 155"/>
                <a:gd name="T37" fmla="*/ 104 h 179"/>
                <a:gd name="T38" fmla="*/ 145 w 155"/>
                <a:gd name="T39" fmla="*/ 93 h 179"/>
                <a:gd name="T40" fmla="*/ 144 w 155"/>
                <a:gd name="T41" fmla="*/ 92 h 179"/>
                <a:gd name="T42" fmla="*/ 144 w 155"/>
                <a:gd name="T43" fmla="*/ 91 h 179"/>
                <a:gd name="T44" fmla="*/ 144 w 155"/>
                <a:gd name="T45" fmla="*/ 88 h 179"/>
                <a:gd name="T46" fmla="*/ 78 w 155"/>
                <a:gd name="T47" fmla="*/ 4 h 179"/>
                <a:gd name="T48" fmla="*/ 11 w 155"/>
                <a:gd name="T49" fmla="*/ 88 h 179"/>
                <a:gd name="T50" fmla="*/ 11 w 155"/>
                <a:gd name="T51" fmla="*/ 90 h 179"/>
                <a:gd name="T52" fmla="*/ 11 w 155"/>
                <a:gd name="T53" fmla="*/ 92 h 179"/>
                <a:gd name="T54" fmla="*/ 10 w 155"/>
                <a:gd name="T55" fmla="*/ 93 h 179"/>
                <a:gd name="T56" fmla="*/ 5 w 155"/>
                <a:gd name="T57" fmla="*/ 104 h 179"/>
                <a:gd name="T58" fmla="*/ 12 w 155"/>
                <a:gd name="T59" fmla="*/ 116 h 179"/>
                <a:gd name="T60" fmla="*/ 13 w 155"/>
                <a:gd name="T61" fmla="*/ 116 h 179"/>
                <a:gd name="T62" fmla="*/ 15 w 155"/>
                <a:gd name="T63" fmla="*/ 11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5" h="179">
                  <a:moveTo>
                    <a:pt x="78" y="179"/>
                  </a:moveTo>
                  <a:cubicBezTo>
                    <a:pt x="47" y="179"/>
                    <a:pt x="22" y="149"/>
                    <a:pt x="13" y="120"/>
                  </a:cubicBezTo>
                  <a:cubicBezTo>
                    <a:pt x="6" y="121"/>
                    <a:pt x="0" y="114"/>
                    <a:pt x="0" y="104"/>
                  </a:cubicBezTo>
                  <a:cubicBezTo>
                    <a:pt x="0" y="98"/>
                    <a:pt x="3" y="92"/>
                    <a:pt x="7" y="90"/>
                  </a:cubicBezTo>
                  <a:cubicBezTo>
                    <a:pt x="7" y="89"/>
                    <a:pt x="7" y="89"/>
                    <a:pt x="7" y="88"/>
                  </a:cubicBezTo>
                  <a:cubicBezTo>
                    <a:pt x="7" y="47"/>
                    <a:pt x="37" y="0"/>
                    <a:pt x="78" y="0"/>
                  </a:cubicBezTo>
                  <a:cubicBezTo>
                    <a:pt x="118" y="0"/>
                    <a:pt x="148" y="47"/>
                    <a:pt x="148" y="88"/>
                  </a:cubicBezTo>
                  <a:cubicBezTo>
                    <a:pt x="148" y="89"/>
                    <a:pt x="148" y="89"/>
                    <a:pt x="148" y="90"/>
                  </a:cubicBezTo>
                  <a:cubicBezTo>
                    <a:pt x="152" y="92"/>
                    <a:pt x="155" y="98"/>
                    <a:pt x="155" y="104"/>
                  </a:cubicBezTo>
                  <a:cubicBezTo>
                    <a:pt x="155" y="114"/>
                    <a:pt x="150" y="121"/>
                    <a:pt x="143" y="120"/>
                  </a:cubicBezTo>
                  <a:cubicBezTo>
                    <a:pt x="133" y="149"/>
                    <a:pt x="109" y="179"/>
                    <a:pt x="78" y="179"/>
                  </a:cubicBezTo>
                  <a:moveTo>
                    <a:pt x="15" y="115"/>
                  </a:moveTo>
                  <a:cubicBezTo>
                    <a:pt x="16" y="117"/>
                    <a:pt x="16" y="117"/>
                    <a:pt x="16" y="117"/>
                  </a:cubicBezTo>
                  <a:cubicBezTo>
                    <a:pt x="25" y="145"/>
                    <a:pt x="48" y="175"/>
                    <a:pt x="78" y="175"/>
                  </a:cubicBezTo>
                  <a:cubicBezTo>
                    <a:pt x="107" y="175"/>
                    <a:pt x="130" y="145"/>
                    <a:pt x="139" y="117"/>
                  </a:cubicBezTo>
                  <a:cubicBezTo>
                    <a:pt x="140" y="115"/>
                    <a:pt x="140" y="115"/>
                    <a:pt x="140" y="115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3" y="116"/>
                    <a:pt x="143" y="116"/>
                    <a:pt x="144" y="116"/>
                  </a:cubicBezTo>
                  <a:cubicBezTo>
                    <a:pt x="148" y="116"/>
                    <a:pt x="151" y="111"/>
                    <a:pt x="151" y="104"/>
                  </a:cubicBezTo>
                  <a:cubicBezTo>
                    <a:pt x="151" y="99"/>
                    <a:pt x="149" y="94"/>
                    <a:pt x="145" y="93"/>
                  </a:cubicBezTo>
                  <a:cubicBezTo>
                    <a:pt x="144" y="92"/>
                    <a:pt x="144" y="92"/>
                    <a:pt x="144" y="92"/>
                  </a:cubicBezTo>
                  <a:cubicBezTo>
                    <a:pt x="144" y="91"/>
                    <a:pt x="144" y="91"/>
                    <a:pt x="144" y="91"/>
                  </a:cubicBezTo>
                  <a:cubicBezTo>
                    <a:pt x="144" y="90"/>
                    <a:pt x="144" y="89"/>
                    <a:pt x="144" y="88"/>
                  </a:cubicBezTo>
                  <a:cubicBezTo>
                    <a:pt x="144" y="49"/>
                    <a:pt x="115" y="4"/>
                    <a:pt x="78" y="4"/>
                  </a:cubicBezTo>
                  <a:cubicBezTo>
                    <a:pt x="40" y="4"/>
                    <a:pt x="11" y="49"/>
                    <a:pt x="11" y="88"/>
                  </a:cubicBezTo>
                  <a:cubicBezTo>
                    <a:pt x="11" y="89"/>
                    <a:pt x="11" y="90"/>
                    <a:pt x="11" y="90"/>
                  </a:cubicBezTo>
                  <a:cubicBezTo>
                    <a:pt x="11" y="92"/>
                    <a:pt x="11" y="92"/>
                    <a:pt x="11" y="92"/>
                  </a:cubicBezTo>
                  <a:cubicBezTo>
                    <a:pt x="10" y="93"/>
                    <a:pt x="10" y="93"/>
                    <a:pt x="10" y="93"/>
                  </a:cubicBezTo>
                  <a:cubicBezTo>
                    <a:pt x="7" y="94"/>
                    <a:pt x="5" y="99"/>
                    <a:pt x="5" y="104"/>
                  </a:cubicBezTo>
                  <a:cubicBezTo>
                    <a:pt x="5" y="111"/>
                    <a:pt x="8" y="116"/>
                    <a:pt x="12" y="116"/>
                  </a:cubicBezTo>
                  <a:cubicBezTo>
                    <a:pt x="12" y="116"/>
                    <a:pt x="13" y="116"/>
                    <a:pt x="13" y="116"/>
                  </a:cubicBezTo>
                  <a:cubicBezTo>
                    <a:pt x="15" y="115"/>
                    <a:pt x="15" y="115"/>
                    <a:pt x="15" y="115"/>
                  </a:cubicBezTo>
                </a:path>
              </a:pathLst>
            </a:custGeom>
            <a:solidFill>
              <a:srgbClr val="E3C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81"/>
            <p:cNvSpPr>
              <a:spLocks/>
            </p:cNvSpPr>
            <p:nvPr/>
          </p:nvSpPr>
          <p:spPr bwMode="auto">
            <a:xfrm>
              <a:off x="1845" y="1582"/>
              <a:ext cx="370" cy="261"/>
            </a:xfrm>
            <a:custGeom>
              <a:avLst/>
              <a:gdLst>
                <a:gd name="T0" fmla="*/ 11 w 156"/>
                <a:gd name="T1" fmla="*/ 98 h 110"/>
                <a:gd name="T2" fmla="*/ 41 w 156"/>
                <a:gd name="T3" fmla="*/ 43 h 110"/>
                <a:gd name="T4" fmla="*/ 82 w 156"/>
                <a:gd name="T5" fmla="*/ 49 h 110"/>
                <a:gd name="T6" fmla="*/ 126 w 156"/>
                <a:gd name="T7" fmla="*/ 43 h 110"/>
                <a:gd name="T8" fmla="*/ 155 w 156"/>
                <a:gd name="T9" fmla="*/ 96 h 110"/>
                <a:gd name="T10" fmla="*/ 80 w 156"/>
                <a:gd name="T11" fmla="*/ 6 h 110"/>
                <a:gd name="T12" fmla="*/ 11 w 156"/>
                <a:gd name="T13" fmla="*/ 9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6" h="110">
                  <a:moveTo>
                    <a:pt x="11" y="98"/>
                  </a:moveTo>
                  <a:cubicBezTo>
                    <a:pt x="38" y="98"/>
                    <a:pt x="19" y="43"/>
                    <a:pt x="41" y="43"/>
                  </a:cubicBezTo>
                  <a:cubicBezTo>
                    <a:pt x="41" y="43"/>
                    <a:pt x="56" y="49"/>
                    <a:pt x="82" y="49"/>
                  </a:cubicBezTo>
                  <a:cubicBezTo>
                    <a:pt x="109" y="49"/>
                    <a:pt x="126" y="43"/>
                    <a:pt x="126" y="43"/>
                  </a:cubicBezTo>
                  <a:cubicBezTo>
                    <a:pt x="142" y="43"/>
                    <a:pt x="124" y="110"/>
                    <a:pt x="155" y="96"/>
                  </a:cubicBezTo>
                  <a:cubicBezTo>
                    <a:pt x="155" y="96"/>
                    <a:pt x="156" y="0"/>
                    <a:pt x="80" y="6"/>
                  </a:cubicBezTo>
                  <a:cubicBezTo>
                    <a:pt x="9" y="6"/>
                    <a:pt x="0" y="98"/>
                    <a:pt x="11" y="98"/>
                  </a:cubicBezTo>
                </a:path>
              </a:pathLst>
            </a:custGeom>
            <a:solidFill>
              <a:srgbClr val="3A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82"/>
            <p:cNvSpPr>
              <a:spLocks/>
            </p:cNvSpPr>
            <p:nvPr/>
          </p:nvSpPr>
          <p:spPr bwMode="auto">
            <a:xfrm>
              <a:off x="1883" y="2026"/>
              <a:ext cx="306" cy="251"/>
            </a:xfrm>
            <a:custGeom>
              <a:avLst/>
              <a:gdLst>
                <a:gd name="T0" fmla="*/ 22 w 129"/>
                <a:gd name="T1" fmla="*/ 0 h 106"/>
                <a:gd name="T2" fmla="*/ 3 w 129"/>
                <a:gd name="T3" fmla="*/ 12 h 106"/>
                <a:gd name="T4" fmla="*/ 0 w 129"/>
                <a:gd name="T5" fmla="*/ 13 h 106"/>
                <a:gd name="T6" fmla="*/ 60 w 129"/>
                <a:gd name="T7" fmla="*/ 106 h 106"/>
                <a:gd name="T8" fmla="*/ 69 w 129"/>
                <a:gd name="T9" fmla="*/ 106 h 106"/>
                <a:gd name="T10" fmla="*/ 129 w 129"/>
                <a:gd name="T11" fmla="*/ 13 h 106"/>
                <a:gd name="T12" fmla="*/ 126 w 129"/>
                <a:gd name="T13" fmla="*/ 12 h 106"/>
                <a:gd name="T14" fmla="*/ 108 w 129"/>
                <a:gd name="T15" fmla="*/ 0 h 106"/>
                <a:gd name="T16" fmla="*/ 66 w 129"/>
                <a:gd name="T17" fmla="*/ 5 h 106"/>
                <a:gd name="T18" fmla="*/ 22 w 129"/>
                <a:gd name="T19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9" h="106">
                  <a:moveTo>
                    <a:pt x="22" y="0"/>
                  </a:moveTo>
                  <a:cubicBezTo>
                    <a:pt x="13" y="8"/>
                    <a:pt x="4" y="12"/>
                    <a:pt x="3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69" y="106"/>
                    <a:pt x="69" y="106"/>
                    <a:pt x="69" y="106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6" y="12"/>
                    <a:pt x="126" y="12"/>
                    <a:pt x="126" y="12"/>
                  </a:cubicBezTo>
                  <a:cubicBezTo>
                    <a:pt x="126" y="12"/>
                    <a:pt x="117" y="8"/>
                    <a:pt x="108" y="0"/>
                  </a:cubicBezTo>
                  <a:cubicBezTo>
                    <a:pt x="96" y="3"/>
                    <a:pt x="81" y="5"/>
                    <a:pt x="66" y="5"/>
                  </a:cubicBezTo>
                  <a:cubicBezTo>
                    <a:pt x="50" y="5"/>
                    <a:pt x="35" y="3"/>
                    <a:pt x="2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83"/>
            <p:cNvSpPr>
              <a:spLocks/>
            </p:cNvSpPr>
            <p:nvPr/>
          </p:nvSpPr>
          <p:spPr bwMode="auto">
            <a:xfrm>
              <a:off x="1936" y="1933"/>
              <a:ext cx="203" cy="123"/>
            </a:xfrm>
            <a:custGeom>
              <a:avLst/>
              <a:gdLst>
                <a:gd name="T0" fmla="*/ 70 w 86"/>
                <a:gd name="T1" fmla="*/ 3 h 52"/>
                <a:gd name="T2" fmla="*/ 70 w 86"/>
                <a:gd name="T3" fmla="*/ 0 h 52"/>
                <a:gd name="T4" fmla="*/ 15 w 86"/>
                <a:gd name="T5" fmla="*/ 0 h 52"/>
                <a:gd name="T6" fmla="*/ 15 w 86"/>
                <a:gd name="T7" fmla="*/ 3 h 52"/>
                <a:gd name="T8" fmla="*/ 0 w 86"/>
                <a:gd name="T9" fmla="*/ 39 h 52"/>
                <a:gd name="T10" fmla="*/ 44 w 86"/>
                <a:gd name="T11" fmla="*/ 52 h 52"/>
                <a:gd name="T12" fmla="*/ 86 w 86"/>
                <a:gd name="T13" fmla="*/ 39 h 52"/>
                <a:gd name="T14" fmla="*/ 70 w 86"/>
                <a:gd name="T15" fmla="*/ 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2">
                  <a:moveTo>
                    <a:pt x="70" y="3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19"/>
                    <a:pt x="8" y="31"/>
                    <a:pt x="0" y="39"/>
                  </a:cubicBezTo>
                  <a:cubicBezTo>
                    <a:pt x="13" y="42"/>
                    <a:pt x="44" y="52"/>
                    <a:pt x="44" y="52"/>
                  </a:cubicBezTo>
                  <a:cubicBezTo>
                    <a:pt x="44" y="52"/>
                    <a:pt x="74" y="42"/>
                    <a:pt x="86" y="39"/>
                  </a:cubicBezTo>
                  <a:cubicBezTo>
                    <a:pt x="78" y="31"/>
                    <a:pt x="70" y="19"/>
                    <a:pt x="70" y="3"/>
                  </a:cubicBezTo>
                </a:path>
              </a:pathLst>
            </a:custGeom>
            <a:solidFill>
              <a:srgbClr val="E3C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84"/>
            <p:cNvSpPr>
              <a:spLocks/>
            </p:cNvSpPr>
            <p:nvPr/>
          </p:nvSpPr>
          <p:spPr bwMode="auto">
            <a:xfrm>
              <a:off x="1708" y="2026"/>
              <a:ext cx="657" cy="367"/>
            </a:xfrm>
            <a:custGeom>
              <a:avLst/>
              <a:gdLst>
                <a:gd name="T0" fmla="*/ 258 w 277"/>
                <a:gd name="T1" fmla="*/ 39 h 155"/>
                <a:gd name="T2" fmla="*/ 181 w 277"/>
                <a:gd name="T3" fmla="*/ 0 h 155"/>
                <a:gd name="T4" fmla="*/ 182 w 277"/>
                <a:gd name="T5" fmla="*/ 35 h 155"/>
                <a:gd name="T6" fmla="*/ 139 w 277"/>
                <a:gd name="T7" fmla="*/ 108 h 155"/>
                <a:gd name="T8" fmla="*/ 98 w 277"/>
                <a:gd name="T9" fmla="*/ 35 h 155"/>
                <a:gd name="T10" fmla="*/ 96 w 277"/>
                <a:gd name="T11" fmla="*/ 0 h 155"/>
                <a:gd name="T12" fmla="*/ 19 w 277"/>
                <a:gd name="T13" fmla="*/ 39 h 155"/>
                <a:gd name="T14" fmla="*/ 7 w 277"/>
                <a:gd name="T15" fmla="*/ 155 h 155"/>
                <a:gd name="T16" fmla="*/ 270 w 277"/>
                <a:gd name="T17" fmla="*/ 155 h 155"/>
                <a:gd name="T18" fmla="*/ 258 w 277"/>
                <a:gd name="T19" fmla="*/ 3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7" h="155">
                  <a:moveTo>
                    <a:pt x="258" y="39"/>
                  </a:moveTo>
                  <a:cubicBezTo>
                    <a:pt x="247" y="28"/>
                    <a:pt x="220" y="10"/>
                    <a:pt x="181" y="0"/>
                  </a:cubicBezTo>
                  <a:cubicBezTo>
                    <a:pt x="182" y="35"/>
                    <a:pt x="182" y="35"/>
                    <a:pt x="182" y="35"/>
                  </a:cubicBezTo>
                  <a:cubicBezTo>
                    <a:pt x="182" y="35"/>
                    <a:pt x="149" y="100"/>
                    <a:pt x="139" y="108"/>
                  </a:cubicBezTo>
                  <a:cubicBezTo>
                    <a:pt x="129" y="100"/>
                    <a:pt x="98" y="35"/>
                    <a:pt x="98" y="35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57" y="10"/>
                    <a:pt x="30" y="28"/>
                    <a:pt x="19" y="39"/>
                  </a:cubicBezTo>
                  <a:cubicBezTo>
                    <a:pt x="0" y="58"/>
                    <a:pt x="7" y="126"/>
                    <a:pt x="7" y="155"/>
                  </a:cubicBezTo>
                  <a:cubicBezTo>
                    <a:pt x="270" y="155"/>
                    <a:pt x="270" y="155"/>
                    <a:pt x="270" y="155"/>
                  </a:cubicBezTo>
                  <a:cubicBezTo>
                    <a:pt x="270" y="126"/>
                    <a:pt x="277" y="58"/>
                    <a:pt x="258" y="39"/>
                  </a:cubicBezTo>
                </a:path>
              </a:pathLst>
            </a:custGeom>
            <a:solidFill>
              <a:srgbClr val="3A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85"/>
            <p:cNvSpPr>
              <a:spLocks/>
            </p:cNvSpPr>
            <p:nvPr/>
          </p:nvSpPr>
          <p:spPr bwMode="auto">
            <a:xfrm>
              <a:off x="1912" y="2033"/>
              <a:ext cx="249" cy="277"/>
            </a:xfrm>
            <a:custGeom>
              <a:avLst/>
              <a:gdLst>
                <a:gd name="T0" fmla="*/ 52 w 105"/>
                <a:gd name="T1" fmla="*/ 117 h 117"/>
                <a:gd name="T2" fmla="*/ 46 w 105"/>
                <a:gd name="T3" fmla="*/ 113 h 117"/>
                <a:gd name="T4" fmla="*/ 3 w 105"/>
                <a:gd name="T5" fmla="*/ 36 h 117"/>
                <a:gd name="T6" fmla="*/ 2 w 105"/>
                <a:gd name="T7" fmla="*/ 34 h 117"/>
                <a:gd name="T8" fmla="*/ 0 w 105"/>
                <a:gd name="T9" fmla="*/ 0 h 117"/>
                <a:gd name="T10" fmla="*/ 5 w 105"/>
                <a:gd name="T11" fmla="*/ 0 h 117"/>
                <a:gd name="T12" fmla="*/ 6 w 105"/>
                <a:gd name="T13" fmla="*/ 34 h 117"/>
                <a:gd name="T14" fmla="*/ 6 w 105"/>
                <a:gd name="T15" fmla="*/ 35 h 117"/>
                <a:gd name="T16" fmla="*/ 49 w 105"/>
                <a:gd name="T17" fmla="*/ 109 h 117"/>
                <a:gd name="T18" fmla="*/ 52 w 105"/>
                <a:gd name="T19" fmla="*/ 112 h 117"/>
                <a:gd name="T20" fmla="*/ 56 w 105"/>
                <a:gd name="T21" fmla="*/ 109 h 117"/>
                <a:gd name="T22" fmla="*/ 100 w 105"/>
                <a:gd name="T23" fmla="*/ 35 h 117"/>
                <a:gd name="T24" fmla="*/ 101 w 105"/>
                <a:gd name="T25" fmla="*/ 34 h 117"/>
                <a:gd name="T26" fmla="*/ 101 w 105"/>
                <a:gd name="T27" fmla="*/ 0 h 117"/>
                <a:gd name="T28" fmla="*/ 105 w 105"/>
                <a:gd name="T29" fmla="*/ 0 h 117"/>
                <a:gd name="T30" fmla="*/ 105 w 105"/>
                <a:gd name="T31" fmla="*/ 34 h 117"/>
                <a:gd name="T32" fmla="*/ 104 w 105"/>
                <a:gd name="T33" fmla="*/ 37 h 117"/>
                <a:gd name="T34" fmla="*/ 58 w 105"/>
                <a:gd name="T35" fmla="*/ 113 h 117"/>
                <a:gd name="T36" fmla="*/ 52 w 105"/>
                <a:gd name="T3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117">
                  <a:moveTo>
                    <a:pt x="52" y="117"/>
                  </a:moveTo>
                  <a:cubicBezTo>
                    <a:pt x="46" y="113"/>
                    <a:pt x="46" y="113"/>
                    <a:pt x="46" y="113"/>
                  </a:cubicBezTo>
                  <a:cubicBezTo>
                    <a:pt x="36" y="105"/>
                    <a:pt x="12" y="57"/>
                    <a:pt x="3" y="36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21" y="67"/>
                    <a:pt x="41" y="103"/>
                    <a:pt x="49" y="109"/>
                  </a:cubicBezTo>
                  <a:cubicBezTo>
                    <a:pt x="52" y="112"/>
                    <a:pt x="52" y="112"/>
                    <a:pt x="52" y="112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64" y="103"/>
                    <a:pt x="84" y="67"/>
                    <a:pt x="100" y="35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94" y="57"/>
                    <a:pt x="69" y="105"/>
                    <a:pt x="58" y="113"/>
                  </a:cubicBezTo>
                  <a:cubicBezTo>
                    <a:pt x="52" y="117"/>
                    <a:pt x="52" y="117"/>
                    <a:pt x="52" y="1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Rectangle 86"/>
            <p:cNvSpPr>
              <a:spLocks noChangeArrowheads="1"/>
            </p:cNvSpPr>
            <p:nvPr/>
          </p:nvSpPr>
          <p:spPr bwMode="auto">
            <a:xfrm>
              <a:off x="2166" y="2227"/>
              <a:ext cx="106" cy="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87"/>
            <p:cNvSpPr>
              <a:spLocks/>
            </p:cNvSpPr>
            <p:nvPr/>
          </p:nvSpPr>
          <p:spPr bwMode="auto">
            <a:xfrm>
              <a:off x="1962" y="2052"/>
              <a:ext cx="149" cy="64"/>
            </a:xfrm>
            <a:custGeom>
              <a:avLst/>
              <a:gdLst>
                <a:gd name="T0" fmla="*/ 149 w 149"/>
                <a:gd name="T1" fmla="*/ 0 h 64"/>
                <a:gd name="T2" fmla="*/ 92 w 149"/>
                <a:gd name="T3" fmla="*/ 16 h 64"/>
                <a:gd name="T4" fmla="*/ 92 w 149"/>
                <a:gd name="T5" fmla="*/ 12 h 64"/>
                <a:gd name="T6" fmla="*/ 57 w 149"/>
                <a:gd name="T7" fmla="*/ 12 h 64"/>
                <a:gd name="T8" fmla="*/ 57 w 149"/>
                <a:gd name="T9" fmla="*/ 16 h 64"/>
                <a:gd name="T10" fmla="*/ 0 w 149"/>
                <a:gd name="T11" fmla="*/ 0 h 64"/>
                <a:gd name="T12" fmla="*/ 0 w 149"/>
                <a:gd name="T13" fmla="*/ 64 h 64"/>
                <a:gd name="T14" fmla="*/ 57 w 149"/>
                <a:gd name="T15" fmla="*/ 47 h 64"/>
                <a:gd name="T16" fmla="*/ 57 w 149"/>
                <a:gd name="T17" fmla="*/ 52 h 64"/>
                <a:gd name="T18" fmla="*/ 92 w 149"/>
                <a:gd name="T19" fmla="*/ 52 h 64"/>
                <a:gd name="T20" fmla="*/ 92 w 149"/>
                <a:gd name="T21" fmla="*/ 47 h 64"/>
                <a:gd name="T22" fmla="*/ 149 w 149"/>
                <a:gd name="T23" fmla="*/ 64 h 64"/>
                <a:gd name="T24" fmla="*/ 149 w 149"/>
                <a:gd name="T2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9" h="64">
                  <a:moveTo>
                    <a:pt x="149" y="0"/>
                  </a:moveTo>
                  <a:lnTo>
                    <a:pt x="92" y="16"/>
                  </a:lnTo>
                  <a:lnTo>
                    <a:pt x="92" y="12"/>
                  </a:lnTo>
                  <a:lnTo>
                    <a:pt x="57" y="12"/>
                  </a:lnTo>
                  <a:lnTo>
                    <a:pt x="57" y="16"/>
                  </a:lnTo>
                  <a:lnTo>
                    <a:pt x="0" y="0"/>
                  </a:lnTo>
                  <a:lnTo>
                    <a:pt x="0" y="64"/>
                  </a:lnTo>
                  <a:lnTo>
                    <a:pt x="57" y="47"/>
                  </a:lnTo>
                  <a:lnTo>
                    <a:pt x="57" y="52"/>
                  </a:lnTo>
                  <a:lnTo>
                    <a:pt x="92" y="52"/>
                  </a:lnTo>
                  <a:lnTo>
                    <a:pt x="92" y="47"/>
                  </a:lnTo>
                  <a:lnTo>
                    <a:pt x="149" y="64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3A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88"/>
            <p:cNvSpPr>
              <a:spLocks/>
            </p:cNvSpPr>
            <p:nvPr/>
          </p:nvSpPr>
          <p:spPr bwMode="auto">
            <a:xfrm>
              <a:off x="1962" y="2052"/>
              <a:ext cx="149" cy="64"/>
            </a:xfrm>
            <a:custGeom>
              <a:avLst/>
              <a:gdLst>
                <a:gd name="T0" fmla="*/ 149 w 149"/>
                <a:gd name="T1" fmla="*/ 0 h 64"/>
                <a:gd name="T2" fmla="*/ 92 w 149"/>
                <a:gd name="T3" fmla="*/ 16 h 64"/>
                <a:gd name="T4" fmla="*/ 92 w 149"/>
                <a:gd name="T5" fmla="*/ 12 h 64"/>
                <a:gd name="T6" fmla="*/ 57 w 149"/>
                <a:gd name="T7" fmla="*/ 12 h 64"/>
                <a:gd name="T8" fmla="*/ 57 w 149"/>
                <a:gd name="T9" fmla="*/ 16 h 64"/>
                <a:gd name="T10" fmla="*/ 0 w 149"/>
                <a:gd name="T11" fmla="*/ 0 h 64"/>
                <a:gd name="T12" fmla="*/ 0 w 149"/>
                <a:gd name="T13" fmla="*/ 64 h 64"/>
                <a:gd name="T14" fmla="*/ 57 w 149"/>
                <a:gd name="T15" fmla="*/ 47 h 64"/>
                <a:gd name="T16" fmla="*/ 57 w 149"/>
                <a:gd name="T17" fmla="*/ 52 h 64"/>
                <a:gd name="T18" fmla="*/ 92 w 149"/>
                <a:gd name="T19" fmla="*/ 52 h 64"/>
                <a:gd name="T20" fmla="*/ 92 w 149"/>
                <a:gd name="T21" fmla="*/ 47 h 64"/>
                <a:gd name="T22" fmla="*/ 149 w 149"/>
                <a:gd name="T23" fmla="*/ 64 h 64"/>
                <a:gd name="T24" fmla="*/ 149 w 149"/>
                <a:gd name="T2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9" h="64">
                  <a:moveTo>
                    <a:pt x="149" y="0"/>
                  </a:moveTo>
                  <a:lnTo>
                    <a:pt x="92" y="16"/>
                  </a:lnTo>
                  <a:lnTo>
                    <a:pt x="92" y="12"/>
                  </a:lnTo>
                  <a:lnTo>
                    <a:pt x="57" y="12"/>
                  </a:lnTo>
                  <a:lnTo>
                    <a:pt x="57" y="16"/>
                  </a:lnTo>
                  <a:lnTo>
                    <a:pt x="0" y="0"/>
                  </a:lnTo>
                  <a:lnTo>
                    <a:pt x="0" y="64"/>
                  </a:lnTo>
                  <a:lnTo>
                    <a:pt x="57" y="47"/>
                  </a:lnTo>
                  <a:lnTo>
                    <a:pt x="57" y="52"/>
                  </a:lnTo>
                  <a:lnTo>
                    <a:pt x="92" y="52"/>
                  </a:lnTo>
                  <a:lnTo>
                    <a:pt x="92" y="47"/>
                  </a:lnTo>
                  <a:lnTo>
                    <a:pt x="149" y="64"/>
                  </a:lnTo>
                  <a:lnTo>
                    <a:pt x="14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Oval 89"/>
            <p:cNvSpPr>
              <a:spLocks noChangeArrowheads="1"/>
            </p:cNvSpPr>
            <p:nvPr/>
          </p:nvSpPr>
          <p:spPr bwMode="auto">
            <a:xfrm>
              <a:off x="2023" y="2142"/>
              <a:ext cx="26" cy="26"/>
            </a:xfrm>
            <a:prstGeom prst="ellipse">
              <a:avLst/>
            </a:prstGeom>
            <a:solidFill>
              <a:srgbClr val="3A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Oval 90"/>
            <p:cNvSpPr>
              <a:spLocks noChangeArrowheads="1"/>
            </p:cNvSpPr>
            <p:nvPr/>
          </p:nvSpPr>
          <p:spPr bwMode="auto">
            <a:xfrm>
              <a:off x="2023" y="2192"/>
              <a:ext cx="26" cy="26"/>
            </a:xfrm>
            <a:prstGeom prst="ellipse">
              <a:avLst/>
            </a:prstGeom>
            <a:solidFill>
              <a:srgbClr val="3A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91"/>
            <p:cNvSpPr>
              <a:spLocks/>
            </p:cNvSpPr>
            <p:nvPr/>
          </p:nvSpPr>
          <p:spPr bwMode="auto">
            <a:xfrm>
              <a:off x="2177" y="2166"/>
              <a:ext cx="81" cy="68"/>
            </a:xfrm>
            <a:custGeom>
              <a:avLst/>
              <a:gdLst>
                <a:gd name="T0" fmla="*/ 81 w 81"/>
                <a:gd name="T1" fmla="*/ 68 h 68"/>
                <a:gd name="T2" fmla="*/ 0 w 81"/>
                <a:gd name="T3" fmla="*/ 68 h 68"/>
                <a:gd name="T4" fmla="*/ 24 w 81"/>
                <a:gd name="T5" fmla="*/ 0 h 68"/>
                <a:gd name="T6" fmla="*/ 81 w 81"/>
                <a:gd name="T7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68">
                  <a:moveTo>
                    <a:pt x="81" y="68"/>
                  </a:moveTo>
                  <a:lnTo>
                    <a:pt x="0" y="68"/>
                  </a:lnTo>
                  <a:lnTo>
                    <a:pt x="24" y="0"/>
                  </a:lnTo>
                  <a:lnTo>
                    <a:pt x="81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92"/>
            <p:cNvSpPr>
              <a:spLocks/>
            </p:cNvSpPr>
            <p:nvPr/>
          </p:nvSpPr>
          <p:spPr bwMode="auto">
            <a:xfrm>
              <a:off x="1834" y="1587"/>
              <a:ext cx="407" cy="346"/>
            </a:xfrm>
            <a:custGeom>
              <a:avLst/>
              <a:gdLst>
                <a:gd name="T0" fmla="*/ 162 w 172"/>
                <a:gd name="T1" fmla="*/ 77 h 146"/>
                <a:gd name="T2" fmla="*/ 84 w 172"/>
                <a:gd name="T3" fmla="*/ 0 h 146"/>
                <a:gd name="T4" fmla="*/ 9 w 172"/>
                <a:gd name="T5" fmla="*/ 77 h 146"/>
                <a:gd name="T6" fmla="*/ 86 w 172"/>
                <a:gd name="T7" fmla="*/ 58 h 146"/>
                <a:gd name="T8" fmla="*/ 162 w 172"/>
                <a:gd name="T9" fmla="*/ 77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146">
                  <a:moveTo>
                    <a:pt x="162" y="77"/>
                  </a:moveTo>
                  <a:cubicBezTo>
                    <a:pt x="155" y="22"/>
                    <a:pt x="148" y="0"/>
                    <a:pt x="84" y="0"/>
                  </a:cubicBezTo>
                  <a:cubicBezTo>
                    <a:pt x="25" y="0"/>
                    <a:pt x="17" y="22"/>
                    <a:pt x="9" y="77"/>
                  </a:cubicBezTo>
                  <a:cubicBezTo>
                    <a:pt x="0" y="146"/>
                    <a:pt x="51" y="58"/>
                    <a:pt x="86" y="58"/>
                  </a:cubicBezTo>
                  <a:cubicBezTo>
                    <a:pt x="122" y="58"/>
                    <a:pt x="172" y="146"/>
                    <a:pt x="162" y="77"/>
                  </a:cubicBezTo>
                </a:path>
              </a:pathLst>
            </a:custGeom>
            <a:solidFill>
              <a:srgbClr val="3A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93"/>
            <p:cNvSpPr>
              <a:spLocks/>
            </p:cNvSpPr>
            <p:nvPr/>
          </p:nvSpPr>
          <p:spPr bwMode="auto">
            <a:xfrm>
              <a:off x="1860" y="1606"/>
              <a:ext cx="355" cy="415"/>
            </a:xfrm>
            <a:custGeom>
              <a:avLst/>
              <a:gdLst>
                <a:gd name="T0" fmla="*/ 143 w 150"/>
                <a:gd name="T1" fmla="*/ 89 h 175"/>
                <a:gd name="T2" fmla="*/ 143 w 150"/>
                <a:gd name="T3" fmla="*/ 86 h 175"/>
                <a:gd name="T4" fmla="*/ 75 w 150"/>
                <a:gd name="T5" fmla="*/ 0 h 175"/>
                <a:gd name="T6" fmla="*/ 6 w 150"/>
                <a:gd name="T7" fmla="*/ 86 h 175"/>
                <a:gd name="T8" fmla="*/ 6 w 150"/>
                <a:gd name="T9" fmla="*/ 89 h 175"/>
                <a:gd name="T10" fmla="*/ 0 w 150"/>
                <a:gd name="T11" fmla="*/ 102 h 175"/>
                <a:gd name="T12" fmla="*/ 9 w 150"/>
                <a:gd name="T13" fmla="*/ 116 h 175"/>
                <a:gd name="T14" fmla="*/ 11 w 150"/>
                <a:gd name="T15" fmla="*/ 116 h 175"/>
                <a:gd name="T16" fmla="*/ 75 w 150"/>
                <a:gd name="T17" fmla="*/ 175 h 175"/>
                <a:gd name="T18" fmla="*/ 138 w 150"/>
                <a:gd name="T19" fmla="*/ 116 h 175"/>
                <a:gd name="T20" fmla="*/ 141 w 150"/>
                <a:gd name="T21" fmla="*/ 116 h 175"/>
                <a:gd name="T22" fmla="*/ 150 w 150"/>
                <a:gd name="T23" fmla="*/ 102 h 175"/>
                <a:gd name="T24" fmla="*/ 143 w 150"/>
                <a:gd name="T25" fmla="*/ 89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" h="175">
                  <a:moveTo>
                    <a:pt x="143" y="89"/>
                  </a:moveTo>
                  <a:cubicBezTo>
                    <a:pt x="143" y="88"/>
                    <a:pt x="143" y="87"/>
                    <a:pt x="143" y="86"/>
                  </a:cubicBezTo>
                  <a:cubicBezTo>
                    <a:pt x="143" y="45"/>
                    <a:pt x="113" y="0"/>
                    <a:pt x="75" y="0"/>
                  </a:cubicBezTo>
                  <a:cubicBezTo>
                    <a:pt x="37" y="0"/>
                    <a:pt x="6" y="45"/>
                    <a:pt x="6" y="86"/>
                  </a:cubicBezTo>
                  <a:cubicBezTo>
                    <a:pt x="6" y="87"/>
                    <a:pt x="6" y="88"/>
                    <a:pt x="6" y="89"/>
                  </a:cubicBezTo>
                  <a:cubicBezTo>
                    <a:pt x="2" y="90"/>
                    <a:pt x="0" y="96"/>
                    <a:pt x="0" y="102"/>
                  </a:cubicBezTo>
                  <a:cubicBezTo>
                    <a:pt x="0" y="110"/>
                    <a:pt x="4" y="116"/>
                    <a:pt x="9" y="116"/>
                  </a:cubicBezTo>
                  <a:cubicBezTo>
                    <a:pt x="10" y="116"/>
                    <a:pt x="10" y="116"/>
                    <a:pt x="11" y="116"/>
                  </a:cubicBezTo>
                  <a:cubicBezTo>
                    <a:pt x="21" y="147"/>
                    <a:pt x="46" y="175"/>
                    <a:pt x="75" y="175"/>
                  </a:cubicBezTo>
                  <a:cubicBezTo>
                    <a:pt x="104" y="175"/>
                    <a:pt x="128" y="147"/>
                    <a:pt x="138" y="116"/>
                  </a:cubicBezTo>
                  <a:cubicBezTo>
                    <a:pt x="139" y="116"/>
                    <a:pt x="140" y="116"/>
                    <a:pt x="141" y="116"/>
                  </a:cubicBezTo>
                  <a:cubicBezTo>
                    <a:pt x="146" y="116"/>
                    <a:pt x="150" y="110"/>
                    <a:pt x="150" y="102"/>
                  </a:cubicBezTo>
                  <a:cubicBezTo>
                    <a:pt x="150" y="96"/>
                    <a:pt x="147" y="90"/>
                    <a:pt x="143" y="89"/>
                  </a:cubicBezTo>
                </a:path>
              </a:pathLst>
            </a:custGeom>
            <a:solidFill>
              <a:srgbClr val="FFE5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94"/>
            <p:cNvSpPr>
              <a:spLocks noEditPoints="1"/>
            </p:cNvSpPr>
            <p:nvPr/>
          </p:nvSpPr>
          <p:spPr bwMode="auto">
            <a:xfrm>
              <a:off x="1853" y="1601"/>
              <a:ext cx="367" cy="425"/>
            </a:xfrm>
            <a:custGeom>
              <a:avLst/>
              <a:gdLst>
                <a:gd name="T0" fmla="*/ 78 w 155"/>
                <a:gd name="T1" fmla="*/ 179 h 179"/>
                <a:gd name="T2" fmla="*/ 13 w 155"/>
                <a:gd name="T3" fmla="*/ 120 h 179"/>
                <a:gd name="T4" fmla="*/ 0 w 155"/>
                <a:gd name="T5" fmla="*/ 104 h 179"/>
                <a:gd name="T6" fmla="*/ 7 w 155"/>
                <a:gd name="T7" fmla="*/ 90 h 179"/>
                <a:gd name="T8" fmla="*/ 7 w 155"/>
                <a:gd name="T9" fmla="*/ 88 h 179"/>
                <a:gd name="T10" fmla="*/ 78 w 155"/>
                <a:gd name="T11" fmla="*/ 0 h 179"/>
                <a:gd name="T12" fmla="*/ 148 w 155"/>
                <a:gd name="T13" fmla="*/ 88 h 179"/>
                <a:gd name="T14" fmla="*/ 148 w 155"/>
                <a:gd name="T15" fmla="*/ 90 h 179"/>
                <a:gd name="T16" fmla="*/ 155 w 155"/>
                <a:gd name="T17" fmla="*/ 104 h 179"/>
                <a:gd name="T18" fmla="*/ 143 w 155"/>
                <a:gd name="T19" fmla="*/ 120 h 179"/>
                <a:gd name="T20" fmla="*/ 78 w 155"/>
                <a:gd name="T21" fmla="*/ 179 h 179"/>
                <a:gd name="T22" fmla="*/ 15 w 155"/>
                <a:gd name="T23" fmla="*/ 115 h 179"/>
                <a:gd name="T24" fmla="*/ 16 w 155"/>
                <a:gd name="T25" fmla="*/ 117 h 179"/>
                <a:gd name="T26" fmla="*/ 78 w 155"/>
                <a:gd name="T27" fmla="*/ 175 h 179"/>
                <a:gd name="T28" fmla="*/ 139 w 155"/>
                <a:gd name="T29" fmla="*/ 117 h 179"/>
                <a:gd name="T30" fmla="*/ 140 w 155"/>
                <a:gd name="T31" fmla="*/ 115 h 179"/>
                <a:gd name="T32" fmla="*/ 142 w 155"/>
                <a:gd name="T33" fmla="*/ 116 h 179"/>
                <a:gd name="T34" fmla="*/ 144 w 155"/>
                <a:gd name="T35" fmla="*/ 116 h 179"/>
                <a:gd name="T36" fmla="*/ 151 w 155"/>
                <a:gd name="T37" fmla="*/ 104 h 179"/>
                <a:gd name="T38" fmla="*/ 145 w 155"/>
                <a:gd name="T39" fmla="*/ 93 h 179"/>
                <a:gd name="T40" fmla="*/ 144 w 155"/>
                <a:gd name="T41" fmla="*/ 92 h 179"/>
                <a:gd name="T42" fmla="*/ 144 w 155"/>
                <a:gd name="T43" fmla="*/ 91 h 179"/>
                <a:gd name="T44" fmla="*/ 144 w 155"/>
                <a:gd name="T45" fmla="*/ 88 h 179"/>
                <a:gd name="T46" fmla="*/ 78 w 155"/>
                <a:gd name="T47" fmla="*/ 4 h 179"/>
                <a:gd name="T48" fmla="*/ 11 w 155"/>
                <a:gd name="T49" fmla="*/ 88 h 179"/>
                <a:gd name="T50" fmla="*/ 11 w 155"/>
                <a:gd name="T51" fmla="*/ 90 h 179"/>
                <a:gd name="T52" fmla="*/ 11 w 155"/>
                <a:gd name="T53" fmla="*/ 92 h 179"/>
                <a:gd name="T54" fmla="*/ 10 w 155"/>
                <a:gd name="T55" fmla="*/ 93 h 179"/>
                <a:gd name="T56" fmla="*/ 5 w 155"/>
                <a:gd name="T57" fmla="*/ 104 h 179"/>
                <a:gd name="T58" fmla="*/ 12 w 155"/>
                <a:gd name="T59" fmla="*/ 116 h 179"/>
                <a:gd name="T60" fmla="*/ 13 w 155"/>
                <a:gd name="T61" fmla="*/ 116 h 179"/>
                <a:gd name="T62" fmla="*/ 15 w 155"/>
                <a:gd name="T63" fmla="*/ 11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5" h="179">
                  <a:moveTo>
                    <a:pt x="78" y="179"/>
                  </a:moveTo>
                  <a:cubicBezTo>
                    <a:pt x="47" y="179"/>
                    <a:pt x="22" y="149"/>
                    <a:pt x="13" y="120"/>
                  </a:cubicBezTo>
                  <a:cubicBezTo>
                    <a:pt x="6" y="121"/>
                    <a:pt x="0" y="114"/>
                    <a:pt x="0" y="104"/>
                  </a:cubicBezTo>
                  <a:cubicBezTo>
                    <a:pt x="0" y="98"/>
                    <a:pt x="3" y="92"/>
                    <a:pt x="7" y="90"/>
                  </a:cubicBezTo>
                  <a:cubicBezTo>
                    <a:pt x="7" y="89"/>
                    <a:pt x="7" y="89"/>
                    <a:pt x="7" y="88"/>
                  </a:cubicBezTo>
                  <a:cubicBezTo>
                    <a:pt x="7" y="47"/>
                    <a:pt x="37" y="0"/>
                    <a:pt x="78" y="0"/>
                  </a:cubicBezTo>
                  <a:cubicBezTo>
                    <a:pt x="118" y="0"/>
                    <a:pt x="148" y="47"/>
                    <a:pt x="148" y="88"/>
                  </a:cubicBezTo>
                  <a:cubicBezTo>
                    <a:pt x="148" y="89"/>
                    <a:pt x="148" y="89"/>
                    <a:pt x="148" y="90"/>
                  </a:cubicBezTo>
                  <a:cubicBezTo>
                    <a:pt x="152" y="92"/>
                    <a:pt x="155" y="98"/>
                    <a:pt x="155" y="104"/>
                  </a:cubicBezTo>
                  <a:cubicBezTo>
                    <a:pt x="155" y="114"/>
                    <a:pt x="150" y="121"/>
                    <a:pt x="143" y="120"/>
                  </a:cubicBezTo>
                  <a:cubicBezTo>
                    <a:pt x="133" y="149"/>
                    <a:pt x="109" y="179"/>
                    <a:pt x="78" y="179"/>
                  </a:cubicBezTo>
                  <a:moveTo>
                    <a:pt x="15" y="115"/>
                  </a:moveTo>
                  <a:cubicBezTo>
                    <a:pt x="16" y="117"/>
                    <a:pt x="16" y="117"/>
                    <a:pt x="16" y="117"/>
                  </a:cubicBezTo>
                  <a:cubicBezTo>
                    <a:pt x="25" y="145"/>
                    <a:pt x="48" y="175"/>
                    <a:pt x="78" y="175"/>
                  </a:cubicBezTo>
                  <a:cubicBezTo>
                    <a:pt x="107" y="175"/>
                    <a:pt x="130" y="145"/>
                    <a:pt x="139" y="117"/>
                  </a:cubicBezTo>
                  <a:cubicBezTo>
                    <a:pt x="140" y="115"/>
                    <a:pt x="140" y="115"/>
                    <a:pt x="140" y="115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3" y="116"/>
                    <a:pt x="143" y="116"/>
                    <a:pt x="144" y="116"/>
                  </a:cubicBezTo>
                  <a:cubicBezTo>
                    <a:pt x="148" y="116"/>
                    <a:pt x="151" y="111"/>
                    <a:pt x="151" y="104"/>
                  </a:cubicBezTo>
                  <a:cubicBezTo>
                    <a:pt x="151" y="99"/>
                    <a:pt x="149" y="94"/>
                    <a:pt x="145" y="93"/>
                  </a:cubicBezTo>
                  <a:cubicBezTo>
                    <a:pt x="144" y="92"/>
                    <a:pt x="144" y="92"/>
                    <a:pt x="144" y="92"/>
                  </a:cubicBezTo>
                  <a:cubicBezTo>
                    <a:pt x="144" y="91"/>
                    <a:pt x="144" y="91"/>
                    <a:pt x="144" y="91"/>
                  </a:cubicBezTo>
                  <a:cubicBezTo>
                    <a:pt x="144" y="90"/>
                    <a:pt x="144" y="89"/>
                    <a:pt x="144" y="88"/>
                  </a:cubicBezTo>
                  <a:cubicBezTo>
                    <a:pt x="144" y="49"/>
                    <a:pt x="115" y="4"/>
                    <a:pt x="78" y="4"/>
                  </a:cubicBezTo>
                  <a:cubicBezTo>
                    <a:pt x="40" y="4"/>
                    <a:pt x="11" y="49"/>
                    <a:pt x="11" y="88"/>
                  </a:cubicBezTo>
                  <a:cubicBezTo>
                    <a:pt x="11" y="89"/>
                    <a:pt x="11" y="90"/>
                    <a:pt x="11" y="90"/>
                  </a:cubicBezTo>
                  <a:cubicBezTo>
                    <a:pt x="11" y="92"/>
                    <a:pt x="11" y="92"/>
                    <a:pt x="11" y="92"/>
                  </a:cubicBezTo>
                  <a:cubicBezTo>
                    <a:pt x="10" y="93"/>
                    <a:pt x="10" y="93"/>
                    <a:pt x="10" y="93"/>
                  </a:cubicBezTo>
                  <a:cubicBezTo>
                    <a:pt x="7" y="94"/>
                    <a:pt x="5" y="99"/>
                    <a:pt x="5" y="104"/>
                  </a:cubicBezTo>
                  <a:cubicBezTo>
                    <a:pt x="5" y="111"/>
                    <a:pt x="8" y="116"/>
                    <a:pt x="12" y="116"/>
                  </a:cubicBezTo>
                  <a:cubicBezTo>
                    <a:pt x="12" y="116"/>
                    <a:pt x="13" y="116"/>
                    <a:pt x="13" y="116"/>
                  </a:cubicBezTo>
                  <a:cubicBezTo>
                    <a:pt x="15" y="115"/>
                    <a:pt x="15" y="115"/>
                    <a:pt x="15" y="115"/>
                  </a:cubicBezTo>
                </a:path>
              </a:pathLst>
            </a:custGeom>
            <a:solidFill>
              <a:srgbClr val="E3C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95"/>
            <p:cNvSpPr>
              <a:spLocks/>
            </p:cNvSpPr>
            <p:nvPr/>
          </p:nvSpPr>
          <p:spPr bwMode="auto">
            <a:xfrm>
              <a:off x="1845" y="1582"/>
              <a:ext cx="370" cy="261"/>
            </a:xfrm>
            <a:custGeom>
              <a:avLst/>
              <a:gdLst>
                <a:gd name="T0" fmla="*/ 11 w 156"/>
                <a:gd name="T1" fmla="*/ 98 h 110"/>
                <a:gd name="T2" fmla="*/ 41 w 156"/>
                <a:gd name="T3" fmla="*/ 43 h 110"/>
                <a:gd name="T4" fmla="*/ 82 w 156"/>
                <a:gd name="T5" fmla="*/ 49 h 110"/>
                <a:gd name="T6" fmla="*/ 126 w 156"/>
                <a:gd name="T7" fmla="*/ 43 h 110"/>
                <a:gd name="T8" fmla="*/ 155 w 156"/>
                <a:gd name="T9" fmla="*/ 96 h 110"/>
                <a:gd name="T10" fmla="*/ 80 w 156"/>
                <a:gd name="T11" fmla="*/ 6 h 110"/>
                <a:gd name="T12" fmla="*/ 11 w 156"/>
                <a:gd name="T13" fmla="*/ 9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6" h="110">
                  <a:moveTo>
                    <a:pt x="11" y="98"/>
                  </a:moveTo>
                  <a:cubicBezTo>
                    <a:pt x="38" y="98"/>
                    <a:pt x="19" y="43"/>
                    <a:pt x="41" y="43"/>
                  </a:cubicBezTo>
                  <a:cubicBezTo>
                    <a:pt x="41" y="43"/>
                    <a:pt x="56" y="49"/>
                    <a:pt x="82" y="49"/>
                  </a:cubicBezTo>
                  <a:cubicBezTo>
                    <a:pt x="109" y="49"/>
                    <a:pt x="126" y="43"/>
                    <a:pt x="126" y="43"/>
                  </a:cubicBezTo>
                  <a:cubicBezTo>
                    <a:pt x="142" y="43"/>
                    <a:pt x="124" y="110"/>
                    <a:pt x="155" y="96"/>
                  </a:cubicBezTo>
                  <a:cubicBezTo>
                    <a:pt x="155" y="96"/>
                    <a:pt x="156" y="0"/>
                    <a:pt x="80" y="6"/>
                  </a:cubicBezTo>
                  <a:cubicBezTo>
                    <a:pt x="9" y="6"/>
                    <a:pt x="0" y="98"/>
                    <a:pt x="11" y="98"/>
                  </a:cubicBezTo>
                </a:path>
              </a:pathLst>
            </a:custGeom>
            <a:solidFill>
              <a:srgbClr val="3A3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Rectangle 96"/>
            <p:cNvSpPr>
              <a:spLocks noChangeArrowheads="1"/>
            </p:cNvSpPr>
            <p:nvPr/>
          </p:nvSpPr>
          <p:spPr bwMode="auto">
            <a:xfrm>
              <a:off x="1853" y="1755"/>
              <a:ext cx="104" cy="278"/>
            </a:xfrm>
            <a:prstGeom prst="rect">
              <a:avLst/>
            </a:prstGeom>
            <a:solidFill>
              <a:srgbClr val="325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97"/>
            <p:cNvSpPr>
              <a:spLocks/>
            </p:cNvSpPr>
            <p:nvPr/>
          </p:nvSpPr>
          <p:spPr bwMode="auto">
            <a:xfrm>
              <a:off x="1933" y="2026"/>
              <a:ext cx="100" cy="251"/>
            </a:xfrm>
            <a:custGeom>
              <a:avLst/>
              <a:gdLst>
                <a:gd name="T0" fmla="*/ 1 w 42"/>
                <a:gd name="T1" fmla="*/ 0 h 106"/>
                <a:gd name="T2" fmla="*/ 0 w 42"/>
                <a:gd name="T3" fmla="*/ 1 h 106"/>
                <a:gd name="T4" fmla="*/ 1 w 42"/>
                <a:gd name="T5" fmla="*/ 0 h 106"/>
                <a:gd name="T6" fmla="*/ 3 w 42"/>
                <a:gd name="T7" fmla="*/ 35 h 106"/>
                <a:gd name="T8" fmla="*/ 42 w 42"/>
                <a:gd name="T9" fmla="*/ 106 h 106"/>
                <a:gd name="T10" fmla="*/ 42 w 42"/>
                <a:gd name="T11" fmla="*/ 80 h 106"/>
                <a:gd name="T12" fmla="*/ 38 w 42"/>
                <a:gd name="T13" fmla="*/ 75 h 106"/>
                <a:gd name="T14" fmla="*/ 42 w 42"/>
                <a:gd name="T15" fmla="*/ 70 h 106"/>
                <a:gd name="T16" fmla="*/ 42 w 42"/>
                <a:gd name="T17" fmla="*/ 60 h 106"/>
                <a:gd name="T18" fmla="*/ 38 w 42"/>
                <a:gd name="T19" fmla="*/ 55 h 106"/>
                <a:gd name="T20" fmla="*/ 42 w 42"/>
                <a:gd name="T21" fmla="*/ 50 h 106"/>
                <a:gd name="T22" fmla="*/ 42 w 42"/>
                <a:gd name="T23" fmla="*/ 33 h 106"/>
                <a:gd name="T24" fmla="*/ 36 w 42"/>
                <a:gd name="T25" fmla="*/ 33 h 106"/>
                <a:gd name="T26" fmla="*/ 36 w 42"/>
                <a:gd name="T27" fmla="*/ 31 h 106"/>
                <a:gd name="T28" fmla="*/ 12 w 42"/>
                <a:gd name="T29" fmla="*/ 38 h 106"/>
                <a:gd name="T30" fmla="*/ 12 w 42"/>
                <a:gd name="T31" fmla="*/ 11 h 106"/>
                <a:gd name="T32" fmla="*/ 36 w 42"/>
                <a:gd name="T33" fmla="*/ 18 h 106"/>
                <a:gd name="T34" fmla="*/ 36 w 42"/>
                <a:gd name="T35" fmla="*/ 16 h 106"/>
                <a:gd name="T36" fmla="*/ 42 w 42"/>
                <a:gd name="T37" fmla="*/ 16 h 106"/>
                <a:gd name="T38" fmla="*/ 42 w 42"/>
                <a:gd name="T39" fmla="*/ 12 h 106"/>
                <a:gd name="T40" fmla="*/ 1 w 42"/>
                <a:gd name="T41" fmla="*/ 0 h 106"/>
                <a:gd name="T42" fmla="*/ 1 w 42"/>
                <a:gd name="T43" fmla="*/ 0 h 106"/>
                <a:gd name="T44" fmla="*/ 1 w 42"/>
                <a:gd name="T45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2" h="106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3" y="35"/>
                    <a:pt x="30" y="92"/>
                    <a:pt x="42" y="106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0" y="79"/>
                    <a:pt x="38" y="78"/>
                    <a:pt x="38" y="75"/>
                  </a:cubicBezTo>
                  <a:cubicBezTo>
                    <a:pt x="38" y="73"/>
                    <a:pt x="40" y="71"/>
                    <a:pt x="42" y="70"/>
                  </a:cubicBezTo>
                  <a:cubicBezTo>
                    <a:pt x="42" y="60"/>
                    <a:pt x="42" y="60"/>
                    <a:pt x="42" y="60"/>
                  </a:cubicBezTo>
                  <a:cubicBezTo>
                    <a:pt x="40" y="59"/>
                    <a:pt x="38" y="57"/>
                    <a:pt x="38" y="55"/>
                  </a:cubicBezTo>
                  <a:cubicBezTo>
                    <a:pt x="38" y="53"/>
                    <a:pt x="40" y="51"/>
                    <a:pt x="42" y="50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33" y="9"/>
                    <a:pt x="11" y="2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98"/>
            <p:cNvSpPr>
              <a:spLocks/>
            </p:cNvSpPr>
            <p:nvPr/>
          </p:nvSpPr>
          <p:spPr bwMode="auto">
            <a:xfrm>
              <a:off x="1936" y="1997"/>
              <a:ext cx="97" cy="57"/>
            </a:xfrm>
            <a:custGeom>
              <a:avLst/>
              <a:gdLst>
                <a:gd name="T0" fmla="*/ 9 w 41"/>
                <a:gd name="T1" fmla="*/ 0 h 24"/>
                <a:gd name="T2" fmla="*/ 9 w 41"/>
                <a:gd name="T3" fmla="*/ 0 h 24"/>
                <a:gd name="T4" fmla="*/ 0 w 41"/>
                <a:gd name="T5" fmla="*/ 11 h 24"/>
                <a:gd name="T6" fmla="*/ 0 w 41"/>
                <a:gd name="T7" fmla="*/ 11 h 24"/>
                <a:gd name="T8" fmla="*/ 0 w 41"/>
                <a:gd name="T9" fmla="*/ 11 h 24"/>
                <a:gd name="T10" fmla="*/ 0 w 41"/>
                <a:gd name="T11" fmla="*/ 11 h 24"/>
                <a:gd name="T12" fmla="*/ 0 w 41"/>
                <a:gd name="T13" fmla="*/ 12 h 24"/>
                <a:gd name="T14" fmla="*/ 0 w 41"/>
                <a:gd name="T15" fmla="*/ 12 h 24"/>
                <a:gd name="T16" fmla="*/ 0 w 41"/>
                <a:gd name="T17" fmla="*/ 12 h 24"/>
                <a:gd name="T18" fmla="*/ 41 w 41"/>
                <a:gd name="T19" fmla="*/ 24 h 24"/>
                <a:gd name="T20" fmla="*/ 41 w 41"/>
                <a:gd name="T21" fmla="*/ 12 h 24"/>
                <a:gd name="T22" fmla="*/ 9 w 41"/>
                <a:gd name="T2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" h="24"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7" y="4"/>
                    <a:pt x="4" y="8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0" y="14"/>
                    <a:pt x="32" y="21"/>
                    <a:pt x="41" y="24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29" y="11"/>
                    <a:pt x="18" y="7"/>
                    <a:pt x="9" y="0"/>
                  </a:cubicBezTo>
                </a:path>
              </a:pathLst>
            </a:custGeom>
            <a:solidFill>
              <a:srgbClr val="C1A9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99"/>
            <p:cNvSpPr>
              <a:spLocks noEditPoints="1"/>
            </p:cNvSpPr>
            <p:nvPr/>
          </p:nvSpPr>
          <p:spPr bwMode="auto">
            <a:xfrm>
              <a:off x="1722" y="2026"/>
              <a:ext cx="311" cy="367"/>
            </a:xfrm>
            <a:custGeom>
              <a:avLst/>
              <a:gdLst>
                <a:gd name="T0" fmla="*/ 80 w 131"/>
                <a:gd name="T1" fmla="*/ 3 h 155"/>
                <a:gd name="T2" fmla="*/ 80 w 131"/>
                <a:gd name="T3" fmla="*/ 3 h 155"/>
                <a:gd name="T4" fmla="*/ 80 w 131"/>
                <a:gd name="T5" fmla="*/ 3 h 155"/>
                <a:gd name="T6" fmla="*/ 80 w 131"/>
                <a:gd name="T7" fmla="*/ 3 h 155"/>
                <a:gd name="T8" fmla="*/ 13 w 131"/>
                <a:gd name="T9" fmla="*/ 39 h 155"/>
                <a:gd name="T10" fmla="*/ 13 w 131"/>
                <a:gd name="T11" fmla="*/ 39 h 155"/>
                <a:gd name="T12" fmla="*/ 0 w 131"/>
                <a:gd name="T13" fmla="*/ 105 h 155"/>
                <a:gd name="T14" fmla="*/ 1 w 131"/>
                <a:gd name="T15" fmla="*/ 155 h 155"/>
                <a:gd name="T16" fmla="*/ 131 w 131"/>
                <a:gd name="T17" fmla="*/ 155 h 155"/>
                <a:gd name="T18" fmla="*/ 131 w 131"/>
                <a:gd name="T19" fmla="*/ 119 h 155"/>
                <a:gd name="T20" fmla="*/ 126 w 131"/>
                <a:gd name="T21" fmla="*/ 116 h 155"/>
                <a:gd name="T22" fmla="*/ 83 w 131"/>
                <a:gd name="T23" fmla="*/ 39 h 155"/>
                <a:gd name="T24" fmla="*/ 82 w 131"/>
                <a:gd name="T25" fmla="*/ 37 h 155"/>
                <a:gd name="T26" fmla="*/ 80 w 131"/>
                <a:gd name="T27" fmla="*/ 3 h 155"/>
                <a:gd name="T28" fmla="*/ 90 w 131"/>
                <a:gd name="T29" fmla="*/ 0 h 155"/>
                <a:gd name="T30" fmla="*/ 89 w 131"/>
                <a:gd name="T31" fmla="*/ 1 h 155"/>
                <a:gd name="T32" fmla="*/ 89 w 131"/>
                <a:gd name="T33" fmla="*/ 1 h 155"/>
                <a:gd name="T34" fmla="*/ 89 w 131"/>
                <a:gd name="T35" fmla="*/ 1 h 155"/>
                <a:gd name="T36" fmla="*/ 82 w 131"/>
                <a:gd name="T37" fmla="*/ 3 h 155"/>
                <a:gd name="T38" fmla="*/ 82 w 131"/>
                <a:gd name="T39" fmla="*/ 3 h 155"/>
                <a:gd name="T40" fmla="*/ 82 w 131"/>
                <a:gd name="T41" fmla="*/ 3 h 155"/>
                <a:gd name="T42" fmla="*/ 85 w 131"/>
                <a:gd name="T43" fmla="*/ 3 h 155"/>
                <a:gd name="T44" fmla="*/ 86 w 131"/>
                <a:gd name="T45" fmla="*/ 37 h 155"/>
                <a:gd name="T46" fmla="*/ 86 w 131"/>
                <a:gd name="T47" fmla="*/ 38 h 155"/>
                <a:gd name="T48" fmla="*/ 129 w 131"/>
                <a:gd name="T49" fmla="*/ 112 h 155"/>
                <a:gd name="T50" fmla="*/ 131 w 131"/>
                <a:gd name="T51" fmla="*/ 114 h 155"/>
                <a:gd name="T52" fmla="*/ 131 w 131"/>
                <a:gd name="T53" fmla="*/ 106 h 155"/>
                <a:gd name="T54" fmla="*/ 92 w 131"/>
                <a:gd name="T55" fmla="*/ 35 h 155"/>
                <a:gd name="T56" fmla="*/ 90 w 131"/>
                <a:gd name="T57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1" h="155">
                  <a:moveTo>
                    <a:pt x="80" y="3"/>
                  </a:moveTo>
                  <a:cubicBezTo>
                    <a:pt x="80" y="3"/>
                    <a:pt x="80" y="3"/>
                    <a:pt x="80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47" y="13"/>
                    <a:pt x="23" y="2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2" y="50"/>
                    <a:pt x="0" y="78"/>
                    <a:pt x="0" y="105"/>
                  </a:cubicBezTo>
                  <a:cubicBezTo>
                    <a:pt x="0" y="124"/>
                    <a:pt x="1" y="143"/>
                    <a:pt x="1" y="155"/>
                  </a:cubicBezTo>
                  <a:cubicBezTo>
                    <a:pt x="131" y="155"/>
                    <a:pt x="131" y="155"/>
                    <a:pt x="131" y="155"/>
                  </a:cubicBezTo>
                  <a:cubicBezTo>
                    <a:pt x="131" y="119"/>
                    <a:pt x="131" y="119"/>
                    <a:pt x="131" y="119"/>
                  </a:cubicBezTo>
                  <a:cubicBezTo>
                    <a:pt x="126" y="116"/>
                    <a:pt x="126" y="116"/>
                    <a:pt x="126" y="116"/>
                  </a:cubicBezTo>
                  <a:cubicBezTo>
                    <a:pt x="116" y="108"/>
                    <a:pt x="92" y="60"/>
                    <a:pt x="83" y="39"/>
                  </a:cubicBezTo>
                  <a:cubicBezTo>
                    <a:pt x="82" y="37"/>
                    <a:pt x="82" y="37"/>
                    <a:pt x="82" y="37"/>
                  </a:cubicBezTo>
                  <a:cubicBezTo>
                    <a:pt x="80" y="3"/>
                    <a:pt x="80" y="3"/>
                    <a:pt x="80" y="3"/>
                  </a:cubicBezTo>
                  <a:moveTo>
                    <a:pt x="90" y="0"/>
                  </a:moveTo>
                  <a:cubicBezTo>
                    <a:pt x="90" y="0"/>
                    <a:pt x="89" y="0"/>
                    <a:pt x="89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7" y="1"/>
                    <a:pt x="84" y="2"/>
                    <a:pt x="82" y="3"/>
                  </a:cubicBezTo>
                  <a:cubicBezTo>
                    <a:pt x="82" y="3"/>
                    <a:pt x="82" y="3"/>
                    <a:pt x="82" y="3"/>
                  </a:cubicBezTo>
                  <a:cubicBezTo>
                    <a:pt x="82" y="3"/>
                    <a:pt x="82" y="3"/>
                    <a:pt x="82" y="3"/>
                  </a:cubicBezTo>
                  <a:cubicBezTo>
                    <a:pt x="85" y="3"/>
                    <a:pt x="85" y="3"/>
                    <a:pt x="85" y="3"/>
                  </a:cubicBezTo>
                  <a:cubicBezTo>
                    <a:pt x="86" y="37"/>
                    <a:pt x="86" y="37"/>
                    <a:pt x="86" y="37"/>
                  </a:cubicBezTo>
                  <a:cubicBezTo>
                    <a:pt x="86" y="38"/>
                    <a:pt x="86" y="38"/>
                    <a:pt x="86" y="38"/>
                  </a:cubicBezTo>
                  <a:cubicBezTo>
                    <a:pt x="101" y="70"/>
                    <a:pt x="121" y="106"/>
                    <a:pt x="129" y="112"/>
                  </a:cubicBezTo>
                  <a:cubicBezTo>
                    <a:pt x="131" y="114"/>
                    <a:pt x="131" y="114"/>
                    <a:pt x="131" y="114"/>
                  </a:cubicBezTo>
                  <a:cubicBezTo>
                    <a:pt x="131" y="106"/>
                    <a:pt x="131" y="106"/>
                    <a:pt x="131" y="106"/>
                  </a:cubicBezTo>
                  <a:cubicBezTo>
                    <a:pt x="119" y="92"/>
                    <a:pt x="92" y="35"/>
                    <a:pt x="92" y="35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3135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100"/>
            <p:cNvSpPr>
              <a:spLocks/>
            </p:cNvSpPr>
            <p:nvPr/>
          </p:nvSpPr>
          <p:spPr bwMode="auto">
            <a:xfrm>
              <a:off x="1912" y="2033"/>
              <a:ext cx="121" cy="275"/>
            </a:xfrm>
            <a:custGeom>
              <a:avLst/>
              <a:gdLst>
                <a:gd name="T0" fmla="*/ 5 w 51"/>
                <a:gd name="T1" fmla="*/ 0 h 116"/>
                <a:gd name="T2" fmla="*/ 2 w 51"/>
                <a:gd name="T3" fmla="*/ 0 h 116"/>
                <a:gd name="T4" fmla="*/ 0 w 51"/>
                <a:gd name="T5" fmla="*/ 0 h 116"/>
                <a:gd name="T6" fmla="*/ 0 w 51"/>
                <a:gd name="T7" fmla="*/ 0 h 116"/>
                <a:gd name="T8" fmla="*/ 2 w 51"/>
                <a:gd name="T9" fmla="*/ 34 h 116"/>
                <a:gd name="T10" fmla="*/ 3 w 51"/>
                <a:gd name="T11" fmla="*/ 36 h 116"/>
                <a:gd name="T12" fmla="*/ 46 w 51"/>
                <a:gd name="T13" fmla="*/ 113 h 116"/>
                <a:gd name="T14" fmla="*/ 51 w 51"/>
                <a:gd name="T15" fmla="*/ 116 h 116"/>
                <a:gd name="T16" fmla="*/ 51 w 51"/>
                <a:gd name="T17" fmla="*/ 111 h 116"/>
                <a:gd name="T18" fmla="*/ 49 w 51"/>
                <a:gd name="T19" fmla="*/ 109 h 116"/>
                <a:gd name="T20" fmla="*/ 6 w 51"/>
                <a:gd name="T21" fmla="*/ 35 h 116"/>
                <a:gd name="T22" fmla="*/ 6 w 51"/>
                <a:gd name="T23" fmla="*/ 34 h 116"/>
                <a:gd name="T24" fmla="*/ 5 w 51"/>
                <a:gd name="T2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" h="116">
                  <a:moveTo>
                    <a:pt x="5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12" y="57"/>
                    <a:pt x="36" y="105"/>
                    <a:pt x="46" y="113"/>
                  </a:cubicBezTo>
                  <a:cubicBezTo>
                    <a:pt x="51" y="116"/>
                    <a:pt x="51" y="116"/>
                    <a:pt x="51" y="116"/>
                  </a:cubicBezTo>
                  <a:cubicBezTo>
                    <a:pt x="51" y="111"/>
                    <a:pt x="51" y="111"/>
                    <a:pt x="51" y="111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41" y="103"/>
                    <a:pt x="21" y="67"/>
                    <a:pt x="6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101"/>
            <p:cNvSpPr>
              <a:spLocks/>
            </p:cNvSpPr>
            <p:nvPr/>
          </p:nvSpPr>
          <p:spPr bwMode="auto">
            <a:xfrm>
              <a:off x="1962" y="2052"/>
              <a:ext cx="71" cy="64"/>
            </a:xfrm>
            <a:custGeom>
              <a:avLst/>
              <a:gdLst>
                <a:gd name="T0" fmla="*/ 0 w 71"/>
                <a:gd name="T1" fmla="*/ 0 h 64"/>
                <a:gd name="T2" fmla="*/ 0 w 71"/>
                <a:gd name="T3" fmla="*/ 64 h 64"/>
                <a:gd name="T4" fmla="*/ 57 w 71"/>
                <a:gd name="T5" fmla="*/ 47 h 64"/>
                <a:gd name="T6" fmla="*/ 57 w 71"/>
                <a:gd name="T7" fmla="*/ 52 h 64"/>
                <a:gd name="T8" fmla="*/ 71 w 71"/>
                <a:gd name="T9" fmla="*/ 52 h 64"/>
                <a:gd name="T10" fmla="*/ 71 w 71"/>
                <a:gd name="T11" fmla="*/ 12 h 64"/>
                <a:gd name="T12" fmla="*/ 57 w 71"/>
                <a:gd name="T13" fmla="*/ 12 h 64"/>
                <a:gd name="T14" fmla="*/ 57 w 71"/>
                <a:gd name="T15" fmla="*/ 16 h 64"/>
                <a:gd name="T16" fmla="*/ 0 w 71"/>
                <a:gd name="T1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64">
                  <a:moveTo>
                    <a:pt x="0" y="0"/>
                  </a:moveTo>
                  <a:lnTo>
                    <a:pt x="0" y="64"/>
                  </a:lnTo>
                  <a:lnTo>
                    <a:pt x="57" y="47"/>
                  </a:lnTo>
                  <a:lnTo>
                    <a:pt x="57" y="52"/>
                  </a:lnTo>
                  <a:lnTo>
                    <a:pt x="71" y="52"/>
                  </a:lnTo>
                  <a:lnTo>
                    <a:pt x="71" y="12"/>
                  </a:lnTo>
                  <a:lnTo>
                    <a:pt x="57" y="12"/>
                  </a:lnTo>
                  <a:lnTo>
                    <a:pt x="57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5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102"/>
            <p:cNvSpPr>
              <a:spLocks/>
            </p:cNvSpPr>
            <p:nvPr/>
          </p:nvSpPr>
          <p:spPr bwMode="auto">
            <a:xfrm>
              <a:off x="1962" y="2052"/>
              <a:ext cx="71" cy="64"/>
            </a:xfrm>
            <a:custGeom>
              <a:avLst/>
              <a:gdLst>
                <a:gd name="T0" fmla="*/ 0 w 71"/>
                <a:gd name="T1" fmla="*/ 0 h 64"/>
                <a:gd name="T2" fmla="*/ 0 w 71"/>
                <a:gd name="T3" fmla="*/ 64 h 64"/>
                <a:gd name="T4" fmla="*/ 57 w 71"/>
                <a:gd name="T5" fmla="*/ 47 h 64"/>
                <a:gd name="T6" fmla="*/ 57 w 71"/>
                <a:gd name="T7" fmla="*/ 52 h 64"/>
                <a:gd name="T8" fmla="*/ 71 w 71"/>
                <a:gd name="T9" fmla="*/ 52 h 64"/>
                <a:gd name="T10" fmla="*/ 71 w 71"/>
                <a:gd name="T11" fmla="*/ 12 h 64"/>
                <a:gd name="T12" fmla="*/ 57 w 71"/>
                <a:gd name="T13" fmla="*/ 12 h 64"/>
                <a:gd name="T14" fmla="*/ 57 w 71"/>
                <a:gd name="T15" fmla="*/ 16 h 64"/>
                <a:gd name="T16" fmla="*/ 0 w 71"/>
                <a:gd name="T1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64">
                  <a:moveTo>
                    <a:pt x="0" y="0"/>
                  </a:moveTo>
                  <a:lnTo>
                    <a:pt x="0" y="64"/>
                  </a:lnTo>
                  <a:lnTo>
                    <a:pt x="57" y="47"/>
                  </a:lnTo>
                  <a:lnTo>
                    <a:pt x="57" y="52"/>
                  </a:lnTo>
                  <a:lnTo>
                    <a:pt x="71" y="52"/>
                  </a:lnTo>
                  <a:lnTo>
                    <a:pt x="71" y="12"/>
                  </a:lnTo>
                  <a:lnTo>
                    <a:pt x="57" y="12"/>
                  </a:lnTo>
                  <a:lnTo>
                    <a:pt x="57" y="1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103"/>
            <p:cNvSpPr>
              <a:spLocks/>
            </p:cNvSpPr>
            <p:nvPr/>
          </p:nvSpPr>
          <p:spPr bwMode="auto">
            <a:xfrm>
              <a:off x="2023" y="2144"/>
              <a:ext cx="10" cy="24"/>
            </a:xfrm>
            <a:custGeom>
              <a:avLst/>
              <a:gdLst>
                <a:gd name="T0" fmla="*/ 4 w 4"/>
                <a:gd name="T1" fmla="*/ 0 h 10"/>
                <a:gd name="T2" fmla="*/ 0 w 4"/>
                <a:gd name="T3" fmla="*/ 5 h 10"/>
                <a:gd name="T4" fmla="*/ 4 w 4"/>
                <a:gd name="T5" fmla="*/ 10 h 10"/>
                <a:gd name="T6" fmla="*/ 4 w 4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0">
                  <a:moveTo>
                    <a:pt x="4" y="0"/>
                  </a:moveTo>
                  <a:cubicBezTo>
                    <a:pt x="2" y="1"/>
                    <a:pt x="0" y="3"/>
                    <a:pt x="0" y="5"/>
                  </a:cubicBezTo>
                  <a:cubicBezTo>
                    <a:pt x="0" y="7"/>
                    <a:pt x="2" y="9"/>
                    <a:pt x="4" y="1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35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104"/>
            <p:cNvSpPr>
              <a:spLocks/>
            </p:cNvSpPr>
            <p:nvPr/>
          </p:nvSpPr>
          <p:spPr bwMode="auto">
            <a:xfrm>
              <a:off x="2023" y="2192"/>
              <a:ext cx="10" cy="23"/>
            </a:xfrm>
            <a:custGeom>
              <a:avLst/>
              <a:gdLst>
                <a:gd name="T0" fmla="*/ 4 w 4"/>
                <a:gd name="T1" fmla="*/ 0 h 10"/>
                <a:gd name="T2" fmla="*/ 0 w 4"/>
                <a:gd name="T3" fmla="*/ 5 h 10"/>
                <a:gd name="T4" fmla="*/ 4 w 4"/>
                <a:gd name="T5" fmla="*/ 10 h 10"/>
                <a:gd name="T6" fmla="*/ 4 w 4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0">
                  <a:moveTo>
                    <a:pt x="4" y="0"/>
                  </a:moveTo>
                  <a:cubicBezTo>
                    <a:pt x="2" y="1"/>
                    <a:pt x="0" y="3"/>
                    <a:pt x="0" y="5"/>
                  </a:cubicBezTo>
                  <a:cubicBezTo>
                    <a:pt x="0" y="8"/>
                    <a:pt x="2" y="9"/>
                    <a:pt x="4" y="1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35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105"/>
            <p:cNvSpPr>
              <a:spLocks/>
            </p:cNvSpPr>
            <p:nvPr/>
          </p:nvSpPr>
          <p:spPr bwMode="auto">
            <a:xfrm>
              <a:off x="1848" y="1587"/>
              <a:ext cx="185" cy="242"/>
            </a:xfrm>
            <a:custGeom>
              <a:avLst/>
              <a:gdLst>
                <a:gd name="T0" fmla="*/ 78 w 78"/>
                <a:gd name="T1" fmla="*/ 0 h 102"/>
                <a:gd name="T2" fmla="*/ 4 w 78"/>
                <a:gd name="T3" fmla="*/ 71 h 102"/>
                <a:gd name="T4" fmla="*/ 4 w 78"/>
                <a:gd name="T5" fmla="*/ 71 h 102"/>
                <a:gd name="T6" fmla="*/ 4 w 78"/>
                <a:gd name="T7" fmla="*/ 71 h 102"/>
                <a:gd name="T8" fmla="*/ 4 w 78"/>
                <a:gd name="T9" fmla="*/ 71 h 102"/>
                <a:gd name="T10" fmla="*/ 4 w 78"/>
                <a:gd name="T11" fmla="*/ 71 h 102"/>
                <a:gd name="T12" fmla="*/ 3 w 78"/>
                <a:gd name="T13" fmla="*/ 77 h 102"/>
                <a:gd name="T14" fmla="*/ 3 w 78"/>
                <a:gd name="T15" fmla="*/ 77 h 102"/>
                <a:gd name="T16" fmla="*/ 4 w 78"/>
                <a:gd name="T17" fmla="*/ 102 h 102"/>
                <a:gd name="T18" fmla="*/ 9 w 78"/>
                <a:gd name="T19" fmla="*/ 96 h 102"/>
                <a:gd name="T20" fmla="*/ 78 w 78"/>
                <a:gd name="T21" fmla="*/ 4 h 102"/>
                <a:gd name="T22" fmla="*/ 78 w 78"/>
                <a:gd name="T23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102">
                  <a:moveTo>
                    <a:pt x="78" y="0"/>
                  </a:moveTo>
                  <a:cubicBezTo>
                    <a:pt x="21" y="0"/>
                    <a:pt x="11" y="21"/>
                    <a:pt x="4" y="71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3"/>
                    <a:pt x="3" y="75"/>
                    <a:pt x="3" y="77"/>
                  </a:cubicBezTo>
                  <a:cubicBezTo>
                    <a:pt x="3" y="77"/>
                    <a:pt x="3" y="77"/>
                    <a:pt x="3" y="77"/>
                  </a:cubicBezTo>
                  <a:cubicBezTo>
                    <a:pt x="1" y="91"/>
                    <a:pt x="2" y="99"/>
                    <a:pt x="4" y="102"/>
                  </a:cubicBezTo>
                  <a:cubicBezTo>
                    <a:pt x="5" y="99"/>
                    <a:pt x="7" y="97"/>
                    <a:pt x="9" y="96"/>
                  </a:cubicBezTo>
                  <a:cubicBezTo>
                    <a:pt x="0" y="89"/>
                    <a:pt x="11" y="6"/>
                    <a:pt x="78" y="4"/>
                  </a:cubicBezTo>
                  <a:cubicBezTo>
                    <a:pt x="78" y="0"/>
                    <a:pt x="78" y="0"/>
                    <a:pt x="78" y="0"/>
                  </a:cubicBezTo>
                </a:path>
              </a:pathLst>
            </a:custGeom>
            <a:solidFill>
              <a:srgbClr val="3135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106"/>
            <p:cNvSpPr>
              <a:spLocks/>
            </p:cNvSpPr>
            <p:nvPr/>
          </p:nvSpPr>
          <p:spPr bwMode="auto">
            <a:xfrm>
              <a:off x="1864" y="1684"/>
              <a:ext cx="169" cy="332"/>
            </a:xfrm>
            <a:custGeom>
              <a:avLst/>
              <a:gdLst>
                <a:gd name="T0" fmla="*/ 33 w 71"/>
                <a:gd name="T1" fmla="*/ 0 h 140"/>
                <a:gd name="T2" fmla="*/ 6 w 71"/>
                <a:gd name="T3" fmla="*/ 55 h 140"/>
                <a:gd name="T4" fmla="*/ 6 w 71"/>
                <a:gd name="T5" fmla="*/ 55 h 140"/>
                <a:gd name="T6" fmla="*/ 6 w 71"/>
                <a:gd name="T7" fmla="*/ 57 h 140"/>
                <a:gd name="T8" fmla="*/ 5 w 71"/>
                <a:gd name="T9" fmla="*/ 58 h 140"/>
                <a:gd name="T10" fmla="*/ 0 w 71"/>
                <a:gd name="T11" fmla="*/ 69 h 140"/>
                <a:gd name="T12" fmla="*/ 7 w 71"/>
                <a:gd name="T13" fmla="*/ 81 h 140"/>
                <a:gd name="T14" fmla="*/ 8 w 71"/>
                <a:gd name="T15" fmla="*/ 81 h 140"/>
                <a:gd name="T16" fmla="*/ 10 w 71"/>
                <a:gd name="T17" fmla="*/ 80 h 140"/>
                <a:gd name="T18" fmla="*/ 11 w 71"/>
                <a:gd name="T19" fmla="*/ 82 h 140"/>
                <a:gd name="T20" fmla="*/ 71 w 71"/>
                <a:gd name="T21" fmla="*/ 140 h 140"/>
                <a:gd name="T22" fmla="*/ 71 w 71"/>
                <a:gd name="T23" fmla="*/ 6 h 140"/>
                <a:gd name="T24" fmla="*/ 33 w 71"/>
                <a:gd name="T2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140">
                  <a:moveTo>
                    <a:pt x="33" y="0"/>
                  </a:moveTo>
                  <a:cubicBezTo>
                    <a:pt x="12" y="0"/>
                    <a:pt x="28" y="51"/>
                    <a:pt x="6" y="55"/>
                  </a:cubicBezTo>
                  <a:cubicBezTo>
                    <a:pt x="6" y="55"/>
                    <a:pt x="6" y="55"/>
                    <a:pt x="6" y="55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2" y="59"/>
                    <a:pt x="0" y="64"/>
                    <a:pt x="0" y="69"/>
                  </a:cubicBezTo>
                  <a:cubicBezTo>
                    <a:pt x="0" y="76"/>
                    <a:pt x="3" y="81"/>
                    <a:pt x="7" y="81"/>
                  </a:cubicBezTo>
                  <a:cubicBezTo>
                    <a:pt x="7" y="81"/>
                    <a:pt x="8" y="81"/>
                    <a:pt x="8" y="81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1" y="82"/>
                    <a:pt x="11" y="82"/>
                    <a:pt x="11" y="82"/>
                  </a:cubicBezTo>
                  <a:cubicBezTo>
                    <a:pt x="20" y="109"/>
                    <a:pt x="42" y="138"/>
                    <a:pt x="71" y="140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47" y="6"/>
                    <a:pt x="33" y="0"/>
                    <a:pt x="33" y="0"/>
                  </a:cubicBezTo>
                </a:path>
              </a:pathLst>
            </a:custGeom>
            <a:solidFill>
              <a:srgbClr val="D9C3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107"/>
            <p:cNvSpPr>
              <a:spLocks/>
            </p:cNvSpPr>
            <p:nvPr/>
          </p:nvSpPr>
          <p:spPr bwMode="auto">
            <a:xfrm>
              <a:off x="1853" y="1815"/>
              <a:ext cx="180" cy="211"/>
            </a:xfrm>
            <a:custGeom>
              <a:avLst/>
              <a:gdLst>
                <a:gd name="T0" fmla="*/ 7 w 76"/>
                <a:gd name="T1" fmla="*/ 0 h 89"/>
                <a:gd name="T2" fmla="*/ 2 w 76"/>
                <a:gd name="T3" fmla="*/ 6 h 89"/>
                <a:gd name="T4" fmla="*/ 2 w 76"/>
                <a:gd name="T5" fmla="*/ 6 h 89"/>
                <a:gd name="T6" fmla="*/ 0 w 76"/>
                <a:gd name="T7" fmla="*/ 14 h 89"/>
                <a:gd name="T8" fmla="*/ 0 w 76"/>
                <a:gd name="T9" fmla="*/ 14 h 89"/>
                <a:gd name="T10" fmla="*/ 0 w 76"/>
                <a:gd name="T11" fmla="*/ 14 h 89"/>
                <a:gd name="T12" fmla="*/ 0 w 76"/>
                <a:gd name="T13" fmla="*/ 14 h 89"/>
                <a:gd name="T14" fmla="*/ 12 w 76"/>
                <a:gd name="T15" fmla="*/ 30 h 89"/>
                <a:gd name="T16" fmla="*/ 12 w 76"/>
                <a:gd name="T17" fmla="*/ 30 h 89"/>
                <a:gd name="T18" fmla="*/ 12 w 76"/>
                <a:gd name="T19" fmla="*/ 30 h 89"/>
                <a:gd name="T20" fmla="*/ 13 w 76"/>
                <a:gd name="T21" fmla="*/ 30 h 89"/>
                <a:gd name="T22" fmla="*/ 13 w 76"/>
                <a:gd name="T23" fmla="*/ 30 h 89"/>
                <a:gd name="T24" fmla="*/ 13 w 76"/>
                <a:gd name="T25" fmla="*/ 30 h 89"/>
                <a:gd name="T26" fmla="*/ 14 w 76"/>
                <a:gd name="T27" fmla="*/ 34 h 89"/>
                <a:gd name="T28" fmla="*/ 14 w 76"/>
                <a:gd name="T29" fmla="*/ 34 h 89"/>
                <a:gd name="T30" fmla="*/ 14 w 76"/>
                <a:gd name="T31" fmla="*/ 34 h 89"/>
                <a:gd name="T32" fmla="*/ 44 w 76"/>
                <a:gd name="T33" fmla="*/ 76 h 89"/>
                <a:gd name="T34" fmla="*/ 44 w 76"/>
                <a:gd name="T35" fmla="*/ 76 h 89"/>
                <a:gd name="T36" fmla="*/ 44 w 76"/>
                <a:gd name="T37" fmla="*/ 77 h 89"/>
                <a:gd name="T38" fmla="*/ 76 w 76"/>
                <a:gd name="T39" fmla="*/ 89 h 89"/>
                <a:gd name="T40" fmla="*/ 76 w 76"/>
                <a:gd name="T41" fmla="*/ 85 h 89"/>
                <a:gd name="T42" fmla="*/ 16 w 76"/>
                <a:gd name="T43" fmla="*/ 27 h 89"/>
                <a:gd name="T44" fmla="*/ 15 w 76"/>
                <a:gd name="T45" fmla="*/ 25 h 89"/>
                <a:gd name="T46" fmla="*/ 13 w 76"/>
                <a:gd name="T47" fmla="*/ 26 h 89"/>
                <a:gd name="T48" fmla="*/ 12 w 76"/>
                <a:gd name="T49" fmla="*/ 26 h 89"/>
                <a:gd name="T50" fmla="*/ 5 w 76"/>
                <a:gd name="T51" fmla="*/ 14 h 89"/>
                <a:gd name="T52" fmla="*/ 10 w 76"/>
                <a:gd name="T53" fmla="*/ 3 h 89"/>
                <a:gd name="T54" fmla="*/ 11 w 76"/>
                <a:gd name="T55" fmla="*/ 2 h 89"/>
                <a:gd name="T56" fmla="*/ 11 w 76"/>
                <a:gd name="T57" fmla="*/ 0 h 89"/>
                <a:gd name="T58" fmla="*/ 11 w 76"/>
                <a:gd name="T59" fmla="*/ 0 h 89"/>
                <a:gd name="T60" fmla="*/ 8 w 76"/>
                <a:gd name="T61" fmla="*/ 0 h 89"/>
                <a:gd name="T62" fmla="*/ 7 w 76"/>
                <a:gd name="T63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6" h="89">
                  <a:moveTo>
                    <a:pt x="7" y="0"/>
                  </a:moveTo>
                  <a:cubicBezTo>
                    <a:pt x="5" y="1"/>
                    <a:pt x="3" y="3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8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23"/>
                    <a:pt x="5" y="30"/>
                    <a:pt x="12" y="3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0"/>
                    <a:pt x="12" y="30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1"/>
                    <a:pt x="13" y="32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20" y="50"/>
                    <a:pt x="31" y="66"/>
                    <a:pt x="44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76"/>
                    <a:pt x="44" y="76"/>
                    <a:pt x="44" y="77"/>
                  </a:cubicBezTo>
                  <a:cubicBezTo>
                    <a:pt x="53" y="84"/>
                    <a:pt x="64" y="88"/>
                    <a:pt x="76" y="89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47" y="83"/>
                    <a:pt x="25" y="54"/>
                    <a:pt x="16" y="27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2" y="26"/>
                    <a:pt x="12" y="26"/>
                  </a:cubicBezTo>
                  <a:cubicBezTo>
                    <a:pt x="8" y="26"/>
                    <a:pt x="5" y="21"/>
                    <a:pt x="5" y="14"/>
                  </a:cubicBezTo>
                  <a:cubicBezTo>
                    <a:pt x="5" y="9"/>
                    <a:pt x="7" y="4"/>
                    <a:pt x="10" y="3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</a:path>
              </a:pathLst>
            </a:custGeom>
            <a:solidFill>
              <a:srgbClr val="C1A9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Freeform 108"/>
            <p:cNvSpPr>
              <a:spLocks/>
            </p:cNvSpPr>
            <p:nvPr/>
          </p:nvSpPr>
          <p:spPr bwMode="auto">
            <a:xfrm>
              <a:off x="1848" y="1596"/>
              <a:ext cx="185" cy="219"/>
            </a:xfrm>
            <a:custGeom>
              <a:avLst/>
              <a:gdLst>
                <a:gd name="T0" fmla="*/ 78 w 78"/>
                <a:gd name="T1" fmla="*/ 0 h 92"/>
                <a:gd name="T2" fmla="*/ 9 w 78"/>
                <a:gd name="T3" fmla="*/ 92 h 92"/>
                <a:gd name="T4" fmla="*/ 10 w 78"/>
                <a:gd name="T5" fmla="*/ 92 h 92"/>
                <a:gd name="T6" fmla="*/ 13 w 78"/>
                <a:gd name="T7" fmla="*/ 92 h 92"/>
                <a:gd name="T8" fmla="*/ 40 w 78"/>
                <a:gd name="T9" fmla="*/ 37 h 92"/>
                <a:gd name="T10" fmla="*/ 78 w 78"/>
                <a:gd name="T11" fmla="*/ 43 h 92"/>
                <a:gd name="T12" fmla="*/ 78 w 78"/>
                <a:gd name="T13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2">
                  <a:moveTo>
                    <a:pt x="78" y="0"/>
                  </a:moveTo>
                  <a:cubicBezTo>
                    <a:pt x="11" y="2"/>
                    <a:pt x="0" y="85"/>
                    <a:pt x="9" y="92"/>
                  </a:cubicBezTo>
                  <a:cubicBezTo>
                    <a:pt x="9" y="92"/>
                    <a:pt x="10" y="92"/>
                    <a:pt x="10" y="92"/>
                  </a:cubicBezTo>
                  <a:cubicBezTo>
                    <a:pt x="11" y="92"/>
                    <a:pt x="12" y="92"/>
                    <a:pt x="13" y="92"/>
                  </a:cubicBezTo>
                  <a:cubicBezTo>
                    <a:pt x="35" y="88"/>
                    <a:pt x="19" y="37"/>
                    <a:pt x="40" y="37"/>
                  </a:cubicBezTo>
                  <a:cubicBezTo>
                    <a:pt x="40" y="37"/>
                    <a:pt x="54" y="43"/>
                    <a:pt x="78" y="43"/>
                  </a:cubicBezTo>
                  <a:cubicBezTo>
                    <a:pt x="78" y="0"/>
                    <a:pt x="78" y="0"/>
                    <a:pt x="78" y="0"/>
                  </a:cubicBezTo>
                </a:path>
              </a:pathLst>
            </a:custGeom>
            <a:solidFill>
              <a:srgbClr val="3135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109"/>
            <p:cNvSpPr>
              <a:spLocks noEditPoints="1"/>
            </p:cNvSpPr>
            <p:nvPr/>
          </p:nvSpPr>
          <p:spPr bwMode="auto">
            <a:xfrm>
              <a:off x="1850" y="1250"/>
              <a:ext cx="190" cy="190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0 w 80"/>
                <a:gd name="T11" fmla="*/ 69 h 80"/>
                <a:gd name="T12" fmla="*/ 11 w 80"/>
                <a:gd name="T13" fmla="*/ 40 h 80"/>
                <a:gd name="T14" fmla="*/ 40 w 80"/>
                <a:gd name="T15" fmla="*/ 10 h 80"/>
                <a:gd name="T16" fmla="*/ 70 w 80"/>
                <a:gd name="T17" fmla="*/ 40 h 80"/>
                <a:gd name="T18" fmla="*/ 40 w 80"/>
                <a:gd name="T19" fmla="*/ 6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0" y="69"/>
                  </a:moveTo>
                  <a:cubicBezTo>
                    <a:pt x="24" y="69"/>
                    <a:pt x="11" y="56"/>
                    <a:pt x="11" y="40"/>
                  </a:cubicBezTo>
                  <a:cubicBezTo>
                    <a:pt x="11" y="24"/>
                    <a:pt x="24" y="10"/>
                    <a:pt x="40" y="10"/>
                  </a:cubicBezTo>
                  <a:cubicBezTo>
                    <a:pt x="56" y="10"/>
                    <a:pt x="70" y="24"/>
                    <a:pt x="70" y="40"/>
                  </a:cubicBezTo>
                  <a:cubicBezTo>
                    <a:pt x="70" y="56"/>
                    <a:pt x="56" y="69"/>
                    <a:pt x="40" y="69"/>
                  </a:cubicBez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Freeform 110"/>
            <p:cNvSpPr>
              <a:spLocks/>
            </p:cNvSpPr>
            <p:nvPr/>
          </p:nvSpPr>
          <p:spPr bwMode="auto">
            <a:xfrm>
              <a:off x="1971" y="1331"/>
              <a:ext cx="17" cy="26"/>
            </a:xfrm>
            <a:custGeom>
              <a:avLst/>
              <a:gdLst>
                <a:gd name="T0" fmla="*/ 6 w 7"/>
                <a:gd name="T1" fmla="*/ 5 h 11"/>
                <a:gd name="T2" fmla="*/ 1 w 7"/>
                <a:gd name="T3" fmla="*/ 0 h 11"/>
                <a:gd name="T4" fmla="*/ 0 w 7"/>
                <a:gd name="T5" fmla="*/ 11 h 11"/>
                <a:gd name="T6" fmla="*/ 6 w 7"/>
                <a:gd name="T7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1">
                  <a:moveTo>
                    <a:pt x="6" y="5"/>
                  </a:moveTo>
                  <a:cubicBezTo>
                    <a:pt x="7" y="2"/>
                    <a:pt x="3" y="1"/>
                    <a:pt x="1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10"/>
                    <a:pt x="6" y="8"/>
                    <a:pt x="6" y="5"/>
                  </a:cubicBez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Oval 111"/>
            <p:cNvSpPr>
              <a:spLocks noChangeArrowheads="1"/>
            </p:cNvSpPr>
            <p:nvPr/>
          </p:nvSpPr>
          <p:spPr bwMode="auto">
            <a:xfrm>
              <a:off x="1883" y="1283"/>
              <a:ext cx="124" cy="124"/>
            </a:xfrm>
            <a:prstGeom prst="ellipse">
              <a:avLst/>
            </a:pr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112"/>
            <p:cNvSpPr>
              <a:spLocks/>
            </p:cNvSpPr>
            <p:nvPr/>
          </p:nvSpPr>
          <p:spPr bwMode="auto">
            <a:xfrm>
              <a:off x="2049" y="1269"/>
              <a:ext cx="22" cy="150"/>
            </a:xfrm>
            <a:custGeom>
              <a:avLst/>
              <a:gdLst>
                <a:gd name="T0" fmla="*/ 6 w 9"/>
                <a:gd name="T1" fmla="*/ 0 h 63"/>
                <a:gd name="T2" fmla="*/ 5 w 9"/>
                <a:gd name="T3" fmla="*/ 1 h 63"/>
                <a:gd name="T4" fmla="*/ 0 w 9"/>
                <a:gd name="T5" fmla="*/ 22 h 63"/>
                <a:gd name="T6" fmla="*/ 5 w 9"/>
                <a:gd name="T7" fmla="*/ 32 h 63"/>
                <a:gd name="T8" fmla="*/ 5 w 9"/>
                <a:gd name="T9" fmla="*/ 47 h 63"/>
                <a:gd name="T10" fmla="*/ 5 w 9"/>
                <a:gd name="T11" fmla="*/ 62 h 63"/>
                <a:gd name="T12" fmla="*/ 7 w 9"/>
                <a:gd name="T13" fmla="*/ 63 h 63"/>
                <a:gd name="T14" fmla="*/ 9 w 9"/>
                <a:gd name="T15" fmla="*/ 62 h 63"/>
                <a:gd name="T16" fmla="*/ 9 w 9"/>
                <a:gd name="T17" fmla="*/ 0 h 63"/>
                <a:gd name="T18" fmla="*/ 6 w 9"/>
                <a:gd name="T1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63">
                  <a:moveTo>
                    <a:pt x="6" y="0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0" y="20"/>
                    <a:pt x="0" y="22"/>
                  </a:cubicBezTo>
                  <a:cubicBezTo>
                    <a:pt x="0" y="25"/>
                    <a:pt x="5" y="32"/>
                    <a:pt x="5" y="32"/>
                  </a:cubicBezTo>
                  <a:cubicBezTo>
                    <a:pt x="5" y="32"/>
                    <a:pt x="5" y="43"/>
                    <a:pt x="5" y="47"/>
                  </a:cubicBezTo>
                  <a:cubicBezTo>
                    <a:pt x="5" y="54"/>
                    <a:pt x="5" y="62"/>
                    <a:pt x="5" y="62"/>
                  </a:cubicBezTo>
                  <a:cubicBezTo>
                    <a:pt x="7" y="63"/>
                    <a:pt x="7" y="63"/>
                    <a:pt x="7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113"/>
            <p:cNvSpPr>
              <a:spLocks/>
            </p:cNvSpPr>
            <p:nvPr/>
          </p:nvSpPr>
          <p:spPr bwMode="auto">
            <a:xfrm>
              <a:off x="1810" y="1267"/>
              <a:ext cx="33" cy="154"/>
            </a:xfrm>
            <a:custGeom>
              <a:avLst/>
              <a:gdLst>
                <a:gd name="T0" fmla="*/ 12 w 14"/>
                <a:gd name="T1" fmla="*/ 0 h 65"/>
                <a:gd name="T2" fmla="*/ 12 w 14"/>
                <a:gd name="T3" fmla="*/ 16 h 65"/>
                <a:gd name="T4" fmla="*/ 10 w 14"/>
                <a:gd name="T5" fmla="*/ 16 h 65"/>
                <a:gd name="T6" fmla="*/ 10 w 14"/>
                <a:gd name="T7" fmla="*/ 0 h 65"/>
                <a:gd name="T8" fmla="*/ 9 w 14"/>
                <a:gd name="T9" fmla="*/ 0 h 65"/>
                <a:gd name="T10" fmla="*/ 9 w 14"/>
                <a:gd name="T11" fmla="*/ 16 h 65"/>
                <a:gd name="T12" fmla="*/ 8 w 14"/>
                <a:gd name="T13" fmla="*/ 16 h 65"/>
                <a:gd name="T14" fmla="*/ 7 w 14"/>
                <a:gd name="T15" fmla="*/ 16 h 65"/>
                <a:gd name="T16" fmla="*/ 6 w 14"/>
                <a:gd name="T17" fmla="*/ 16 h 65"/>
                <a:gd name="T18" fmla="*/ 6 w 14"/>
                <a:gd name="T19" fmla="*/ 0 h 65"/>
                <a:gd name="T20" fmla="*/ 5 w 14"/>
                <a:gd name="T21" fmla="*/ 0 h 65"/>
                <a:gd name="T22" fmla="*/ 5 w 14"/>
                <a:gd name="T23" fmla="*/ 16 h 65"/>
                <a:gd name="T24" fmla="*/ 2 w 14"/>
                <a:gd name="T25" fmla="*/ 16 h 65"/>
                <a:gd name="T26" fmla="*/ 2 w 14"/>
                <a:gd name="T27" fmla="*/ 0 h 65"/>
                <a:gd name="T28" fmla="*/ 1 w 14"/>
                <a:gd name="T29" fmla="*/ 0 h 65"/>
                <a:gd name="T30" fmla="*/ 0 w 14"/>
                <a:gd name="T31" fmla="*/ 18 h 65"/>
                <a:gd name="T32" fmla="*/ 2 w 14"/>
                <a:gd name="T33" fmla="*/ 22 h 65"/>
                <a:gd name="T34" fmla="*/ 5 w 14"/>
                <a:gd name="T35" fmla="*/ 25 h 65"/>
                <a:gd name="T36" fmla="*/ 4 w 14"/>
                <a:gd name="T37" fmla="*/ 53 h 65"/>
                <a:gd name="T38" fmla="*/ 5 w 14"/>
                <a:gd name="T39" fmla="*/ 63 h 65"/>
                <a:gd name="T40" fmla="*/ 7 w 14"/>
                <a:gd name="T41" fmla="*/ 65 h 65"/>
                <a:gd name="T42" fmla="*/ 9 w 14"/>
                <a:gd name="T43" fmla="*/ 63 h 65"/>
                <a:gd name="T44" fmla="*/ 10 w 14"/>
                <a:gd name="T45" fmla="*/ 53 h 65"/>
                <a:gd name="T46" fmla="*/ 9 w 14"/>
                <a:gd name="T47" fmla="*/ 25 h 65"/>
                <a:gd name="T48" fmla="*/ 13 w 14"/>
                <a:gd name="T49" fmla="*/ 22 h 65"/>
                <a:gd name="T50" fmla="*/ 14 w 14"/>
                <a:gd name="T51" fmla="*/ 18 h 65"/>
                <a:gd name="T52" fmla="*/ 13 w 14"/>
                <a:gd name="T53" fmla="*/ 0 h 65"/>
                <a:gd name="T54" fmla="*/ 12 w 14"/>
                <a:gd name="T5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4" h="65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21"/>
                    <a:pt x="2" y="22"/>
                  </a:cubicBezTo>
                  <a:cubicBezTo>
                    <a:pt x="3" y="23"/>
                    <a:pt x="4" y="24"/>
                    <a:pt x="5" y="25"/>
                  </a:cubicBezTo>
                  <a:cubicBezTo>
                    <a:pt x="5" y="31"/>
                    <a:pt x="5" y="50"/>
                    <a:pt x="4" y="53"/>
                  </a:cubicBezTo>
                  <a:cubicBezTo>
                    <a:pt x="4" y="59"/>
                    <a:pt x="5" y="59"/>
                    <a:pt x="5" y="63"/>
                  </a:cubicBezTo>
                  <a:cubicBezTo>
                    <a:pt x="6" y="64"/>
                    <a:pt x="6" y="65"/>
                    <a:pt x="7" y="65"/>
                  </a:cubicBezTo>
                  <a:cubicBezTo>
                    <a:pt x="8" y="65"/>
                    <a:pt x="9" y="64"/>
                    <a:pt x="9" y="63"/>
                  </a:cubicBezTo>
                  <a:cubicBezTo>
                    <a:pt x="10" y="59"/>
                    <a:pt x="10" y="59"/>
                    <a:pt x="10" y="53"/>
                  </a:cubicBezTo>
                  <a:cubicBezTo>
                    <a:pt x="10" y="50"/>
                    <a:pt x="9" y="31"/>
                    <a:pt x="9" y="25"/>
                  </a:cubicBezTo>
                  <a:cubicBezTo>
                    <a:pt x="11" y="24"/>
                    <a:pt x="12" y="23"/>
                    <a:pt x="13" y="22"/>
                  </a:cubicBezTo>
                  <a:cubicBezTo>
                    <a:pt x="14" y="21"/>
                    <a:pt x="14" y="19"/>
                    <a:pt x="14" y="18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Freeform 114"/>
            <p:cNvSpPr>
              <a:spLocks/>
            </p:cNvSpPr>
            <p:nvPr/>
          </p:nvSpPr>
          <p:spPr bwMode="auto">
            <a:xfrm>
              <a:off x="1350" y="1957"/>
              <a:ext cx="16" cy="12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0 h 5"/>
                <a:gd name="T4" fmla="*/ 0 w 7"/>
                <a:gd name="T5" fmla="*/ 4 h 5"/>
                <a:gd name="T6" fmla="*/ 2 w 7"/>
                <a:gd name="T7" fmla="*/ 5 h 5"/>
                <a:gd name="T8" fmla="*/ 6 w 7"/>
                <a:gd name="T9" fmla="*/ 5 h 5"/>
                <a:gd name="T10" fmla="*/ 7 w 7"/>
                <a:gd name="T11" fmla="*/ 4 h 5"/>
                <a:gd name="T12" fmla="*/ 7 w 7"/>
                <a:gd name="T13" fmla="*/ 0 h 5"/>
                <a:gd name="T14" fmla="*/ 6 w 7"/>
                <a:gd name="T15" fmla="*/ 0 h 5"/>
                <a:gd name="T16" fmla="*/ 3 w 7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7" y="5"/>
                    <a:pt x="7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115"/>
            <p:cNvSpPr>
              <a:spLocks/>
            </p:cNvSpPr>
            <p:nvPr/>
          </p:nvSpPr>
          <p:spPr bwMode="auto">
            <a:xfrm>
              <a:off x="1442" y="1957"/>
              <a:ext cx="17" cy="12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0 h 5"/>
                <a:gd name="T4" fmla="*/ 0 w 7"/>
                <a:gd name="T5" fmla="*/ 4 h 5"/>
                <a:gd name="T6" fmla="*/ 2 w 7"/>
                <a:gd name="T7" fmla="*/ 5 h 5"/>
                <a:gd name="T8" fmla="*/ 6 w 7"/>
                <a:gd name="T9" fmla="*/ 5 h 5"/>
                <a:gd name="T10" fmla="*/ 7 w 7"/>
                <a:gd name="T11" fmla="*/ 4 h 5"/>
                <a:gd name="T12" fmla="*/ 7 w 7"/>
                <a:gd name="T13" fmla="*/ 0 h 5"/>
                <a:gd name="T14" fmla="*/ 6 w 7"/>
                <a:gd name="T15" fmla="*/ 0 h 5"/>
                <a:gd name="T16" fmla="*/ 3 w 7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7" y="5"/>
                    <a:pt x="7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Freeform 116"/>
            <p:cNvSpPr>
              <a:spLocks noEditPoints="1"/>
            </p:cNvSpPr>
            <p:nvPr/>
          </p:nvSpPr>
          <p:spPr bwMode="auto">
            <a:xfrm>
              <a:off x="1364" y="1860"/>
              <a:ext cx="85" cy="97"/>
            </a:xfrm>
            <a:custGeom>
              <a:avLst/>
              <a:gdLst>
                <a:gd name="T0" fmla="*/ 35 w 36"/>
                <a:gd name="T1" fmla="*/ 0 h 41"/>
                <a:gd name="T2" fmla="*/ 0 w 36"/>
                <a:gd name="T3" fmla="*/ 0 h 41"/>
                <a:gd name="T4" fmla="*/ 0 w 36"/>
                <a:gd name="T5" fmla="*/ 0 h 41"/>
                <a:gd name="T6" fmla="*/ 0 w 36"/>
                <a:gd name="T7" fmla="*/ 36 h 41"/>
                <a:gd name="T8" fmla="*/ 0 w 36"/>
                <a:gd name="T9" fmla="*/ 41 h 41"/>
                <a:gd name="T10" fmla="*/ 1 w 36"/>
                <a:gd name="T11" fmla="*/ 41 h 41"/>
                <a:gd name="T12" fmla="*/ 33 w 36"/>
                <a:gd name="T13" fmla="*/ 41 h 41"/>
                <a:gd name="T14" fmla="*/ 36 w 36"/>
                <a:gd name="T15" fmla="*/ 41 h 41"/>
                <a:gd name="T16" fmla="*/ 36 w 36"/>
                <a:gd name="T17" fmla="*/ 36 h 41"/>
                <a:gd name="T18" fmla="*/ 36 w 36"/>
                <a:gd name="T19" fmla="*/ 0 h 41"/>
                <a:gd name="T20" fmla="*/ 35 w 36"/>
                <a:gd name="T21" fmla="*/ 0 h 41"/>
                <a:gd name="T22" fmla="*/ 21 w 36"/>
                <a:gd name="T23" fmla="*/ 10 h 41"/>
                <a:gd name="T24" fmla="*/ 14 w 36"/>
                <a:gd name="T25" fmla="*/ 10 h 41"/>
                <a:gd name="T26" fmla="*/ 14 w 36"/>
                <a:gd name="T27" fmla="*/ 7 h 41"/>
                <a:gd name="T28" fmla="*/ 21 w 36"/>
                <a:gd name="T29" fmla="*/ 7 h 41"/>
                <a:gd name="T30" fmla="*/ 21 w 36"/>
                <a:gd name="T31" fmla="*/ 10 h 41"/>
                <a:gd name="T32" fmla="*/ 24 w 36"/>
                <a:gd name="T33" fmla="*/ 6 h 41"/>
                <a:gd name="T34" fmla="*/ 10 w 36"/>
                <a:gd name="T35" fmla="*/ 6 h 41"/>
                <a:gd name="T36" fmla="*/ 10 w 36"/>
                <a:gd name="T37" fmla="*/ 3 h 41"/>
                <a:gd name="T38" fmla="*/ 24 w 36"/>
                <a:gd name="T39" fmla="*/ 3 h 41"/>
                <a:gd name="T40" fmla="*/ 24 w 36"/>
                <a:gd name="T41" fmla="*/ 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41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6" y="0"/>
                    <a:pt x="35" y="0"/>
                  </a:cubicBezTo>
                  <a:close/>
                  <a:moveTo>
                    <a:pt x="21" y="10"/>
                  </a:moveTo>
                  <a:cubicBezTo>
                    <a:pt x="14" y="10"/>
                    <a:pt x="14" y="10"/>
                    <a:pt x="14" y="10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21" y="7"/>
                    <a:pt x="21" y="7"/>
                    <a:pt x="21" y="7"/>
                  </a:cubicBezTo>
                  <a:lnTo>
                    <a:pt x="21" y="10"/>
                  </a:lnTo>
                  <a:close/>
                  <a:moveTo>
                    <a:pt x="24" y="6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24" y="3"/>
                    <a:pt x="24" y="3"/>
                    <a:pt x="24" y="3"/>
                  </a:cubicBezTo>
                  <a:lnTo>
                    <a:pt x="24" y="6"/>
                  </a:ln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117"/>
            <p:cNvSpPr>
              <a:spLocks/>
            </p:cNvSpPr>
            <p:nvPr/>
          </p:nvSpPr>
          <p:spPr bwMode="auto">
            <a:xfrm>
              <a:off x="1331" y="1803"/>
              <a:ext cx="152" cy="9"/>
            </a:xfrm>
            <a:custGeom>
              <a:avLst/>
              <a:gdLst>
                <a:gd name="T0" fmla="*/ 111 w 152"/>
                <a:gd name="T1" fmla="*/ 0 h 9"/>
                <a:gd name="T2" fmla="*/ 102 w 152"/>
                <a:gd name="T3" fmla="*/ 0 h 9"/>
                <a:gd name="T4" fmla="*/ 47 w 152"/>
                <a:gd name="T5" fmla="*/ 0 h 9"/>
                <a:gd name="T6" fmla="*/ 35 w 152"/>
                <a:gd name="T7" fmla="*/ 0 h 9"/>
                <a:gd name="T8" fmla="*/ 0 w 152"/>
                <a:gd name="T9" fmla="*/ 0 h 9"/>
                <a:gd name="T10" fmla="*/ 0 w 152"/>
                <a:gd name="T11" fmla="*/ 9 h 9"/>
                <a:gd name="T12" fmla="*/ 35 w 152"/>
                <a:gd name="T13" fmla="*/ 9 h 9"/>
                <a:gd name="T14" fmla="*/ 47 w 152"/>
                <a:gd name="T15" fmla="*/ 9 h 9"/>
                <a:gd name="T16" fmla="*/ 102 w 152"/>
                <a:gd name="T17" fmla="*/ 9 h 9"/>
                <a:gd name="T18" fmla="*/ 111 w 152"/>
                <a:gd name="T19" fmla="*/ 9 h 9"/>
                <a:gd name="T20" fmla="*/ 152 w 152"/>
                <a:gd name="T21" fmla="*/ 9 h 9"/>
                <a:gd name="T22" fmla="*/ 152 w 152"/>
                <a:gd name="T23" fmla="*/ 0 h 9"/>
                <a:gd name="T24" fmla="*/ 111 w 152"/>
                <a:gd name="T2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9">
                  <a:moveTo>
                    <a:pt x="111" y="0"/>
                  </a:moveTo>
                  <a:lnTo>
                    <a:pt x="102" y="0"/>
                  </a:lnTo>
                  <a:lnTo>
                    <a:pt x="47" y="0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35" y="9"/>
                  </a:lnTo>
                  <a:lnTo>
                    <a:pt x="47" y="9"/>
                  </a:lnTo>
                  <a:lnTo>
                    <a:pt x="102" y="9"/>
                  </a:lnTo>
                  <a:lnTo>
                    <a:pt x="111" y="9"/>
                  </a:lnTo>
                  <a:lnTo>
                    <a:pt x="152" y="9"/>
                  </a:lnTo>
                  <a:lnTo>
                    <a:pt x="152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118"/>
            <p:cNvSpPr>
              <a:spLocks/>
            </p:cNvSpPr>
            <p:nvPr/>
          </p:nvSpPr>
          <p:spPr bwMode="auto">
            <a:xfrm>
              <a:off x="1331" y="1815"/>
              <a:ext cx="152" cy="142"/>
            </a:xfrm>
            <a:custGeom>
              <a:avLst/>
              <a:gdLst>
                <a:gd name="T0" fmla="*/ 47 w 64"/>
                <a:gd name="T1" fmla="*/ 0 h 60"/>
                <a:gd name="T2" fmla="*/ 43 w 64"/>
                <a:gd name="T3" fmla="*/ 0 h 60"/>
                <a:gd name="T4" fmla="*/ 20 w 64"/>
                <a:gd name="T5" fmla="*/ 0 h 60"/>
                <a:gd name="T6" fmla="*/ 15 w 64"/>
                <a:gd name="T7" fmla="*/ 0 h 60"/>
                <a:gd name="T8" fmla="*/ 0 w 64"/>
                <a:gd name="T9" fmla="*/ 0 h 60"/>
                <a:gd name="T10" fmla="*/ 0 w 64"/>
                <a:gd name="T11" fmla="*/ 58 h 60"/>
                <a:gd name="T12" fmla="*/ 3 w 64"/>
                <a:gd name="T13" fmla="*/ 60 h 60"/>
                <a:gd name="T14" fmla="*/ 8 w 64"/>
                <a:gd name="T15" fmla="*/ 60 h 60"/>
                <a:gd name="T16" fmla="*/ 11 w 64"/>
                <a:gd name="T17" fmla="*/ 60 h 60"/>
                <a:gd name="T18" fmla="*/ 11 w 64"/>
                <a:gd name="T19" fmla="*/ 19 h 60"/>
                <a:gd name="T20" fmla="*/ 14 w 64"/>
                <a:gd name="T21" fmla="*/ 16 h 60"/>
                <a:gd name="T22" fmla="*/ 49 w 64"/>
                <a:gd name="T23" fmla="*/ 16 h 60"/>
                <a:gd name="T24" fmla="*/ 53 w 64"/>
                <a:gd name="T25" fmla="*/ 19 h 60"/>
                <a:gd name="T26" fmla="*/ 53 w 64"/>
                <a:gd name="T27" fmla="*/ 60 h 60"/>
                <a:gd name="T28" fmla="*/ 54 w 64"/>
                <a:gd name="T29" fmla="*/ 60 h 60"/>
                <a:gd name="T30" fmla="*/ 60 w 64"/>
                <a:gd name="T31" fmla="*/ 60 h 60"/>
                <a:gd name="T32" fmla="*/ 64 w 64"/>
                <a:gd name="T33" fmla="*/ 58 h 60"/>
                <a:gd name="T34" fmla="*/ 64 w 64"/>
                <a:gd name="T35" fmla="*/ 0 h 60"/>
                <a:gd name="T36" fmla="*/ 47 w 64"/>
                <a:gd name="T37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4" h="60">
                  <a:moveTo>
                    <a:pt x="47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9"/>
                    <a:pt x="1" y="60"/>
                    <a:pt x="3" y="60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7"/>
                    <a:pt x="12" y="16"/>
                    <a:pt x="14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1" y="16"/>
                    <a:pt x="53" y="17"/>
                    <a:pt x="53" y="19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62" y="60"/>
                    <a:pt x="64" y="59"/>
                    <a:pt x="64" y="58"/>
                  </a:cubicBezTo>
                  <a:cubicBezTo>
                    <a:pt x="64" y="0"/>
                    <a:pt x="64" y="0"/>
                    <a:pt x="64" y="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119"/>
            <p:cNvSpPr>
              <a:spLocks noEditPoints="1"/>
            </p:cNvSpPr>
            <p:nvPr/>
          </p:nvSpPr>
          <p:spPr bwMode="auto">
            <a:xfrm>
              <a:off x="1331" y="1708"/>
              <a:ext cx="152" cy="88"/>
            </a:xfrm>
            <a:custGeom>
              <a:avLst/>
              <a:gdLst>
                <a:gd name="T0" fmla="*/ 60 w 64"/>
                <a:gd name="T1" fmla="*/ 32 h 37"/>
                <a:gd name="T2" fmla="*/ 47 w 64"/>
                <a:gd name="T3" fmla="*/ 32 h 37"/>
                <a:gd name="T4" fmla="*/ 47 w 64"/>
                <a:gd name="T5" fmla="*/ 6 h 37"/>
                <a:gd name="T6" fmla="*/ 41 w 64"/>
                <a:gd name="T7" fmla="*/ 0 h 37"/>
                <a:gd name="T8" fmla="*/ 21 w 64"/>
                <a:gd name="T9" fmla="*/ 0 h 37"/>
                <a:gd name="T10" fmla="*/ 15 w 64"/>
                <a:gd name="T11" fmla="*/ 6 h 37"/>
                <a:gd name="T12" fmla="*/ 15 w 64"/>
                <a:gd name="T13" fmla="*/ 32 h 37"/>
                <a:gd name="T14" fmla="*/ 3 w 64"/>
                <a:gd name="T15" fmla="*/ 32 h 37"/>
                <a:gd name="T16" fmla="*/ 0 w 64"/>
                <a:gd name="T17" fmla="*/ 35 h 37"/>
                <a:gd name="T18" fmla="*/ 0 w 64"/>
                <a:gd name="T19" fmla="*/ 37 h 37"/>
                <a:gd name="T20" fmla="*/ 15 w 64"/>
                <a:gd name="T21" fmla="*/ 37 h 37"/>
                <a:gd name="T22" fmla="*/ 20 w 64"/>
                <a:gd name="T23" fmla="*/ 37 h 37"/>
                <a:gd name="T24" fmla="*/ 43 w 64"/>
                <a:gd name="T25" fmla="*/ 37 h 37"/>
                <a:gd name="T26" fmla="*/ 47 w 64"/>
                <a:gd name="T27" fmla="*/ 37 h 37"/>
                <a:gd name="T28" fmla="*/ 64 w 64"/>
                <a:gd name="T29" fmla="*/ 37 h 37"/>
                <a:gd name="T30" fmla="*/ 64 w 64"/>
                <a:gd name="T31" fmla="*/ 35 h 37"/>
                <a:gd name="T32" fmla="*/ 60 w 64"/>
                <a:gd name="T33" fmla="*/ 32 h 37"/>
                <a:gd name="T34" fmla="*/ 20 w 64"/>
                <a:gd name="T35" fmla="*/ 32 h 37"/>
                <a:gd name="T36" fmla="*/ 20 w 64"/>
                <a:gd name="T37" fmla="*/ 6 h 37"/>
                <a:gd name="T38" fmla="*/ 21 w 64"/>
                <a:gd name="T39" fmla="*/ 5 h 37"/>
                <a:gd name="T40" fmla="*/ 41 w 64"/>
                <a:gd name="T41" fmla="*/ 5 h 37"/>
                <a:gd name="T42" fmla="*/ 43 w 64"/>
                <a:gd name="T43" fmla="*/ 6 h 37"/>
                <a:gd name="T44" fmla="*/ 43 w 64"/>
                <a:gd name="T45" fmla="*/ 32 h 37"/>
                <a:gd name="T46" fmla="*/ 20 w 64"/>
                <a:gd name="T47" fmla="*/ 3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37">
                  <a:moveTo>
                    <a:pt x="60" y="32"/>
                  </a:moveTo>
                  <a:cubicBezTo>
                    <a:pt x="47" y="32"/>
                    <a:pt x="47" y="32"/>
                    <a:pt x="47" y="32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7" y="3"/>
                    <a:pt x="45" y="0"/>
                    <a:pt x="4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3"/>
                    <a:pt x="15" y="6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1" y="32"/>
                    <a:pt x="0" y="34"/>
                    <a:pt x="0" y="35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64" y="37"/>
                    <a:pt x="64" y="37"/>
                    <a:pt x="64" y="37"/>
                  </a:cubicBezTo>
                  <a:cubicBezTo>
                    <a:pt x="64" y="35"/>
                    <a:pt x="64" y="35"/>
                    <a:pt x="64" y="35"/>
                  </a:cubicBezTo>
                  <a:cubicBezTo>
                    <a:pt x="64" y="34"/>
                    <a:pt x="62" y="32"/>
                    <a:pt x="60" y="32"/>
                  </a:cubicBezTo>
                  <a:close/>
                  <a:moveTo>
                    <a:pt x="20" y="32"/>
                  </a:moveTo>
                  <a:cubicBezTo>
                    <a:pt x="20" y="6"/>
                    <a:pt x="20" y="6"/>
                    <a:pt x="20" y="6"/>
                  </a:cubicBezTo>
                  <a:cubicBezTo>
                    <a:pt x="20" y="5"/>
                    <a:pt x="20" y="5"/>
                    <a:pt x="2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2" y="5"/>
                    <a:pt x="43" y="5"/>
                    <a:pt x="43" y="6"/>
                  </a:cubicBezTo>
                  <a:cubicBezTo>
                    <a:pt x="43" y="32"/>
                    <a:pt x="43" y="32"/>
                    <a:pt x="43" y="32"/>
                  </a:cubicBezTo>
                  <a:lnTo>
                    <a:pt x="20" y="32"/>
                  </a:ln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Freeform 120"/>
            <p:cNvSpPr>
              <a:spLocks/>
            </p:cNvSpPr>
            <p:nvPr/>
          </p:nvSpPr>
          <p:spPr bwMode="auto">
            <a:xfrm>
              <a:off x="2566" y="2296"/>
              <a:ext cx="252" cy="19"/>
            </a:xfrm>
            <a:custGeom>
              <a:avLst/>
              <a:gdLst>
                <a:gd name="T0" fmla="*/ 237 w 252"/>
                <a:gd name="T1" fmla="*/ 0 h 19"/>
                <a:gd name="T2" fmla="*/ 14 w 252"/>
                <a:gd name="T3" fmla="*/ 0 h 19"/>
                <a:gd name="T4" fmla="*/ 0 w 252"/>
                <a:gd name="T5" fmla="*/ 19 h 19"/>
                <a:gd name="T6" fmla="*/ 252 w 252"/>
                <a:gd name="T7" fmla="*/ 19 h 19"/>
                <a:gd name="T8" fmla="*/ 237 w 252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9">
                  <a:moveTo>
                    <a:pt x="237" y="0"/>
                  </a:moveTo>
                  <a:lnTo>
                    <a:pt x="14" y="0"/>
                  </a:lnTo>
                  <a:lnTo>
                    <a:pt x="0" y="19"/>
                  </a:lnTo>
                  <a:lnTo>
                    <a:pt x="252" y="19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121"/>
            <p:cNvSpPr>
              <a:spLocks noEditPoints="1"/>
            </p:cNvSpPr>
            <p:nvPr/>
          </p:nvSpPr>
          <p:spPr bwMode="auto">
            <a:xfrm>
              <a:off x="2588" y="2132"/>
              <a:ext cx="208" cy="159"/>
            </a:xfrm>
            <a:custGeom>
              <a:avLst/>
              <a:gdLst>
                <a:gd name="T0" fmla="*/ 0 w 208"/>
                <a:gd name="T1" fmla="*/ 0 h 159"/>
                <a:gd name="T2" fmla="*/ 0 w 208"/>
                <a:gd name="T3" fmla="*/ 159 h 159"/>
                <a:gd name="T4" fmla="*/ 208 w 208"/>
                <a:gd name="T5" fmla="*/ 159 h 159"/>
                <a:gd name="T6" fmla="*/ 208 w 208"/>
                <a:gd name="T7" fmla="*/ 0 h 159"/>
                <a:gd name="T8" fmla="*/ 0 w 208"/>
                <a:gd name="T9" fmla="*/ 0 h 159"/>
                <a:gd name="T10" fmla="*/ 196 w 208"/>
                <a:gd name="T11" fmla="*/ 145 h 159"/>
                <a:gd name="T12" fmla="*/ 11 w 208"/>
                <a:gd name="T13" fmla="*/ 145 h 159"/>
                <a:gd name="T14" fmla="*/ 11 w 208"/>
                <a:gd name="T15" fmla="*/ 17 h 159"/>
                <a:gd name="T16" fmla="*/ 196 w 208"/>
                <a:gd name="T17" fmla="*/ 17 h 159"/>
                <a:gd name="T18" fmla="*/ 196 w 208"/>
                <a:gd name="T19" fmla="*/ 14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" h="159">
                  <a:moveTo>
                    <a:pt x="0" y="0"/>
                  </a:moveTo>
                  <a:lnTo>
                    <a:pt x="0" y="159"/>
                  </a:lnTo>
                  <a:lnTo>
                    <a:pt x="208" y="159"/>
                  </a:lnTo>
                  <a:lnTo>
                    <a:pt x="208" y="0"/>
                  </a:lnTo>
                  <a:lnTo>
                    <a:pt x="0" y="0"/>
                  </a:lnTo>
                  <a:close/>
                  <a:moveTo>
                    <a:pt x="196" y="145"/>
                  </a:moveTo>
                  <a:lnTo>
                    <a:pt x="11" y="145"/>
                  </a:lnTo>
                  <a:lnTo>
                    <a:pt x="11" y="17"/>
                  </a:lnTo>
                  <a:lnTo>
                    <a:pt x="196" y="17"/>
                  </a:lnTo>
                  <a:lnTo>
                    <a:pt x="196" y="145"/>
                  </a:ln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Freeform 122"/>
            <p:cNvSpPr>
              <a:spLocks/>
            </p:cNvSpPr>
            <p:nvPr/>
          </p:nvSpPr>
          <p:spPr bwMode="auto">
            <a:xfrm>
              <a:off x="2616" y="2194"/>
              <a:ext cx="57" cy="40"/>
            </a:xfrm>
            <a:custGeom>
              <a:avLst/>
              <a:gdLst>
                <a:gd name="T0" fmla="*/ 12 w 24"/>
                <a:gd name="T1" fmla="*/ 4 h 17"/>
                <a:gd name="T2" fmla="*/ 11 w 24"/>
                <a:gd name="T3" fmla="*/ 9 h 17"/>
                <a:gd name="T4" fmla="*/ 9 w 24"/>
                <a:gd name="T5" fmla="*/ 17 h 17"/>
                <a:gd name="T6" fmla="*/ 6 w 24"/>
                <a:gd name="T7" fmla="*/ 17 h 17"/>
                <a:gd name="T8" fmla="*/ 0 w 24"/>
                <a:gd name="T9" fmla="*/ 0 h 17"/>
                <a:gd name="T10" fmla="*/ 3 w 24"/>
                <a:gd name="T11" fmla="*/ 0 h 17"/>
                <a:gd name="T12" fmla="*/ 6 w 24"/>
                <a:gd name="T13" fmla="*/ 6 h 17"/>
                <a:gd name="T14" fmla="*/ 7 w 24"/>
                <a:gd name="T15" fmla="*/ 12 h 17"/>
                <a:gd name="T16" fmla="*/ 7 w 24"/>
                <a:gd name="T17" fmla="*/ 12 h 17"/>
                <a:gd name="T18" fmla="*/ 9 w 24"/>
                <a:gd name="T19" fmla="*/ 7 h 17"/>
                <a:gd name="T20" fmla="*/ 10 w 24"/>
                <a:gd name="T21" fmla="*/ 0 h 17"/>
                <a:gd name="T22" fmla="*/ 14 w 24"/>
                <a:gd name="T23" fmla="*/ 0 h 17"/>
                <a:gd name="T24" fmla="*/ 15 w 24"/>
                <a:gd name="T25" fmla="*/ 7 h 17"/>
                <a:gd name="T26" fmla="*/ 17 w 24"/>
                <a:gd name="T27" fmla="*/ 12 h 17"/>
                <a:gd name="T28" fmla="*/ 17 w 24"/>
                <a:gd name="T29" fmla="*/ 12 h 17"/>
                <a:gd name="T30" fmla="*/ 18 w 24"/>
                <a:gd name="T31" fmla="*/ 6 h 17"/>
                <a:gd name="T32" fmla="*/ 20 w 24"/>
                <a:gd name="T33" fmla="*/ 0 h 17"/>
                <a:gd name="T34" fmla="*/ 24 w 24"/>
                <a:gd name="T35" fmla="*/ 0 h 17"/>
                <a:gd name="T36" fmla="*/ 18 w 24"/>
                <a:gd name="T37" fmla="*/ 17 h 17"/>
                <a:gd name="T38" fmla="*/ 15 w 24"/>
                <a:gd name="T39" fmla="*/ 17 h 17"/>
                <a:gd name="T40" fmla="*/ 13 w 24"/>
                <a:gd name="T41" fmla="*/ 9 h 17"/>
                <a:gd name="T42" fmla="*/ 12 w 24"/>
                <a:gd name="T43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" h="17">
                  <a:moveTo>
                    <a:pt x="12" y="4"/>
                  </a:moveTo>
                  <a:cubicBezTo>
                    <a:pt x="12" y="6"/>
                    <a:pt x="11" y="7"/>
                    <a:pt x="11" y="9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9"/>
                    <a:pt x="7" y="11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8" y="10"/>
                    <a:pt x="8" y="9"/>
                    <a:pt x="9" y="7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6" y="8"/>
                    <a:pt x="16" y="10"/>
                    <a:pt x="17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0"/>
                    <a:pt x="18" y="8"/>
                    <a:pt x="18" y="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7"/>
                    <a:pt x="12" y="6"/>
                    <a:pt x="12" y="4"/>
                  </a:cubicBez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Rectangle 123"/>
            <p:cNvSpPr>
              <a:spLocks noChangeArrowheads="1"/>
            </p:cNvSpPr>
            <p:nvPr/>
          </p:nvSpPr>
          <p:spPr bwMode="auto">
            <a:xfrm>
              <a:off x="2678" y="2194"/>
              <a:ext cx="7" cy="40"/>
            </a:xfrm>
            <a:prstGeom prst="rect">
              <a:avLst/>
            </a:pr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Rectangle 124"/>
            <p:cNvSpPr>
              <a:spLocks noChangeArrowheads="1"/>
            </p:cNvSpPr>
            <p:nvPr/>
          </p:nvSpPr>
          <p:spPr bwMode="auto">
            <a:xfrm>
              <a:off x="2694" y="2215"/>
              <a:ext cx="15" cy="7"/>
            </a:xfrm>
            <a:prstGeom prst="rect">
              <a:avLst/>
            </a:pr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125"/>
            <p:cNvSpPr>
              <a:spLocks/>
            </p:cNvSpPr>
            <p:nvPr/>
          </p:nvSpPr>
          <p:spPr bwMode="auto">
            <a:xfrm>
              <a:off x="2716" y="2194"/>
              <a:ext cx="26" cy="40"/>
            </a:xfrm>
            <a:custGeom>
              <a:avLst/>
              <a:gdLst>
                <a:gd name="T0" fmla="*/ 9 w 26"/>
                <a:gd name="T1" fmla="*/ 40 h 40"/>
                <a:gd name="T2" fmla="*/ 0 w 26"/>
                <a:gd name="T3" fmla="*/ 40 h 40"/>
                <a:gd name="T4" fmla="*/ 0 w 26"/>
                <a:gd name="T5" fmla="*/ 0 h 40"/>
                <a:gd name="T6" fmla="*/ 26 w 26"/>
                <a:gd name="T7" fmla="*/ 0 h 40"/>
                <a:gd name="T8" fmla="*/ 26 w 26"/>
                <a:gd name="T9" fmla="*/ 5 h 40"/>
                <a:gd name="T10" fmla="*/ 9 w 26"/>
                <a:gd name="T11" fmla="*/ 5 h 40"/>
                <a:gd name="T12" fmla="*/ 9 w 26"/>
                <a:gd name="T13" fmla="*/ 17 h 40"/>
                <a:gd name="T14" fmla="*/ 23 w 26"/>
                <a:gd name="T15" fmla="*/ 17 h 40"/>
                <a:gd name="T16" fmla="*/ 23 w 26"/>
                <a:gd name="T17" fmla="*/ 21 h 40"/>
                <a:gd name="T18" fmla="*/ 9 w 26"/>
                <a:gd name="T19" fmla="*/ 21 h 40"/>
                <a:gd name="T20" fmla="*/ 9 w 26"/>
                <a:gd name="T2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40">
                  <a:moveTo>
                    <a:pt x="9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26" y="0"/>
                  </a:lnTo>
                  <a:lnTo>
                    <a:pt x="26" y="5"/>
                  </a:lnTo>
                  <a:lnTo>
                    <a:pt x="9" y="5"/>
                  </a:lnTo>
                  <a:lnTo>
                    <a:pt x="9" y="17"/>
                  </a:lnTo>
                  <a:lnTo>
                    <a:pt x="23" y="17"/>
                  </a:lnTo>
                  <a:lnTo>
                    <a:pt x="23" y="21"/>
                  </a:lnTo>
                  <a:lnTo>
                    <a:pt x="9" y="21"/>
                  </a:lnTo>
                  <a:lnTo>
                    <a:pt x="9" y="40"/>
                  </a:lnTo>
                  <a:close/>
                </a:path>
              </a:pathLst>
            </a:cu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Rectangle 126"/>
            <p:cNvSpPr>
              <a:spLocks noChangeArrowheads="1"/>
            </p:cNvSpPr>
            <p:nvPr/>
          </p:nvSpPr>
          <p:spPr bwMode="auto">
            <a:xfrm>
              <a:off x="2749" y="2194"/>
              <a:ext cx="7" cy="40"/>
            </a:xfrm>
            <a:prstGeom prst="rect">
              <a:avLst/>
            </a:prstGeom>
            <a:solidFill>
              <a:srgbClr val="3B68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127"/>
            <p:cNvSpPr>
              <a:spLocks/>
            </p:cNvSpPr>
            <p:nvPr/>
          </p:nvSpPr>
          <p:spPr bwMode="auto">
            <a:xfrm>
              <a:off x="2310" y="1862"/>
              <a:ext cx="114" cy="166"/>
            </a:xfrm>
            <a:custGeom>
              <a:avLst/>
              <a:gdLst>
                <a:gd name="T0" fmla="*/ 40 w 48"/>
                <a:gd name="T1" fmla="*/ 70 h 70"/>
                <a:gd name="T2" fmla="*/ 38 w 48"/>
                <a:gd name="T3" fmla="*/ 69 h 70"/>
                <a:gd name="T4" fmla="*/ 37 w 48"/>
                <a:gd name="T5" fmla="*/ 68 h 70"/>
                <a:gd name="T6" fmla="*/ 35 w 48"/>
                <a:gd name="T7" fmla="*/ 68 h 70"/>
                <a:gd name="T8" fmla="*/ 31 w 48"/>
                <a:gd name="T9" fmla="*/ 69 h 70"/>
                <a:gd name="T10" fmla="*/ 9 w 48"/>
                <a:gd name="T11" fmla="*/ 54 h 70"/>
                <a:gd name="T12" fmla="*/ 3 w 48"/>
                <a:gd name="T13" fmla="*/ 40 h 70"/>
                <a:gd name="T14" fmla="*/ 1 w 48"/>
                <a:gd name="T15" fmla="*/ 31 h 70"/>
                <a:gd name="T16" fmla="*/ 1 w 48"/>
                <a:gd name="T17" fmla="*/ 29 h 70"/>
                <a:gd name="T18" fmla="*/ 8 w 48"/>
                <a:gd name="T19" fmla="*/ 5 h 70"/>
                <a:gd name="T20" fmla="*/ 9 w 48"/>
                <a:gd name="T21" fmla="*/ 5 h 70"/>
                <a:gd name="T22" fmla="*/ 9 w 48"/>
                <a:gd name="T23" fmla="*/ 4 h 70"/>
                <a:gd name="T24" fmla="*/ 14 w 48"/>
                <a:gd name="T25" fmla="*/ 0 h 70"/>
                <a:gd name="T26" fmla="*/ 17 w 48"/>
                <a:gd name="T27" fmla="*/ 0 h 70"/>
                <a:gd name="T28" fmla="*/ 17 w 48"/>
                <a:gd name="T29" fmla="*/ 0 h 70"/>
                <a:gd name="T30" fmla="*/ 21 w 48"/>
                <a:gd name="T31" fmla="*/ 2 h 70"/>
                <a:gd name="T32" fmla="*/ 25 w 48"/>
                <a:gd name="T33" fmla="*/ 18 h 70"/>
                <a:gd name="T34" fmla="*/ 24 w 48"/>
                <a:gd name="T35" fmla="*/ 22 h 70"/>
                <a:gd name="T36" fmla="*/ 20 w 48"/>
                <a:gd name="T37" fmla="*/ 24 h 70"/>
                <a:gd name="T38" fmla="*/ 17 w 48"/>
                <a:gd name="T39" fmla="*/ 24 h 70"/>
                <a:gd name="T40" fmla="*/ 16 w 48"/>
                <a:gd name="T41" fmla="*/ 24 h 70"/>
                <a:gd name="T42" fmla="*/ 15 w 48"/>
                <a:gd name="T43" fmla="*/ 24 h 70"/>
                <a:gd name="T44" fmla="*/ 13 w 48"/>
                <a:gd name="T45" fmla="*/ 23 h 70"/>
                <a:gd name="T46" fmla="*/ 12 w 48"/>
                <a:gd name="T47" fmla="*/ 26 h 70"/>
                <a:gd name="T48" fmla="*/ 11 w 48"/>
                <a:gd name="T49" fmla="*/ 29 h 70"/>
                <a:gd name="T50" fmla="*/ 12 w 48"/>
                <a:gd name="T51" fmla="*/ 37 h 70"/>
                <a:gd name="T52" fmla="*/ 16 w 48"/>
                <a:gd name="T53" fmla="*/ 46 h 70"/>
                <a:gd name="T54" fmla="*/ 17 w 48"/>
                <a:gd name="T55" fmla="*/ 48 h 70"/>
                <a:gd name="T56" fmla="*/ 25 w 48"/>
                <a:gd name="T57" fmla="*/ 55 h 70"/>
                <a:gd name="T58" fmla="*/ 28 w 48"/>
                <a:gd name="T59" fmla="*/ 56 h 70"/>
                <a:gd name="T60" fmla="*/ 29 w 48"/>
                <a:gd name="T61" fmla="*/ 53 h 70"/>
                <a:gd name="T62" fmla="*/ 32 w 48"/>
                <a:gd name="T63" fmla="*/ 50 h 70"/>
                <a:gd name="T64" fmla="*/ 35 w 48"/>
                <a:gd name="T65" fmla="*/ 48 h 70"/>
                <a:gd name="T66" fmla="*/ 37 w 48"/>
                <a:gd name="T67" fmla="*/ 48 h 70"/>
                <a:gd name="T68" fmla="*/ 39 w 48"/>
                <a:gd name="T69" fmla="*/ 49 h 70"/>
                <a:gd name="T70" fmla="*/ 48 w 48"/>
                <a:gd name="T71" fmla="*/ 62 h 70"/>
                <a:gd name="T72" fmla="*/ 48 w 48"/>
                <a:gd name="T73" fmla="*/ 65 h 70"/>
                <a:gd name="T74" fmla="*/ 45 w 48"/>
                <a:gd name="T75" fmla="*/ 69 h 70"/>
                <a:gd name="T76" fmla="*/ 42 w 48"/>
                <a:gd name="T77" fmla="*/ 70 h 70"/>
                <a:gd name="T78" fmla="*/ 40 w 48"/>
                <a:gd name="T79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8" h="70">
                  <a:moveTo>
                    <a:pt x="40" y="70"/>
                  </a:moveTo>
                  <a:cubicBezTo>
                    <a:pt x="39" y="70"/>
                    <a:pt x="38" y="70"/>
                    <a:pt x="38" y="69"/>
                  </a:cubicBezTo>
                  <a:cubicBezTo>
                    <a:pt x="37" y="68"/>
                    <a:pt x="37" y="68"/>
                    <a:pt x="37" y="68"/>
                  </a:cubicBezTo>
                  <a:cubicBezTo>
                    <a:pt x="35" y="68"/>
                    <a:pt x="35" y="68"/>
                    <a:pt x="35" y="68"/>
                  </a:cubicBezTo>
                  <a:cubicBezTo>
                    <a:pt x="34" y="69"/>
                    <a:pt x="32" y="69"/>
                    <a:pt x="31" y="69"/>
                  </a:cubicBezTo>
                  <a:cubicBezTo>
                    <a:pt x="23" y="69"/>
                    <a:pt x="15" y="64"/>
                    <a:pt x="9" y="54"/>
                  </a:cubicBezTo>
                  <a:cubicBezTo>
                    <a:pt x="7" y="51"/>
                    <a:pt x="6" y="49"/>
                    <a:pt x="3" y="40"/>
                  </a:cubicBezTo>
                  <a:cubicBezTo>
                    <a:pt x="2" y="35"/>
                    <a:pt x="2" y="33"/>
                    <a:pt x="1" y="31"/>
                  </a:cubicBezTo>
                  <a:cubicBezTo>
                    <a:pt x="1" y="31"/>
                    <a:pt x="1" y="30"/>
                    <a:pt x="1" y="29"/>
                  </a:cubicBezTo>
                  <a:cubicBezTo>
                    <a:pt x="0" y="20"/>
                    <a:pt x="2" y="11"/>
                    <a:pt x="8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2"/>
                    <a:pt x="11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0"/>
                    <a:pt x="21" y="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9"/>
                    <a:pt x="25" y="21"/>
                    <a:pt x="24" y="22"/>
                  </a:cubicBezTo>
                  <a:cubicBezTo>
                    <a:pt x="23" y="22"/>
                    <a:pt x="21" y="23"/>
                    <a:pt x="20" y="24"/>
                  </a:cubicBezTo>
                  <a:cubicBezTo>
                    <a:pt x="19" y="24"/>
                    <a:pt x="18" y="24"/>
                    <a:pt x="17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7"/>
                    <a:pt x="11" y="28"/>
                    <a:pt x="11" y="29"/>
                  </a:cubicBezTo>
                  <a:cubicBezTo>
                    <a:pt x="11" y="32"/>
                    <a:pt x="11" y="33"/>
                    <a:pt x="12" y="37"/>
                  </a:cubicBezTo>
                  <a:cubicBezTo>
                    <a:pt x="14" y="42"/>
                    <a:pt x="15" y="44"/>
                    <a:pt x="16" y="46"/>
                  </a:cubicBezTo>
                  <a:cubicBezTo>
                    <a:pt x="17" y="47"/>
                    <a:pt x="17" y="47"/>
                    <a:pt x="17" y="48"/>
                  </a:cubicBezTo>
                  <a:cubicBezTo>
                    <a:pt x="20" y="52"/>
                    <a:pt x="22" y="54"/>
                    <a:pt x="25" y="55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52"/>
                    <a:pt x="30" y="51"/>
                    <a:pt x="32" y="50"/>
                  </a:cubicBezTo>
                  <a:cubicBezTo>
                    <a:pt x="33" y="49"/>
                    <a:pt x="34" y="49"/>
                    <a:pt x="35" y="48"/>
                  </a:cubicBezTo>
                  <a:cubicBezTo>
                    <a:pt x="36" y="48"/>
                    <a:pt x="36" y="48"/>
                    <a:pt x="37" y="48"/>
                  </a:cubicBezTo>
                  <a:cubicBezTo>
                    <a:pt x="38" y="48"/>
                    <a:pt x="39" y="49"/>
                    <a:pt x="39" y="49"/>
                  </a:cubicBezTo>
                  <a:cubicBezTo>
                    <a:pt x="48" y="62"/>
                    <a:pt x="48" y="62"/>
                    <a:pt x="48" y="62"/>
                  </a:cubicBezTo>
                  <a:cubicBezTo>
                    <a:pt x="48" y="63"/>
                    <a:pt x="48" y="64"/>
                    <a:pt x="48" y="65"/>
                  </a:cubicBezTo>
                  <a:cubicBezTo>
                    <a:pt x="47" y="66"/>
                    <a:pt x="46" y="68"/>
                    <a:pt x="45" y="69"/>
                  </a:cubicBezTo>
                  <a:cubicBezTo>
                    <a:pt x="44" y="69"/>
                    <a:pt x="43" y="70"/>
                    <a:pt x="42" y="70"/>
                  </a:cubicBezTo>
                  <a:cubicBezTo>
                    <a:pt x="41" y="70"/>
                    <a:pt x="41" y="70"/>
                    <a:pt x="40" y="70"/>
                  </a:cubicBezTo>
                  <a:close/>
                </a:path>
              </a:pathLst>
            </a:custGeom>
            <a:solidFill>
              <a:srgbClr val="527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Freeform 128"/>
            <p:cNvSpPr>
              <a:spLocks/>
            </p:cNvSpPr>
            <p:nvPr/>
          </p:nvSpPr>
          <p:spPr bwMode="auto">
            <a:xfrm>
              <a:off x="2388" y="1886"/>
              <a:ext cx="34" cy="57"/>
            </a:xfrm>
            <a:custGeom>
              <a:avLst/>
              <a:gdLst>
                <a:gd name="T0" fmla="*/ 11 w 14"/>
                <a:gd name="T1" fmla="*/ 24 h 24"/>
                <a:gd name="T2" fmla="*/ 7 w 14"/>
                <a:gd name="T3" fmla="*/ 23 h 24"/>
                <a:gd name="T4" fmla="*/ 5 w 14"/>
                <a:gd name="T5" fmla="*/ 22 h 24"/>
                <a:gd name="T6" fmla="*/ 2 w 14"/>
                <a:gd name="T7" fmla="*/ 24 h 24"/>
                <a:gd name="T8" fmla="*/ 1 w 14"/>
                <a:gd name="T9" fmla="*/ 24 h 24"/>
                <a:gd name="T10" fmla="*/ 0 w 14"/>
                <a:gd name="T11" fmla="*/ 22 h 24"/>
                <a:gd name="T12" fmla="*/ 5 w 14"/>
                <a:gd name="T13" fmla="*/ 15 h 24"/>
                <a:gd name="T14" fmla="*/ 11 w 14"/>
                <a:gd name="T15" fmla="*/ 7 h 24"/>
                <a:gd name="T16" fmla="*/ 11 w 14"/>
                <a:gd name="T17" fmla="*/ 4 h 24"/>
                <a:gd name="T18" fmla="*/ 9 w 14"/>
                <a:gd name="T19" fmla="*/ 3 h 24"/>
                <a:gd name="T20" fmla="*/ 5 w 14"/>
                <a:gd name="T21" fmla="*/ 5 h 24"/>
                <a:gd name="T22" fmla="*/ 5 w 14"/>
                <a:gd name="T23" fmla="*/ 6 h 24"/>
                <a:gd name="T24" fmla="*/ 6 w 14"/>
                <a:gd name="T25" fmla="*/ 8 h 24"/>
                <a:gd name="T26" fmla="*/ 4 w 14"/>
                <a:gd name="T27" fmla="*/ 9 h 24"/>
                <a:gd name="T28" fmla="*/ 2 w 14"/>
                <a:gd name="T29" fmla="*/ 4 h 24"/>
                <a:gd name="T30" fmla="*/ 9 w 14"/>
                <a:gd name="T31" fmla="*/ 0 h 24"/>
                <a:gd name="T32" fmla="*/ 13 w 14"/>
                <a:gd name="T33" fmla="*/ 3 h 24"/>
                <a:gd name="T34" fmla="*/ 14 w 14"/>
                <a:gd name="T35" fmla="*/ 8 h 24"/>
                <a:gd name="T36" fmla="*/ 6 w 14"/>
                <a:gd name="T37" fmla="*/ 17 h 24"/>
                <a:gd name="T38" fmla="*/ 4 w 14"/>
                <a:gd name="T39" fmla="*/ 20 h 24"/>
                <a:gd name="T40" fmla="*/ 5 w 14"/>
                <a:gd name="T41" fmla="*/ 20 h 24"/>
                <a:gd name="T42" fmla="*/ 8 w 14"/>
                <a:gd name="T43" fmla="*/ 21 h 24"/>
                <a:gd name="T44" fmla="*/ 12 w 14"/>
                <a:gd name="T45" fmla="*/ 21 h 24"/>
                <a:gd name="T46" fmla="*/ 14 w 14"/>
                <a:gd name="T47" fmla="*/ 21 h 24"/>
                <a:gd name="T48" fmla="*/ 13 w 14"/>
                <a:gd name="T49" fmla="*/ 23 h 24"/>
                <a:gd name="T50" fmla="*/ 11 w 14"/>
                <a:gd name="T5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" h="24">
                  <a:moveTo>
                    <a:pt x="11" y="24"/>
                  </a:moveTo>
                  <a:cubicBezTo>
                    <a:pt x="9" y="24"/>
                    <a:pt x="8" y="23"/>
                    <a:pt x="7" y="23"/>
                  </a:cubicBezTo>
                  <a:cubicBezTo>
                    <a:pt x="6" y="23"/>
                    <a:pt x="6" y="22"/>
                    <a:pt x="5" y="22"/>
                  </a:cubicBezTo>
                  <a:cubicBezTo>
                    <a:pt x="3" y="22"/>
                    <a:pt x="2" y="24"/>
                    <a:pt x="2" y="24"/>
                  </a:cubicBezTo>
                  <a:cubicBezTo>
                    <a:pt x="2" y="24"/>
                    <a:pt x="1" y="24"/>
                    <a:pt x="1" y="24"/>
                  </a:cubicBezTo>
                  <a:cubicBezTo>
                    <a:pt x="0" y="24"/>
                    <a:pt x="0" y="23"/>
                    <a:pt x="0" y="22"/>
                  </a:cubicBezTo>
                  <a:cubicBezTo>
                    <a:pt x="0" y="22"/>
                    <a:pt x="0" y="19"/>
                    <a:pt x="5" y="15"/>
                  </a:cubicBezTo>
                  <a:cubicBezTo>
                    <a:pt x="7" y="13"/>
                    <a:pt x="10" y="10"/>
                    <a:pt x="11" y="7"/>
                  </a:cubicBezTo>
                  <a:cubicBezTo>
                    <a:pt x="11" y="6"/>
                    <a:pt x="11" y="5"/>
                    <a:pt x="11" y="4"/>
                  </a:cubicBezTo>
                  <a:cubicBezTo>
                    <a:pt x="10" y="3"/>
                    <a:pt x="10" y="3"/>
                    <a:pt x="9" y="3"/>
                  </a:cubicBezTo>
                  <a:cubicBezTo>
                    <a:pt x="7" y="3"/>
                    <a:pt x="5" y="4"/>
                    <a:pt x="5" y="5"/>
                  </a:cubicBezTo>
                  <a:cubicBezTo>
                    <a:pt x="5" y="5"/>
                    <a:pt x="5" y="6"/>
                    <a:pt x="5" y="6"/>
                  </a:cubicBezTo>
                  <a:cubicBezTo>
                    <a:pt x="6" y="7"/>
                    <a:pt x="6" y="7"/>
                    <a:pt x="6" y="8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8"/>
                    <a:pt x="2" y="6"/>
                    <a:pt x="2" y="4"/>
                  </a:cubicBezTo>
                  <a:cubicBezTo>
                    <a:pt x="3" y="3"/>
                    <a:pt x="4" y="0"/>
                    <a:pt x="9" y="0"/>
                  </a:cubicBezTo>
                  <a:cubicBezTo>
                    <a:pt x="11" y="0"/>
                    <a:pt x="12" y="1"/>
                    <a:pt x="13" y="3"/>
                  </a:cubicBezTo>
                  <a:cubicBezTo>
                    <a:pt x="14" y="4"/>
                    <a:pt x="14" y="6"/>
                    <a:pt x="14" y="8"/>
                  </a:cubicBezTo>
                  <a:cubicBezTo>
                    <a:pt x="12" y="12"/>
                    <a:pt x="9" y="15"/>
                    <a:pt x="6" y="17"/>
                  </a:cubicBezTo>
                  <a:cubicBezTo>
                    <a:pt x="5" y="18"/>
                    <a:pt x="4" y="19"/>
                    <a:pt x="4" y="20"/>
                  </a:cubicBezTo>
                  <a:cubicBezTo>
                    <a:pt x="4" y="20"/>
                    <a:pt x="5" y="20"/>
                    <a:pt x="5" y="20"/>
                  </a:cubicBezTo>
                  <a:cubicBezTo>
                    <a:pt x="6" y="20"/>
                    <a:pt x="7" y="20"/>
                    <a:pt x="8" y="21"/>
                  </a:cubicBezTo>
                  <a:cubicBezTo>
                    <a:pt x="10" y="21"/>
                    <a:pt x="11" y="22"/>
                    <a:pt x="12" y="21"/>
                  </a:cubicBezTo>
                  <a:cubicBezTo>
                    <a:pt x="12" y="20"/>
                    <a:pt x="13" y="20"/>
                    <a:pt x="14" y="21"/>
                  </a:cubicBezTo>
                  <a:cubicBezTo>
                    <a:pt x="14" y="22"/>
                    <a:pt x="14" y="23"/>
                    <a:pt x="13" y="23"/>
                  </a:cubicBezTo>
                  <a:cubicBezTo>
                    <a:pt x="12" y="24"/>
                    <a:pt x="11" y="24"/>
                    <a:pt x="11" y="24"/>
                  </a:cubicBezTo>
                  <a:close/>
                </a:path>
              </a:pathLst>
            </a:custGeom>
            <a:solidFill>
              <a:srgbClr val="527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129"/>
            <p:cNvSpPr>
              <a:spLocks/>
            </p:cNvSpPr>
            <p:nvPr/>
          </p:nvSpPr>
          <p:spPr bwMode="auto">
            <a:xfrm>
              <a:off x="2422" y="1888"/>
              <a:ext cx="35" cy="36"/>
            </a:xfrm>
            <a:custGeom>
              <a:avLst/>
              <a:gdLst>
                <a:gd name="T0" fmla="*/ 14 w 15"/>
                <a:gd name="T1" fmla="*/ 15 h 15"/>
                <a:gd name="T2" fmla="*/ 1 w 15"/>
                <a:gd name="T3" fmla="*/ 15 h 15"/>
                <a:gd name="T4" fmla="*/ 0 w 15"/>
                <a:gd name="T5" fmla="*/ 14 h 15"/>
                <a:gd name="T6" fmla="*/ 0 w 15"/>
                <a:gd name="T7" fmla="*/ 13 h 15"/>
                <a:gd name="T8" fmla="*/ 5 w 15"/>
                <a:gd name="T9" fmla="*/ 3 h 15"/>
                <a:gd name="T10" fmla="*/ 4 w 15"/>
                <a:gd name="T11" fmla="*/ 1 h 15"/>
                <a:gd name="T12" fmla="*/ 6 w 15"/>
                <a:gd name="T13" fmla="*/ 0 h 15"/>
                <a:gd name="T14" fmla="*/ 8 w 15"/>
                <a:gd name="T15" fmla="*/ 2 h 15"/>
                <a:gd name="T16" fmla="*/ 4 w 15"/>
                <a:gd name="T17" fmla="*/ 12 h 15"/>
                <a:gd name="T18" fmla="*/ 14 w 15"/>
                <a:gd name="T19" fmla="*/ 12 h 15"/>
                <a:gd name="T20" fmla="*/ 15 w 15"/>
                <a:gd name="T21" fmla="*/ 14 h 15"/>
                <a:gd name="T22" fmla="*/ 14 w 15"/>
                <a:gd name="T2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14" y="15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0" y="15"/>
                    <a:pt x="0" y="14"/>
                  </a:cubicBezTo>
                  <a:cubicBezTo>
                    <a:pt x="0" y="14"/>
                    <a:pt x="0" y="13"/>
                    <a:pt x="0" y="13"/>
                  </a:cubicBezTo>
                  <a:cubicBezTo>
                    <a:pt x="6" y="5"/>
                    <a:pt x="5" y="3"/>
                    <a:pt x="5" y="3"/>
                  </a:cubicBezTo>
                  <a:cubicBezTo>
                    <a:pt x="4" y="2"/>
                    <a:pt x="4" y="2"/>
                    <a:pt x="4" y="1"/>
                  </a:cubicBezTo>
                  <a:cubicBezTo>
                    <a:pt x="5" y="0"/>
                    <a:pt x="5" y="0"/>
                    <a:pt x="6" y="0"/>
                  </a:cubicBezTo>
                  <a:cubicBezTo>
                    <a:pt x="6" y="0"/>
                    <a:pt x="7" y="1"/>
                    <a:pt x="8" y="2"/>
                  </a:cubicBezTo>
                  <a:cubicBezTo>
                    <a:pt x="8" y="4"/>
                    <a:pt x="7" y="8"/>
                    <a:pt x="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3"/>
                    <a:pt x="15" y="14"/>
                  </a:cubicBezTo>
                  <a:cubicBezTo>
                    <a:pt x="15" y="14"/>
                    <a:pt x="15" y="15"/>
                    <a:pt x="14" y="15"/>
                  </a:cubicBezTo>
                  <a:close/>
                </a:path>
              </a:pathLst>
            </a:custGeom>
            <a:solidFill>
              <a:srgbClr val="527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Freeform 130"/>
            <p:cNvSpPr>
              <a:spLocks/>
            </p:cNvSpPr>
            <p:nvPr/>
          </p:nvSpPr>
          <p:spPr bwMode="auto">
            <a:xfrm>
              <a:off x="2436" y="1888"/>
              <a:ext cx="19" cy="55"/>
            </a:xfrm>
            <a:custGeom>
              <a:avLst/>
              <a:gdLst>
                <a:gd name="T0" fmla="*/ 2 w 8"/>
                <a:gd name="T1" fmla="*/ 23 h 23"/>
                <a:gd name="T2" fmla="*/ 2 w 8"/>
                <a:gd name="T3" fmla="*/ 23 h 23"/>
                <a:gd name="T4" fmla="*/ 1 w 8"/>
                <a:gd name="T5" fmla="*/ 22 h 23"/>
                <a:gd name="T6" fmla="*/ 5 w 8"/>
                <a:gd name="T7" fmla="*/ 2 h 23"/>
                <a:gd name="T8" fmla="*/ 6 w 8"/>
                <a:gd name="T9" fmla="*/ 1 h 23"/>
                <a:gd name="T10" fmla="*/ 7 w 8"/>
                <a:gd name="T11" fmla="*/ 2 h 23"/>
                <a:gd name="T12" fmla="*/ 3 w 8"/>
                <a:gd name="T13" fmla="*/ 22 h 23"/>
                <a:gd name="T14" fmla="*/ 2 w 8"/>
                <a:gd name="T1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3">
                  <a:moveTo>
                    <a:pt x="2" y="23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1" y="23"/>
                    <a:pt x="0" y="23"/>
                    <a:pt x="1" y="2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6" y="0"/>
                    <a:pt x="6" y="1"/>
                  </a:cubicBezTo>
                  <a:cubicBezTo>
                    <a:pt x="7" y="1"/>
                    <a:pt x="8" y="1"/>
                    <a:pt x="7" y="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3"/>
                    <a:pt x="3" y="23"/>
                    <a:pt x="2" y="23"/>
                  </a:cubicBezTo>
                  <a:close/>
                </a:path>
              </a:pathLst>
            </a:custGeom>
            <a:solidFill>
              <a:srgbClr val="527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131"/>
            <p:cNvSpPr>
              <a:spLocks/>
            </p:cNvSpPr>
            <p:nvPr/>
          </p:nvSpPr>
          <p:spPr bwMode="auto">
            <a:xfrm>
              <a:off x="2460" y="1905"/>
              <a:ext cx="11" cy="40"/>
            </a:xfrm>
            <a:custGeom>
              <a:avLst/>
              <a:gdLst>
                <a:gd name="T0" fmla="*/ 1 w 5"/>
                <a:gd name="T1" fmla="*/ 17 h 17"/>
                <a:gd name="T2" fmla="*/ 1 w 5"/>
                <a:gd name="T3" fmla="*/ 17 h 17"/>
                <a:gd name="T4" fmla="*/ 0 w 5"/>
                <a:gd name="T5" fmla="*/ 16 h 17"/>
                <a:gd name="T6" fmla="*/ 2 w 5"/>
                <a:gd name="T7" fmla="*/ 1 h 17"/>
                <a:gd name="T8" fmla="*/ 4 w 5"/>
                <a:gd name="T9" fmla="*/ 0 h 17"/>
                <a:gd name="T10" fmla="*/ 5 w 5"/>
                <a:gd name="T11" fmla="*/ 1 h 17"/>
                <a:gd name="T12" fmla="*/ 2 w 5"/>
                <a:gd name="T13" fmla="*/ 16 h 17"/>
                <a:gd name="T14" fmla="*/ 1 w 5"/>
                <a:gd name="T1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17">
                  <a:moveTo>
                    <a:pt x="1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0" y="17"/>
                    <a:pt x="0" y="16"/>
                    <a:pt x="0" y="16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0"/>
                    <a:pt x="3" y="0"/>
                    <a:pt x="4" y="0"/>
                  </a:cubicBezTo>
                  <a:cubicBezTo>
                    <a:pt x="4" y="0"/>
                    <a:pt x="5" y="1"/>
                    <a:pt x="5" y="1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1" y="17"/>
                    <a:pt x="1" y="17"/>
                  </a:cubicBezTo>
                  <a:close/>
                </a:path>
              </a:pathLst>
            </a:custGeom>
            <a:solidFill>
              <a:srgbClr val="527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Freeform 132"/>
            <p:cNvSpPr>
              <a:spLocks/>
            </p:cNvSpPr>
            <p:nvPr/>
          </p:nvSpPr>
          <p:spPr bwMode="auto">
            <a:xfrm>
              <a:off x="2462" y="1917"/>
              <a:ext cx="21" cy="28"/>
            </a:xfrm>
            <a:custGeom>
              <a:avLst/>
              <a:gdLst>
                <a:gd name="T0" fmla="*/ 6 w 9"/>
                <a:gd name="T1" fmla="*/ 12 h 12"/>
                <a:gd name="T2" fmla="*/ 6 w 9"/>
                <a:gd name="T3" fmla="*/ 12 h 12"/>
                <a:gd name="T4" fmla="*/ 5 w 9"/>
                <a:gd name="T5" fmla="*/ 10 h 12"/>
                <a:gd name="T6" fmla="*/ 6 w 9"/>
                <a:gd name="T7" fmla="*/ 4 h 12"/>
                <a:gd name="T8" fmla="*/ 6 w 9"/>
                <a:gd name="T9" fmla="*/ 3 h 12"/>
                <a:gd name="T10" fmla="*/ 2 w 9"/>
                <a:gd name="T11" fmla="*/ 5 h 12"/>
                <a:gd name="T12" fmla="*/ 0 w 9"/>
                <a:gd name="T13" fmla="*/ 5 h 12"/>
                <a:gd name="T14" fmla="*/ 1 w 9"/>
                <a:gd name="T15" fmla="*/ 3 h 12"/>
                <a:gd name="T16" fmla="*/ 7 w 9"/>
                <a:gd name="T17" fmla="*/ 1 h 12"/>
                <a:gd name="T18" fmla="*/ 8 w 9"/>
                <a:gd name="T19" fmla="*/ 5 h 12"/>
                <a:gd name="T20" fmla="*/ 7 w 9"/>
                <a:gd name="T21" fmla="*/ 11 h 12"/>
                <a:gd name="T22" fmla="*/ 7 w 9"/>
                <a:gd name="T23" fmla="*/ 11 h 12"/>
                <a:gd name="T24" fmla="*/ 6 w 9"/>
                <a:gd name="T2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2"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5" y="12"/>
                    <a:pt x="5" y="11"/>
                    <a:pt x="5" y="10"/>
                  </a:cubicBezTo>
                  <a:cubicBezTo>
                    <a:pt x="5" y="9"/>
                    <a:pt x="6" y="7"/>
                    <a:pt x="6" y="4"/>
                  </a:cubicBezTo>
                  <a:cubicBezTo>
                    <a:pt x="6" y="4"/>
                    <a:pt x="6" y="3"/>
                    <a:pt x="6" y="3"/>
                  </a:cubicBezTo>
                  <a:cubicBezTo>
                    <a:pt x="6" y="3"/>
                    <a:pt x="4" y="4"/>
                    <a:pt x="2" y="5"/>
                  </a:cubicBezTo>
                  <a:cubicBezTo>
                    <a:pt x="1" y="5"/>
                    <a:pt x="1" y="5"/>
                    <a:pt x="0" y="5"/>
                  </a:cubicBezTo>
                  <a:cubicBezTo>
                    <a:pt x="0" y="4"/>
                    <a:pt x="0" y="3"/>
                    <a:pt x="1" y="3"/>
                  </a:cubicBezTo>
                  <a:cubicBezTo>
                    <a:pt x="2" y="2"/>
                    <a:pt x="6" y="0"/>
                    <a:pt x="7" y="1"/>
                  </a:cubicBezTo>
                  <a:cubicBezTo>
                    <a:pt x="8" y="2"/>
                    <a:pt x="9" y="3"/>
                    <a:pt x="8" y="5"/>
                  </a:cubicBezTo>
                  <a:cubicBezTo>
                    <a:pt x="8" y="9"/>
                    <a:pt x="7" y="10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2"/>
                    <a:pt x="7" y="12"/>
                    <a:pt x="6" y="12"/>
                  </a:cubicBezTo>
                  <a:close/>
                </a:path>
              </a:pathLst>
            </a:custGeom>
            <a:solidFill>
              <a:srgbClr val="527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133"/>
            <p:cNvSpPr>
              <a:spLocks/>
            </p:cNvSpPr>
            <p:nvPr/>
          </p:nvSpPr>
          <p:spPr bwMode="auto">
            <a:xfrm>
              <a:off x="2272" y="1836"/>
              <a:ext cx="230" cy="213"/>
            </a:xfrm>
            <a:custGeom>
              <a:avLst/>
              <a:gdLst>
                <a:gd name="T0" fmla="*/ 93 w 97"/>
                <a:gd name="T1" fmla="*/ 28 h 90"/>
                <a:gd name="T2" fmla="*/ 97 w 97"/>
                <a:gd name="T3" fmla="*/ 38 h 90"/>
                <a:gd name="T4" fmla="*/ 97 w 97"/>
                <a:gd name="T5" fmla="*/ 44 h 90"/>
                <a:gd name="T6" fmla="*/ 97 w 97"/>
                <a:gd name="T7" fmla="*/ 44 h 90"/>
                <a:gd name="T8" fmla="*/ 97 w 97"/>
                <a:gd name="T9" fmla="*/ 45 h 90"/>
                <a:gd name="T10" fmla="*/ 97 w 97"/>
                <a:gd name="T11" fmla="*/ 49 h 90"/>
                <a:gd name="T12" fmla="*/ 92 w 97"/>
                <a:gd name="T13" fmla="*/ 66 h 90"/>
                <a:gd name="T14" fmla="*/ 59 w 97"/>
                <a:gd name="T15" fmla="*/ 89 h 90"/>
                <a:gd name="T16" fmla="*/ 45 w 97"/>
                <a:gd name="T17" fmla="*/ 90 h 90"/>
                <a:gd name="T18" fmla="*/ 36 w 97"/>
                <a:gd name="T19" fmla="*/ 89 h 90"/>
                <a:gd name="T20" fmla="*/ 7 w 97"/>
                <a:gd name="T21" fmla="*/ 68 h 90"/>
                <a:gd name="T22" fmla="*/ 0 w 97"/>
                <a:gd name="T23" fmla="*/ 51 h 90"/>
                <a:gd name="T24" fmla="*/ 0 w 97"/>
                <a:gd name="T25" fmla="*/ 47 h 90"/>
                <a:gd name="T26" fmla="*/ 0 w 97"/>
                <a:gd name="T27" fmla="*/ 44 h 90"/>
                <a:gd name="T28" fmla="*/ 0 w 97"/>
                <a:gd name="T29" fmla="*/ 42 h 90"/>
                <a:gd name="T30" fmla="*/ 0 w 97"/>
                <a:gd name="T31" fmla="*/ 36 h 90"/>
                <a:gd name="T32" fmla="*/ 6 w 97"/>
                <a:gd name="T33" fmla="*/ 23 h 90"/>
                <a:gd name="T34" fmla="*/ 28 w 97"/>
                <a:gd name="T35" fmla="*/ 3 h 90"/>
                <a:gd name="T36" fmla="*/ 47 w 97"/>
                <a:gd name="T37" fmla="*/ 0 h 90"/>
                <a:gd name="T38" fmla="*/ 50 w 97"/>
                <a:gd name="T39" fmla="*/ 0 h 90"/>
                <a:gd name="T40" fmla="*/ 56 w 97"/>
                <a:gd name="T41" fmla="*/ 0 h 90"/>
                <a:gd name="T42" fmla="*/ 60 w 97"/>
                <a:gd name="T43" fmla="*/ 1 h 90"/>
                <a:gd name="T44" fmla="*/ 64 w 97"/>
                <a:gd name="T45" fmla="*/ 2 h 90"/>
                <a:gd name="T46" fmla="*/ 64 w 97"/>
                <a:gd name="T47" fmla="*/ 2 h 90"/>
                <a:gd name="T48" fmla="*/ 60 w 97"/>
                <a:gd name="T49" fmla="*/ 2 h 90"/>
                <a:gd name="T50" fmla="*/ 56 w 97"/>
                <a:gd name="T51" fmla="*/ 1 h 90"/>
                <a:gd name="T52" fmla="*/ 50 w 97"/>
                <a:gd name="T53" fmla="*/ 1 h 90"/>
                <a:gd name="T54" fmla="*/ 29 w 97"/>
                <a:gd name="T55" fmla="*/ 5 h 90"/>
                <a:gd name="T56" fmla="*/ 8 w 97"/>
                <a:gd name="T57" fmla="*/ 24 h 90"/>
                <a:gd name="T58" fmla="*/ 5 w 97"/>
                <a:gd name="T59" fmla="*/ 56 h 90"/>
                <a:gd name="T60" fmla="*/ 17 w 97"/>
                <a:gd name="T61" fmla="*/ 75 h 90"/>
                <a:gd name="T62" fmla="*/ 47 w 97"/>
                <a:gd name="T63" fmla="*/ 86 h 90"/>
                <a:gd name="T64" fmla="*/ 77 w 97"/>
                <a:gd name="T65" fmla="*/ 78 h 90"/>
                <a:gd name="T66" fmla="*/ 96 w 97"/>
                <a:gd name="T67" fmla="*/ 50 h 90"/>
                <a:gd name="T68" fmla="*/ 96 w 97"/>
                <a:gd name="T69" fmla="*/ 47 h 90"/>
                <a:gd name="T70" fmla="*/ 96 w 97"/>
                <a:gd name="T71" fmla="*/ 45 h 90"/>
                <a:gd name="T72" fmla="*/ 96 w 97"/>
                <a:gd name="T73" fmla="*/ 44 h 90"/>
                <a:gd name="T74" fmla="*/ 96 w 97"/>
                <a:gd name="T75" fmla="*/ 44 h 90"/>
                <a:gd name="T76" fmla="*/ 96 w 97"/>
                <a:gd name="T77" fmla="*/ 38 h 90"/>
                <a:gd name="T78" fmla="*/ 93 w 97"/>
                <a:gd name="T79" fmla="*/ 2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7" h="90">
                  <a:moveTo>
                    <a:pt x="93" y="27"/>
                  </a:moveTo>
                  <a:cubicBezTo>
                    <a:pt x="93" y="27"/>
                    <a:pt x="93" y="28"/>
                    <a:pt x="93" y="28"/>
                  </a:cubicBezTo>
                  <a:cubicBezTo>
                    <a:pt x="94" y="29"/>
                    <a:pt x="94" y="29"/>
                    <a:pt x="94" y="30"/>
                  </a:cubicBezTo>
                  <a:cubicBezTo>
                    <a:pt x="95" y="32"/>
                    <a:pt x="96" y="34"/>
                    <a:pt x="97" y="38"/>
                  </a:cubicBezTo>
                  <a:cubicBezTo>
                    <a:pt x="97" y="40"/>
                    <a:pt x="97" y="42"/>
                    <a:pt x="97" y="44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97" y="46"/>
                    <a:pt x="97" y="46"/>
                    <a:pt x="97" y="47"/>
                  </a:cubicBezTo>
                  <a:cubicBezTo>
                    <a:pt x="97" y="48"/>
                    <a:pt x="97" y="48"/>
                    <a:pt x="97" y="49"/>
                  </a:cubicBezTo>
                  <a:cubicBezTo>
                    <a:pt x="97" y="49"/>
                    <a:pt x="97" y="50"/>
                    <a:pt x="97" y="51"/>
                  </a:cubicBezTo>
                  <a:cubicBezTo>
                    <a:pt x="96" y="56"/>
                    <a:pt x="95" y="61"/>
                    <a:pt x="92" y="66"/>
                  </a:cubicBezTo>
                  <a:cubicBezTo>
                    <a:pt x="88" y="72"/>
                    <a:pt x="84" y="77"/>
                    <a:pt x="78" y="81"/>
                  </a:cubicBezTo>
                  <a:cubicBezTo>
                    <a:pt x="73" y="85"/>
                    <a:pt x="66" y="88"/>
                    <a:pt x="59" y="89"/>
                  </a:cubicBezTo>
                  <a:cubicBezTo>
                    <a:pt x="55" y="90"/>
                    <a:pt x="51" y="90"/>
                    <a:pt x="47" y="90"/>
                  </a:cubicBezTo>
                  <a:cubicBezTo>
                    <a:pt x="46" y="90"/>
                    <a:pt x="45" y="90"/>
                    <a:pt x="45" y="90"/>
                  </a:cubicBezTo>
                  <a:cubicBezTo>
                    <a:pt x="44" y="90"/>
                    <a:pt x="43" y="90"/>
                    <a:pt x="42" y="90"/>
                  </a:cubicBezTo>
                  <a:cubicBezTo>
                    <a:pt x="40" y="89"/>
                    <a:pt x="38" y="89"/>
                    <a:pt x="36" y="89"/>
                  </a:cubicBezTo>
                  <a:cubicBezTo>
                    <a:pt x="28" y="87"/>
                    <a:pt x="21" y="83"/>
                    <a:pt x="15" y="78"/>
                  </a:cubicBezTo>
                  <a:cubicBezTo>
                    <a:pt x="12" y="75"/>
                    <a:pt x="9" y="72"/>
                    <a:pt x="7" y="68"/>
                  </a:cubicBezTo>
                  <a:cubicBezTo>
                    <a:pt x="4" y="65"/>
                    <a:pt x="3" y="61"/>
                    <a:pt x="1" y="57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50"/>
                    <a:pt x="0" y="49"/>
                    <a:pt x="0" y="48"/>
                  </a:cubicBezTo>
                  <a:cubicBezTo>
                    <a:pt x="0" y="48"/>
                    <a:pt x="0" y="47"/>
                    <a:pt x="0" y="47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1"/>
                    <a:pt x="0" y="40"/>
                    <a:pt x="0" y="39"/>
                  </a:cubicBezTo>
                  <a:cubicBezTo>
                    <a:pt x="0" y="38"/>
                    <a:pt x="0" y="37"/>
                    <a:pt x="0" y="36"/>
                  </a:cubicBezTo>
                  <a:cubicBezTo>
                    <a:pt x="1" y="35"/>
                    <a:pt x="1" y="34"/>
                    <a:pt x="1" y="33"/>
                  </a:cubicBezTo>
                  <a:cubicBezTo>
                    <a:pt x="2" y="29"/>
                    <a:pt x="4" y="26"/>
                    <a:pt x="6" y="23"/>
                  </a:cubicBezTo>
                  <a:cubicBezTo>
                    <a:pt x="8" y="19"/>
                    <a:pt x="10" y="17"/>
                    <a:pt x="12" y="14"/>
                  </a:cubicBezTo>
                  <a:cubicBezTo>
                    <a:pt x="17" y="9"/>
                    <a:pt x="23" y="6"/>
                    <a:pt x="28" y="3"/>
                  </a:cubicBezTo>
                  <a:cubicBezTo>
                    <a:pt x="34" y="1"/>
                    <a:pt x="39" y="0"/>
                    <a:pt x="44" y="0"/>
                  </a:cubicBezTo>
                  <a:cubicBezTo>
                    <a:pt x="45" y="0"/>
                    <a:pt x="46" y="0"/>
                    <a:pt x="47" y="0"/>
                  </a:cubicBezTo>
                  <a:cubicBezTo>
                    <a:pt x="48" y="0"/>
                    <a:pt x="48" y="0"/>
                    <a:pt x="49" y="0"/>
                  </a:cubicBezTo>
                  <a:cubicBezTo>
                    <a:pt x="49" y="0"/>
                    <a:pt x="50" y="0"/>
                    <a:pt x="50" y="0"/>
                  </a:cubicBezTo>
                  <a:cubicBezTo>
                    <a:pt x="51" y="0"/>
                    <a:pt x="52" y="0"/>
                    <a:pt x="53" y="0"/>
                  </a:cubicBezTo>
                  <a:cubicBezTo>
                    <a:pt x="54" y="0"/>
                    <a:pt x="55" y="0"/>
                    <a:pt x="56" y="0"/>
                  </a:cubicBezTo>
                  <a:cubicBezTo>
                    <a:pt x="57" y="0"/>
                    <a:pt x="58" y="1"/>
                    <a:pt x="58" y="1"/>
                  </a:cubicBezTo>
                  <a:cubicBezTo>
                    <a:pt x="59" y="1"/>
                    <a:pt x="60" y="1"/>
                    <a:pt x="60" y="1"/>
                  </a:cubicBezTo>
                  <a:cubicBezTo>
                    <a:pt x="61" y="1"/>
                    <a:pt x="62" y="2"/>
                    <a:pt x="62" y="2"/>
                  </a:cubicBezTo>
                  <a:cubicBezTo>
                    <a:pt x="63" y="2"/>
                    <a:pt x="63" y="2"/>
                    <a:pt x="64" y="2"/>
                  </a:cubicBezTo>
                  <a:cubicBezTo>
                    <a:pt x="65" y="3"/>
                    <a:pt x="66" y="3"/>
                    <a:pt x="66" y="3"/>
                  </a:cubicBezTo>
                  <a:cubicBezTo>
                    <a:pt x="66" y="3"/>
                    <a:pt x="65" y="3"/>
                    <a:pt x="64" y="2"/>
                  </a:cubicBezTo>
                  <a:cubicBezTo>
                    <a:pt x="63" y="2"/>
                    <a:pt x="63" y="2"/>
                    <a:pt x="62" y="2"/>
                  </a:cubicBezTo>
                  <a:cubicBezTo>
                    <a:pt x="62" y="2"/>
                    <a:pt x="61" y="2"/>
                    <a:pt x="60" y="2"/>
                  </a:cubicBezTo>
                  <a:cubicBezTo>
                    <a:pt x="60" y="2"/>
                    <a:pt x="59" y="2"/>
                    <a:pt x="58" y="1"/>
                  </a:cubicBezTo>
                  <a:cubicBezTo>
                    <a:pt x="58" y="1"/>
                    <a:pt x="57" y="1"/>
                    <a:pt x="56" y="1"/>
                  </a:cubicBezTo>
                  <a:cubicBezTo>
                    <a:pt x="55" y="1"/>
                    <a:pt x="54" y="1"/>
                    <a:pt x="53" y="1"/>
                  </a:cubicBezTo>
                  <a:cubicBezTo>
                    <a:pt x="52" y="1"/>
                    <a:pt x="51" y="1"/>
                    <a:pt x="50" y="1"/>
                  </a:cubicBezTo>
                  <a:cubicBezTo>
                    <a:pt x="48" y="1"/>
                    <a:pt x="46" y="1"/>
                    <a:pt x="44" y="1"/>
                  </a:cubicBezTo>
                  <a:cubicBezTo>
                    <a:pt x="39" y="2"/>
                    <a:pt x="34" y="3"/>
                    <a:pt x="29" y="5"/>
                  </a:cubicBezTo>
                  <a:cubicBezTo>
                    <a:pt x="24" y="8"/>
                    <a:pt x="19" y="11"/>
                    <a:pt x="14" y="16"/>
                  </a:cubicBezTo>
                  <a:cubicBezTo>
                    <a:pt x="12" y="19"/>
                    <a:pt x="10" y="21"/>
                    <a:pt x="8" y="24"/>
                  </a:cubicBezTo>
                  <a:cubicBezTo>
                    <a:pt x="7" y="27"/>
                    <a:pt x="5" y="31"/>
                    <a:pt x="4" y="34"/>
                  </a:cubicBezTo>
                  <a:cubicBezTo>
                    <a:pt x="2" y="41"/>
                    <a:pt x="3" y="49"/>
                    <a:pt x="5" y="56"/>
                  </a:cubicBezTo>
                  <a:cubicBezTo>
                    <a:pt x="6" y="60"/>
                    <a:pt x="8" y="63"/>
                    <a:pt x="10" y="66"/>
                  </a:cubicBezTo>
                  <a:cubicBezTo>
                    <a:pt x="12" y="69"/>
                    <a:pt x="14" y="72"/>
                    <a:pt x="17" y="75"/>
                  </a:cubicBezTo>
                  <a:cubicBezTo>
                    <a:pt x="23" y="80"/>
                    <a:pt x="30" y="83"/>
                    <a:pt x="37" y="85"/>
                  </a:cubicBezTo>
                  <a:cubicBezTo>
                    <a:pt x="40" y="86"/>
                    <a:pt x="44" y="86"/>
                    <a:pt x="47" y="86"/>
                  </a:cubicBezTo>
                  <a:cubicBezTo>
                    <a:pt x="51" y="87"/>
                    <a:pt x="55" y="86"/>
                    <a:pt x="58" y="86"/>
                  </a:cubicBezTo>
                  <a:cubicBezTo>
                    <a:pt x="65" y="85"/>
                    <a:pt x="71" y="82"/>
                    <a:pt x="77" y="78"/>
                  </a:cubicBezTo>
                  <a:cubicBezTo>
                    <a:pt x="82" y="75"/>
                    <a:pt x="87" y="70"/>
                    <a:pt x="90" y="65"/>
                  </a:cubicBezTo>
                  <a:cubicBezTo>
                    <a:pt x="93" y="60"/>
                    <a:pt x="95" y="55"/>
                    <a:pt x="96" y="50"/>
                  </a:cubicBezTo>
                  <a:cubicBezTo>
                    <a:pt x="96" y="50"/>
                    <a:pt x="96" y="49"/>
                    <a:pt x="96" y="49"/>
                  </a:cubicBezTo>
                  <a:cubicBezTo>
                    <a:pt x="96" y="48"/>
                    <a:pt x="96" y="48"/>
                    <a:pt x="96" y="47"/>
                  </a:cubicBezTo>
                  <a:cubicBezTo>
                    <a:pt x="96" y="46"/>
                    <a:pt x="96" y="46"/>
                    <a:pt x="96" y="45"/>
                  </a:cubicBezTo>
                  <a:cubicBezTo>
                    <a:pt x="96" y="45"/>
                    <a:pt x="96" y="45"/>
                    <a:pt x="96" y="45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2"/>
                    <a:pt x="96" y="40"/>
                    <a:pt x="96" y="38"/>
                  </a:cubicBezTo>
                  <a:cubicBezTo>
                    <a:pt x="95" y="35"/>
                    <a:pt x="95" y="32"/>
                    <a:pt x="94" y="30"/>
                  </a:cubicBezTo>
                  <a:cubicBezTo>
                    <a:pt x="94" y="29"/>
                    <a:pt x="94" y="29"/>
                    <a:pt x="93" y="28"/>
                  </a:cubicBezTo>
                  <a:cubicBezTo>
                    <a:pt x="93" y="28"/>
                    <a:pt x="93" y="27"/>
                    <a:pt x="93" y="27"/>
                  </a:cubicBezTo>
                  <a:close/>
                </a:path>
              </a:pathLst>
            </a:custGeom>
            <a:solidFill>
              <a:srgbClr val="527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Freeform 134"/>
            <p:cNvSpPr>
              <a:spLocks/>
            </p:cNvSpPr>
            <p:nvPr/>
          </p:nvSpPr>
          <p:spPr bwMode="auto">
            <a:xfrm>
              <a:off x="2403" y="1826"/>
              <a:ext cx="38" cy="24"/>
            </a:xfrm>
            <a:custGeom>
              <a:avLst/>
              <a:gdLst>
                <a:gd name="T0" fmla="*/ 38 w 38"/>
                <a:gd name="T1" fmla="*/ 24 h 24"/>
                <a:gd name="T2" fmla="*/ 0 w 38"/>
                <a:gd name="T3" fmla="*/ 24 h 24"/>
                <a:gd name="T4" fmla="*/ 9 w 38"/>
                <a:gd name="T5" fmla="*/ 0 h 24"/>
                <a:gd name="T6" fmla="*/ 38 w 38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24">
                  <a:moveTo>
                    <a:pt x="38" y="24"/>
                  </a:moveTo>
                  <a:lnTo>
                    <a:pt x="0" y="24"/>
                  </a:lnTo>
                  <a:lnTo>
                    <a:pt x="9" y="0"/>
                  </a:lnTo>
                  <a:lnTo>
                    <a:pt x="38" y="24"/>
                  </a:lnTo>
                  <a:close/>
                </a:path>
              </a:pathLst>
            </a:custGeom>
            <a:solidFill>
              <a:srgbClr val="527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135"/>
            <p:cNvSpPr>
              <a:spLocks/>
            </p:cNvSpPr>
            <p:nvPr/>
          </p:nvSpPr>
          <p:spPr bwMode="auto">
            <a:xfrm>
              <a:off x="1468" y="2915"/>
              <a:ext cx="60" cy="78"/>
            </a:xfrm>
            <a:custGeom>
              <a:avLst/>
              <a:gdLst>
                <a:gd name="T0" fmla="*/ 60 w 60"/>
                <a:gd name="T1" fmla="*/ 78 h 78"/>
                <a:gd name="T2" fmla="*/ 50 w 60"/>
                <a:gd name="T3" fmla="*/ 78 h 78"/>
                <a:gd name="T4" fmla="*/ 50 w 60"/>
                <a:gd name="T5" fmla="*/ 42 h 78"/>
                <a:gd name="T6" fmla="*/ 10 w 60"/>
                <a:gd name="T7" fmla="*/ 42 h 78"/>
                <a:gd name="T8" fmla="*/ 10 w 60"/>
                <a:gd name="T9" fmla="*/ 78 h 78"/>
                <a:gd name="T10" fmla="*/ 0 w 60"/>
                <a:gd name="T11" fmla="*/ 78 h 78"/>
                <a:gd name="T12" fmla="*/ 0 w 60"/>
                <a:gd name="T13" fmla="*/ 0 h 78"/>
                <a:gd name="T14" fmla="*/ 10 w 60"/>
                <a:gd name="T15" fmla="*/ 0 h 78"/>
                <a:gd name="T16" fmla="*/ 10 w 60"/>
                <a:gd name="T17" fmla="*/ 33 h 78"/>
                <a:gd name="T18" fmla="*/ 50 w 60"/>
                <a:gd name="T19" fmla="*/ 33 h 78"/>
                <a:gd name="T20" fmla="*/ 50 w 60"/>
                <a:gd name="T21" fmla="*/ 0 h 78"/>
                <a:gd name="T22" fmla="*/ 60 w 60"/>
                <a:gd name="T23" fmla="*/ 0 h 78"/>
                <a:gd name="T24" fmla="*/ 60 w 60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78">
                  <a:moveTo>
                    <a:pt x="60" y="78"/>
                  </a:moveTo>
                  <a:lnTo>
                    <a:pt x="50" y="78"/>
                  </a:lnTo>
                  <a:lnTo>
                    <a:pt x="50" y="42"/>
                  </a:lnTo>
                  <a:lnTo>
                    <a:pt x="10" y="42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33"/>
                  </a:lnTo>
                  <a:lnTo>
                    <a:pt x="50" y="33"/>
                  </a:lnTo>
                  <a:lnTo>
                    <a:pt x="50" y="0"/>
                  </a:lnTo>
                  <a:lnTo>
                    <a:pt x="60" y="0"/>
                  </a:lnTo>
                  <a:lnTo>
                    <a:pt x="60" y="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Freeform 136"/>
            <p:cNvSpPr>
              <a:spLocks noEditPoints="1"/>
            </p:cNvSpPr>
            <p:nvPr/>
          </p:nvSpPr>
          <p:spPr bwMode="auto">
            <a:xfrm>
              <a:off x="1544" y="2912"/>
              <a:ext cx="76" cy="83"/>
            </a:xfrm>
            <a:custGeom>
              <a:avLst/>
              <a:gdLst>
                <a:gd name="T0" fmla="*/ 16 w 32"/>
                <a:gd name="T1" fmla="*/ 35 h 35"/>
                <a:gd name="T2" fmla="*/ 4 w 32"/>
                <a:gd name="T3" fmla="*/ 30 h 35"/>
                <a:gd name="T4" fmla="*/ 0 w 32"/>
                <a:gd name="T5" fmla="*/ 18 h 35"/>
                <a:gd name="T6" fmla="*/ 4 w 32"/>
                <a:gd name="T7" fmla="*/ 5 h 35"/>
                <a:gd name="T8" fmla="*/ 16 w 32"/>
                <a:gd name="T9" fmla="*/ 0 h 35"/>
                <a:gd name="T10" fmla="*/ 27 w 32"/>
                <a:gd name="T11" fmla="*/ 5 h 35"/>
                <a:gd name="T12" fmla="*/ 32 w 32"/>
                <a:gd name="T13" fmla="*/ 17 h 35"/>
                <a:gd name="T14" fmla="*/ 27 w 32"/>
                <a:gd name="T15" fmla="*/ 30 h 35"/>
                <a:gd name="T16" fmla="*/ 16 w 32"/>
                <a:gd name="T17" fmla="*/ 35 h 35"/>
                <a:gd name="T18" fmla="*/ 16 w 32"/>
                <a:gd name="T19" fmla="*/ 4 h 35"/>
                <a:gd name="T20" fmla="*/ 7 w 32"/>
                <a:gd name="T21" fmla="*/ 7 h 35"/>
                <a:gd name="T22" fmla="*/ 4 w 32"/>
                <a:gd name="T23" fmla="*/ 17 h 35"/>
                <a:gd name="T24" fmla="*/ 7 w 32"/>
                <a:gd name="T25" fmla="*/ 27 h 35"/>
                <a:gd name="T26" fmla="*/ 16 w 32"/>
                <a:gd name="T27" fmla="*/ 31 h 35"/>
                <a:gd name="T28" fmla="*/ 24 w 32"/>
                <a:gd name="T29" fmla="*/ 28 h 35"/>
                <a:gd name="T30" fmla="*/ 27 w 32"/>
                <a:gd name="T31" fmla="*/ 18 h 35"/>
                <a:gd name="T32" fmla="*/ 24 w 32"/>
                <a:gd name="T33" fmla="*/ 7 h 35"/>
                <a:gd name="T34" fmla="*/ 16 w 32"/>
                <a:gd name="T35" fmla="*/ 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35">
                  <a:moveTo>
                    <a:pt x="16" y="35"/>
                  </a:moveTo>
                  <a:cubicBezTo>
                    <a:pt x="11" y="35"/>
                    <a:pt x="7" y="33"/>
                    <a:pt x="4" y="30"/>
                  </a:cubicBezTo>
                  <a:cubicBezTo>
                    <a:pt x="1" y="27"/>
                    <a:pt x="0" y="23"/>
                    <a:pt x="0" y="18"/>
                  </a:cubicBezTo>
                  <a:cubicBezTo>
                    <a:pt x="0" y="12"/>
                    <a:pt x="1" y="8"/>
                    <a:pt x="4" y="5"/>
                  </a:cubicBezTo>
                  <a:cubicBezTo>
                    <a:pt x="7" y="2"/>
                    <a:pt x="11" y="0"/>
                    <a:pt x="16" y="0"/>
                  </a:cubicBezTo>
                  <a:cubicBezTo>
                    <a:pt x="21" y="0"/>
                    <a:pt x="24" y="2"/>
                    <a:pt x="27" y="5"/>
                  </a:cubicBezTo>
                  <a:cubicBezTo>
                    <a:pt x="30" y="8"/>
                    <a:pt x="32" y="12"/>
                    <a:pt x="32" y="17"/>
                  </a:cubicBezTo>
                  <a:cubicBezTo>
                    <a:pt x="32" y="22"/>
                    <a:pt x="30" y="27"/>
                    <a:pt x="27" y="30"/>
                  </a:cubicBezTo>
                  <a:cubicBezTo>
                    <a:pt x="24" y="33"/>
                    <a:pt x="20" y="35"/>
                    <a:pt x="16" y="35"/>
                  </a:cubicBezTo>
                  <a:close/>
                  <a:moveTo>
                    <a:pt x="16" y="4"/>
                  </a:moveTo>
                  <a:cubicBezTo>
                    <a:pt x="12" y="4"/>
                    <a:pt x="9" y="5"/>
                    <a:pt x="7" y="7"/>
                  </a:cubicBezTo>
                  <a:cubicBezTo>
                    <a:pt x="5" y="10"/>
                    <a:pt x="4" y="13"/>
                    <a:pt x="4" y="17"/>
                  </a:cubicBezTo>
                  <a:cubicBezTo>
                    <a:pt x="4" y="22"/>
                    <a:pt x="5" y="25"/>
                    <a:pt x="7" y="27"/>
                  </a:cubicBezTo>
                  <a:cubicBezTo>
                    <a:pt x="9" y="30"/>
                    <a:pt x="12" y="31"/>
                    <a:pt x="16" y="31"/>
                  </a:cubicBezTo>
                  <a:cubicBezTo>
                    <a:pt x="19" y="31"/>
                    <a:pt x="22" y="30"/>
                    <a:pt x="24" y="28"/>
                  </a:cubicBezTo>
                  <a:cubicBezTo>
                    <a:pt x="26" y="25"/>
                    <a:pt x="27" y="22"/>
                    <a:pt x="27" y="18"/>
                  </a:cubicBezTo>
                  <a:cubicBezTo>
                    <a:pt x="27" y="13"/>
                    <a:pt x="26" y="10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137"/>
            <p:cNvSpPr>
              <a:spLocks/>
            </p:cNvSpPr>
            <p:nvPr/>
          </p:nvSpPr>
          <p:spPr bwMode="auto">
            <a:xfrm>
              <a:off x="1623" y="2915"/>
              <a:ext cx="54" cy="78"/>
            </a:xfrm>
            <a:custGeom>
              <a:avLst/>
              <a:gdLst>
                <a:gd name="T0" fmla="*/ 54 w 54"/>
                <a:gd name="T1" fmla="*/ 7 h 78"/>
                <a:gd name="T2" fmla="*/ 30 w 54"/>
                <a:gd name="T3" fmla="*/ 7 h 78"/>
                <a:gd name="T4" fmla="*/ 30 w 54"/>
                <a:gd name="T5" fmla="*/ 78 h 78"/>
                <a:gd name="T6" fmla="*/ 21 w 54"/>
                <a:gd name="T7" fmla="*/ 78 h 78"/>
                <a:gd name="T8" fmla="*/ 21 w 54"/>
                <a:gd name="T9" fmla="*/ 7 h 78"/>
                <a:gd name="T10" fmla="*/ 0 w 54"/>
                <a:gd name="T11" fmla="*/ 7 h 78"/>
                <a:gd name="T12" fmla="*/ 0 w 54"/>
                <a:gd name="T13" fmla="*/ 0 h 78"/>
                <a:gd name="T14" fmla="*/ 54 w 54"/>
                <a:gd name="T15" fmla="*/ 0 h 78"/>
                <a:gd name="T16" fmla="*/ 54 w 54"/>
                <a:gd name="T17" fmla="*/ 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8">
                  <a:moveTo>
                    <a:pt x="54" y="7"/>
                  </a:moveTo>
                  <a:lnTo>
                    <a:pt x="30" y="7"/>
                  </a:lnTo>
                  <a:lnTo>
                    <a:pt x="30" y="78"/>
                  </a:lnTo>
                  <a:lnTo>
                    <a:pt x="21" y="78"/>
                  </a:lnTo>
                  <a:lnTo>
                    <a:pt x="21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Freeform 138"/>
            <p:cNvSpPr>
              <a:spLocks/>
            </p:cNvSpPr>
            <p:nvPr/>
          </p:nvSpPr>
          <p:spPr bwMode="auto">
            <a:xfrm>
              <a:off x="1689" y="2915"/>
              <a:ext cx="43" cy="78"/>
            </a:xfrm>
            <a:custGeom>
              <a:avLst/>
              <a:gdLst>
                <a:gd name="T0" fmla="*/ 43 w 43"/>
                <a:gd name="T1" fmla="*/ 78 h 78"/>
                <a:gd name="T2" fmla="*/ 0 w 43"/>
                <a:gd name="T3" fmla="*/ 78 h 78"/>
                <a:gd name="T4" fmla="*/ 0 w 43"/>
                <a:gd name="T5" fmla="*/ 0 h 78"/>
                <a:gd name="T6" fmla="*/ 40 w 43"/>
                <a:gd name="T7" fmla="*/ 0 h 78"/>
                <a:gd name="T8" fmla="*/ 40 w 43"/>
                <a:gd name="T9" fmla="*/ 7 h 78"/>
                <a:gd name="T10" fmla="*/ 9 w 43"/>
                <a:gd name="T11" fmla="*/ 7 h 78"/>
                <a:gd name="T12" fmla="*/ 9 w 43"/>
                <a:gd name="T13" fmla="*/ 33 h 78"/>
                <a:gd name="T14" fmla="*/ 38 w 43"/>
                <a:gd name="T15" fmla="*/ 33 h 78"/>
                <a:gd name="T16" fmla="*/ 38 w 43"/>
                <a:gd name="T17" fmla="*/ 42 h 78"/>
                <a:gd name="T18" fmla="*/ 9 w 43"/>
                <a:gd name="T19" fmla="*/ 42 h 78"/>
                <a:gd name="T20" fmla="*/ 9 w 43"/>
                <a:gd name="T21" fmla="*/ 71 h 78"/>
                <a:gd name="T22" fmla="*/ 43 w 43"/>
                <a:gd name="T23" fmla="*/ 71 h 78"/>
                <a:gd name="T24" fmla="*/ 43 w 43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78">
                  <a:moveTo>
                    <a:pt x="43" y="78"/>
                  </a:moveTo>
                  <a:lnTo>
                    <a:pt x="0" y="78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7"/>
                  </a:lnTo>
                  <a:lnTo>
                    <a:pt x="9" y="7"/>
                  </a:lnTo>
                  <a:lnTo>
                    <a:pt x="9" y="33"/>
                  </a:lnTo>
                  <a:lnTo>
                    <a:pt x="38" y="33"/>
                  </a:lnTo>
                  <a:lnTo>
                    <a:pt x="38" y="42"/>
                  </a:lnTo>
                  <a:lnTo>
                    <a:pt x="9" y="42"/>
                  </a:lnTo>
                  <a:lnTo>
                    <a:pt x="9" y="71"/>
                  </a:lnTo>
                  <a:lnTo>
                    <a:pt x="43" y="71"/>
                  </a:lnTo>
                  <a:lnTo>
                    <a:pt x="43" y="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139"/>
            <p:cNvSpPr>
              <a:spLocks/>
            </p:cNvSpPr>
            <p:nvPr/>
          </p:nvSpPr>
          <p:spPr bwMode="auto">
            <a:xfrm>
              <a:off x="1746" y="2915"/>
              <a:ext cx="43" cy="78"/>
            </a:xfrm>
            <a:custGeom>
              <a:avLst/>
              <a:gdLst>
                <a:gd name="T0" fmla="*/ 43 w 43"/>
                <a:gd name="T1" fmla="*/ 78 h 78"/>
                <a:gd name="T2" fmla="*/ 0 w 43"/>
                <a:gd name="T3" fmla="*/ 78 h 78"/>
                <a:gd name="T4" fmla="*/ 0 w 43"/>
                <a:gd name="T5" fmla="*/ 0 h 78"/>
                <a:gd name="T6" fmla="*/ 9 w 43"/>
                <a:gd name="T7" fmla="*/ 0 h 78"/>
                <a:gd name="T8" fmla="*/ 9 w 43"/>
                <a:gd name="T9" fmla="*/ 71 h 78"/>
                <a:gd name="T10" fmla="*/ 43 w 43"/>
                <a:gd name="T11" fmla="*/ 71 h 78"/>
                <a:gd name="T12" fmla="*/ 43 w 43"/>
                <a:gd name="T13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78">
                  <a:moveTo>
                    <a:pt x="43" y="78"/>
                  </a:moveTo>
                  <a:lnTo>
                    <a:pt x="0" y="78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71"/>
                  </a:lnTo>
                  <a:lnTo>
                    <a:pt x="43" y="71"/>
                  </a:lnTo>
                  <a:lnTo>
                    <a:pt x="43" y="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Freeform 140"/>
            <p:cNvSpPr>
              <a:spLocks noEditPoints="1"/>
            </p:cNvSpPr>
            <p:nvPr/>
          </p:nvSpPr>
          <p:spPr bwMode="auto">
            <a:xfrm>
              <a:off x="1831" y="2915"/>
              <a:ext cx="57" cy="78"/>
            </a:xfrm>
            <a:custGeom>
              <a:avLst/>
              <a:gdLst>
                <a:gd name="T0" fmla="*/ 24 w 24"/>
                <a:gd name="T1" fmla="*/ 33 h 33"/>
                <a:gd name="T2" fmla="*/ 20 w 24"/>
                <a:gd name="T3" fmla="*/ 33 h 33"/>
                <a:gd name="T4" fmla="*/ 14 w 24"/>
                <a:gd name="T5" fmla="*/ 24 h 33"/>
                <a:gd name="T6" fmla="*/ 12 w 24"/>
                <a:gd name="T7" fmla="*/ 22 h 33"/>
                <a:gd name="T8" fmla="*/ 11 w 24"/>
                <a:gd name="T9" fmla="*/ 20 h 33"/>
                <a:gd name="T10" fmla="*/ 9 w 24"/>
                <a:gd name="T11" fmla="*/ 19 h 33"/>
                <a:gd name="T12" fmla="*/ 7 w 24"/>
                <a:gd name="T13" fmla="*/ 19 h 33"/>
                <a:gd name="T14" fmla="*/ 4 w 24"/>
                <a:gd name="T15" fmla="*/ 19 h 33"/>
                <a:gd name="T16" fmla="*/ 4 w 24"/>
                <a:gd name="T17" fmla="*/ 33 h 33"/>
                <a:gd name="T18" fmla="*/ 0 w 24"/>
                <a:gd name="T19" fmla="*/ 33 h 33"/>
                <a:gd name="T20" fmla="*/ 0 w 24"/>
                <a:gd name="T21" fmla="*/ 0 h 33"/>
                <a:gd name="T22" fmla="*/ 10 w 24"/>
                <a:gd name="T23" fmla="*/ 0 h 33"/>
                <a:gd name="T24" fmla="*/ 14 w 24"/>
                <a:gd name="T25" fmla="*/ 0 h 33"/>
                <a:gd name="T26" fmla="*/ 18 w 24"/>
                <a:gd name="T27" fmla="*/ 2 h 33"/>
                <a:gd name="T28" fmla="*/ 20 w 24"/>
                <a:gd name="T29" fmla="*/ 5 h 33"/>
                <a:gd name="T30" fmla="*/ 20 w 24"/>
                <a:gd name="T31" fmla="*/ 9 h 33"/>
                <a:gd name="T32" fmla="*/ 20 w 24"/>
                <a:gd name="T33" fmla="*/ 12 h 33"/>
                <a:gd name="T34" fmla="*/ 18 w 24"/>
                <a:gd name="T35" fmla="*/ 14 h 33"/>
                <a:gd name="T36" fmla="*/ 16 w 24"/>
                <a:gd name="T37" fmla="*/ 16 h 33"/>
                <a:gd name="T38" fmla="*/ 13 w 24"/>
                <a:gd name="T39" fmla="*/ 18 h 33"/>
                <a:gd name="T40" fmla="*/ 13 w 24"/>
                <a:gd name="T41" fmla="*/ 18 h 33"/>
                <a:gd name="T42" fmla="*/ 14 w 24"/>
                <a:gd name="T43" fmla="*/ 19 h 33"/>
                <a:gd name="T44" fmla="*/ 16 w 24"/>
                <a:gd name="T45" fmla="*/ 20 h 33"/>
                <a:gd name="T46" fmla="*/ 17 w 24"/>
                <a:gd name="T47" fmla="*/ 21 h 33"/>
                <a:gd name="T48" fmla="*/ 18 w 24"/>
                <a:gd name="T49" fmla="*/ 23 h 33"/>
                <a:gd name="T50" fmla="*/ 24 w 24"/>
                <a:gd name="T51" fmla="*/ 33 h 33"/>
                <a:gd name="T52" fmla="*/ 4 w 24"/>
                <a:gd name="T53" fmla="*/ 3 h 33"/>
                <a:gd name="T54" fmla="*/ 4 w 24"/>
                <a:gd name="T55" fmla="*/ 15 h 33"/>
                <a:gd name="T56" fmla="*/ 9 w 24"/>
                <a:gd name="T57" fmla="*/ 15 h 33"/>
                <a:gd name="T58" fmla="*/ 12 w 24"/>
                <a:gd name="T59" fmla="*/ 15 h 33"/>
                <a:gd name="T60" fmla="*/ 14 w 24"/>
                <a:gd name="T61" fmla="*/ 14 h 33"/>
                <a:gd name="T62" fmla="*/ 16 w 24"/>
                <a:gd name="T63" fmla="*/ 12 h 33"/>
                <a:gd name="T64" fmla="*/ 16 w 24"/>
                <a:gd name="T65" fmla="*/ 9 h 33"/>
                <a:gd name="T66" fmla="*/ 15 w 24"/>
                <a:gd name="T67" fmla="*/ 5 h 33"/>
                <a:gd name="T68" fmla="*/ 10 w 24"/>
                <a:gd name="T69" fmla="*/ 3 h 33"/>
                <a:gd name="T70" fmla="*/ 4 w 24"/>
                <a:gd name="T71" fmla="*/ 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3">
                  <a:moveTo>
                    <a:pt x="24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3" y="23"/>
                    <a:pt x="13" y="22"/>
                    <a:pt x="12" y="22"/>
                  </a:cubicBezTo>
                  <a:cubicBezTo>
                    <a:pt x="12" y="21"/>
                    <a:pt x="11" y="20"/>
                    <a:pt x="11" y="20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9" y="19"/>
                    <a:pt x="8" y="19"/>
                    <a:pt x="7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6" y="1"/>
                    <a:pt x="17" y="1"/>
                    <a:pt x="18" y="2"/>
                  </a:cubicBezTo>
                  <a:cubicBezTo>
                    <a:pt x="18" y="3"/>
                    <a:pt x="19" y="4"/>
                    <a:pt x="20" y="5"/>
                  </a:cubicBezTo>
                  <a:cubicBezTo>
                    <a:pt x="20" y="6"/>
                    <a:pt x="20" y="7"/>
                    <a:pt x="20" y="9"/>
                  </a:cubicBezTo>
                  <a:cubicBezTo>
                    <a:pt x="20" y="10"/>
                    <a:pt x="20" y="11"/>
                    <a:pt x="20" y="12"/>
                  </a:cubicBezTo>
                  <a:cubicBezTo>
                    <a:pt x="20" y="13"/>
                    <a:pt x="19" y="14"/>
                    <a:pt x="18" y="14"/>
                  </a:cubicBezTo>
                  <a:cubicBezTo>
                    <a:pt x="18" y="15"/>
                    <a:pt x="17" y="16"/>
                    <a:pt x="16" y="16"/>
                  </a:cubicBezTo>
                  <a:cubicBezTo>
                    <a:pt x="15" y="17"/>
                    <a:pt x="14" y="17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4" y="18"/>
                    <a:pt x="14" y="18"/>
                    <a:pt x="14" y="19"/>
                  </a:cubicBezTo>
                  <a:cubicBezTo>
                    <a:pt x="15" y="19"/>
                    <a:pt x="15" y="19"/>
                    <a:pt x="16" y="20"/>
                  </a:cubicBezTo>
                  <a:cubicBezTo>
                    <a:pt x="16" y="20"/>
                    <a:pt x="16" y="21"/>
                    <a:pt x="17" y="21"/>
                  </a:cubicBezTo>
                  <a:cubicBezTo>
                    <a:pt x="17" y="22"/>
                    <a:pt x="18" y="22"/>
                    <a:pt x="18" y="23"/>
                  </a:cubicBezTo>
                  <a:lnTo>
                    <a:pt x="24" y="33"/>
                  </a:lnTo>
                  <a:close/>
                  <a:moveTo>
                    <a:pt x="4" y="3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5"/>
                    <a:pt x="11" y="15"/>
                    <a:pt x="12" y="15"/>
                  </a:cubicBezTo>
                  <a:cubicBezTo>
                    <a:pt x="13" y="15"/>
                    <a:pt x="14" y="14"/>
                    <a:pt x="14" y="14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1"/>
                    <a:pt x="16" y="10"/>
                    <a:pt x="16" y="9"/>
                  </a:cubicBezTo>
                  <a:cubicBezTo>
                    <a:pt x="16" y="7"/>
                    <a:pt x="16" y="6"/>
                    <a:pt x="15" y="5"/>
                  </a:cubicBezTo>
                  <a:cubicBezTo>
                    <a:pt x="13" y="4"/>
                    <a:pt x="12" y="3"/>
                    <a:pt x="10" y="3"/>
                  </a:cubicBezTo>
                  <a:lnTo>
                    <a:pt x="4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141"/>
            <p:cNvSpPr>
              <a:spLocks/>
            </p:cNvSpPr>
            <p:nvPr/>
          </p:nvSpPr>
          <p:spPr bwMode="auto">
            <a:xfrm>
              <a:off x="1900" y="2915"/>
              <a:ext cx="43" cy="78"/>
            </a:xfrm>
            <a:custGeom>
              <a:avLst/>
              <a:gdLst>
                <a:gd name="T0" fmla="*/ 43 w 43"/>
                <a:gd name="T1" fmla="*/ 78 h 78"/>
                <a:gd name="T2" fmla="*/ 0 w 43"/>
                <a:gd name="T3" fmla="*/ 78 h 78"/>
                <a:gd name="T4" fmla="*/ 0 w 43"/>
                <a:gd name="T5" fmla="*/ 0 h 78"/>
                <a:gd name="T6" fmla="*/ 40 w 43"/>
                <a:gd name="T7" fmla="*/ 0 h 78"/>
                <a:gd name="T8" fmla="*/ 40 w 43"/>
                <a:gd name="T9" fmla="*/ 7 h 78"/>
                <a:gd name="T10" fmla="*/ 9 w 43"/>
                <a:gd name="T11" fmla="*/ 7 h 78"/>
                <a:gd name="T12" fmla="*/ 9 w 43"/>
                <a:gd name="T13" fmla="*/ 33 h 78"/>
                <a:gd name="T14" fmla="*/ 38 w 43"/>
                <a:gd name="T15" fmla="*/ 33 h 78"/>
                <a:gd name="T16" fmla="*/ 38 w 43"/>
                <a:gd name="T17" fmla="*/ 42 h 78"/>
                <a:gd name="T18" fmla="*/ 9 w 43"/>
                <a:gd name="T19" fmla="*/ 42 h 78"/>
                <a:gd name="T20" fmla="*/ 9 w 43"/>
                <a:gd name="T21" fmla="*/ 71 h 78"/>
                <a:gd name="T22" fmla="*/ 43 w 43"/>
                <a:gd name="T23" fmla="*/ 71 h 78"/>
                <a:gd name="T24" fmla="*/ 43 w 43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78">
                  <a:moveTo>
                    <a:pt x="43" y="78"/>
                  </a:moveTo>
                  <a:lnTo>
                    <a:pt x="0" y="78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7"/>
                  </a:lnTo>
                  <a:lnTo>
                    <a:pt x="9" y="7"/>
                  </a:lnTo>
                  <a:lnTo>
                    <a:pt x="9" y="33"/>
                  </a:lnTo>
                  <a:lnTo>
                    <a:pt x="38" y="33"/>
                  </a:lnTo>
                  <a:lnTo>
                    <a:pt x="38" y="42"/>
                  </a:lnTo>
                  <a:lnTo>
                    <a:pt x="9" y="42"/>
                  </a:lnTo>
                  <a:lnTo>
                    <a:pt x="9" y="71"/>
                  </a:lnTo>
                  <a:lnTo>
                    <a:pt x="43" y="71"/>
                  </a:lnTo>
                  <a:lnTo>
                    <a:pt x="43" y="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Freeform 142"/>
            <p:cNvSpPr>
              <a:spLocks/>
            </p:cNvSpPr>
            <p:nvPr/>
          </p:nvSpPr>
          <p:spPr bwMode="auto">
            <a:xfrm>
              <a:off x="1952" y="2912"/>
              <a:ext cx="59" cy="83"/>
            </a:xfrm>
            <a:custGeom>
              <a:avLst/>
              <a:gdLst>
                <a:gd name="T0" fmla="*/ 25 w 25"/>
                <a:gd name="T1" fmla="*/ 33 h 35"/>
                <a:gd name="T2" fmla="*/ 16 w 25"/>
                <a:gd name="T3" fmla="*/ 35 h 35"/>
                <a:gd name="T4" fmla="*/ 4 w 25"/>
                <a:gd name="T5" fmla="*/ 30 h 35"/>
                <a:gd name="T6" fmla="*/ 0 w 25"/>
                <a:gd name="T7" fmla="*/ 18 h 35"/>
                <a:gd name="T8" fmla="*/ 5 w 25"/>
                <a:gd name="T9" fmla="*/ 5 h 35"/>
                <a:gd name="T10" fmla="*/ 17 w 25"/>
                <a:gd name="T11" fmla="*/ 0 h 35"/>
                <a:gd name="T12" fmla="*/ 25 w 25"/>
                <a:gd name="T13" fmla="*/ 1 h 35"/>
                <a:gd name="T14" fmla="*/ 25 w 25"/>
                <a:gd name="T15" fmla="*/ 6 h 35"/>
                <a:gd name="T16" fmla="*/ 17 w 25"/>
                <a:gd name="T17" fmla="*/ 4 h 35"/>
                <a:gd name="T18" fmla="*/ 8 w 25"/>
                <a:gd name="T19" fmla="*/ 7 h 35"/>
                <a:gd name="T20" fmla="*/ 4 w 25"/>
                <a:gd name="T21" fmla="*/ 18 h 35"/>
                <a:gd name="T22" fmla="*/ 7 w 25"/>
                <a:gd name="T23" fmla="*/ 28 h 35"/>
                <a:gd name="T24" fmla="*/ 16 w 25"/>
                <a:gd name="T25" fmla="*/ 31 h 35"/>
                <a:gd name="T26" fmla="*/ 25 w 25"/>
                <a:gd name="T27" fmla="*/ 29 h 35"/>
                <a:gd name="T28" fmla="*/ 25 w 25"/>
                <a:gd name="T29" fmla="*/ 3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" h="35">
                  <a:moveTo>
                    <a:pt x="25" y="33"/>
                  </a:moveTo>
                  <a:cubicBezTo>
                    <a:pt x="23" y="34"/>
                    <a:pt x="19" y="35"/>
                    <a:pt x="16" y="35"/>
                  </a:cubicBezTo>
                  <a:cubicBezTo>
                    <a:pt x="11" y="35"/>
                    <a:pt x="7" y="33"/>
                    <a:pt x="4" y="30"/>
                  </a:cubicBezTo>
                  <a:cubicBezTo>
                    <a:pt x="1" y="27"/>
                    <a:pt x="0" y="23"/>
                    <a:pt x="0" y="18"/>
                  </a:cubicBezTo>
                  <a:cubicBezTo>
                    <a:pt x="0" y="13"/>
                    <a:pt x="2" y="8"/>
                    <a:pt x="5" y="5"/>
                  </a:cubicBezTo>
                  <a:cubicBezTo>
                    <a:pt x="8" y="2"/>
                    <a:pt x="12" y="0"/>
                    <a:pt x="17" y="0"/>
                  </a:cubicBezTo>
                  <a:cubicBezTo>
                    <a:pt x="20" y="0"/>
                    <a:pt x="23" y="1"/>
                    <a:pt x="25" y="1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3" y="4"/>
                    <a:pt x="20" y="4"/>
                    <a:pt x="17" y="4"/>
                  </a:cubicBezTo>
                  <a:cubicBezTo>
                    <a:pt x="13" y="4"/>
                    <a:pt x="10" y="5"/>
                    <a:pt x="8" y="7"/>
                  </a:cubicBezTo>
                  <a:cubicBezTo>
                    <a:pt x="5" y="10"/>
                    <a:pt x="4" y="14"/>
                    <a:pt x="4" y="18"/>
                  </a:cubicBezTo>
                  <a:cubicBezTo>
                    <a:pt x="4" y="22"/>
                    <a:pt x="5" y="25"/>
                    <a:pt x="7" y="28"/>
                  </a:cubicBezTo>
                  <a:cubicBezTo>
                    <a:pt x="10" y="30"/>
                    <a:pt x="13" y="31"/>
                    <a:pt x="16" y="31"/>
                  </a:cubicBezTo>
                  <a:cubicBezTo>
                    <a:pt x="20" y="31"/>
                    <a:pt x="23" y="30"/>
                    <a:pt x="25" y="29"/>
                  </a:cubicBezTo>
                  <a:lnTo>
                    <a:pt x="25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143"/>
            <p:cNvSpPr>
              <a:spLocks/>
            </p:cNvSpPr>
            <p:nvPr/>
          </p:nvSpPr>
          <p:spPr bwMode="auto">
            <a:xfrm>
              <a:off x="2028" y="2915"/>
              <a:ext cx="43" cy="78"/>
            </a:xfrm>
            <a:custGeom>
              <a:avLst/>
              <a:gdLst>
                <a:gd name="T0" fmla="*/ 43 w 43"/>
                <a:gd name="T1" fmla="*/ 78 h 78"/>
                <a:gd name="T2" fmla="*/ 0 w 43"/>
                <a:gd name="T3" fmla="*/ 78 h 78"/>
                <a:gd name="T4" fmla="*/ 0 w 43"/>
                <a:gd name="T5" fmla="*/ 0 h 78"/>
                <a:gd name="T6" fmla="*/ 40 w 43"/>
                <a:gd name="T7" fmla="*/ 0 h 78"/>
                <a:gd name="T8" fmla="*/ 40 w 43"/>
                <a:gd name="T9" fmla="*/ 7 h 78"/>
                <a:gd name="T10" fmla="*/ 9 w 43"/>
                <a:gd name="T11" fmla="*/ 7 h 78"/>
                <a:gd name="T12" fmla="*/ 9 w 43"/>
                <a:gd name="T13" fmla="*/ 33 h 78"/>
                <a:gd name="T14" fmla="*/ 38 w 43"/>
                <a:gd name="T15" fmla="*/ 33 h 78"/>
                <a:gd name="T16" fmla="*/ 38 w 43"/>
                <a:gd name="T17" fmla="*/ 42 h 78"/>
                <a:gd name="T18" fmla="*/ 9 w 43"/>
                <a:gd name="T19" fmla="*/ 42 h 78"/>
                <a:gd name="T20" fmla="*/ 9 w 43"/>
                <a:gd name="T21" fmla="*/ 71 h 78"/>
                <a:gd name="T22" fmla="*/ 43 w 43"/>
                <a:gd name="T23" fmla="*/ 71 h 78"/>
                <a:gd name="T24" fmla="*/ 43 w 43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78">
                  <a:moveTo>
                    <a:pt x="43" y="78"/>
                  </a:moveTo>
                  <a:lnTo>
                    <a:pt x="0" y="78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7"/>
                  </a:lnTo>
                  <a:lnTo>
                    <a:pt x="9" y="7"/>
                  </a:lnTo>
                  <a:lnTo>
                    <a:pt x="9" y="33"/>
                  </a:lnTo>
                  <a:lnTo>
                    <a:pt x="38" y="33"/>
                  </a:lnTo>
                  <a:lnTo>
                    <a:pt x="38" y="42"/>
                  </a:lnTo>
                  <a:lnTo>
                    <a:pt x="9" y="42"/>
                  </a:lnTo>
                  <a:lnTo>
                    <a:pt x="9" y="71"/>
                  </a:lnTo>
                  <a:lnTo>
                    <a:pt x="43" y="71"/>
                  </a:lnTo>
                  <a:lnTo>
                    <a:pt x="43" y="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Freeform 144"/>
            <p:cNvSpPr>
              <a:spLocks noEditPoints="1"/>
            </p:cNvSpPr>
            <p:nvPr/>
          </p:nvSpPr>
          <p:spPr bwMode="auto">
            <a:xfrm>
              <a:off x="2085" y="2915"/>
              <a:ext cx="50" cy="78"/>
            </a:xfrm>
            <a:custGeom>
              <a:avLst/>
              <a:gdLst>
                <a:gd name="T0" fmla="*/ 4 w 21"/>
                <a:gd name="T1" fmla="*/ 21 h 33"/>
                <a:gd name="T2" fmla="*/ 4 w 21"/>
                <a:gd name="T3" fmla="*/ 33 h 33"/>
                <a:gd name="T4" fmla="*/ 0 w 21"/>
                <a:gd name="T5" fmla="*/ 33 h 33"/>
                <a:gd name="T6" fmla="*/ 0 w 21"/>
                <a:gd name="T7" fmla="*/ 0 h 33"/>
                <a:gd name="T8" fmla="*/ 9 w 21"/>
                <a:gd name="T9" fmla="*/ 0 h 33"/>
                <a:gd name="T10" fmla="*/ 18 w 21"/>
                <a:gd name="T11" fmla="*/ 2 h 33"/>
                <a:gd name="T12" fmla="*/ 21 w 21"/>
                <a:gd name="T13" fmla="*/ 10 h 33"/>
                <a:gd name="T14" fmla="*/ 17 w 21"/>
                <a:gd name="T15" fmla="*/ 17 h 33"/>
                <a:gd name="T16" fmla="*/ 9 w 21"/>
                <a:gd name="T17" fmla="*/ 21 h 33"/>
                <a:gd name="T18" fmla="*/ 4 w 21"/>
                <a:gd name="T19" fmla="*/ 21 h 33"/>
                <a:gd name="T20" fmla="*/ 4 w 21"/>
                <a:gd name="T21" fmla="*/ 3 h 33"/>
                <a:gd name="T22" fmla="*/ 4 w 21"/>
                <a:gd name="T23" fmla="*/ 17 h 33"/>
                <a:gd name="T24" fmla="*/ 8 w 21"/>
                <a:gd name="T25" fmla="*/ 17 h 33"/>
                <a:gd name="T26" fmla="*/ 14 w 21"/>
                <a:gd name="T27" fmla="*/ 15 h 33"/>
                <a:gd name="T28" fmla="*/ 17 w 21"/>
                <a:gd name="T29" fmla="*/ 10 h 33"/>
                <a:gd name="T30" fmla="*/ 9 w 21"/>
                <a:gd name="T31" fmla="*/ 3 h 33"/>
                <a:gd name="T32" fmla="*/ 4 w 21"/>
                <a:gd name="T33" fmla="*/ 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" h="33">
                  <a:moveTo>
                    <a:pt x="4" y="21"/>
                  </a:moveTo>
                  <a:cubicBezTo>
                    <a:pt x="4" y="33"/>
                    <a:pt x="4" y="33"/>
                    <a:pt x="4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3" y="0"/>
                    <a:pt x="16" y="0"/>
                    <a:pt x="18" y="2"/>
                  </a:cubicBezTo>
                  <a:cubicBezTo>
                    <a:pt x="20" y="4"/>
                    <a:pt x="21" y="6"/>
                    <a:pt x="21" y="10"/>
                  </a:cubicBezTo>
                  <a:cubicBezTo>
                    <a:pt x="21" y="13"/>
                    <a:pt x="20" y="15"/>
                    <a:pt x="17" y="17"/>
                  </a:cubicBezTo>
                  <a:cubicBezTo>
                    <a:pt x="15" y="20"/>
                    <a:pt x="12" y="21"/>
                    <a:pt x="9" y="21"/>
                  </a:cubicBezTo>
                  <a:lnTo>
                    <a:pt x="4" y="21"/>
                  </a:lnTo>
                  <a:close/>
                  <a:moveTo>
                    <a:pt x="4" y="3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1" y="17"/>
                    <a:pt x="13" y="16"/>
                    <a:pt x="14" y="15"/>
                  </a:cubicBezTo>
                  <a:cubicBezTo>
                    <a:pt x="16" y="14"/>
                    <a:pt x="17" y="12"/>
                    <a:pt x="17" y="10"/>
                  </a:cubicBezTo>
                  <a:cubicBezTo>
                    <a:pt x="17" y="5"/>
                    <a:pt x="14" y="3"/>
                    <a:pt x="9" y="3"/>
                  </a:cubicBezTo>
                  <a:lnTo>
                    <a:pt x="4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45"/>
            <p:cNvSpPr>
              <a:spLocks/>
            </p:cNvSpPr>
            <p:nvPr/>
          </p:nvSpPr>
          <p:spPr bwMode="auto">
            <a:xfrm>
              <a:off x="2142" y="2915"/>
              <a:ext cx="54" cy="78"/>
            </a:xfrm>
            <a:custGeom>
              <a:avLst/>
              <a:gdLst>
                <a:gd name="T0" fmla="*/ 54 w 54"/>
                <a:gd name="T1" fmla="*/ 7 h 78"/>
                <a:gd name="T2" fmla="*/ 31 w 54"/>
                <a:gd name="T3" fmla="*/ 7 h 78"/>
                <a:gd name="T4" fmla="*/ 31 w 54"/>
                <a:gd name="T5" fmla="*/ 78 h 78"/>
                <a:gd name="T6" fmla="*/ 21 w 54"/>
                <a:gd name="T7" fmla="*/ 78 h 78"/>
                <a:gd name="T8" fmla="*/ 21 w 54"/>
                <a:gd name="T9" fmla="*/ 7 h 78"/>
                <a:gd name="T10" fmla="*/ 0 w 54"/>
                <a:gd name="T11" fmla="*/ 7 h 78"/>
                <a:gd name="T12" fmla="*/ 0 w 54"/>
                <a:gd name="T13" fmla="*/ 0 h 78"/>
                <a:gd name="T14" fmla="*/ 54 w 54"/>
                <a:gd name="T15" fmla="*/ 0 h 78"/>
                <a:gd name="T16" fmla="*/ 54 w 54"/>
                <a:gd name="T17" fmla="*/ 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8">
                  <a:moveTo>
                    <a:pt x="54" y="7"/>
                  </a:moveTo>
                  <a:lnTo>
                    <a:pt x="31" y="7"/>
                  </a:lnTo>
                  <a:lnTo>
                    <a:pt x="31" y="78"/>
                  </a:lnTo>
                  <a:lnTo>
                    <a:pt x="21" y="78"/>
                  </a:lnTo>
                  <a:lnTo>
                    <a:pt x="21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Freeform 146"/>
            <p:cNvSpPr>
              <a:spLocks/>
            </p:cNvSpPr>
            <p:nvPr/>
          </p:nvSpPr>
          <p:spPr bwMode="auto">
            <a:xfrm>
              <a:off x="2201" y="2915"/>
              <a:ext cx="24" cy="78"/>
            </a:xfrm>
            <a:custGeom>
              <a:avLst/>
              <a:gdLst>
                <a:gd name="T0" fmla="*/ 24 w 24"/>
                <a:gd name="T1" fmla="*/ 0 h 78"/>
                <a:gd name="T2" fmla="*/ 24 w 24"/>
                <a:gd name="T3" fmla="*/ 7 h 78"/>
                <a:gd name="T4" fmla="*/ 17 w 24"/>
                <a:gd name="T5" fmla="*/ 7 h 78"/>
                <a:gd name="T6" fmla="*/ 17 w 24"/>
                <a:gd name="T7" fmla="*/ 71 h 78"/>
                <a:gd name="T8" fmla="*/ 24 w 24"/>
                <a:gd name="T9" fmla="*/ 71 h 78"/>
                <a:gd name="T10" fmla="*/ 24 w 24"/>
                <a:gd name="T11" fmla="*/ 78 h 78"/>
                <a:gd name="T12" fmla="*/ 0 w 24"/>
                <a:gd name="T13" fmla="*/ 78 h 78"/>
                <a:gd name="T14" fmla="*/ 0 w 24"/>
                <a:gd name="T15" fmla="*/ 71 h 78"/>
                <a:gd name="T16" fmla="*/ 7 w 24"/>
                <a:gd name="T17" fmla="*/ 71 h 78"/>
                <a:gd name="T18" fmla="*/ 7 w 24"/>
                <a:gd name="T19" fmla="*/ 7 h 78"/>
                <a:gd name="T20" fmla="*/ 0 w 24"/>
                <a:gd name="T21" fmla="*/ 7 h 78"/>
                <a:gd name="T22" fmla="*/ 0 w 24"/>
                <a:gd name="T23" fmla="*/ 0 h 78"/>
                <a:gd name="T24" fmla="*/ 24 w 24"/>
                <a:gd name="T2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78">
                  <a:moveTo>
                    <a:pt x="24" y="0"/>
                  </a:moveTo>
                  <a:lnTo>
                    <a:pt x="24" y="7"/>
                  </a:lnTo>
                  <a:lnTo>
                    <a:pt x="17" y="7"/>
                  </a:lnTo>
                  <a:lnTo>
                    <a:pt x="17" y="71"/>
                  </a:lnTo>
                  <a:lnTo>
                    <a:pt x="24" y="71"/>
                  </a:lnTo>
                  <a:lnTo>
                    <a:pt x="24" y="78"/>
                  </a:lnTo>
                  <a:lnTo>
                    <a:pt x="0" y="78"/>
                  </a:lnTo>
                  <a:lnTo>
                    <a:pt x="0" y="71"/>
                  </a:lnTo>
                  <a:lnTo>
                    <a:pt x="7" y="71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47"/>
            <p:cNvSpPr>
              <a:spLocks noEditPoints="1"/>
            </p:cNvSpPr>
            <p:nvPr/>
          </p:nvSpPr>
          <p:spPr bwMode="auto">
            <a:xfrm>
              <a:off x="2234" y="2912"/>
              <a:ext cx="76" cy="83"/>
            </a:xfrm>
            <a:custGeom>
              <a:avLst/>
              <a:gdLst>
                <a:gd name="T0" fmla="*/ 16 w 32"/>
                <a:gd name="T1" fmla="*/ 35 h 35"/>
                <a:gd name="T2" fmla="*/ 4 w 32"/>
                <a:gd name="T3" fmla="*/ 30 h 35"/>
                <a:gd name="T4" fmla="*/ 0 w 32"/>
                <a:gd name="T5" fmla="*/ 18 h 35"/>
                <a:gd name="T6" fmla="*/ 4 w 32"/>
                <a:gd name="T7" fmla="*/ 5 h 35"/>
                <a:gd name="T8" fmla="*/ 16 w 32"/>
                <a:gd name="T9" fmla="*/ 0 h 35"/>
                <a:gd name="T10" fmla="*/ 27 w 32"/>
                <a:gd name="T11" fmla="*/ 5 h 35"/>
                <a:gd name="T12" fmla="*/ 32 w 32"/>
                <a:gd name="T13" fmla="*/ 17 h 35"/>
                <a:gd name="T14" fmla="*/ 27 w 32"/>
                <a:gd name="T15" fmla="*/ 30 h 35"/>
                <a:gd name="T16" fmla="*/ 16 w 32"/>
                <a:gd name="T17" fmla="*/ 35 h 35"/>
                <a:gd name="T18" fmla="*/ 16 w 32"/>
                <a:gd name="T19" fmla="*/ 4 h 35"/>
                <a:gd name="T20" fmla="*/ 7 w 32"/>
                <a:gd name="T21" fmla="*/ 7 h 35"/>
                <a:gd name="T22" fmla="*/ 4 w 32"/>
                <a:gd name="T23" fmla="*/ 17 h 35"/>
                <a:gd name="T24" fmla="*/ 7 w 32"/>
                <a:gd name="T25" fmla="*/ 27 h 35"/>
                <a:gd name="T26" fmla="*/ 16 w 32"/>
                <a:gd name="T27" fmla="*/ 31 h 35"/>
                <a:gd name="T28" fmla="*/ 24 w 32"/>
                <a:gd name="T29" fmla="*/ 28 h 35"/>
                <a:gd name="T30" fmla="*/ 27 w 32"/>
                <a:gd name="T31" fmla="*/ 18 h 35"/>
                <a:gd name="T32" fmla="*/ 24 w 32"/>
                <a:gd name="T33" fmla="*/ 7 h 35"/>
                <a:gd name="T34" fmla="*/ 16 w 32"/>
                <a:gd name="T35" fmla="*/ 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35">
                  <a:moveTo>
                    <a:pt x="16" y="35"/>
                  </a:moveTo>
                  <a:cubicBezTo>
                    <a:pt x="11" y="35"/>
                    <a:pt x="7" y="33"/>
                    <a:pt x="4" y="30"/>
                  </a:cubicBezTo>
                  <a:cubicBezTo>
                    <a:pt x="1" y="27"/>
                    <a:pt x="0" y="23"/>
                    <a:pt x="0" y="18"/>
                  </a:cubicBezTo>
                  <a:cubicBezTo>
                    <a:pt x="0" y="12"/>
                    <a:pt x="1" y="8"/>
                    <a:pt x="4" y="5"/>
                  </a:cubicBezTo>
                  <a:cubicBezTo>
                    <a:pt x="7" y="2"/>
                    <a:pt x="11" y="0"/>
                    <a:pt x="16" y="0"/>
                  </a:cubicBezTo>
                  <a:cubicBezTo>
                    <a:pt x="21" y="0"/>
                    <a:pt x="24" y="2"/>
                    <a:pt x="27" y="5"/>
                  </a:cubicBezTo>
                  <a:cubicBezTo>
                    <a:pt x="30" y="8"/>
                    <a:pt x="32" y="12"/>
                    <a:pt x="32" y="17"/>
                  </a:cubicBezTo>
                  <a:cubicBezTo>
                    <a:pt x="32" y="22"/>
                    <a:pt x="30" y="27"/>
                    <a:pt x="27" y="30"/>
                  </a:cubicBezTo>
                  <a:cubicBezTo>
                    <a:pt x="24" y="33"/>
                    <a:pt x="20" y="35"/>
                    <a:pt x="16" y="35"/>
                  </a:cubicBezTo>
                  <a:close/>
                  <a:moveTo>
                    <a:pt x="16" y="4"/>
                  </a:moveTo>
                  <a:cubicBezTo>
                    <a:pt x="12" y="4"/>
                    <a:pt x="9" y="5"/>
                    <a:pt x="7" y="7"/>
                  </a:cubicBezTo>
                  <a:cubicBezTo>
                    <a:pt x="5" y="10"/>
                    <a:pt x="4" y="13"/>
                    <a:pt x="4" y="17"/>
                  </a:cubicBezTo>
                  <a:cubicBezTo>
                    <a:pt x="4" y="22"/>
                    <a:pt x="5" y="25"/>
                    <a:pt x="7" y="27"/>
                  </a:cubicBezTo>
                  <a:cubicBezTo>
                    <a:pt x="9" y="30"/>
                    <a:pt x="12" y="31"/>
                    <a:pt x="16" y="31"/>
                  </a:cubicBezTo>
                  <a:cubicBezTo>
                    <a:pt x="19" y="31"/>
                    <a:pt x="22" y="30"/>
                    <a:pt x="24" y="28"/>
                  </a:cubicBezTo>
                  <a:cubicBezTo>
                    <a:pt x="26" y="25"/>
                    <a:pt x="27" y="22"/>
                    <a:pt x="27" y="18"/>
                  </a:cubicBezTo>
                  <a:cubicBezTo>
                    <a:pt x="27" y="13"/>
                    <a:pt x="26" y="10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Freeform 148"/>
            <p:cNvSpPr>
              <a:spLocks/>
            </p:cNvSpPr>
            <p:nvPr/>
          </p:nvSpPr>
          <p:spPr bwMode="auto">
            <a:xfrm>
              <a:off x="2324" y="2915"/>
              <a:ext cx="64" cy="78"/>
            </a:xfrm>
            <a:custGeom>
              <a:avLst/>
              <a:gdLst>
                <a:gd name="T0" fmla="*/ 27 w 27"/>
                <a:gd name="T1" fmla="*/ 33 h 33"/>
                <a:gd name="T2" fmla="*/ 22 w 27"/>
                <a:gd name="T3" fmla="*/ 33 h 33"/>
                <a:gd name="T4" fmla="*/ 5 w 27"/>
                <a:gd name="T5" fmla="*/ 6 h 33"/>
                <a:gd name="T6" fmla="*/ 4 w 27"/>
                <a:gd name="T7" fmla="*/ 4 h 33"/>
                <a:gd name="T8" fmla="*/ 4 w 27"/>
                <a:gd name="T9" fmla="*/ 4 h 33"/>
                <a:gd name="T10" fmla="*/ 4 w 27"/>
                <a:gd name="T11" fmla="*/ 9 h 33"/>
                <a:gd name="T12" fmla="*/ 4 w 27"/>
                <a:gd name="T13" fmla="*/ 33 h 33"/>
                <a:gd name="T14" fmla="*/ 0 w 27"/>
                <a:gd name="T15" fmla="*/ 33 h 33"/>
                <a:gd name="T16" fmla="*/ 0 w 27"/>
                <a:gd name="T17" fmla="*/ 0 h 33"/>
                <a:gd name="T18" fmla="*/ 5 w 27"/>
                <a:gd name="T19" fmla="*/ 0 h 33"/>
                <a:gd name="T20" fmla="*/ 22 w 27"/>
                <a:gd name="T21" fmla="*/ 26 h 33"/>
                <a:gd name="T22" fmla="*/ 23 w 27"/>
                <a:gd name="T23" fmla="*/ 28 h 33"/>
                <a:gd name="T24" fmla="*/ 24 w 27"/>
                <a:gd name="T25" fmla="*/ 28 h 33"/>
                <a:gd name="T26" fmla="*/ 23 w 27"/>
                <a:gd name="T27" fmla="*/ 23 h 33"/>
                <a:gd name="T28" fmla="*/ 23 w 27"/>
                <a:gd name="T29" fmla="*/ 0 h 33"/>
                <a:gd name="T30" fmla="*/ 27 w 27"/>
                <a:gd name="T31" fmla="*/ 0 h 33"/>
                <a:gd name="T32" fmla="*/ 27 w 27"/>
                <a:gd name="T3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33">
                  <a:moveTo>
                    <a:pt x="27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4" y="5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7"/>
                    <a:pt x="4" y="9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7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3" y="27"/>
                    <a:pt x="23" y="26"/>
                    <a:pt x="23" y="23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27" y="0"/>
                    <a:pt x="27" y="0"/>
                  </a:cubicBezTo>
                  <a:lnTo>
                    <a:pt x="27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149"/>
            <p:cNvSpPr>
              <a:spLocks/>
            </p:cNvSpPr>
            <p:nvPr/>
          </p:nvSpPr>
          <p:spPr bwMode="auto">
            <a:xfrm>
              <a:off x="2403" y="2915"/>
              <a:ext cx="23" cy="78"/>
            </a:xfrm>
            <a:custGeom>
              <a:avLst/>
              <a:gdLst>
                <a:gd name="T0" fmla="*/ 23 w 23"/>
                <a:gd name="T1" fmla="*/ 0 h 78"/>
                <a:gd name="T2" fmla="*/ 23 w 23"/>
                <a:gd name="T3" fmla="*/ 7 h 78"/>
                <a:gd name="T4" fmla="*/ 16 w 23"/>
                <a:gd name="T5" fmla="*/ 7 h 78"/>
                <a:gd name="T6" fmla="*/ 16 w 23"/>
                <a:gd name="T7" fmla="*/ 71 h 78"/>
                <a:gd name="T8" fmla="*/ 23 w 23"/>
                <a:gd name="T9" fmla="*/ 71 h 78"/>
                <a:gd name="T10" fmla="*/ 23 w 23"/>
                <a:gd name="T11" fmla="*/ 78 h 78"/>
                <a:gd name="T12" fmla="*/ 0 w 23"/>
                <a:gd name="T13" fmla="*/ 78 h 78"/>
                <a:gd name="T14" fmla="*/ 0 w 23"/>
                <a:gd name="T15" fmla="*/ 71 h 78"/>
                <a:gd name="T16" fmla="*/ 7 w 23"/>
                <a:gd name="T17" fmla="*/ 71 h 78"/>
                <a:gd name="T18" fmla="*/ 7 w 23"/>
                <a:gd name="T19" fmla="*/ 7 h 78"/>
                <a:gd name="T20" fmla="*/ 0 w 23"/>
                <a:gd name="T21" fmla="*/ 7 h 78"/>
                <a:gd name="T22" fmla="*/ 0 w 23"/>
                <a:gd name="T23" fmla="*/ 0 h 78"/>
                <a:gd name="T24" fmla="*/ 23 w 23"/>
                <a:gd name="T2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" h="78">
                  <a:moveTo>
                    <a:pt x="23" y="0"/>
                  </a:moveTo>
                  <a:lnTo>
                    <a:pt x="23" y="7"/>
                  </a:lnTo>
                  <a:lnTo>
                    <a:pt x="16" y="7"/>
                  </a:lnTo>
                  <a:lnTo>
                    <a:pt x="16" y="71"/>
                  </a:lnTo>
                  <a:lnTo>
                    <a:pt x="23" y="71"/>
                  </a:lnTo>
                  <a:lnTo>
                    <a:pt x="23" y="78"/>
                  </a:lnTo>
                  <a:lnTo>
                    <a:pt x="0" y="78"/>
                  </a:lnTo>
                  <a:lnTo>
                    <a:pt x="0" y="71"/>
                  </a:lnTo>
                  <a:lnTo>
                    <a:pt x="7" y="71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Freeform 150"/>
            <p:cNvSpPr>
              <a:spLocks/>
            </p:cNvSpPr>
            <p:nvPr/>
          </p:nvSpPr>
          <p:spPr bwMode="auto">
            <a:xfrm>
              <a:off x="2436" y="2912"/>
              <a:ext cx="50" cy="83"/>
            </a:xfrm>
            <a:custGeom>
              <a:avLst/>
              <a:gdLst>
                <a:gd name="T0" fmla="*/ 0 w 21"/>
                <a:gd name="T1" fmla="*/ 33 h 35"/>
                <a:gd name="T2" fmla="*/ 0 w 21"/>
                <a:gd name="T3" fmla="*/ 28 h 35"/>
                <a:gd name="T4" fmla="*/ 2 w 21"/>
                <a:gd name="T5" fmla="*/ 29 h 35"/>
                <a:gd name="T6" fmla="*/ 5 w 21"/>
                <a:gd name="T7" fmla="*/ 30 h 35"/>
                <a:gd name="T8" fmla="*/ 7 w 21"/>
                <a:gd name="T9" fmla="*/ 31 h 35"/>
                <a:gd name="T10" fmla="*/ 9 w 21"/>
                <a:gd name="T11" fmla="*/ 31 h 35"/>
                <a:gd name="T12" fmla="*/ 15 w 21"/>
                <a:gd name="T13" fmla="*/ 30 h 35"/>
                <a:gd name="T14" fmla="*/ 17 w 21"/>
                <a:gd name="T15" fmla="*/ 26 h 35"/>
                <a:gd name="T16" fmla="*/ 16 w 21"/>
                <a:gd name="T17" fmla="*/ 24 h 35"/>
                <a:gd name="T18" fmla="*/ 14 w 21"/>
                <a:gd name="T19" fmla="*/ 22 h 35"/>
                <a:gd name="T20" fmla="*/ 12 w 21"/>
                <a:gd name="T21" fmla="*/ 20 h 35"/>
                <a:gd name="T22" fmla="*/ 9 w 21"/>
                <a:gd name="T23" fmla="*/ 19 h 35"/>
                <a:gd name="T24" fmla="*/ 5 w 21"/>
                <a:gd name="T25" fmla="*/ 17 h 35"/>
                <a:gd name="T26" fmla="*/ 3 w 21"/>
                <a:gd name="T27" fmla="*/ 15 h 35"/>
                <a:gd name="T28" fmla="*/ 1 w 21"/>
                <a:gd name="T29" fmla="*/ 12 h 35"/>
                <a:gd name="T30" fmla="*/ 0 w 21"/>
                <a:gd name="T31" fmla="*/ 9 h 35"/>
                <a:gd name="T32" fmla="*/ 1 w 21"/>
                <a:gd name="T33" fmla="*/ 5 h 35"/>
                <a:gd name="T34" fmla="*/ 4 w 21"/>
                <a:gd name="T35" fmla="*/ 2 h 35"/>
                <a:gd name="T36" fmla="*/ 8 w 21"/>
                <a:gd name="T37" fmla="*/ 1 h 35"/>
                <a:gd name="T38" fmla="*/ 12 w 21"/>
                <a:gd name="T39" fmla="*/ 0 h 35"/>
                <a:gd name="T40" fmla="*/ 19 w 21"/>
                <a:gd name="T41" fmla="*/ 1 h 35"/>
                <a:gd name="T42" fmla="*/ 19 w 21"/>
                <a:gd name="T43" fmla="*/ 6 h 35"/>
                <a:gd name="T44" fmla="*/ 12 w 21"/>
                <a:gd name="T45" fmla="*/ 4 h 35"/>
                <a:gd name="T46" fmla="*/ 9 w 21"/>
                <a:gd name="T47" fmla="*/ 4 h 35"/>
                <a:gd name="T48" fmla="*/ 7 w 21"/>
                <a:gd name="T49" fmla="*/ 5 h 35"/>
                <a:gd name="T50" fmla="*/ 5 w 21"/>
                <a:gd name="T51" fmla="*/ 6 h 35"/>
                <a:gd name="T52" fmla="*/ 4 w 21"/>
                <a:gd name="T53" fmla="*/ 9 h 35"/>
                <a:gd name="T54" fmla="*/ 5 w 21"/>
                <a:gd name="T55" fmla="*/ 11 h 35"/>
                <a:gd name="T56" fmla="*/ 6 w 21"/>
                <a:gd name="T57" fmla="*/ 13 h 35"/>
                <a:gd name="T58" fmla="*/ 9 w 21"/>
                <a:gd name="T59" fmla="*/ 14 h 35"/>
                <a:gd name="T60" fmla="*/ 12 w 21"/>
                <a:gd name="T61" fmla="*/ 16 h 35"/>
                <a:gd name="T62" fmla="*/ 15 w 21"/>
                <a:gd name="T63" fmla="*/ 18 h 35"/>
                <a:gd name="T64" fmla="*/ 18 w 21"/>
                <a:gd name="T65" fmla="*/ 20 h 35"/>
                <a:gd name="T66" fmla="*/ 20 w 21"/>
                <a:gd name="T67" fmla="*/ 22 h 35"/>
                <a:gd name="T68" fmla="*/ 21 w 21"/>
                <a:gd name="T69" fmla="*/ 26 h 35"/>
                <a:gd name="T70" fmla="*/ 20 w 21"/>
                <a:gd name="T71" fmla="*/ 30 h 35"/>
                <a:gd name="T72" fmla="*/ 17 w 21"/>
                <a:gd name="T73" fmla="*/ 33 h 35"/>
                <a:gd name="T74" fmla="*/ 13 w 21"/>
                <a:gd name="T75" fmla="*/ 34 h 35"/>
                <a:gd name="T76" fmla="*/ 9 w 21"/>
                <a:gd name="T77" fmla="*/ 35 h 35"/>
                <a:gd name="T78" fmla="*/ 7 w 21"/>
                <a:gd name="T79" fmla="*/ 35 h 35"/>
                <a:gd name="T80" fmla="*/ 4 w 21"/>
                <a:gd name="T81" fmla="*/ 34 h 35"/>
                <a:gd name="T82" fmla="*/ 2 w 21"/>
                <a:gd name="T83" fmla="*/ 34 h 35"/>
                <a:gd name="T84" fmla="*/ 0 w 21"/>
                <a:gd name="T85" fmla="*/ 3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35">
                  <a:moveTo>
                    <a:pt x="0" y="33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" y="29"/>
                    <a:pt x="1" y="29"/>
                    <a:pt x="2" y="29"/>
                  </a:cubicBezTo>
                  <a:cubicBezTo>
                    <a:pt x="3" y="30"/>
                    <a:pt x="4" y="30"/>
                    <a:pt x="5" y="30"/>
                  </a:cubicBezTo>
                  <a:cubicBezTo>
                    <a:pt x="5" y="31"/>
                    <a:pt x="6" y="31"/>
                    <a:pt x="7" y="31"/>
                  </a:cubicBezTo>
                  <a:cubicBezTo>
                    <a:pt x="8" y="31"/>
                    <a:pt x="9" y="31"/>
                    <a:pt x="9" y="31"/>
                  </a:cubicBezTo>
                  <a:cubicBezTo>
                    <a:pt x="12" y="31"/>
                    <a:pt x="14" y="31"/>
                    <a:pt x="15" y="30"/>
                  </a:cubicBezTo>
                  <a:cubicBezTo>
                    <a:pt x="16" y="29"/>
                    <a:pt x="17" y="28"/>
                    <a:pt x="17" y="26"/>
                  </a:cubicBezTo>
                  <a:cubicBezTo>
                    <a:pt x="17" y="25"/>
                    <a:pt x="16" y="24"/>
                    <a:pt x="16" y="24"/>
                  </a:cubicBezTo>
                  <a:cubicBezTo>
                    <a:pt x="16" y="23"/>
                    <a:pt x="15" y="22"/>
                    <a:pt x="14" y="22"/>
                  </a:cubicBezTo>
                  <a:cubicBezTo>
                    <a:pt x="14" y="21"/>
                    <a:pt x="13" y="21"/>
                    <a:pt x="12" y="20"/>
                  </a:cubicBezTo>
                  <a:cubicBezTo>
                    <a:pt x="11" y="20"/>
                    <a:pt x="10" y="19"/>
                    <a:pt x="9" y="19"/>
                  </a:cubicBezTo>
                  <a:cubicBezTo>
                    <a:pt x="8" y="18"/>
                    <a:pt x="6" y="17"/>
                    <a:pt x="5" y="17"/>
                  </a:cubicBezTo>
                  <a:cubicBezTo>
                    <a:pt x="4" y="16"/>
                    <a:pt x="3" y="16"/>
                    <a:pt x="3" y="15"/>
                  </a:cubicBezTo>
                  <a:cubicBezTo>
                    <a:pt x="2" y="14"/>
                    <a:pt x="1" y="13"/>
                    <a:pt x="1" y="12"/>
                  </a:cubicBezTo>
                  <a:cubicBezTo>
                    <a:pt x="1" y="11"/>
                    <a:pt x="0" y="10"/>
                    <a:pt x="0" y="9"/>
                  </a:cubicBezTo>
                  <a:cubicBezTo>
                    <a:pt x="0" y="7"/>
                    <a:pt x="1" y="6"/>
                    <a:pt x="1" y="5"/>
                  </a:cubicBezTo>
                  <a:cubicBezTo>
                    <a:pt x="2" y="4"/>
                    <a:pt x="3" y="3"/>
                    <a:pt x="4" y="2"/>
                  </a:cubicBezTo>
                  <a:cubicBezTo>
                    <a:pt x="5" y="1"/>
                    <a:pt x="6" y="1"/>
                    <a:pt x="8" y="1"/>
                  </a:cubicBezTo>
                  <a:cubicBezTo>
                    <a:pt x="9" y="0"/>
                    <a:pt x="11" y="0"/>
                    <a:pt x="12" y="0"/>
                  </a:cubicBezTo>
                  <a:cubicBezTo>
                    <a:pt x="15" y="0"/>
                    <a:pt x="18" y="0"/>
                    <a:pt x="19" y="1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7" y="4"/>
                    <a:pt x="15" y="4"/>
                    <a:pt x="12" y="4"/>
                  </a:cubicBezTo>
                  <a:cubicBezTo>
                    <a:pt x="11" y="4"/>
                    <a:pt x="10" y="4"/>
                    <a:pt x="9" y="4"/>
                  </a:cubicBezTo>
                  <a:cubicBezTo>
                    <a:pt x="8" y="4"/>
                    <a:pt x="7" y="4"/>
                    <a:pt x="7" y="5"/>
                  </a:cubicBezTo>
                  <a:cubicBezTo>
                    <a:pt x="6" y="5"/>
                    <a:pt x="6" y="6"/>
                    <a:pt x="5" y="6"/>
                  </a:cubicBezTo>
                  <a:cubicBezTo>
                    <a:pt x="5" y="7"/>
                    <a:pt x="4" y="8"/>
                    <a:pt x="4" y="9"/>
                  </a:cubicBezTo>
                  <a:cubicBezTo>
                    <a:pt x="4" y="10"/>
                    <a:pt x="5" y="10"/>
                    <a:pt x="5" y="11"/>
                  </a:cubicBezTo>
                  <a:cubicBezTo>
                    <a:pt x="5" y="12"/>
                    <a:pt x="6" y="12"/>
                    <a:pt x="6" y="13"/>
                  </a:cubicBezTo>
                  <a:cubicBezTo>
                    <a:pt x="7" y="13"/>
                    <a:pt x="8" y="14"/>
                    <a:pt x="9" y="14"/>
                  </a:cubicBezTo>
                  <a:cubicBezTo>
                    <a:pt x="10" y="15"/>
                    <a:pt x="11" y="15"/>
                    <a:pt x="12" y="16"/>
                  </a:cubicBezTo>
                  <a:cubicBezTo>
                    <a:pt x="13" y="16"/>
                    <a:pt x="14" y="17"/>
                    <a:pt x="15" y="18"/>
                  </a:cubicBezTo>
                  <a:cubicBezTo>
                    <a:pt x="16" y="18"/>
                    <a:pt x="17" y="19"/>
                    <a:pt x="18" y="20"/>
                  </a:cubicBezTo>
                  <a:cubicBezTo>
                    <a:pt x="19" y="21"/>
                    <a:pt x="19" y="21"/>
                    <a:pt x="20" y="22"/>
                  </a:cubicBezTo>
                  <a:cubicBezTo>
                    <a:pt x="20" y="23"/>
                    <a:pt x="21" y="24"/>
                    <a:pt x="21" y="26"/>
                  </a:cubicBezTo>
                  <a:cubicBezTo>
                    <a:pt x="21" y="27"/>
                    <a:pt x="20" y="29"/>
                    <a:pt x="20" y="30"/>
                  </a:cubicBezTo>
                  <a:cubicBezTo>
                    <a:pt x="19" y="31"/>
                    <a:pt x="18" y="32"/>
                    <a:pt x="17" y="33"/>
                  </a:cubicBezTo>
                  <a:cubicBezTo>
                    <a:pt x="16" y="33"/>
                    <a:pt x="15" y="34"/>
                    <a:pt x="13" y="34"/>
                  </a:cubicBezTo>
                  <a:cubicBezTo>
                    <a:pt x="12" y="35"/>
                    <a:pt x="10" y="35"/>
                    <a:pt x="9" y="35"/>
                  </a:cubicBezTo>
                  <a:cubicBezTo>
                    <a:pt x="8" y="35"/>
                    <a:pt x="8" y="35"/>
                    <a:pt x="7" y="35"/>
                  </a:cubicBezTo>
                  <a:cubicBezTo>
                    <a:pt x="6" y="35"/>
                    <a:pt x="5" y="34"/>
                    <a:pt x="4" y="34"/>
                  </a:cubicBezTo>
                  <a:cubicBezTo>
                    <a:pt x="4" y="34"/>
                    <a:pt x="3" y="34"/>
                    <a:pt x="2" y="34"/>
                  </a:cubicBezTo>
                  <a:cubicBezTo>
                    <a:pt x="1" y="33"/>
                    <a:pt x="1" y="33"/>
                    <a:pt x="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151"/>
            <p:cNvSpPr>
              <a:spLocks/>
            </p:cNvSpPr>
            <p:nvPr/>
          </p:nvSpPr>
          <p:spPr bwMode="auto">
            <a:xfrm>
              <a:off x="2493" y="2915"/>
              <a:ext cx="54" cy="78"/>
            </a:xfrm>
            <a:custGeom>
              <a:avLst/>
              <a:gdLst>
                <a:gd name="T0" fmla="*/ 54 w 54"/>
                <a:gd name="T1" fmla="*/ 7 h 78"/>
                <a:gd name="T2" fmla="*/ 33 w 54"/>
                <a:gd name="T3" fmla="*/ 7 h 78"/>
                <a:gd name="T4" fmla="*/ 33 w 54"/>
                <a:gd name="T5" fmla="*/ 78 h 78"/>
                <a:gd name="T6" fmla="*/ 23 w 54"/>
                <a:gd name="T7" fmla="*/ 78 h 78"/>
                <a:gd name="T8" fmla="*/ 23 w 54"/>
                <a:gd name="T9" fmla="*/ 7 h 78"/>
                <a:gd name="T10" fmla="*/ 0 w 54"/>
                <a:gd name="T11" fmla="*/ 7 h 78"/>
                <a:gd name="T12" fmla="*/ 0 w 54"/>
                <a:gd name="T13" fmla="*/ 0 h 78"/>
                <a:gd name="T14" fmla="*/ 54 w 54"/>
                <a:gd name="T15" fmla="*/ 0 h 78"/>
                <a:gd name="T16" fmla="*/ 54 w 54"/>
                <a:gd name="T17" fmla="*/ 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8">
                  <a:moveTo>
                    <a:pt x="54" y="7"/>
                  </a:moveTo>
                  <a:lnTo>
                    <a:pt x="33" y="7"/>
                  </a:lnTo>
                  <a:lnTo>
                    <a:pt x="33" y="78"/>
                  </a:lnTo>
                  <a:lnTo>
                    <a:pt x="23" y="78"/>
                  </a:lnTo>
                  <a:lnTo>
                    <a:pt x="23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55" name="Group 154"/>
          <p:cNvGrpSpPr>
            <a:grpSpLocks noChangeAspect="1"/>
          </p:cNvGrpSpPr>
          <p:nvPr/>
        </p:nvGrpSpPr>
        <p:grpSpPr bwMode="auto">
          <a:xfrm>
            <a:off x="3094540" y="2157157"/>
            <a:ext cx="2931532" cy="2932906"/>
            <a:chOff x="2186" y="1093"/>
            <a:chExt cx="2133" cy="2134"/>
          </a:xfrm>
        </p:grpSpPr>
        <p:sp>
          <p:nvSpPr>
            <p:cNvPr id="156" name="AutoShape 153"/>
            <p:cNvSpPr>
              <a:spLocks noChangeAspect="1" noChangeArrowheads="1" noTextEdit="1"/>
            </p:cNvSpPr>
            <p:nvPr/>
          </p:nvSpPr>
          <p:spPr bwMode="auto">
            <a:xfrm>
              <a:off x="2186" y="1093"/>
              <a:ext cx="2133" cy="2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57" name="Group 355"/>
            <p:cNvGrpSpPr>
              <a:grpSpLocks/>
            </p:cNvGrpSpPr>
            <p:nvPr/>
          </p:nvGrpSpPr>
          <p:grpSpPr bwMode="auto">
            <a:xfrm>
              <a:off x="2186" y="1093"/>
              <a:ext cx="2133" cy="2134"/>
              <a:chOff x="2186" y="1093"/>
              <a:chExt cx="2133" cy="2134"/>
            </a:xfrm>
          </p:grpSpPr>
          <p:sp>
            <p:nvSpPr>
              <p:cNvPr id="180" name="Rectangle 155"/>
              <p:cNvSpPr>
                <a:spLocks noChangeArrowheads="1"/>
              </p:cNvSpPr>
              <p:nvPr/>
            </p:nvSpPr>
            <p:spPr bwMode="auto">
              <a:xfrm>
                <a:off x="2186" y="1093"/>
                <a:ext cx="2133" cy="2134"/>
              </a:xfrm>
              <a:prstGeom prst="rect">
                <a:avLst/>
              </a:prstGeom>
              <a:solidFill>
                <a:srgbClr val="FF6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1" name="Rectangle 156"/>
              <p:cNvSpPr>
                <a:spLocks noChangeArrowheads="1"/>
              </p:cNvSpPr>
              <p:nvPr/>
            </p:nvSpPr>
            <p:spPr bwMode="auto">
              <a:xfrm>
                <a:off x="2186" y="1093"/>
                <a:ext cx="2133" cy="2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2" name="Freeform 157"/>
              <p:cNvSpPr>
                <a:spLocks/>
              </p:cNvSpPr>
              <p:nvPr/>
            </p:nvSpPr>
            <p:spPr bwMode="auto">
              <a:xfrm>
                <a:off x="3044" y="1437"/>
                <a:ext cx="54" cy="107"/>
              </a:xfrm>
              <a:custGeom>
                <a:avLst/>
                <a:gdLst>
                  <a:gd name="T0" fmla="*/ 3 w 23"/>
                  <a:gd name="T1" fmla="*/ 23 h 45"/>
                  <a:gd name="T2" fmla="*/ 23 w 23"/>
                  <a:gd name="T3" fmla="*/ 3 h 45"/>
                  <a:gd name="T4" fmla="*/ 23 w 23"/>
                  <a:gd name="T5" fmla="*/ 0 h 45"/>
                  <a:gd name="T6" fmla="*/ 0 w 23"/>
                  <a:gd name="T7" fmla="*/ 23 h 45"/>
                  <a:gd name="T8" fmla="*/ 23 w 23"/>
                  <a:gd name="T9" fmla="*/ 45 h 45"/>
                  <a:gd name="T10" fmla="*/ 23 w 23"/>
                  <a:gd name="T11" fmla="*/ 43 h 45"/>
                  <a:gd name="T12" fmla="*/ 3 w 23"/>
                  <a:gd name="T13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45">
                    <a:moveTo>
                      <a:pt x="3" y="23"/>
                    </a:moveTo>
                    <a:cubicBezTo>
                      <a:pt x="3" y="12"/>
                      <a:pt x="12" y="3"/>
                      <a:pt x="23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3"/>
                    </a:cubicBezTo>
                    <a:cubicBezTo>
                      <a:pt x="0" y="35"/>
                      <a:pt x="10" y="45"/>
                      <a:pt x="23" y="45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12" y="42"/>
                      <a:pt x="3" y="34"/>
                      <a:pt x="3" y="23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3" name="Freeform 158"/>
              <p:cNvSpPr>
                <a:spLocks/>
              </p:cNvSpPr>
              <p:nvPr/>
            </p:nvSpPr>
            <p:spPr bwMode="auto">
              <a:xfrm>
                <a:off x="3098" y="1437"/>
                <a:ext cx="53" cy="107"/>
              </a:xfrm>
              <a:custGeom>
                <a:avLst/>
                <a:gdLst>
                  <a:gd name="T0" fmla="*/ 22 w 22"/>
                  <a:gd name="T1" fmla="*/ 23 h 45"/>
                  <a:gd name="T2" fmla="*/ 0 w 22"/>
                  <a:gd name="T3" fmla="*/ 0 h 45"/>
                  <a:gd name="T4" fmla="*/ 0 w 22"/>
                  <a:gd name="T5" fmla="*/ 0 h 45"/>
                  <a:gd name="T6" fmla="*/ 0 w 22"/>
                  <a:gd name="T7" fmla="*/ 3 h 45"/>
                  <a:gd name="T8" fmla="*/ 0 w 22"/>
                  <a:gd name="T9" fmla="*/ 3 h 45"/>
                  <a:gd name="T10" fmla="*/ 20 w 22"/>
                  <a:gd name="T11" fmla="*/ 23 h 45"/>
                  <a:gd name="T12" fmla="*/ 0 w 22"/>
                  <a:gd name="T13" fmla="*/ 43 h 45"/>
                  <a:gd name="T14" fmla="*/ 0 w 22"/>
                  <a:gd name="T15" fmla="*/ 43 h 45"/>
                  <a:gd name="T16" fmla="*/ 0 w 22"/>
                  <a:gd name="T17" fmla="*/ 45 h 45"/>
                  <a:gd name="T18" fmla="*/ 0 w 22"/>
                  <a:gd name="T19" fmla="*/ 45 h 45"/>
                  <a:gd name="T20" fmla="*/ 22 w 22"/>
                  <a:gd name="T21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" h="45">
                    <a:moveTo>
                      <a:pt x="22" y="23"/>
                    </a:moveTo>
                    <a:cubicBezTo>
                      <a:pt x="22" y="10"/>
                      <a:pt x="12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1" y="3"/>
                      <a:pt x="20" y="12"/>
                      <a:pt x="20" y="23"/>
                    </a:cubicBezTo>
                    <a:cubicBezTo>
                      <a:pt x="20" y="34"/>
                      <a:pt x="11" y="43"/>
                      <a:pt x="0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12" y="45"/>
                      <a:pt x="22" y="35"/>
                      <a:pt x="22" y="23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4" name="Freeform 159"/>
              <p:cNvSpPr>
                <a:spLocks/>
              </p:cNvSpPr>
              <p:nvPr/>
            </p:nvSpPr>
            <p:spPr bwMode="auto">
              <a:xfrm>
                <a:off x="3098" y="1446"/>
                <a:ext cx="43" cy="88"/>
              </a:xfrm>
              <a:custGeom>
                <a:avLst/>
                <a:gdLst>
                  <a:gd name="T0" fmla="*/ 0 w 18"/>
                  <a:gd name="T1" fmla="*/ 37 h 37"/>
                  <a:gd name="T2" fmla="*/ 18 w 18"/>
                  <a:gd name="T3" fmla="*/ 19 h 37"/>
                  <a:gd name="T4" fmla="*/ 0 w 18"/>
                  <a:gd name="T5" fmla="*/ 0 h 37"/>
                  <a:gd name="T6" fmla="*/ 0 w 18"/>
                  <a:gd name="T7" fmla="*/ 0 h 37"/>
                  <a:gd name="T8" fmla="*/ 0 w 18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37">
                    <a:moveTo>
                      <a:pt x="0" y="37"/>
                    </a:moveTo>
                    <a:cubicBezTo>
                      <a:pt x="10" y="37"/>
                      <a:pt x="18" y="29"/>
                      <a:pt x="18" y="19"/>
                    </a:cubicBezTo>
                    <a:cubicBezTo>
                      <a:pt x="18" y="9"/>
                      <a:pt x="1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7"/>
                      <a:pt x="0" y="37"/>
                      <a:pt x="0" y="37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5" name="Freeform 160"/>
              <p:cNvSpPr>
                <a:spLocks/>
              </p:cNvSpPr>
              <p:nvPr/>
            </p:nvSpPr>
            <p:spPr bwMode="auto">
              <a:xfrm>
                <a:off x="3053" y="1446"/>
                <a:ext cx="45" cy="88"/>
              </a:xfrm>
              <a:custGeom>
                <a:avLst/>
                <a:gdLst>
                  <a:gd name="T0" fmla="*/ 0 w 19"/>
                  <a:gd name="T1" fmla="*/ 19 h 37"/>
                  <a:gd name="T2" fmla="*/ 19 w 19"/>
                  <a:gd name="T3" fmla="*/ 37 h 37"/>
                  <a:gd name="T4" fmla="*/ 19 w 19"/>
                  <a:gd name="T5" fmla="*/ 0 h 37"/>
                  <a:gd name="T6" fmla="*/ 0 w 19"/>
                  <a:gd name="T7" fmla="*/ 19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7">
                    <a:moveTo>
                      <a:pt x="0" y="19"/>
                    </a:moveTo>
                    <a:cubicBezTo>
                      <a:pt x="0" y="29"/>
                      <a:pt x="9" y="37"/>
                      <a:pt x="19" y="37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9"/>
                      <a:pt x="0" y="19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6" name="Freeform 161"/>
              <p:cNvSpPr>
                <a:spLocks/>
              </p:cNvSpPr>
              <p:nvPr/>
            </p:nvSpPr>
            <p:spPr bwMode="auto">
              <a:xfrm>
                <a:off x="3051" y="1444"/>
                <a:ext cx="47" cy="95"/>
              </a:xfrm>
              <a:custGeom>
                <a:avLst/>
                <a:gdLst>
                  <a:gd name="T0" fmla="*/ 0 w 20"/>
                  <a:gd name="T1" fmla="*/ 20 h 40"/>
                  <a:gd name="T2" fmla="*/ 20 w 20"/>
                  <a:gd name="T3" fmla="*/ 40 h 40"/>
                  <a:gd name="T4" fmla="*/ 20 w 20"/>
                  <a:gd name="T5" fmla="*/ 39 h 40"/>
                  <a:gd name="T6" fmla="*/ 1 w 20"/>
                  <a:gd name="T7" fmla="*/ 20 h 40"/>
                  <a:gd name="T8" fmla="*/ 20 w 20"/>
                  <a:gd name="T9" fmla="*/ 0 h 40"/>
                  <a:gd name="T10" fmla="*/ 20 w 20"/>
                  <a:gd name="T11" fmla="*/ 0 h 40"/>
                  <a:gd name="T12" fmla="*/ 0 w 20"/>
                  <a:gd name="T13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40">
                    <a:moveTo>
                      <a:pt x="0" y="20"/>
                    </a:moveTo>
                    <a:cubicBezTo>
                      <a:pt x="0" y="31"/>
                      <a:pt x="9" y="39"/>
                      <a:pt x="20" y="40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9" y="39"/>
                      <a:pt x="1" y="30"/>
                      <a:pt x="1" y="20"/>
                    </a:cubicBezTo>
                    <a:cubicBezTo>
                      <a:pt x="1" y="9"/>
                      <a:pt x="9" y="1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7" name="Freeform 162"/>
              <p:cNvSpPr>
                <a:spLocks/>
              </p:cNvSpPr>
              <p:nvPr/>
            </p:nvSpPr>
            <p:spPr bwMode="auto">
              <a:xfrm>
                <a:off x="3098" y="1444"/>
                <a:ext cx="48" cy="95"/>
              </a:xfrm>
              <a:custGeom>
                <a:avLst/>
                <a:gdLst>
                  <a:gd name="T0" fmla="*/ 0 w 20"/>
                  <a:gd name="T1" fmla="*/ 0 h 40"/>
                  <a:gd name="T2" fmla="*/ 19 w 20"/>
                  <a:gd name="T3" fmla="*/ 20 h 40"/>
                  <a:gd name="T4" fmla="*/ 0 w 20"/>
                  <a:gd name="T5" fmla="*/ 39 h 40"/>
                  <a:gd name="T6" fmla="*/ 0 w 20"/>
                  <a:gd name="T7" fmla="*/ 39 h 40"/>
                  <a:gd name="T8" fmla="*/ 0 w 20"/>
                  <a:gd name="T9" fmla="*/ 40 h 40"/>
                  <a:gd name="T10" fmla="*/ 0 w 20"/>
                  <a:gd name="T11" fmla="*/ 40 h 40"/>
                  <a:gd name="T12" fmla="*/ 20 w 20"/>
                  <a:gd name="T13" fmla="*/ 20 h 40"/>
                  <a:gd name="T14" fmla="*/ 0 w 20"/>
                  <a:gd name="T15" fmla="*/ 0 h 40"/>
                  <a:gd name="T16" fmla="*/ 0 w 20"/>
                  <a:gd name="T17" fmla="*/ 0 h 40"/>
                  <a:gd name="T18" fmla="*/ 0 w 20"/>
                  <a:gd name="T1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40">
                    <a:moveTo>
                      <a:pt x="0" y="0"/>
                    </a:moveTo>
                    <a:cubicBezTo>
                      <a:pt x="10" y="0"/>
                      <a:pt x="19" y="9"/>
                      <a:pt x="19" y="20"/>
                    </a:cubicBezTo>
                    <a:cubicBezTo>
                      <a:pt x="19" y="30"/>
                      <a:pt x="10" y="39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1" y="40"/>
                      <a:pt x="20" y="31"/>
                      <a:pt x="20" y="20"/>
                    </a:cubicBezTo>
                    <a:cubicBezTo>
                      <a:pt x="20" y="9"/>
                      <a:pt x="1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8" name="Freeform 163"/>
              <p:cNvSpPr>
                <a:spLocks/>
              </p:cNvSpPr>
              <p:nvPr/>
            </p:nvSpPr>
            <p:spPr bwMode="auto">
              <a:xfrm>
                <a:off x="3098" y="1444"/>
                <a:ext cx="45" cy="92"/>
              </a:xfrm>
              <a:custGeom>
                <a:avLst/>
                <a:gdLst>
                  <a:gd name="T0" fmla="*/ 19 w 19"/>
                  <a:gd name="T1" fmla="*/ 20 h 39"/>
                  <a:gd name="T2" fmla="*/ 0 w 19"/>
                  <a:gd name="T3" fmla="*/ 0 h 39"/>
                  <a:gd name="T4" fmla="*/ 0 w 19"/>
                  <a:gd name="T5" fmla="*/ 0 h 39"/>
                  <a:gd name="T6" fmla="*/ 0 w 19"/>
                  <a:gd name="T7" fmla="*/ 1 h 39"/>
                  <a:gd name="T8" fmla="*/ 0 w 19"/>
                  <a:gd name="T9" fmla="*/ 1 h 39"/>
                  <a:gd name="T10" fmla="*/ 18 w 19"/>
                  <a:gd name="T11" fmla="*/ 20 h 39"/>
                  <a:gd name="T12" fmla="*/ 0 w 19"/>
                  <a:gd name="T13" fmla="*/ 38 h 39"/>
                  <a:gd name="T14" fmla="*/ 0 w 19"/>
                  <a:gd name="T15" fmla="*/ 38 h 39"/>
                  <a:gd name="T16" fmla="*/ 0 w 19"/>
                  <a:gd name="T17" fmla="*/ 39 h 39"/>
                  <a:gd name="T18" fmla="*/ 0 w 19"/>
                  <a:gd name="T19" fmla="*/ 39 h 39"/>
                  <a:gd name="T20" fmla="*/ 19 w 19"/>
                  <a:gd name="T21" fmla="*/ 2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39">
                    <a:moveTo>
                      <a:pt x="19" y="20"/>
                    </a:moveTo>
                    <a:cubicBezTo>
                      <a:pt x="19" y="9"/>
                      <a:pt x="1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0" y="1"/>
                      <a:pt x="18" y="10"/>
                      <a:pt x="18" y="20"/>
                    </a:cubicBezTo>
                    <a:cubicBezTo>
                      <a:pt x="18" y="30"/>
                      <a:pt x="10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0"/>
                      <a:pt x="19" y="20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9" name="Freeform 164"/>
              <p:cNvSpPr>
                <a:spLocks/>
              </p:cNvSpPr>
              <p:nvPr/>
            </p:nvSpPr>
            <p:spPr bwMode="auto">
              <a:xfrm>
                <a:off x="3053" y="1444"/>
                <a:ext cx="45" cy="92"/>
              </a:xfrm>
              <a:custGeom>
                <a:avLst/>
                <a:gdLst>
                  <a:gd name="T0" fmla="*/ 0 w 19"/>
                  <a:gd name="T1" fmla="*/ 20 h 39"/>
                  <a:gd name="T2" fmla="*/ 19 w 19"/>
                  <a:gd name="T3" fmla="*/ 1 h 39"/>
                  <a:gd name="T4" fmla="*/ 19 w 19"/>
                  <a:gd name="T5" fmla="*/ 0 h 39"/>
                  <a:gd name="T6" fmla="*/ 0 w 19"/>
                  <a:gd name="T7" fmla="*/ 20 h 39"/>
                  <a:gd name="T8" fmla="*/ 19 w 19"/>
                  <a:gd name="T9" fmla="*/ 39 h 39"/>
                  <a:gd name="T10" fmla="*/ 19 w 19"/>
                  <a:gd name="T11" fmla="*/ 38 h 39"/>
                  <a:gd name="T12" fmla="*/ 0 w 19"/>
                  <a:gd name="T13" fmla="*/ 2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39">
                    <a:moveTo>
                      <a:pt x="0" y="20"/>
                    </a:moveTo>
                    <a:cubicBezTo>
                      <a:pt x="0" y="10"/>
                      <a:pt x="9" y="1"/>
                      <a:pt x="19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8" y="1"/>
                      <a:pt x="0" y="9"/>
                      <a:pt x="0" y="20"/>
                    </a:cubicBezTo>
                    <a:cubicBezTo>
                      <a:pt x="0" y="30"/>
                      <a:pt x="8" y="39"/>
                      <a:pt x="19" y="39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9" y="38"/>
                      <a:pt x="0" y="30"/>
                      <a:pt x="0" y="20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0" name="Freeform 165"/>
              <p:cNvSpPr>
                <a:spLocks/>
              </p:cNvSpPr>
              <p:nvPr/>
            </p:nvSpPr>
            <p:spPr bwMode="auto">
              <a:xfrm>
                <a:off x="3084" y="1411"/>
                <a:ext cx="14" cy="21"/>
              </a:xfrm>
              <a:custGeom>
                <a:avLst/>
                <a:gdLst>
                  <a:gd name="T0" fmla="*/ 10 w 14"/>
                  <a:gd name="T1" fmla="*/ 7 h 21"/>
                  <a:gd name="T2" fmla="*/ 0 w 14"/>
                  <a:gd name="T3" fmla="*/ 21 h 21"/>
                  <a:gd name="T4" fmla="*/ 14 w 14"/>
                  <a:gd name="T5" fmla="*/ 21 h 21"/>
                  <a:gd name="T6" fmla="*/ 14 w 14"/>
                  <a:gd name="T7" fmla="*/ 0 h 21"/>
                  <a:gd name="T8" fmla="*/ 10 w 14"/>
                  <a:gd name="T9" fmla="*/ 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1">
                    <a:moveTo>
                      <a:pt x="10" y="7"/>
                    </a:moveTo>
                    <a:lnTo>
                      <a:pt x="0" y="21"/>
                    </a:lnTo>
                    <a:lnTo>
                      <a:pt x="14" y="21"/>
                    </a:lnTo>
                    <a:lnTo>
                      <a:pt x="14" y="0"/>
                    </a:lnTo>
                    <a:lnTo>
                      <a:pt x="10" y="7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1" name="Freeform 166"/>
              <p:cNvSpPr>
                <a:spLocks/>
              </p:cNvSpPr>
              <p:nvPr/>
            </p:nvSpPr>
            <p:spPr bwMode="auto">
              <a:xfrm>
                <a:off x="3098" y="1406"/>
                <a:ext cx="19" cy="26"/>
              </a:xfrm>
              <a:custGeom>
                <a:avLst/>
                <a:gdLst>
                  <a:gd name="T0" fmla="*/ 19 w 19"/>
                  <a:gd name="T1" fmla="*/ 26 h 26"/>
                  <a:gd name="T2" fmla="*/ 12 w 19"/>
                  <a:gd name="T3" fmla="*/ 12 h 26"/>
                  <a:gd name="T4" fmla="*/ 3 w 19"/>
                  <a:gd name="T5" fmla="*/ 0 h 26"/>
                  <a:gd name="T6" fmla="*/ 0 w 19"/>
                  <a:gd name="T7" fmla="*/ 5 h 26"/>
                  <a:gd name="T8" fmla="*/ 0 w 19"/>
                  <a:gd name="T9" fmla="*/ 26 h 26"/>
                  <a:gd name="T10" fmla="*/ 3 w 19"/>
                  <a:gd name="T11" fmla="*/ 26 h 26"/>
                  <a:gd name="T12" fmla="*/ 19 w 19"/>
                  <a:gd name="T13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26">
                    <a:moveTo>
                      <a:pt x="19" y="26"/>
                    </a:moveTo>
                    <a:lnTo>
                      <a:pt x="12" y="12"/>
                    </a:lnTo>
                    <a:lnTo>
                      <a:pt x="3" y="0"/>
                    </a:lnTo>
                    <a:lnTo>
                      <a:pt x="0" y="5"/>
                    </a:lnTo>
                    <a:lnTo>
                      <a:pt x="0" y="26"/>
                    </a:lnTo>
                    <a:lnTo>
                      <a:pt x="3" y="26"/>
                    </a:lnTo>
                    <a:lnTo>
                      <a:pt x="19" y="26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2" name="Freeform 167"/>
              <p:cNvSpPr>
                <a:spLocks/>
              </p:cNvSpPr>
              <p:nvPr/>
            </p:nvSpPr>
            <p:spPr bwMode="auto">
              <a:xfrm>
                <a:off x="3117" y="1420"/>
                <a:ext cx="29" cy="31"/>
              </a:xfrm>
              <a:custGeom>
                <a:avLst/>
                <a:gdLst>
                  <a:gd name="T0" fmla="*/ 26 w 29"/>
                  <a:gd name="T1" fmla="*/ 31 h 31"/>
                  <a:gd name="T2" fmla="*/ 29 w 29"/>
                  <a:gd name="T3" fmla="*/ 17 h 31"/>
                  <a:gd name="T4" fmla="*/ 29 w 29"/>
                  <a:gd name="T5" fmla="*/ 0 h 31"/>
                  <a:gd name="T6" fmla="*/ 15 w 29"/>
                  <a:gd name="T7" fmla="*/ 7 h 31"/>
                  <a:gd name="T8" fmla="*/ 0 w 29"/>
                  <a:gd name="T9" fmla="*/ 14 h 31"/>
                  <a:gd name="T10" fmla="*/ 15 w 29"/>
                  <a:gd name="T11" fmla="*/ 24 h 31"/>
                  <a:gd name="T12" fmla="*/ 26 w 29"/>
                  <a:gd name="T13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1">
                    <a:moveTo>
                      <a:pt x="26" y="31"/>
                    </a:moveTo>
                    <a:lnTo>
                      <a:pt x="29" y="17"/>
                    </a:lnTo>
                    <a:lnTo>
                      <a:pt x="29" y="0"/>
                    </a:lnTo>
                    <a:lnTo>
                      <a:pt x="15" y="7"/>
                    </a:lnTo>
                    <a:lnTo>
                      <a:pt x="0" y="14"/>
                    </a:lnTo>
                    <a:lnTo>
                      <a:pt x="15" y="24"/>
                    </a:lnTo>
                    <a:lnTo>
                      <a:pt x="26" y="31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3" name="Freeform 168"/>
              <p:cNvSpPr>
                <a:spLocks/>
              </p:cNvSpPr>
              <p:nvPr/>
            </p:nvSpPr>
            <p:spPr bwMode="auto">
              <a:xfrm>
                <a:off x="3146" y="1453"/>
                <a:ext cx="31" cy="29"/>
              </a:xfrm>
              <a:custGeom>
                <a:avLst/>
                <a:gdLst>
                  <a:gd name="T0" fmla="*/ 5 w 31"/>
                  <a:gd name="T1" fmla="*/ 15 h 29"/>
                  <a:gd name="T2" fmla="*/ 12 w 31"/>
                  <a:gd name="T3" fmla="*/ 29 h 29"/>
                  <a:gd name="T4" fmla="*/ 21 w 31"/>
                  <a:gd name="T5" fmla="*/ 17 h 29"/>
                  <a:gd name="T6" fmla="*/ 31 w 31"/>
                  <a:gd name="T7" fmla="*/ 5 h 29"/>
                  <a:gd name="T8" fmla="*/ 14 w 31"/>
                  <a:gd name="T9" fmla="*/ 3 h 29"/>
                  <a:gd name="T10" fmla="*/ 0 w 31"/>
                  <a:gd name="T11" fmla="*/ 0 h 29"/>
                  <a:gd name="T12" fmla="*/ 5 w 31"/>
                  <a:gd name="T13" fmla="*/ 15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29">
                    <a:moveTo>
                      <a:pt x="5" y="15"/>
                    </a:moveTo>
                    <a:lnTo>
                      <a:pt x="12" y="29"/>
                    </a:lnTo>
                    <a:lnTo>
                      <a:pt x="21" y="17"/>
                    </a:lnTo>
                    <a:lnTo>
                      <a:pt x="31" y="5"/>
                    </a:lnTo>
                    <a:lnTo>
                      <a:pt x="14" y="3"/>
                    </a:lnTo>
                    <a:lnTo>
                      <a:pt x="0" y="0"/>
                    </a:ln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4" name="Freeform 169"/>
              <p:cNvSpPr>
                <a:spLocks/>
              </p:cNvSpPr>
              <p:nvPr/>
            </p:nvSpPr>
            <p:spPr bwMode="auto">
              <a:xfrm>
                <a:off x="3153" y="1484"/>
                <a:ext cx="28" cy="33"/>
              </a:xfrm>
              <a:custGeom>
                <a:avLst/>
                <a:gdLst>
                  <a:gd name="T0" fmla="*/ 17 w 28"/>
                  <a:gd name="T1" fmla="*/ 12 h 33"/>
                  <a:gd name="T2" fmla="*/ 5 w 28"/>
                  <a:gd name="T3" fmla="*/ 0 h 33"/>
                  <a:gd name="T4" fmla="*/ 2 w 28"/>
                  <a:gd name="T5" fmla="*/ 17 h 33"/>
                  <a:gd name="T6" fmla="*/ 0 w 28"/>
                  <a:gd name="T7" fmla="*/ 33 h 33"/>
                  <a:gd name="T8" fmla="*/ 14 w 28"/>
                  <a:gd name="T9" fmla="*/ 26 h 33"/>
                  <a:gd name="T10" fmla="*/ 28 w 28"/>
                  <a:gd name="T11" fmla="*/ 22 h 33"/>
                  <a:gd name="T12" fmla="*/ 17 w 28"/>
                  <a:gd name="T13" fmla="*/ 1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33">
                    <a:moveTo>
                      <a:pt x="17" y="12"/>
                    </a:moveTo>
                    <a:lnTo>
                      <a:pt x="5" y="0"/>
                    </a:lnTo>
                    <a:lnTo>
                      <a:pt x="2" y="17"/>
                    </a:lnTo>
                    <a:lnTo>
                      <a:pt x="0" y="33"/>
                    </a:lnTo>
                    <a:lnTo>
                      <a:pt x="14" y="26"/>
                    </a:lnTo>
                    <a:lnTo>
                      <a:pt x="28" y="22"/>
                    </a:lnTo>
                    <a:lnTo>
                      <a:pt x="17" y="12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5" name="Freeform 170"/>
              <p:cNvSpPr>
                <a:spLocks/>
              </p:cNvSpPr>
              <p:nvPr/>
            </p:nvSpPr>
            <p:spPr bwMode="auto">
              <a:xfrm>
                <a:off x="3129" y="1520"/>
                <a:ext cx="31" cy="31"/>
              </a:xfrm>
              <a:custGeom>
                <a:avLst/>
                <a:gdLst>
                  <a:gd name="T0" fmla="*/ 22 w 31"/>
                  <a:gd name="T1" fmla="*/ 0 h 31"/>
                  <a:gd name="T2" fmla="*/ 12 w 31"/>
                  <a:gd name="T3" fmla="*/ 12 h 31"/>
                  <a:gd name="T4" fmla="*/ 0 w 31"/>
                  <a:gd name="T5" fmla="*/ 21 h 31"/>
                  <a:gd name="T6" fmla="*/ 14 w 31"/>
                  <a:gd name="T7" fmla="*/ 26 h 31"/>
                  <a:gd name="T8" fmla="*/ 31 w 31"/>
                  <a:gd name="T9" fmla="*/ 31 h 31"/>
                  <a:gd name="T10" fmla="*/ 26 w 31"/>
                  <a:gd name="T11" fmla="*/ 14 h 31"/>
                  <a:gd name="T12" fmla="*/ 22 w 31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31">
                    <a:moveTo>
                      <a:pt x="22" y="0"/>
                    </a:moveTo>
                    <a:lnTo>
                      <a:pt x="12" y="12"/>
                    </a:lnTo>
                    <a:lnTo>
                      <a:pt x="0" y="21"/>
                    </a:lnTo>
                    <a:lnTo>
                      <a:pt x="14" y="26"/>
                    </a:lnTo>
                    <a:lnTo>
                      <a:pt x="31" y="31"/>
                    </a:lnTo>
                    <a:lnTo>
                      <a:pt x="26" y="14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6" name="Freeform 171"/>
              <p:cNvSpPr>
                <a:spLocks/>
              </p:cNvSpPr>
              <p:nvPr/>
            </p:nvSpPr>
            <p:spPr bwMode="auto">
              <a:xfrm>
                <a:off x="3098" y="1544"/>
                <a:ext cx="29" cy="30"/>
              </a:xfrm>
              <a:custGeom>
                <a:avLst/>
                <a:gdLst>
                  <a:gd name="T0" fmla="*/ 0 w 29"/>
                  <a:gd name="T1" fmla="*/ 7 h 30"/>
                  <a:gd name="T2" fmla="*/ 0 w 29"/>
                  <a:gd name="T3" fmla="*/ 9 h 30"/>
                  <a:gd name="T4" fmla="*/ 8 w 29"/>
                  <a:gd name="T5" fmla="*/ 18 h 30"/>
                  <a:gd name="T6" fmla="*/ 19 w 29"/>
                  <a:gd name="T7" fmla="*/ 30 h 30"/>
                  <a:gd name="T8" fmla="*/ 24 w 29"/>
                  <a:gd name="T9" fmla="*/ 14 h 30"/>
                  <a:gd name="T10" fmla="*/ 29 w 29"/>
                  <a:gd name="T11" fmla="*/ 0 h 30"/>
                  <a:gd name="T12" fmla="*/ 12 w 29"/>
                  <a:gd name="T13" fmla="*/ 4 h 30"/>
                  <a:gd name="T14" fmla="*/ 0 w 29"/>
                  <a:gd name="T15" fmla="*/ 7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30">
                    <a:moveTo>
                      <a:pt x="0" y="7"/>
                    </a:moveTo>
                    <a:lnTo>
                      <a:pt x="0" y="9"/>
                    </a:lnTo>
                    <a:lnTo>
                      <a:pt x="8" y="18"/>
                    </a:lnTo>
                    <a:lnTo>
                      <a:pt x="19" y="30"/>
                    </a:lnTo>
                    <a:lnTo>
                      <a:pt x="24" y="14"/>
                    </a:lnTo>
                    <a:lnTo>
                      <a:pt x="29" y="0"/>
                    </a:lnTo>
                    <a:lnTo>
                      <a:pt x="12" y="4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7" name="Freeform 172"/>
              <p:cNvSpPr>
                <a:spLocks/>
              </p:cNvSpPr>
              <p:nvPr/>
            </p:nvSpPr>
            <p:spPr bwMode="auto">
              <a:xfrm>
                <a:off x="3096" y="1551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2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8" name="Freeform 173"/>
              <p:cNvSpPr>
                <a:spLocks/>
              </p:cNvSpPr>
              <p:nvPr/>
            </p:nvSpPr>
            <p:spPr bwMode="auto">
              <a:xfrm>
                <a:off x="3063" y="1539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2 w 31"/>
                  <a:gd name="T3" fmla="*/ 16 h 31"/>
                  <a:gd name="T4" fmla="*/ 5 w 31"/>
                  <a:gd name="T5" fmla="*/ 31 h 31"/>
                  <a:gd name="T6" fmla="*/ 16 w 31"/>
                  <a:gd name="T7" fmla="*/ 21 h 31"/>
                  <a:gd name="T8" fmla="*/ 31 w 31"/>
                  <a:gd name="T9" fmla="*/ 12 h 31"/>
                  <a:gd name="T10" fmla="*/ 14 w 31"/>
                  <a:gd name="T11" fmla="*/ 7 h 31"/>
                  <a:gd name="T12" fmla="*/ 0 w 31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31">
                    <a:moveTo>
                      <a:pt x="0" y="0"/>
                    </a:moveTo>
                    <a:lnTo>
                      <a:pt x="2" y="16"/>
                    </a:lnTo>
                    <a:lnTo>
                      <a:pt x="5" y="31"/>
                    </a:lnTo>
                    <a:lnTo>
                      <a:pt x="16" y="21"/>
                    </a:lnTo>
                    <a:lnTo>
                      <a:pt x="31" y="12"/>
                    </a:lnTo>
                    <a:lnTo>
                      <a:pt x="14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9" name="Freeform 174"/>
              <p:cNvSpPr>
                <a:spLocks/>
              </p:cNvSpPr>
              <p:nvPr/>
            </p:nvSpPr>
            <p:spPr bwMode="auto">
              <a:xfrm>
                <a:off x="3030" y="1513"/>
                <a:ext cx="31" cy="28"/>
              </a:xfrm>
              <a:custGeom>
                <a:avLst/>
                <a:gdLst>
                  <a:gd name="T0" fmla="*/ 12 w 31"/>
                  <a:gd name="T1" fmla="*/ 0 h 28"/>
                  <a:gd name="T2" fmla="*/ 4 w 31"/>
                  <a:gd name="T3" fmla="*/ 14 h 28"/>
                  <a:gd name="T4" fmla="*/ 0 w 31"/>
                  <a:gd name="T5" fmla="*/ 28 h 28"/>
                  <a:gd name="T6" fmla="*/ 14 w 31"/>
                  <a:gd name="T7" fmla="*/ 26 h 28"/>
                  <a:gd name="T8" fmla="*/ 31 w 31"/>
                  <a:gd name="T9" fmla="*/ 26 h 28"/>
                  <a:gd name="T10" fmla="*/ 21 w 31"/>
                  <a:gd name="T11" fmla="*/ 12 h 28"/>
                  <a:gd name="T12" fmla="*/ 12 w 31"/>
                  <a:gd name="T1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28">
                    <a:moveTo>
                      <a:pt x="12" y="0"/>
                    </a:moveTo>
                    <a:lnTo>
                      <a:pt x="4" y="14"/>
                    </a:lnTo>
                    <a:lnTo>
                      <a:pt x="0" y="28"/>
                    </a:lnTo>
                    <a:lnTo>
                      <a:pt x="14" y="26"/>
                    </a:lnTo>
                    <a:lnTo>
                      <a:pt x="31" y="26"/>
                    </a:lnTo>
                    <a:lnTo>
                      <a:pt x="21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0" name="Freeform 175"/>
              <p:cNvSpPr>
                <a:spLocks/>
              </p:cNvSpPr>
              <p:nvPr/>
            </p:nvSpPr>
            <p:spPr bwMode="auto">
              <a:xfrm>
                <a:off x="3013" y="1477"/>
                <a:ext cx="29" cy="33"/>
              </a:xfrm>
              <a:custGeom>
                <a:avLst/>
                <a:gdLst>
                  <a:gd name="T0" fmla="*/ 26 w 29"/>
                  <a:gd name="T1" fmla="*/ 17 h 33"/>
                  <a:gd name="T2" fmla="*/ 26 w 29"/>
                  <a:gd name="T3" fmla="*/ 0 h 33"/>
                  <a:gd name="T4" fmla="*/ 12 w 29"/>
                  <a:gd name="T5" fmla="*/ 10 h 33"/>
                  <a:gd name="T6" fmla="*/ 0 w 29"/>
                  <a:gd name="T7" fmla="*/ 17 h 33"/>
                  <a:gd name="T8" fmla="*/ 14 w 29"/>
                  <a:gd name="T9" fmla="*/ 26 h 33"/>
                  <a:gd name="T10" fmla="*/ 29 w 29"/>
                  <a:gd name="T11" fmla="*/ 33 h 33"/>
                  <a:gd name="T12" fmla="*/ 26 w 29"/>
                  <a:gd name="T13" fmla="*/ 1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3">
                    <a:moveTo>
                      <a:pt x="26" y="17"/>
                    </a:moveTo>
                    <a:lnTo>
                      <a:pt x="26" y="0"/>
                    </a:lnTo>
                    <a:lnTo>
                      <a:pt x="12" y="10"/>
                    </a:lnTo>
                    <a:lnTo>
                      <a:pt x="0" y="17"/>
                    </a:lnTo>
                    <a:lnTo>
                      <a:pt x="14" y="26"/>
                    </a:lnTo>
                    <a:lnTo>
                      <a:pt x="29" y="33"/>
                    </a:lnTo>
                    <a:lnTo>
                      <a:pt x="26" y="17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1" name="Freeform 176"/>
              <p:cNvSpPr>
                <a:spLocks/>
              </p:cNvSpPr>
              <p:nvPr/>
            </p:nvSpPr>
            <p:spPr bwMode="auto">
              <a:xfrm>
                <a:off x="3025" y="1446"/>
                <a:ext cx="31" cy="29"/>
              </a:xfrm>
              <a:custGeom>
                <a:avLst/>
                <a:gdLst>
                  <a:gd name="T0" fmla="*/ 14 w 31"/>
                  <a:gd name="T1" fmla="*/ 29 h 29"/>
                  <a:gd name="T2" fmla="*/ 24 w 31"/>
                  <a:gd name="T3" fmla="*/ 15 h 29"/>
                  <a:gd name="T4" fmla="*/ 31 w 31"/>
                  <a:gd name="T5" fmla="*/ 3 h 29"/>
                  <a:gd name="T6" fmla="*/ 17 w 31"/>
                  <a:gd name="T7" fmla="*/ 0 h 29"/>
                  <a:gd name="T8" fmla="*/ 0 w 31"/>
                  <a:gd name="T9" fmla="*/ 0 h 29"/>
                  <a:gd name="T10" fmla="*/ 7 w 31"/>
                  <a:gd name="T11" fmla="*/ 15 h 29"/>
                  <a:gd name="T12" fmla="*/ 14 w 31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29">
                    <a:moveTo>
                      <a:pt x="14" y="29"/>
                    </a:moveTo>
                    <a:lnTo>
                      <a:pt x="24" y="15"/>
                    </a:lnTo>
                    <a:lnTo>
                      <a:pt x="31" y="3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7" y="15"/>
                    </a:lnTo>
                    <a:lnTo>
                      <a:pt x="14" y="29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2" name="Freeform 177"/>
              <p:cNvSpPr>
                <a:spLocks/>
              </p:cNvSpPr>
              <p:nvPr/>
            </p:nvSpPr>
            <p:spPr bwMode="auto">
              <a:xfrm>
                <a:off x="3056" y="1415"/>
                <a:ext cx="28" cy="31"/>
              </a:xfrm>
              <a:custGeom>
                <a:avLst/>
                <a:gdLst>
                  <a:gd name="T0" fmla="*/ 28 w 28"/>
                  <a:gd name="T1" fmla="*/ 17 h 31"/>
                  <a:gd name="T2" fmla="*/ 16 w 28"/>
                  <a:gd name="T3" fmla="*/ 10 h 31"/>
                  <a:gd name="T4" fmla="*/ 2 w 28"/>
                  <a:gd name="T5" fmla="*/ 0 h 31"/>
                  <a:gd name="T6" fmla="*/ 2 w 28"/>
                  <a:gd name="T7" fmla="*/ 15 h 31"/>
                  <a:gd name="T8" fmla="*/ 0 w 28"/>
                  <a:gd name="T9" fmla="*/ 31 h 31"/>
                  <a:gd name="T10" fmla="*/ 14 w 28"/>
                  <a:gd name="T11" fmla="*/ 24 h 31"/>
                  <a:gd name="T12" fmla="*/ 28 w 28"/>
                  <a:gd name="T13" fmla="*/ 1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31">
                    <a:moveTo>
                      <a:pt x="28" y="17"/>
                    </a:moveTo>
                    <a:lnTo>
                      <a:pt x="16" y="10"/>
                    </a:lnTo>
                    <a:lnTo>
                      <a:pt x="2" y="0"/>
                    </a:lnTo>
                    <a:lnTo>
                      <a:pt x="2" y="15"/>
                    </a:lnTo>
                    <a:lnTo>
                      <a:pt x="0" y="31"/>
                    </a:lnTo>
                    <a:lnTo>
                      <a:pt x="14" y="24"/>
                    </a:lnTo>
                    <a:lnTo>
                      <a:pt x="28" y="17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3" name="Freeform 178"/>
              <p:cNvSpPr>
                <a:spLocks/>
              </p:cNvSpPr>
              <p:nvPr/>
            </p:nvSpPr>
            <p:spPr bwMode="auto">
              <a:xfrm>
                <a:off x="3817" y="1883"/>
                <a:ext cx="52" cy="106"/>
              </a:xfrm>
              <a:custGeom>
                <a:avLst/>
                <a:gdLst>
                  <a:gd name="T0" fmla="*/ 2 w 22"/>
                  <a:gd name="T1" fmla="*/ 22 h 45"/>
                  <a:gd name="T2" fmla="*/ 22 w 22"/>
                  <a:gd name="T3" fmla="*/ 2 h 45"/>
                  <a:gd name="T4" fmla="*/ 22 w 22"/>
                  <a:gd name="T5" fmla="*/ 0 h 45"/>
                  <a:gd name="T6" fmla="*/ 0 w 22"/>
                  <a:gd name="T7" fmla="*/ 22 h 45"/>
                  <a:gd name="T8" fmla="*/ 22 w 22"/>
                  <a:gd name="T9" fmla="*/ 45 h 45"/>
                  <a:gd name="T10" fmla="*/ 22 w 22"/>
                  <a:gd name="T11" fmla="*/ 42 h 45"/>
                  <a:gd name="T12" fmla="*/ 2 w 22"/>
                  <a:gd name="T13" fmla="*/ 2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" h="45">
                    <a:moveTo>
                      <a:pt x="2" y="22"/>
                    </a:moveTo>
                    <a:cubicBezTo>
                      <a:pt x="2" y="11"/>
                      <a:pt x="11" y="2"/>
                      <a:pt x="22" y="2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34"/>
                      <a:pt x="10" y="44"/>
                      <a:pt x="22" y="45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1" y="42"/>
                      <a:pt x="2" y="33"/>
                      <a:pt x="2" y="22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4" name="Freeform 179"/>
              <p:cNvSpPr>
                <a:spLocks/>
              </p:cNvSpPr>
              <p:nvPr/>
            </p:nvSpPr>
            <p:spPr bwMode="auto">
              <a:xfrm>
                <a:off x="3869" y="1883"/>
                <a:ext cx="54" cy="106"/>
              </a:xfrm>
              <a:custGeom>
                <a:avLst/>
                <a:gdLst>
                  <a:gd name="T0" fmla="*/ 23 w 23"/>
                  <a:gd name="T1" fmla="*/ 22 h 45"/>
                  <a:gd name="T2" fmla="*/ 0 w 23"/>
                  <a:gd name="T3" fmla="*/ 0 h 45"/>
                  <a:gd name="T4" fmla="*/ 0 w 23"/>
                  <a:gd name="T5" fmla="*/ 0 h 45"/>
                  <a:gd name="T6" fmla="*/ 0 w 23"/>
                  <a:gd name="T7" fmla="*/ 2 h 45"/>
                  <a:gd name="T8" fmla="*/ 0 w 23"/>
                  <a:gd name="T9" fmla="*/ 2 h 45"/>
                  <a:gd name="T10" fmla="*/ 20 w 23"/>
                  <a:gd name="T11" fmla="*/ 22 h 45"/>
                  <a:gd name="T12" fmla="*/ 0 w 23"/>
                  <a:gd name="T13" fmla="*/ 42 h 45"/>
                  <a:gd name="T14" fmla="*/ 0 w 23"/>
                  <a:gd name="T15" fmla="*/ 42 h 45"/>
                  <a:gd name="T16" fmla="*/ 0 w 23"/>
                  <a:gd name="T17" fmla="*/ 45 h 45"/>
                  <a:gd name="T18" fmla="*/ 0 w 23"/>
                  <a:gd name="T19" fmla="*/ 45 h 45"/>
                  <a:gd name="T20" fmla="*/ 23 w 23"/>
                  <a:gd name="T21" fmla="*/ 2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45">
                    <a:moveTo>
                      <a:pt x="23" y="22"/>
                    </a:moveTo>
                    <a:cubicBezTo>
                      <a:pt x="23" y="10"/>
                      <a:pt x="13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1" y="2"/>
                      <a:pt x="20" y="11"/>
                      <a:pt x="20" y="22"/>
                    </a:cubicBezTo>
                    <a:cubicBezTo>
                      <a:pt x="20" y="33"/>
                      <a:pt x="11" y="42"/>
                      <a:pt x="0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13" y="45"/>
                      <a:pt x="23" y="34"/>
                      <a:pt x="23" y="22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5" name="Freeform 180"/>
              <p:cNvSpPr>
                <a:spLocks/>
              </p:cNvSpPr>
              <p:nvPr/>
            </p:nvSpPr>
            <p:spPr bwMode="auto">
              <a:xfrm>
                <a:off x="3869" y="1892"/>
                <a:ext cx="45" cy="88"/>
              </a:xfrm>
              <a:custGeom>
                <a:avLst/>
                <a:gdLst>
                  <a:gd name="T0" fmla="*/ 0 w 19"/>
                  <a:gd name="T1" fmla="*/ 37 h 37"/>
                  <a:gd name="T2" fmla="*/ 19 w 19"/>
                  <a:gd name="T3" fmla="*/ 18 h 37"/>
                  <a:gd name="T4" fmla="*/ 0 w 19"/>
                  <a:gd name="T5" fmla="*/ 0 h 37"/>
                  <a:gd name="T6" fmla="*/ 0 w 19"/>
                  <a:gd name="T7" fmla="*/ 0 h 37"/>
                  <a:gd name="T8" fmla="*/ 0 w 1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37">
                    <a:moveTo>
                      <a:pt x="0" y="37"/>
                    </a:moveTo>
                    <a:cubicBezTo>
                      <a:pt x="11" y="37"/>
                      <a:pt x="19" y="28"/>
                      <a:pt x="19" y="18"/>
                    </a:cubicBezTo>
                    <a:cubicBezTo>
                      <a:pt x="19" y="8"/>
                      <a:pt x="1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7"/>
                      <a:pt x="0" y="37"/>
                      <a:pt x="0" y="37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6" name="Freeform 181"/>
              <p:cNvSpPr>
                <a:spLocks/>
              </p:cNvSpPr>
              <p:nvPr/>
            </p:nvSpPr>
            <p:spPr bwMode="auto">
              <a:xfrm>
                <a:off x="3826" y="1892"/>
                <a:ext cx="43" cy="88"/>
              </a:xfrm>
              <a:custGeom>
                <a:avLst/>
                <a:gdLst>
                  <a:gd name="T0" fmla="*/ 0 w 18"/>
                  <a:gd name="T1" fmla="*/ 18 h 37"/>
                  <a:gd name="T2" fmla="*/ 18 w 18"/>
                  <a:gd name="T3" fmla="*/ 37 h 37"/>
                  <a:gd name="T4" fmla="*/ 18 w 18"/>
                  <a:gd name="T5" fmla="*/ 0 h 37"/>
                  <a:gd name="T6" fmla="*/ 0 w 18"/>
                  <a:gd name="T7" fmla="*/ 1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37">
                    <a:moveTo>
                      <a:pt x="0" y="18"/>
                    </a:moveTo>
                    <a:cubicBezTo>
                      <a:pt x="0" y="28"/>
                      <a:pt x="8" y="36"/>
                      <a:pt x="18" y="37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7" name="Freeform 182"/>
              <p:cNvSpPr>
                <a:spLocks/>
              </p:cNvSpPr>
              <p:nvPr/>
            </p:nvSpPr>
            <p:spPr bwMode="auto">
              <a:xfrm>
                <a:off x="3821" y="1887"/>
                <a:ext cx="48" cy="95"/>
              </a:xfrm>
              <a:custGeom>
                <a:avLst/>
                <a:gdLst>
                  <a:gd name="T0" fmla="*/ 0 w 20"/>
                  <a:gd name="T1" fmla="*/ 20 h 40"/>
                  <a:gd name="T2" fmla="*/ 20 w 20"/>
                  <a:gd name="T3" fmla="*/ 40 h 40"/>
                  <a:gd name="T4" fmla="*/ 20 w 20"/>
                  <a:gd name="T5" fmla="*/ 39 h 40"/>
                  <a:gd name="T6" fmla="*/ 1 w 20"/>
                  <a:gd name="T7" fmla="*/ 20 h 40"/>
                  <a:gd name="T8" fmla="*/ 20 w 20"/>
                  <a:gd name="T9" fmla="*/ 1 h 40"/>
                  <a:gd name="T10" fmla="*/ 20 w 20"/>
                  <a:gd name="T11" fmla="*/ 0 h 40"/>
                  <a:gd name="T12" fmla="*/ 0 w 20"/>
                  <a:gd name="T13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40">
                    <a:moveTo>
                      <a:pt x="0" y="20"/>
                    </a:moveTo>
                    <a:cubicBezTo>
                      <a:pt x="0" y="31"/>
                      <a:pt x="9" y="40"/>
                      <a:pt x="20" y="40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10" y="39"/>
                      <a:pt x="1" y="31"/>
                      <a:pt x="1" y="20"/>
                    </a:cubicBezTo>
                    <a:cubicBezTo>
                      <a:pt x="1" y="10"/>
                      <a:pt x="10" y="1"/>
                      <a:pt x="20" y="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8" name="Freeform 183"/>
              <p:cNvSpPr>
                <a:spLocks/>
              </p:cNvSpPr>
              <p:nvPr/>
            </p:nvSpPr>
            <p:spPr bwMode="auto">
              <a:xfrm>
                <a:off x="3869" y="1887"/>
                <a:ext cx="47" cy="95"/>
              </a:xfrm>
              <a:custGeom>
                <a:avLst/>
                <a:gdLst>
                  <a:gd name="T0" fmla="*/ 0 w 20"/>
                  <a:gd name="T1" fmla="*/ 1 h 40"/>
                  <a:gd name="T2" fmla="*/ 20 w 20"/>
                  <a:gd name="T3" fmla="*/ 20 h 40"/>
                  <a:gd name="T4" fmla="*/ 0 w 20"/>
                  <a:gd name="T5" fmla="*/ 39 h 40"/>
                  <a:gd name="T6" fmla="*/ 0 w 20"/>
                  <a:gd name="T7" fmla="*/ 39 h 40"/>
                  <a:gd name="T8" fmla="*/ 0 w 20"/>
                  <a:gd name="T9" fmla="*/ 40 h 40"/>
                  <a:gd name="T10" fmla="*/ 0 w 20"/>
                  <a:gd name="T11" fmla="*/ 40 h 40"/>
                  <a:gd name="T12" fmla="*/ 20 w 20"/>
                  <a:gd name="T13" fmla="*/ 20 h 40"/>
                  <a:gd name="T14" fmla="*/ 0 w 20"/>
                  <a:gd name="T15" fmla="*/ 0 h 40"/>
                  <a:gd name="T16" fmla="*/ 0 w 20"/>
                  <a:gd name="T17" fmla="*/ 0 h 40"/>
                  <a:gd name="T18" fmla="*/ 0 w 20"/>
                  <a:gd name="T19" fmla="*/ 1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40">
                    <a:moveTo>
                      <a:pt x="0" y="1"/>
                    </a:moveTo>
                    <a:cubicBezTo>
                      <a:pt x="11" y="1"/>
                      <a:pt x="20" y="9"/>
                      <a:pt x="20" y="20"/>
                    </a:cubicBezTo>
                    <a:cubicBezTo>
                      <a:pt x="20" y="31"/>
                      <a:pt x="11" y="39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1" y="40"/>
                      <a:pt x="20" y="31"/>
                      <a:pt x="20" y="20"/>
                    </a:cubicBezTo>
                    <a:cubicBezTo>
                      <a:pt x="20" y="9"/>
                      <a:pt x="1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9" name="Freeform 184"/>
              <p:cNvSpPr>
                <a:spLocks/>
              </p:cNvSpPr>
              <p:nvPr/>
            </p:nvSpPr>
            <p:spPr bwMode="auto">
              <a:xfrm>
                <a:off x="3869" y="1890"/>
                <a:ext cx="47" cy="90"/>
              </a:xfrm>
              <a:custGeom>
                <a:avLst/>
                <a:gdLst>
                  <a:gd name="T0" fmla="*/ 20 w 20"/>
                  <a:gd name="T1" fmla="*/ 19 h 38"/>
                  <a:gd name="T2" fmla="*/ 0 w 20"/>
                  <a:gd name="T3" fmla="*/ 0 h 38"/>
                  <a:gd name="T4" fmla="*/ 0 w 20"/>
                  <a:gd name="T5" fmla="*/ 0 h 38"/>
                  <a:gd name="T6" fmla="*/ 0 w 20"/>
                  <a:gd name="T7" fmla="*/ 1 h 38"/>
                  <a:gd name="T8" fmla="*/ 0 w 20"/>
                  <a:gd name="T9" fmla="*/ 1 h 38"/>
                  <a:gd name="T10" fmla="*/ 19 w 20"/>
                  <a:gd name="T11" fmla="*/ 19 h 38"/>
                  <a:gd name="T12" fmla="*/ 0 w 20"/>
                  <a:gd name="T13" fmla="*/ 38 h 38"/>
                  <a:gd name="T14" fmla="*/ 0 w 20"/>
                  <a:gd name="T15" fmla="*/ 38 h 38"/>
                  <a:gd name="T16" fmla="*/ 0 w 20"/>
                  <a:gd name="T17" fmla="*/ 38 h 38"/>
                  <a:gd name="T18" fmla="*/ 0 w 20"/>
                  <a:gd name="T19" fmla="*/ 38 h 38"/>
                  <a:gd name="T20" fmla="*/ 20 w 20"/>
                  <a:gd name="T2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" h="38">
                    <a:moveTo>
                      <a:pt x="20" y="19"/>
                    </a:moveTo>
                    <a:cubicBezTo>
                      <a:pt x="20" y="8"/>
                      <a:pt x="1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1" y="1"/>
                      <a:pt x="19" y="9"/>
                      <a:pt x="19" y="19"/>
                    </a:cubicBezTo>
                    <a:cubicBezTo>
                      <a:pt x="19" y="29"/>
                      <a:pt x="11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1" y="38"/>
                      <a:pt x="20" y="30"/>
                      <a:pt x="20" y="19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0" name="Freeform 185"/>
              <p:cNvSpPr>
                <a:spLocks/>
              </p:cNvSpPr>
              <p:nvPr/>
            </p:nvSpPr>
            <p:spPr bwMode="auto">
              <a:xfrm>
                <a:off x="3824" y="1890"/>
                <a:ext cx="45" cy="90"/>
              </a:xfrm>
              <a:custGeom>
                <a:avLst/>
                <a:gdLst>
                  <a:gd name="T0" fmla="*/ 1 w 19"/>
                  <a:gd name="T1" fmla="*/ 19 h 38"/>
                  <a:gd name="T2" fmla="*/ 19 w 19"/>
                  <a:gd name="T3" fmla="*/ 1 h 38"/>
                  <a:gd name="T4" fmla="*/ 19 w 19"/>
                  <a:gd name="T5" fmla="*/ 0 h 38"/>
                  <a:gd name="T6" fmla="*/ 0 w 19"/>
                  <a:gd name="T7" fmla="*/ 19 h 38"/>
                  <a:gd name="T8" fmla="*/ 19 w 19"/>
                  <a:gd name="T9" fmla="*/ 38 h 38"/>
                  <a:gd name="T10" fmla="*/ 19 w 19"/>
                  <a:gd name="T11" fmla="*/ 38 h 38"/>
                  <a:gd name="T12" fmla="*/ 1 w 19"/>
                  <a:gd name="T13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38">
                    <a:moveTo>
                      <a:pt x="1" y="19"/>
                    </a:moveTo>
                    <a:cubicBezTo>
                      <a:pt x="1" y="9"/>
                      <a:pt x="9" y="1"/>
                      <a:pt x="19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9"/>
                      <a:pt x="0" y="19"/>
                    </a:cubicBezTo>
                    <a:cubicBezTo>
                      <a:pt x="0" y="30"/>
                      <a:pt x="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9" y="37"/>
                      <a:pt x="1" y="29"/>
                      <a:pt x="1" y="19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1" name="Freeform 186"/>
              <p:cNvSpPr>
                <a:spLocks/>
              </p:cNvSpPr>
              <p:nvPr/>
            </p:nvSpPr>
            <p:spPr bwMode="auto">
              <a:xfrm>
                <a:off x="3857" y="1856"/>
                <a:ext cx="12" cy="22"/>
              </a:xfrm>
              <a:custGeom>
                <a:avLst/>
                <a:gdLst>
                  <a:gd name="T0" fmla="*/ 7 w 12"/>
                  <a:gd name="T1" fmla="*/ 8 h 22"/>
                  <a:gd name="T2" fmla="*/ 0 w 12"/>
                  <a:gd name="T3" fmla="*/ 22 h 22"/>
                  <a:gd name="T4" fmla="*/ 12 w 12"/>
                  <a:gd name="T5" fmla="*/ 22 h 22"/>
                  <a:gd name="T6" fmla="*/ 12 w 12"/>
                  <a:gd name="T7" fmla="*/ 0 h 22"/>
                  <a:gd name="T8" fmla="*/ 7 w 12"/>
                  <a:gd name="T9" fmla="*/ 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2">
                    <a:moveTo>
                      <a:pt x="7" y="8"/>
                    </a:moveTo>
                    <a:lnTo>
                      <a:pt x="0" y="22"/>
                    </a:lnTo>
                    <a:lnTo>
                      <a:pt x="12" y="22"/>
                    </a:lnTo>
                    <a:lnTo>
                      <a:pt x="12" y="0"/>
                    </a:lnTo>
                    <a:lnTo>
                      <a:pt x="7" y="8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2" name="Freeform 187"/>
              <p:cNvSpPr>
                <a:spLocks/>
              </p:cNvSpPr>
              <p:nvPr/>
            </p:nvSpPr>
            <p:spPr bwMode="auto">
              <a:xfrm>
                <a:off x="3869" y="1849"/>
                <a:ext cx="19" cy="29"/>
              </a:xfrm>
              <a:custGeom>
                <a:avLst/>
                <a:gdLst>
                  <a:gd name="T0" fmla="*/ 19 w 19"/>
                  <a:gd name="T1" fmla="*/ 29 h 29"/>
                  <a:gd name="T2" fmla="*/ 12 w 19"/>
                  <a:gd name="T3" fmla="*/ 15 h 29"/>
                  <a:gd name="T4" fmla="*/ 4 w 19"/>
                  <a:gd name="T5" fmla="*/ 0 h 29"/>
                  <a:gd name="T6" fmla="*/ 0 w 19"/>
                  <a:gd name="T7" fmla="*/ 7 h 29"/>
                  <a:gd name="T8" fmla="*/ 0 w 19"/>
                  <a:gd name="T9" fmla="*/ 29 h 29"/>
                  <a:gd name="T10" fmla="*/ 4 w 19"/>
                  <a:gd name="T11" fmla="*/ 29 h 29"/>
                  <a:gd name="T12" fmla="*/ 19 w 19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29">
                    <a:moveTo>
                      <a:pt x="19" y="29"/>
                    </a:moveTo>
                    <a:lnTo>
                      <a:pt x="12" y="15"/>
                    </a:lnTo>
                    <a:lnTo>
                      <a:pt x="4" y="0"/>
                    </a:lnTo>
                    <a:lnTo>
                      <a:pt x="0" y="7"/>
                    </a:lnTo>
                    <a:lnTo>
                      <a:pt x="0" y="29"/>
                    </a:lnTo>
                    <a:lnTo>
                      <a:pt x="4" y="29"/>
                    </a:lnTo>
                    <a:lnTo>
                      <a:pt x="19" y="29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3" name="Freeform 188"/>
              <p:cNvSpPr>
                <a:spLocks/>
              </p:cNvSpPr>
              <p:nvPr/>
            </p:nvSpPr>
            <p:spPr bwMode="auto">
              <a:xfrm>
                <a:off x="3890" y="1864"/>
                <a:ext cx="28" cy="33"/>
              </a:xfrm>
              <a:custGeom>
                <a:avLst/>
                <a:gdLst>
                  <a:gd name="T0" fmla="*/ 26 w 28"/>
                  <a:gd name="T1" fmla="*/ 33 h 33"/>
                  <a:gd name="T2" fmla="*/ 26 w 28"/>
                  <a:gd name="T3" fmla="*/ 16 h 33"/>
                  <a:gd name="T4" fmla="*/ 28 w 28"/>
                  <a:gd name="T5" fmla="*/ 0 h 33"/>
                  <a:gd name="T6" fmla="*/ 14 w 28"/>
                  <a:gd name="T7" fmla="*/ 7 h 33"/>
                  <a:gd name="T8" fmla="*/ 0 w 28"/>
                  <a:gd name="T9" fmla="*/ 14 h 33"/>
                  <a:gd name="T10" fmla="*/ 12 w 28"/>
                  <a:gd name="T11" fmla="*/ 23 h 33"/>
                  <a:gd name="T12" fmla="*/ 26 w 28"/>
                  <a:gd name="T13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33">
                    <a:moveTo>
                      <a:pt x="26" y="33"/>
                    </a:moveTo>
                    <a:lnTo>
                      <a:pt x="26" y="16"/>
                    </a:lnTo>
                    <a:lnTo>
                      <a:pt x="28" y="0"/>
                    </a:lnTo>
                    <a:lnTo>
                      <a:pt x="14" y="7"/>
                    </a:lnTo>
                    <a:lnTo>
                      <a:pt x="0" y="14"/>
                    </a:lnTo>
                    <a:lnTo>
                      <a:pt x="12" y="23"/>
                    </a:lnTo>
                    <a:lnTo>
                      <a:pt x="26" y="33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4" name="Freeform 189"/>
              <p:cNvSpPr>
                <a:spLocks/>
              </p:cNvSpPr>
              <p:nvPr/>
            </p:nvSpPr>
            <p:spPr bwMode="auto">
              <a:xfrm>
                <a:off x="3916" y="1897"/>
                <a:ext cx="31" cy="31"/>
              </a:xfrm>
              <a:custGeom>
                <a:avLst/>
                <a:gdLst>
                  <a:gd name="T0" fmla="*/ 7 w 31"/>
                  <a:gd name="T1" fmla="*/ 14 h 31"/>
                  <a:gd name="T2" fmla="*/ 12 w 31"/>
                  <a:gd name="T3" fmla="*/ 31 h 31"/>
                  <a:gd name="T4" fmla="*/ 21 w 31"/>
                  <a:gd name="T5" fmla="*/ 16 h 31"/>
                  <a:gd name="T6" fmla="*/ 31 w 31"/>
                  <a:gd name="T7" fmla="*/ 5 h 31"/>
                  <a:gd name="T8" fmla="*/ 17 w 31"/>
                  <a:gd name="T9" fmla="*/ 2 h 31"/>
                  <a:gd name="T10" fmla="*/ 0 w 31"/>
                  <a:gd name="T11" fmla="*/ 0 h 31"/>
                  <a:gd name="T12" fmla="*/ 7 w 31"/>
                  <a:gd name="T13" fmla="*/ 1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31">
                    <a:moveTo>
                      <a:pt x="7" y="14"/>
                    </a:moveTo>
                    <a:lnTo>
                      <a:pt x="12" y="31"/>
                    </a:lnTo>
                    <a:lnTo>
                      <a:pt x="21" y="16"/>
                    </a:lnTo>
                    <a:lnTo>
                      <a:pt x="31" y="5"/>
                    </a:lnTo>
                    <a:lnTo>
                      <a:pt x="17" y="2"/>
                    </a:lnTo>
                    <a:lnTo>
                      <a:pt x="0" y="0"/>
                    </a:ln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5" name="Freeform 190"/>
              <p:cNvSpPr>
                <a:spLocks/>
              </p:cNvSpPr>
              <p:nvPr/>
            </p:nvSpPr>
            <p:spPr bwMode="auto">
              <a:xfrm>
                <a:off x="3923" y="1930"/>
                <a:ext cx="31" cy="31"/>
              </a:xfrm>
              <a:custGeom>
                <a:avLst/>
                <a:gdLst>
                  <a:gd name="T0" fmla="*/ 19 w 31"/>
                  <a:gd name="T1" fmla="*/ 9 h 31"/>
                  <a:gd name="T2" fmla="*/ 7 w 31"/>
                  <a:gd name="T3" fmla="*/ 0 h 31"/>
                  <a:gd name="T4" fmla="*/ 3 w 31"/>
                  <a:gd name="T5" fmla="*/ 14 h 31"/>
                  <a:gd name="T6" fmla="*/ 0 w 31"/>
                  <a:gd name="T7" fmla="*/ 31 h 31"/>
                  <a:gd name="T8" fmla="*/ 14 w 31"/>
                  <a:gd name="T9" fmla="*/ 26 h 31"/>
                  <a:gd name="T10" fmla="*/ 31 w 31"/>
                  <a:gd name="T11" fmla="*/ 19 h 31"/>
                  <a:gd name="T12" fmla="*/ 19 w 31"/>
                  <a:gd name="T13" fmla="*/ 9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31">
                    <a:moveTo>
                      <a:pt x="19" y="9"/>
                    </a:moveTo>
                    <a:lnTo>
                      <a:pt x="7" y="0"/>
                    </a:lnTo>
                    <a:lnTo>
                      <a:pt x="3" y="14"/>
                    </a:lnTo>
                    <a:lnTo>
                      <a:pt x="0" y="31"/>
                    </a:lnTo>
                    <a:lnTo>
                      <a:pt x="14" y="26"/>
                    </a:lnTo>
                    <a:lnTo>
                      <a:pt x="31" y="19"/>
                    </a:ln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6" name="Freeform 191"/>
              <p:cNvSpPr>
                <a:spLocks/>
              </p:cNvSpPr>
              <p:nvPr/>
            </p:nvSpPr>
            <p:spPr bwMode="auto">
              <a:xfrm>
                <a:off x="3900" y="1963"/>
                <a:ext cx="30" cy="31"/>
              </a:xfrm>
              <a:custGeom>
                <a:avLst/>
                <a:gdLst>
                  <a:gd name="T0" fmla="*/ 23 w 30"/>
                  <a:gd name="T1" fmla="*/ 0 h 31"/>
                  <a:gd name="T2" fmla="*/ 11 w 30"/>
                  <a:gd name="T3" fmla="*/ 12 h 31"/>
                  <a:gd name="T4" fmla="*/ 0 w 30"/>
                  <a:gd name="T5" fmla="*/ 24 h 31"/>
                  <a:gd name="T6" fmla="*/ 16 w 30"/>
                  <a:gd name="T7" fmla="*/ 26 h 31"/>
                  <a:gd name="T8" fmla="*/ 30 w 30"/>
                  <a:gd name="T9" fmla="*/ 31 h 31"/>
                  <a:gd name="T10" fmla="*/ 28 w 30"/>
                  <a:gd name="T11" fmla="*/ 17 h 31"/>
                  <a:gd name="T12" fmla="*/ 23 w 30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31">
                    <a:moveTo>
                      <a:pt x="23" y="0"/>
                    </a:moveTo>
                    <a:lnTo>
                      <a:pt x="11" y="12"/>
                    </a:lnTo>
                    <a:lnTo>
                      <a:pt x="0" y="24"/>
                    </a:lnTo>
                    <a:lnTo>
                      <a:pt x="16" y="26"/>
                    </a:lnTo>
                    <a:lnTo>
                      <a:pt x="30" y="31"/>
                    </a:lnTo>
                    <a:lnTo>
                      <a:pt x="28" y="17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7" name="Freeform 192"/>
              <p:cNvSpPr>
                <a:spLocks/>
              </p:cNvSpPr>
              <p:nvPr/>
            </p:nvSpPr>
            <p:spPr bwMode="auto">
              <a:xfrm>
                <a:off x="3869" y="1987"/>
                <a:ext cx="28" cy="31"/>
              </a:xfrm>
              <a:custGeom>
                <a:avLst/>
                <a:gdLst>
                  <a:gd name="T0" fmla="*/ 0 w 28"/>
                  <a:gd name="T1" fmla="*/ 7 h 31"/>
                  <a:gd name="T2" fmla="*/ 0 w 28"/>
                  <a:gd name="T3" fmla="*/ 9 h 31"/>
                  <a:gd name="T4" fmla="*/ 9 w 28"/>
                  <a:gd name="T5" fmla="*/ 19 h 31"/>
                  <a:gd name="T6" fmla="*/ 19 w 28"/>
                  <a:gd name="T7" fmla="*/ 31 h 31"/>
                  <a:gd name="T8" fmla="*/ 23 w 28"/>
                  <a:gd name="T9" fmla="*/ 17 h 31"/>
                  <a:gd name="T10" fmla="*/ 28 w 28"/>
                  <a:gd name="T11" fmla="*/ 0 h 31"/>
                  <a:gd name="T12" fmla="*/ 14 w 28"/>
                  <a:gd name="T13" fmla="*/ 5 h 31"/>
                  <a:gd name="T14" fmla="*/ 0 w 28"/>
                  <a:gd name="T15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" h="31">
                    <a:moveTo>
                      <a:pt x="0" y="7"/>
                    </a:moveTo>
                    <a:lnTo>
                      <a:pt x="0" y="9"/>
                    </a:lnTo>
                    <a:lnTo>
                      <a:pt x="9" y="19"/>
                    </a:lnTo>
                    <a:lnTo>
                      <a:pt x="19" y="31"/>
                    </a:lnTo>
                    <a:lnTo>
                      <a:pt x="23" y="17"/>
                    </a:lnTo>
                    <a:lnTo>
                      <a:pt x="28" y="0"/>
                    </a:lnTo>
                    <a:lnTo>
                      <a:pt x="14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8" name="Freeform 193"/>
              <p:cNvSpPr>
                <a:spLocks/>
              </p:cNvSpPr>
              <p:nvPr/>
            </p:nvSpPr>
            <p:spPr bwMode="auto">
              <a:xfrm>
                <a:off x="3866" y="1994"/>
                <a:ext cx="3" cy="2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2 h 2"/>
                  <a:gd name="T4" fmla="*/ 3 w 3"/>
                  <a:gd name="T5" fmla="*/ 0 h 2"/>
                  <a:gd name="T6" fmla="*/ 0 w 3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lnTo>
                      <a:pt x="3" y="2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9" name="Freeform 194"/>
              <p:cNvSpPr>
                <a:spLocks/>
              </p:cNvSpPr>
              <p:nvPr/>
            </p:nvSpPr>
            <p:spPr bwMode="auto">
              <a:xfrm>
                <a:off x="3836" y="1985"/>
                <a:ext cx="28" cy="30"/>
              </a:xfrm>
              <a:custGeom>
                <a:avLst/>
                <a:gdLst>
                  <a:gd name="T0" fmla="*/ 0 w 28"/>
                  <a:gd name="T1" fmla="*/ 0 h 30"/>
                  <a:gd name="T2" fmla="*/ 2 w 28"/>
                  <a:gd name="T3" fmla="*/ 14 h 30"/>
                  <a:gd name="T4" fmla="*/ 4 w 28"/>
                  <a:gd name="T5" fmla="*/ 30 h 30"/>
                  <a:gd name="T6" fmla="*/ 16 w 28"/>
                  <a:gd name="T7" fmla="*/ 21 h 30"/>
                  <a:gd name="T8" fmla="*/ 28 w 28"/>
                  <a:gd name="T9" fmla="*/ 9 h 30"/>
                  <a:gd name="T10" fmla="*/ 14 w 28"/>
                  <a:gd name="T11" fmla="*/ 4 h 30"/>
                  <a:gd name="T12" fmla="*/ 0 w 28"/>
                  <a:gd name="T13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30">
                    <a:moveTo>
                      <a:pt x="0" y="0"/>
                    </a:moveTo>
                    <a:lnTo>
                      <a:pt x="2" y="14"/>
                    </a:lnTo>
                    <a:lnTo>
                      <a:pt x="4" y="30"/>
                    </a:lnTo>
                    <a:lnTo>
                      <a:pt x="16" y="21"/>
                    </a:lnTo>
                    <a:lnTo>
                      <a:pt x="28" y="9"/>
                    </a:lnTo>
                    <a:lnTo>
                      <a:pt x="14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0" name="Freeform 195"/>
              <p:cNvSpPr>
                <a:spLocks/>
              </p:cNvSpPr>
              <p:nvPr/>
            </p:nvSpPr>
            <p:spPr bwMode="auto">
              <a:xfrm>
                <a:off x="3800" y="1956"/>
                <a:ext cx="33" cy="29"/>
              </a:xfrm>
              <a:custGeom>
                <a:avLst/>
                <a:gdLst>
                  <a:gd name="T0" fmla="*/ 14 w 33"/>
                  <a:gd name="T1" fmla="*/ 0 h 29"/>
                  <a:gd name="T2" fmla="*/ 7 w 33"/>
                  <a:gd name="T3" fmla="*/ 14 h 29"/>
                  <a:gd name="T4" fmla="*/ 0 w 33"/>
                  <a:gd name="T5" fmla="*/ 29 h 29"/>
                  <a:gd name="T6" fmla="*/ 17 w 33"/>
                  <a:gd name="T7" fmla="*/ 29 h 29"/>
                  <a:gd name="T8" fmla="*/ 33 w 33"/>
                  <a:gd name="T9" fmla="*/ 26 h 29"/>
                  <a:gd name="T10" fmla="*/ 24 w 33"/>
                  <a:gd name="T11" fmla="*/ 14 h 29"/>
                  <a:gd name="T12" fmla="*/ 14 w 33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29">
                    <a:moveTo>
                      <a:pt x="14" y="0"/>
                    </a:moveTo>
                    <a:lnTo>
                      <a:pt x="7" y="14"/>
                    </a:lnTo>
                    <a:lnTo>
                      <a:pt x="0" y="29"/>
                    </a:lnTo>
                    <a:lnTo>
                      <a:pt x="17" y="29"/>
                    </a:lnTo>
                    <a:lnTo>
                      <a:pt x="33" y="26"/>
                    </a:lnTo>
                    <a:lnTo>
                      <a:pt x="24" y="1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1" name="Freeform 196"/>
              <p:cNvSpPr>
                <a:spLocks/>
              </p:cNvSpPr>
              <p:nvPr/>
            </p:nvSpPr>
            <p:spPr bwMode="auto">
              <a:xfrm>
                <a:off x="3783" y="1923"/>
                <a:ext cx="29" cy="31"/>
              </a:xfrm>
              <a:custGeom>
                <a:avLst/>
                <a:gdLst>
                  <a:gd name="T0" fmla="*/ 29 w 29"/>
                  <a:gd name="T1" fmla="*/ 14 h 31"/>
                  <a:gd name="T2" fmla="*/ 29 w 29"/>
                  <a:gd name="T3" fmla="*/ 0 h 31"/>
                  <a:gd name="T4" fmla="*/ 15 w 29"/>
                  <a:gd name="T5" fmla="*/ 7 h 31"/>
                  <a:gd name="T6" fmla="*/ 0 w 29"/>
                  <a:gd name="T7" fmla="*/ 16 h 31"/>
                  <a:gd name="T8" fmla="*/ 15 w 29"/>
                  <a:gd name="T9" fmla="*/ 24 h 31"/>
                  <a:gd name="T10" fmla="*/ 29 w 29"/>
                  <a:gd name="T11" fmla="*/ 31 h 31"/>
                  <a:gd name="T12" fmla="*/ 29 w 29"/>
                  <a:gd name="T13" fmla="*/ 1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1">
                    <a:moveTo>
                      <a:pt x="29" y="14"/>
                    </a:moveTo>
                    <a:lnTo>
                      <a:pt x="29" y="0"/>
                    </a:lnTo>
                    <a:lnTo>
                      <a:pt x="15" y="7"/>
                    </a:lnTo>
                    <a:lnTo>
                      <a:pt x="0" y="16"/>
                    </a:lnTo>
                    <a:lnTo>
                      <a:pt x="15" y="24"/>
                    </a:lnTo>
                    <a:lnTo>
                      <a:pt x="29" y="31"/>
                    </a:lnTo>
                    <a:lnTo>
                      <a:pt x="29" y="14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2" name="Freeform 197"/>
              <p:cNvSpPr>
                <a:spLocks/>
              </p:cNvSpPr>
              <p:nvPr/>
            </p:nvSpPr>
            <p:spPr bwMode="auto">
              <a:xfrm>
                <a:off x="3795" y="1892"/>
                <a:ext cx="33" cy="26"/>
              </a:xfrm>
              <a:custGeom>
                <a:avLst/>
                <a:gdLst>
                  <a:gd name="T0" fmla="*/ 17 w 33"/>
                  <a:gd name="T1" fmla="*/ 26 h 26"/>
                  <a:gd name="T2" fmla="*/ 24 w 33"/>
                  <a:gd name="T3" fmla="*/ 14 h 26"/>
                  <a:gd name="T4" fmla="*/ 33 w 33"/>
                  <a:gd name="T5" fmla="*/ 0 h 26"/>
                  <a:gd name="T6" fmla="*/ 17 w 33"/>
                  <a:gd name="T7" fmla="*/ 0 h 26"/>
                  <a:gd name="T8" fmla="*/ 0 w 33"/>
                  <a:gd name="T9" fmla="*/ 0 h 26"/>
                  <a:gd name="T10" fmla="*/ 10 w 33"/>
                  <a:gd name="T11" fmla="*/ 14 h 26"/>
                  <a:gd name="T12" fmla="*/ 17 w 33"/>
                  <a:gd name="T13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26">
                    <a:moveTo>
                      <a:pt x="17" y="26"/>
                    </a:moveTo>
                    <a:lnTo>
                      <a:pt x="24" y="14"/>
                    </a:lnTo>
                    <a:lnTo>
                      <a:pt x="33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10" y="14"/>
                    </a:lnTo>
                    <a:lnTo>
                      <a:pt x="17" y="26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3" name="Freeform 198"/>
              <p:cNvSpPr>
                <a:spLocks/>
              </p:cNvSpPr>
              <p:nvPr/>
            </p:nvSpPr>
            <p:spPr bwMode="auto">
              <a:xfrm>
                <a:off x="3828" y="1859"/>
                <a:ext cx="29" cy="31"/>
              </a:xfrm>
              <a:custGeom>
                <a:avLst/>
                <a:gdLst>
                  <a:gd name="T0" fmla="*/ 29 w 29"/>
                  <a:gd name="T1" fmla="*/ 19 h 31"/>
                  <a:gd name="T2" fmla="*/ 15 w 29"/>
                  <a:gd name="T3" fmla="*/ 9 h 31"/>
                  <a:gd name="T4" fmla="*/ 3 w 29"/>
                  <a:gd name="T5" fmla="*/ 0 h 31"/>
                  <a:gd name="T6" fmla="*/ 0 w 29"/>
                  <a:gd name="T7" fmla="*/ 16 h 31"/>
                  <a:gd name="T8" fmla="*/ 0 w 29"/>
                  <a:gd name="T9" fmla="*/ 31 h 31"/>
                  <a:gd name="T10" fmla="*/ 15 w 29"/>
                  <a:gd name="T11" fmla="*/ 26 h 31"/>
                  <a:gd name="T12" fmla="*/ 29 w 29"/>
                  <a:gd name="T13" fmla="*/ 19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1">
                    <a:moveTo>
                      <a:pt x="29" y="19"/>
                    </a:moveTo>
                    <a:lnTo>
                      <a:pt x="15" y="9"/>
                    </a:lnTo>
                    <a:lnTo>
                      <a:pt x="3" y="0"/>
                    </a:lnTo>
                    <a:lnTo>
                      <a:pt x="0" y="16"/>
                    </a:lnTo>
                    <a:lnTo>
                      <a:pt x="0" y="31"/>
                    </a:lnTo>
                    <a:lnTo>
                      <a:pt x="15" y="26"/>
                    </a:lnTo>
                    <a:lnTo>
                      <a:pt x="29" y="19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4" name="Freeform 199"/>
              <p:cNvSpPr>
                <a:spLocks/>
              </p:cNvSpPr>
              <p:nvPr/>
            </p:nvSpPr>
            <p:spPr bwMode="auto">
              <a:xfrm>
                <a:off x="3070" y="2762"/>
                <a:ext cx="52" cy="107"/>
              </a:xfrm>
              <a:custGeom>
                <a:avLst/>
                <a:gdLst>
                  <a:gd name="T0" fmla="*/ 2 w 22"/>
                  <a:gd name="T1" fmla="*/ 23 h 45"/>
                  <a:gd name="T2" fmla="*/ 22 w 22"/>
                  <a:gd name="T3" fmla="*/ 3 h 45"/>
                  <a:gd name="T4" fmla="*/ 22 w 22"/>
                  <a:gd name="T5" fmla="*/ 0 h 45"/>
                  <a:gd name="T6" fmla="*/ 0 w 22"/>
                  <a:gd name="T7" fmla="*/ 23 h 45"/>
                  <a:gd name="T8" fmla="*/ 22 w 22"/>
                  <a:gd name="T9" fmla="*/ 45 h 45"/>
                  <a:gd name="T10" fmla="*/ 22 w 22"/>
                  <a:gd name="T11" fmla="*/ 43 h 45"/>
                  <a:gd name="T12" fmla="*/ 2 w 22"/>
                  <a:gd name="T13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" h="45">
                    <a:moveTo>
                      <a:pt x="2" y="23"/>
                    </a:moveTo>
                    <a:cubicBezTo>
                      <a:pt x="2" y="12"/>
                      <a:pt x="11" y="3"/>
                      <a:pt x="22" y="3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ubicBezTo>
                      <a:pt x="0" y="35"/>
                      <a:pt x="10" y="45"/>
                      <a:pt x="22" y="45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11" y="43"/>
                      <a:pt x="2" y="34"/>
                      <a:pt x="2" y="23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5" name="Freeform 200"/>
              <p:cNvSpPr>
                <a:spLocks/>
              </p:cNvSpPr>
              <p:nvPr/>
            </p:nvSpPr>
            <p:spPr bwMode="auto">
              <a:xfrm>
                <a:off x="3122" y="2762"/>
                <a:ext cx="55" cy="107"/>
              </a:xfrm>
              <a:custGeom>
                <a:avLst/>
                <a:gdLst>
                  <a:gd name="T0" fmla="*/ 23 w 23"/>
                  <a:gd name="T1" fmla="*/ 23 h 45"/>
                  <a:gd name="T2" fmla="*/ 0 w 23"/>
                  <a:gd name="T3" fmla="*/ 0 h 45"/>
                  <a:gd name="T4" fmla="*/ 0 w 23"/>
                  <a:gd name="T5" fmla="*/ 0 h 45"/>
                  <a:gd name="T6" fmla="*/ 0 w 23"/>
                  <a:gd name="T7" fmla="*/ 3 h 45"/>
                  <a:gd name="T8" fmla="*/ 0 w 23"/>
                  <a:gd name="T9" fmla="*/ 3 h 45"/>
                  <a:gd name="T10" fmla="*/ 20 w 23"/>
                  <a:gd name="T11" fmla="*/ 23 h 45"/>
                  <a:gd name="T12" fmla="*/ 0 w 23"/>
                  <a:gd name="T13" fmla="*/ 43 h 45"/>
                  <a:gd name="T14" fmla="*/ 0 w 23"/>
                  <a:gd name="T15" fmla="*/ 43 h 45"/>
                  <a:gd name="T16" fmla="*/ 0 w 23"/>
                  <a:gd name="T17" fmla="*/ 45 h 45"/>
                  <a:gd name="T18" fmla="*/ 0 w 23"/>
                  <a:gd name="T19" fmla="*/ 45 h 45"/>
                  <a:gd name="T20" fmla="*/ 23 w 23"/>
                  <a:gd name="T21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45">
                    <a:moveTo>
                      <a:pt x="23" y="23"/>
                    </a:moveTo>
                    <a:cubicBezTo>
                      <a:pt x="23" y="10"/>
                      <a:pt x="13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1" y="3"/>
                      <a:pt x="20" y="12"/>
                      <a:pt x="20" y="23"/>
                    </a:cubicBezTo>
                    <a:cubicBezTo>
                      <a:pt x="20" y="34"/>
                      <a:pt x="11" y="43"/>
                      <a:pt x="0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13" y="45"/>
                      <a:pt x="23" y="35"/>
                      <a:pt x="23" y="23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6" name="Freeform 201"/>
              <p:cNvSpPr>
                <a:spLocks/>
              </p:cNvSpPr>
              <p:nvPr/>
            </p:nvSpPr>
            <p:spPr bwMode="auto">
              <a:xfrm>
                <a:off x="3122" y="2772"/>
                <a:ext cx="45" cy="87"/>
              </a:xfrm>
              <a:custGeom>
                <a:avLst/>
                <a:gdLst>
                  <a:gd name="T0" fmla="*/ 0 w 19"/>
                  <a:gd name="T1" fmla="*/ 37 h 37"/>
                  <a:gd name="T2" fmla="*/ 19 w 19"/>
                  <a:gd name="T3" fmla="*/ 19 h 37"/>
                  <a:gd name="T4" fmla="*/ 0 w 19"/>
                  <a:gd name="T5" fmla="*/ 0 h 37"/>
                  <a:gd name="T6" fmla="*/ 0 w 19"/>
                  <a:gd name="T7" fmla="*/ 0 h 37"/>
                  <a:gd name="T8" fmla="*/ 0 w 1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37">
                    <a:moveTo>
                      <a:pt x="0" y="37"/>
                    </a:moveTo>
                    <a:cubicBezTo>
                      <a:pt x="11" y="37"/>
                      <a:pt x="19" y="29"/>
                      <a:pt x="19" y="19"/>
                    </a:cubicBezTo>
                    <a:cubicBezTo>
                      <a:pt x="19" y="9"/>
                      <a:pt x="1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7"/>
                      <a:pt x="0" y="37"/>
                      <a:pt x="0" y="37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7" name="Freeform 202"/>
              <p:cNvSpPr>
                <a:spLocks/>
              </p:cNvSpPr>
              <p:nvPr/>
            </p:nvSpPr>
            <p:spPr bwMode="auto">
              <a:xfrm>
                <a:off x="3079" y="2772"/>
                <a:ext cx="43" cy="87"/>
              </a:xfrm>
              <a:custGeom>
                <a:avLst/>
                <a:gdLst>
                  <a:gd name="T0" fmla="*/ 0 w 18"/>
                  <a:gd name="T1" fmla="*/ 19 h 37"/>
                  <a:gd name="T2" fmla="*/ 18 w 18"/>
                  <a:gd name="T3" fmla="*/ 37 h 37"/>
                  <a:gd name="T4" fmla="*/ 18 w 18"/>
                  <a:gd name="T5" fmla="*/ 0 h 37"/>
                  <a:gd name="T6" fmla="*/ 0 w 18"/>
                  <a:gd name="T7" fmla="*/ 19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37">
                    <a:moveTo>
                      <a:pt x="0" y="19"/>
                    </a:moveTo>
                    <a:cubicBezTo>
                      <a:pt x="0" y="29"/>
                      <a:pt x="8" y="37"/>
                      <a:pt x="18" y="37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8" y="0"/>
                      <a:pt x="0" y="9"/>
                      <a:pt x="0" y="19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8" name="Freeform 203"/>
              <p:cNvSpPr>
                <a:spLocks/>
              </p:cNvSpPr>
              <p:nvPr/>
            </p:nvSpPr>
            <p:spPr bwMode="auto">
              <a:xfrm>
                <a:off x="3075" y="2769"/>
                <a:ext cx="47" cy="95"/>
              </a:xfrm>
              <a:custGeom>
                <a:avLst/>
                <a:gdLst>
                  <a:gd name="T0" fmla="*/ 0 w 20"/>
                  <a:gd name="T1" fmla="*/ 20 h 40"/>
                  <a:gd name="T2" fmla="*/ 20 w 20"/>
                  <a:gd name="T3" fmla="*/ 40 h 40"/>
                  <a:gd name="T4" fmla="*/ 20 w 20"/>
                  <a:gd name="T5" fmla="*/ 39 h 40"/>
                  <a:gd name="T6" fmla="*/ 1 w 20"/>
                  <a:gd name="T7" fmla="*/ 20 h 40"/>
                  <a:gd name="T8" fmla="*/ 20 w 20"/>
                  <a:gd name="T9" fmla="*/ 0 h 40"/>
                  <a:gd name="T10" fmla="*/ 20 w 20"/>
                  <a:gd name="T11" fmla="*/ 0 h 40"/>
                  <a:gd name="T12" fmla="*/ 0 w 20"/>
                  <a:gd name="T13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40">
                    <a:moveTo>
                      <a:pt x="0" y="20"/>
                    </a:moveTo>
                    <a:cubicBezTo>
                      <a:pt x="0" y="31"/>
                      <a:pt x="9" y="40"/>
                      <a:pt x="20" y="40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10" y="39"/>
                      <a:pt x="1" y="30"/>
                      <a:pt x="1" y="20"/>
                    </a:cubicBezTo>
                    <a:cubicBezTo>
                      <a:pt x="1" y="9"/>
                      <a:pt x="10" y="1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9" name="Freeform 204"/>
              <p:cNvSpPr>
                <a:spLocks/>
              </p:cNvSpPr>
              <p:nvPr/>
            </p:nvSpPr>
            <p:spPr bwMode="auto">
              <a:xfrm>
                <a:off x="3122" y="2769"/>
                <a:ext cx="48" cy="95"/>
              </a:xfrm>
              <a:custGeom>
                <a:avLst/>
                <a:gdLst>
                  <a:gd name="T0" fmla="*/ 0 w 20"/>
                  <a:gd name="T1" fmla="*/ 0 h 40"/>
                  <a:gd name="T2" fmla="*/ 20 w 20"/>
                  <a:gd name="T3" fmla="*/ 20 h 40"/>
                  <a:gd name="T4" fmla="*/ 0 w 20"/>
                  <a:gd name="T5" fmla="*/ 39 h 40"/>
                  <a:gd name="T6" fmla="*/ 0 w 20"/>
                  <a:gd name="T7" fmla="*/ 39 h 40"/>
                  <a:gd name="T8" fmla="*/ 0 w 20"/>
                  <a:gd name="T9" fmla="*/ 40 h 40"/>
                  <a:gd name="T10" fmla="*/ 0 w 20"/>
                  <a:gd name="T11" fmla="*/ 40 h 40"/>
                  <a:gd name="T12" fmla="*/ 20 w 20"/>
                  <a:gd name="T13" fmla="*/ 20 h 40"/>
                  <a:gd name="T14" fmla="*/ 0 w 20"/>
                  <a:gd name="T15" fmla="*/ 0 h 40"/>
                  <a:gd name="T16" fmla="*/ 0 w 20"/>
                  <a:gd name="T17" fmla="*/ 0 h 40"/>
                  <a:gd name="T18" fmla="*/ 0 w 20"/>
                  <a:gd name="T1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40">
                    <a:moveTo>
                      <a:pt x="0" y="0"/>
                    </a:moveTo>
                    <a:cubicBezTo>
                      <a:pt x="11" y="0"/>
                      <a:pt x="20" y="9"/>
                      <a:pt x="20" y="20"/>
                    </a:cubicBezTo>
                    <a:cubicBezTo>
                      <a:pt x="20" y="30"/>
                      <a:pt x="11" y="39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1" y="40"/>
                      <a:pt x="20" y="31"/>
                      <a:pt x="20" y="20"/>
                    </a:cubicBezTo>
                    <a:cubicBezTo>
                      <a:pt x="20" y="9"/>
                      <a:pt x="1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0" name="Freeform 205"/>
              <p:cNvSpPr>
                <a:spLocks/>
              </p:cNvSpPr>
              <p:nvPr/>
            </p:nvSpPr>
            <p:spPr bwMode="auto">
              <a:xfrm>
                <a:off x="3122" y="2769"/>
                <a:ext cx="48" cy="93"/>
              </a:xfrm>
              <a:custGeom>
                <a:avLst/>
                <a:gdLst>
                  <a:gd name="T0" fmla="*/ 20 w 20"/>
                  <a:gd name="T1" fmla="*/ 20 h 39"/>
                  <a:gd name="T2" fmla="*/ 0 w 20"/>
                  <a:gd name="T3" fmla="*/ 0 h 39"/>
                  <a:gd name="T4" fmla="*/ 0 w 20"/>
                  <a:gd name="T5" fmla="*/ 0 h 39"/>
                  <a:gd name="T6" fmla="*/ 0 w 20"/>
                  <a:gd name="T7" fmla="*/ 1 h 39"/>
                  <a:gd name="T8" fmla="*/ 0 w 20"/>
                  <a:gd name="T9" fmla="*/ 1 h 39"/>
                  <a:gd name="T10" fmla="*/ 19 w 20"/>
                  <a:gd name="T11" fmla="*/ 20 h 39"/>
                  <a:gd name="T12" fmla="*/ 0 w 20"/>
                  <a:gd name="T13" fmla="*/ 38 h 39"/>
                  <a:gd name="T14" fmla="*/ 0 w 20"/>
                  <a:gd name="T15" fmla="*/ 38 h 39"/>
                  <a:gd name="T16" fmla="*/ 0 w 20"/>
                  <a:gd name="T17" fmla="*/ 39 h 39"/>
                  <a:gd name="T18" fmla="*/ 0 w 20"/>
                  <a:gd name="T19" fmla="*/ 39 h 39"/>
                  <a:gd name="T20" fmla="*/ 20 w 20"/>
                  <a:gd name="T21" fmla="*/ 2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" h="39">
                    <a:moveTo>
                      <a:pt x="20" y="20"/>
                    </a:moveTo>
                    <a:cubicBezTo>
                      <a:pt x="20" y="9"/>
                      <a:pt x="1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1" y="1"/>
                      <a:pt x="19" y="10"/>
                      <a:pt x="19" y="20"/>
                    </a:cubicBezTo>
                    <a:cubicBezTo>
                      <a:pt x="19" y="30"/>
                      <a:pt x="11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1" y="39"/>
                      <a:pt x="20" y="30"/>
                      <a:pt x="20" y="20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1" name="Freeform 206"/>
              <p:cNvSpPr>
                <a:spLocks/>
              </p:cNvSpPr>
              <p:nvPr/>
            </p:nvSpPr>
            <p:spPr bwMode="auto">
              <a:xfrm>
                <a:off x="3077" y="2769"/>
                <a:ext cx="45" cy="93"/>
              </a:xfrm>
              <a:custGeom>
                <a:avLst/>
                <a:gdLst>
                  <a:gd name="T0" fmla="*/ 1 w 19"/>
                  <a:gd name="T1" fmla="*/ 20 h 39"/>
                  <a:gd name="T2" fmla="*/ 19 w 19"/>
                  <a:gd name="T3" fmla="*/ 1 h 39"/>
                  <a:gd name="T4" fmla="*/ 19 w 19"/>
                  <a:gd name="T5" fmla="*/ 0 h 39"/>
                  <a:gd name="T6" fmla="*/ 0 w 19"/>
                  <a:gd name="T7" fmla="*/ 20 h 39"/>
                  <a:gd name="T8" fmla="*/ 19 w 19"/>
                  <a:gd name="T9" fmla="*/ 39 h 39"/>
                  <a:gd name="T10" fmla="*/ 19 w 19"/>
                  <a:gd name="T11" fmla="*/ 38 h 39"/>
                  <a:gd name="T12" fmla="*/ 1 w 19"/>
                  <a:gd name="T13" fmla="*/ 2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39">
                    <a:moveTo>
                      <a:pt x="1" y="20"/>
                    </a:moveTo>
                    <a:cubicBezTo>
                      <a:pt x="1" y="10"/>
                      <a:pt x="9" y="1"/>
                      <a:pt x="19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9" y="1"/>
                      <a:pt x="0" y="9"/>
                      <a:pt x="0" y="20"/>
                    </a:cubicBezTo>
                    <a:cubicBezTo>
                      <a:pt x="0" y="30"/>
                      <a:pt x="9" y="39"/>
                      <a:pt x="19" y="39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9" y="38"/>
                      <a:pt x="1" y="30"/>
                      <a:pt x="1" y="20"/>
                    </a:cubicBez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2" name="Freeform 207"/>
              <p:cNvSpPr>
                <a:spLocks/>
              </p:cNvSpPr>
              <p:nvPr/>
            </p:nvSpPr>
            <p:spPr bwMode="auto">
              <a:xfrm>
                <a:off x="3110" y="2739"/>
                <a:ext cx="12" cy="19"/>
              </a:xfrm>
              <a:custGeom>
                <a:avLst/>
                <a:gdLst>
                  <a:gd name="T0" fmla="*/ 7 w 12"/>
                  <a:gd name="T1" fmla="*/ 7 h 19"/>
                  <a:gd name="T2" fmla="*/ 0 w 12"/>
                  <a:gd name="T3" fmla="*/ 19 h 19"/>
                  <a:gd name="T4" fmla="*/ 12 w 12"/>
                  <a:gd name="T5" fmla="*/ 19 h 19"/>
                  <a:gd name="T6" fmla="*/ 12 w 12"/>
                  <a:gd name="T7" fmla="*/ 0 h 19"/>
                  <a:gd name="T8" fmla="*/ 7 w 12"/>
                  <a:gd name="T9" fmla="*/ 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9">
                    <a:moveTo>
                      <a:pt x="7" y="7"/>
                    </a:moveTo>
                    <a:lnTo>
                      <a:pt x="0" y="19"/>
                    </a:lnTo>
                    <a:lnTo>
                      <a:pt x="12" y="19"/>
                    </a:lnTo>
                    <a:lnTo>
                      <a:pt x="12" y="0"/>
                    </a:lnTo>
                    <a:lnTo>
                      <a:pt x="7" y="7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3" name="Freeform 208"/>
              <p:cNvSpPr>
                <a:spLocks/>
              </p:cNvSpPr>
              <p:nvPr/>
            </p:nvSpPr>
            <p:spPr bwMode="auto">
              <a:xfrm>
                <a:off x="3122" y="2731"/>
                <a:ext cx="19" cy="27"/>
              </a:xfrm>
              <a:custGeom>
                <a:avLst/>
                <a:gdLst>
                  <a:gd name="T0" fmla="*/ 19 w 19"/>
                  <a:gd name="T1" fmla="*/ 27 h 27"/>
                  <a:gd name="T2" fmla="*/ 12 w 19"/>
                  <a:gd name="T3" fmla="*/ 15 h 27"/>
                  <a:gd name="T4" fmla="*/ 5 w 19"/>
                  <a:gd name="T5" fmla="*/ 0 h 27"/>
                  <a:gd name="T6" fmla="*/ 0 w 19"/>
                  <a:gd name="T7" fmla="*/ 8 h 27"/>
                  <a:gd name="T8" fmla="*/ 0 w 19"/>
                  <a:gd name="T9" fmla="*/ 27 h 27"/>
                  <a:gd name="T10" fmla="*/ 5 w 19"/>
                  <a:gd name="T11" fmla="*/ 27 h 27"/>
                  <a:gd name="T12" fmla="*/ 19 w 19"/>
                  <a:gd name="T13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27">
                    <a:moveTo>
                      <a:pt x="19" y="27"/>
                    </a:moveTo>
                    <a:lnTo>
                      <a:pt x="12" y="15"/>
                    </a:lnTo>
                    <a:lnTo>
                      <a:pt x="5" y="0"/>
                    </a:lnTo>
                    <a:lnTo>
                      <a:pt x="0" y="8"/>
                    </a:lnTo>
                    <a:lnTo>
                      <a:pt x="0" y="27"/>
                    </a:lnTo>
                    <a:lnTo>
                      <a:pt x="5" y="27"/>
                    </a:lnTo>
                    <a:lnTo>
                      <a:pt x="19" y="27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4" name="Freeform 209"/>
              <p:cNvSpPr>
                <a:spLocks/>
              </p:cNvSpPr>
              <p:nvPr/>
            </p:nvSpPr>
            <p:spPr bwMode="auto">
              <a:xfrm>
                <a:off x="3143" y="2746"/>
                <a:ext cx="29" cy="33"/>
              </a:xfrm>
              <a:custGeom>
                <a:avLst/>
                <a:gdLst>
                  <a:gd name="T0" fmla="*/ 27 w 29"/>
                  <a:gd name="T1" fmla="*/ 33 h 33"/>
                  <a:gd name="T2" fmla="*/ 27 w 29"/>
                  <a:gd name="T3" fmla="*/ 16 h 33"/>
                  <a:gd name="T4" fmla="*/ 29 w 29"/>
                  <a:gd name="T5" fmla="*/ 0 h 33"/>
                  <a:gd name="T6" fmla="*/ 15 w 29"/>
                  <a:gd name="T7" fmla="*/ 7 h 33"/>
                  <a:gd name="T8" fmla="*/ 0 w 29"/>
                  <a:gd name="T9" fmla="*/ 14 h 33"/>
                  <a:gd name="T10" fmla="*/ 12 w 29"/>
                  <a:gd name="T11" fmla="*/ 23 h 33"/>
                  <a:gd name="T12" fmla="*/ 27 w 29"/>
                  <a:gd name="T13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3">
                    <a:moveTo>
                      <a:pt x="27" y="33"/>
                    </a:moveTo>
                    <a:lnTo>
                      <a:pt x="27" y="16"/>
                    </a:lnTo>
                    <a:lnTo>
                      <a:pt x="29" y="0"/>
                    </a:lnTo>
                    <a:lnTo>
                      <a:pt x="15" y="7"/>
                    </a:lnTo>
                    <a:lnTo>
                      <a:pt x="0" y="14"/>
                    </a:lnTo>
                    <a:lnTo>
                      <a:pt x="12" y="23"/>
                    </a:lnTo>
                    <a:lnTo>
                      <a:pt x="27" y="33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" name="Freeform 210"/>
              <p:cNvSpPr>
                <a:spLocks/>
              </p:cNvSpPr>
              <p:nvPr/>
            </p:nvSpPr>
            <p:spPr bwMode="auto">
              <a:xfrm>
                <a:off x="3170" y="2779"/>
                <a:ext cx="33" cy="28"/>
              </a:xfrm>
              <a:custGeom>
                <a:avLst/>
                <a:gdLst>
                  <a:gd name="T0" fmla="*/ 7 w 33"/>
                  <a:gd name="T1" fmla="*/ 14 h 28"/>
                  <a:gd name="T2" fmla="*/ 14 w 33"/>
                  <a:gd name="T3" fmla="*/ 28 h 28"/>
                  <a:gd name="T4" fmla="*/ 23 w 33"/>
                  <a:gd name="T5" fmla="*/ 16 h 28"/>
                  <a:gd name="T6" fmla="*/ 33 w 33"/>
                  <a:gd name="T7" fmla="*/ 5 h 28"/>
                  <a:gd name="T8" fmla="*/ 16 w 33"/>
                  <a:gd name="T9" fmla="*/ 2 h 28"/>
                  <a:gd name="T10" fmla="*/ 0 w 33"/>
                  <a:gd name="T11" fmla="*/ 0 h 28"/>
                  <a:gd name="T12" fmla="*/ 7 w 33"/>
                  <a:gd name="T13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28">
                    <a:moveTo>
                      <a:pt x="7" y="14"/>
                    </a:moveTo>
                    <a:lnTo>
                      <a:pt x="14" y="28"/>
                    </a:lnTo>
                    <a:lnTo>
                      <a:pt x="23" y="16"/>
                    </a:lnTo>
                    <a:lnTo>
                      <a:pt x="33" y="5"/>
                    </a:lnTo>
                    <a:lnTo>
                      <a:pt x="16" y="2"/>
                    </a:lnTo>
                    <a:lnTo>
                      <a:pt x="0" y="0"/>
                    </a:ln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" name="Freeform 211"/>
              <p:cNvSpPr>
                <a:spLocks/>
              </p:cNvSpPr>
              <p:nvPr/>
            </p:nvSpPr>
            <p:spPr bwMode="auto">
              <a:xfrm>
                <a:off x="3177" y="2812"/>
                <a:ext cx="30" cy="31"/>
              </a:xfrm>
              <a:custGeom>
                <a:avLst/>
                <a:gdLst>
                  <a:gd name="T0" fmla="*/ 19 w 30"/>
                  <a:gd name="T1" fmla="*/ 10 h 31"/>
                  <a:gd name="T2" fmla="*/ 7 w 30"/>
                  <a:gd name="T3" fmla="*/ 0 h 31"/>
                  <a:gd name="T4" fmla="*/ 2 w 30"/>
                  <a:gd name="T5" fmla="*/ 14 h 31"/>
                  <a:gd name="T6" fmla="*/ 0 w 30"/>
                  <a:gd name="T7" fmla="*/ 31 h 31"/>
                  <a:gd name="T8" fmla="*/ 16 w 30"/>
                  <a:gd name="T9" fmla="*/ 24 h 31"/>
                  <a:gd name="T10" fmla="*/ 30 w 30"/>
                  <a:gd name="T11" fmla="*/ 19 h 31"/>
                  <a:gd name="T12" fmla="*/ 19 w 30"/>
                  <a:gd name="T13" fmla="*/ 1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31">
                    <a:moveTo>
                      <a:pt x="19" y="10"/>
                    </a:moveTo>
                    <a:lnTo>
                      <a:pt x="7" y="0"/>
                    </a:lnTo>
                    <a:lnTo>
                      <a:pt x="2" y="14"/>
                    </a:lnTo>
                    <a:lnTo>
                      <a:pt x="0" y="31"/>
                    </a:lnTo>
                    <a:lnTo>
                      <a:pt x="16" y="24"/>
                    </a:lnTo>
                    <a:lnTo>
                      <a:pt x="30" y="19"/>
                    </a:ln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" name="Freeform 212"/>
              <p:cNvSpPr>
                <a:spLocks/>
              </p:cNvSpPr>
              <p:nvPr/>
            </p:nvSpPr>
            <p:spPr bwMode="auto">
              <a:xfrm>
                <a:off x="3155" y="2845"/>
                <a:ext cx="31" cy="31"/>
              </a:xfrm>
              <a:custGeom>
                <a:avLst/>
                <a:gdLst>
                  <a:gd name="T0" fmla="*/ 22 w 31"/>
                  <a:gd name="T1" fmla="*/ 0 h 31"/>
                  <a:gd name="T2" fmla="*/ 10 w 31"/>
                  <a:gd name="T3" fmla="*/ 12 h 31"/>
                  <a:gd name="T4" fmla="*/ 0 w 31"/>
                  <a:gd name="T5" fmla="*/ 22 h 31"/>
                  <a:gd name="T6" fmla="*/ 15 w 31"/>
                  <a:gd name="T7" fmla="*/ 26 h 31"/>
                  <a:gd name="T8" fmla="*/ 31 w 31"/>
                  <a:gd name="T9" fmla="*/ 31 h 31"/>
                  <a:gd name="T10" fmla="*/ 26 w 31"/>
                  <a:gd name="T11" fmla="*/ 14 h 31"/>
                  <a:gd name="T12" fmla="*/ 22 w 31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31">
                    <a:moveTo>
                      <a:pt x="22" y="0"/>
                    </a:moveTo>
                    <a:lnTo>
                      <a:pt x="10" y="12"/>
                    </a:lnTo>
                    <a:lnTo>
                      <a:pt x="0" y="22"/>
                    </a:lnTo>
                    <a:lnTo>
                      <a:pt x="15" y="26"/>
                    </a:lnTo>
                    <a:lnTo>
                      <a:pt x="31" y="31"/>
                    </a:lnTo>
                    <a:lnTo>
                      <a:pt x="26" y="14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" name="Freeform 213"/>
              <p:cNvSpPr>
                <a:spLocks/>
              </p:cNvSpPr>
              <p:nvPr/>
            </p:nvSpPr>
            <p:spPr bwMode="auto">
              <a:xfrm>
                <a:off x="3122" y="2869"/>
                <a:ext cx="29" cy="31"/>
              </a:xfrm>
              <a:custGeom>
                <a:avLst/>
                <a:gdLst>
                  <a:gd name="T0" fmla="*/ 0 w 29"/>
                  <a:gd name="T1" fmla="*/ 7 h 31"/>
                  <a:gd name="T2" fmla="*/ 0 w 29"/>
                  <a:gd name="T3" fmla="*/ 9 h 31"/>
                  <a:gd name="T4" fmla="*/ 10 w 29"/>
                  <a:gd name="T5" fmla="*/ 19 h 31"/>
                  <a:gd name="T6" fmla="*/ 21 w 29"/>
                  <a:gd name="T7" fmla="*/ 31 h 31"/>
                  <a:gd name="T8" fmla="*/ 24 w 29"/>
                  <a:gd name="T9" fmla="*/ 14 h 31"/>
                  <a:gd name="T10" fmla="*/ 29 w 29"/>
                  <a:gd name="T11" fmla="*/ 0 h 31"/>
                  <a:gd name="T12" fmla="*/ 14 w 29"/>
                  <a:gd name="T13" fmla="*/ 5 h 31"/>
                  <a:gd name="T14" fmla="*/ 0 w 29"/>
                  <a:gd name="T15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31">
                    <a:moveTo>
                      <a:pt x="0" y="7"/>
                    </a:moveTo>
                    <a:lnTo>
                      <a:pt x="0" y="9"/>
                    </a:lnTo>
                    <a:lnTo>
                      <a:pt x="10" y="19"/>
                    </a:lnTo>
                    <a:lnTo>
                      <a:pt x="21" y="31"/>
                    </a:lnTo>
                    <a:lnTo>
                      <a:pt x="24" y="14"/>
                    </a:lnTo>
                    <a:lnTo>
                      <a:pt x="29" y="0"/>
                    </a:lnTo>
                    <a:lnTo>
                      <a:pt x="14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" name="Freeform 214"/>
              <p:cNvSpPr>
                <a:spLocks/>
              </p:cNvSpPr>
              <p:nvPr/>
            </p:nvSpPr>
            <p:spPr bwMode="auto">
              <a:xfrm>
                <a:off x="3120" y="2876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2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" name="Freeform 215"/>
              <p:cNvSpPr>
                <a:spLocks/>
              </p:cNvSpPr>
              <p:nvPr/>
            </p:nvSpPr>
            <p:spPr bwMode="auto">
              <a:xfrm>
                <a:off x="3089" y="2864"/>
                <a:ext cx="28" cy="33"/>
              </a:xfrm>
              <a:custGeom>
                <a:avLst/>
                <a:gdLst>
                  <a:gd name="T0" fmla="*/ 0 w 28"/>
                  <a:gd name="T1" fmla="*/ 0 h 33"/>
                  <a:gd name="T2" fmla="*/ 2 w 28"/>
                  <a:gd name="T3" fmla="*/ 17 h 33"/>
                  <a:gd name="T4" fmla="*/ 5 w 28"/>
                  <a:gd name="T5" fmla="*/ 33 h 33"/>
                  <a:gd name="T6" fmla="*/ 17 w 28"/>
                  <a:gd name="T7" fmla="*/ 22 h 33"/>
                  <a:gd name="T8" fmla="*/ 28 w 28"/>
                  <a:gd name="T9" fmla="*/ 12 h 33"/>
                  <a:gd name="T10" fmla="*/ 14 w 28"/>
                  <a:gd name="T11" fmla="*/ 7 h 33"/>
                  <a:gd name="T12" fmla="*/ 0 w 28"/>
                  <a:gd name="T1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33">
                    <a:moveTo>
                      <a:pt x="0" y="0"/>
                    </a:moveTo>
                    <a:lnTo>
                      <a:pt x="2" y="17"/>
                    </a:lnTo>
                    <a:lnTo>
                      <a:pt x="5" y="33"/>
                    </a:lnTo>
                    <a:lnTo>
                      <a:pt x="17" y="22"/>
                    </a:lnTo>
                    <a:lnTo>
                      <a:pt x="28" y="12"/>
                    </a:lnTo>
                    <a:lnTo>
                      <a:pt x="14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" name="Freeform 216"/>
              <p:cNvSpPr>
                <a:spLocks/>
              </p:cNvSpPr>
              <p:nvPr/>
            </p:nvSpPr>
            <p:spPr bwMode="auto">
              <a:xfrm>
                <a:off x="3053" y="2838"/>
                <a:ext cx="34" cy="29"/>
              </a:xfrm>
              <a:custGeom>
                <a:avLst/>
                <a:gdLst>
                  <a:gd name="T0" fmla="*/ 15 w 34"/>
                  <a:gd name="T1" fmla="*/ 0 h 29"/>
                  <a:gd name="T2" fmla="*/ 8 w 34"/>
                  <a:gd name="T3" fmla="*/ 14 h 29"/>
                  <a:gd name="T4" fmla="*/ 0 w 34"/>
                  <a:gd name="T5" fmla="*/ 29 h 29"/>
                  <a:gd name="T6" fmla="*/ 17 w 34"/>
                  <a:gd name="T7" fmla="*/ 26 h 29"/>
                  <a:gd name="T8" fmla="*/ 34 w 34"/>
                  <a:gd name="T9" fmla="*/ 26 h 29"/>
                  <a:gd name="T10" fmla="*/ 24 w 34"/>
                  <a:gd name="T11" fmla="*/ 12 h 29"/>
                  <a:gd name="T12" fmla="*/ 15 w 34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29">
                    <a:moveTo>
                      <a:pt x="15" y="0"/>
                    </a:moveTo>
                    <a:lnTo>
                      <a:pt x="8" y="14"/>
                    </a:lnTo>
                    <a:lnTo>
                      <a:pt x="0" y="29"/>
                    </a:lnTo>
                    <a:lnTo>
                      <a:pt x="17" y="26"/>
                    </a:lnTo>
                    <a:lnTo>
                      <a:pt x="34" y="26"/>
                    </a:lnTo>
                    <a:lnTo>
                      <a:pt x="24" y="1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" name="Freeform 217"/>
              <p:cNvSpPr>
                <a:spLocks/>
              </p:cNvSpPr>
              <p:nvPr/>
            </p:nvSpPr>
            <p:spPr bwMode="auto">
              <a:xfrm>
                <a:off x="3037" y="2803"/>
                <a:ext cx="28" cy="33"/>
              </a:xfrm>
              <a:custGeom>
                <a:avLst/>
                <a:gdLst>
                  <a:gd name="T0" fmla="*/ 28 w 28"/>
                  <a:gd name="T1" fmla="*/ 16 h 33"/>
                  <a:gd name="T2" fmla="*/ 28 w 28"/>
                  <a:gd name="T3" fmla="*/ 0 h 33"/>
                  <a:gd name="T4" fmla="*/ 14 w 28"/>
                  <a:gd name="T5" fmla="*/ 9 h 33"/>
                  <a:gd name="T6" fmla="*/ 0 w 28"/>
                  <a:gd name="T7" fmla="*/ 19 h 33"/>
                  <a:gd name="T8" fmla="*/ 14 w 28"/>
                  <a:gd name="T9" fmla="*/ 26 h 33"/>
                  <a:gd name="T10" fmla="*/ 28 w 28"/>
                  <a:gd name="T11" fmla="*/ 33 h 33"/>
                  <a:gd name="T12" fmla="*/ 28 w 28"/>
                  <a:gd name="T13" fmla="*/ 1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33">
                    <a:moveTo>
                      <a:pt x="28" y="16"/>
                    </a:moveTo>
                    <a:lnTo>
                      <a:pt x="28" y="0"/>
                    </a:lnTo>
                    <a:lnTo>
                      <a:pt x="14" y="9"/>
                    </a:lnTo>
                    <a:lnTo>
                      <a:pt x="0" y="19"/>
                    </a:lnTo>
                    <a:lnTo>
                      <a:pt x="14" y="26"/>
                    </a:lnTo>
                    <a:lnTo>
                      <a:pt x="28" y="33"/>
                    </a:lnTo>
                    <a:lnTo>
                      <a:pt x="28" y="16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" name="Freeform 218"/>
              <p:cNvSpPr>
                <a:spLocks/>
              </p:cNvSpPr>
              <p:nvPr/>
            </p:nvSpPr>
            <p:spPr bwMode="auto">
              <a:xfrm>
                <a:off x="3049" y="2772"/>
                <a:ext cx="33" cy="28"/>
              </a:xfrm>
              <a:custGeom>
                <a:avLst/>
                <a:gdLst>
                  <a:gd name="T0" fmla="*/ 16 w 33"/>
                  <a:gd name="T1" fmla="*/ 28 h 28"/>
                  <a:gd name="T2" fmla="*/ 23 w 33"/>
                  <a:gd name="T3" fmla="*/ 14 h 28"/>
                  <a:gd name="T4" fmla="*/ 33 w 33"/>
                  <a:gd name="T5" fmla="*/ 2 h 28"/>
                  <a:gd name="T6" fmla="*/ 16 w 33"/>
                  <a:gd name="T7" fmla="*/ 2 h 28"/>
                  <a:gd name="T8" fmla="*/ 0 w 33"/>
                  <a:gd name="T9" fmla="*/ 0 h 28"/>
                  <a:gd name="T10" fmla="*/ 9 w 33"/>
                  <a:gd name="T11" fmla="*/ 14 h 28"/>
                  <a:gd name="T12" fmla="*/ 16 w 33"/>
                  <a:gd name="T1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28">
                    <a:moveTo>
                      <a:pt x="16" y="28"/>
                    </a:moveTo>
                    <a:lnTo>
                      <a:pt x="23" y="14"/>
                    </a:lnTo>
                    <a:lnTo>
                      <a:pt x="33" y="2"/>
                    </a:lnTo>
                    <a:lnTo>
                      <a:pt x="16" y="2"/>
                    </a:lnTo>
                    <a:lnTo>
                      <a:pt x="0" y="0"/>
                    </a:lnTo>
                    <a:lnTo>
                      <a:pt x="9" y="14"/>
                    </a:lnTo>
                    <a:lnTo>
                      <a:pt x="16" y="28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" name="Freeform 219"/>
              <p:cNvSpPr>
                <a:spLocks/>
              </p:cNvSpPr>
              <p:nvPr/>
            </p:nvSpPr>
            <p:spPr bwMode="auto">
              <a:xfrm>
                <a:off x="3082" y="2741"/>
                <a:ext cx="28" cy="31"/>
              </a:xfrm>
              <a:custGeom>
                <a:avLst/>
                <a:gdLst>
                  <a:gd name="T0" fmla="*/ 28 w 28"/>
                  <a:gd name="T1" fmla="*/ 17 h 31"/>
                  <a:gd name="T2" fmla="*/ 14 w 28"/>
                  <a:gd name="T3" fmla="*/ 9 h 31"/>
                  <a:gd name="T4" fmla="*/ 2 w 28"/>
                  <a:gd name="T5" fmla="*/ 0 h 31"/>
                  <a:gd name="T6" fmla="*/ 0 w 28"/>
                  <a:gd name="T7" fmla="*/ 17 h 31"/>
                  <a:gd name="T8" fmla="*/ 0 w 28"/>
                  <a:gd name="T9" fmla="*/ 31 h 31"/>
                  <a:gd name="T10" fmla="*/ 14 w 28"/>
                  <a:gd name="T11" fmla="*/ 24 h 31"/>
                  <a:gd name="T12" fmla="*/ 28 w 28"/>
                  <a:gd name="T13" fmla="*/ 1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31">
                    <a:moveTo>
                      <a:pt x="28" y="17"/>
                    </a:moveTo>
                    <a:lnTo>
                      <a:pt x="14" y="9"/>
                    </a:lnTo>
                    <a:lnTo>
                      <a:pt x="2" y="0"/>
                    </a:lnTo>
                    <a:lnTo>
                      <a:pt x="0" y="17"/>
                    </a:lnTo>
                    <a:lnTo>
                      <a:pt x="0" y="31"/>
                    </a:lnTo>
                    <a:lnTo>
                      <a:pt x="14" y="24"/>
                    </a:lnTo>
                    <a:lnTo>
                      <a:pt x="28" y="17"/>
                    </a:lnTo>
                    <a:close/>
                  </a:path>
                </a:pathLst>
              </a:cu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" name="Oval 220"/>
              <p:cNvSpPr>
                <a:spLocks noChangeArrowheads="1"/>
              </p:cNvSpPr>
              <p:nvPr/>
            </p:nvSpPr>
            <p:spPr bwMode="auto">
              <a:xfrm>
                <a:off x="2698" y="1631"/>
                <a:ext cx="1081" cy="1081"/>
              </a:xfrm>
              <a:prstGeom prst="ellipse">
                <a:avLst/>
              </a:prstGeom>
              <a:solidFill>
                <a:srgbClr val="E048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" name="Oval 221"/>
              <p:cNvSpPr>
                <a:spLocks noChangeArrowheads="1"/>
              </p:cNvSpPr>
              <p:nvPr/>
            </p:nvSpPr>
            <p:spPr bwMode="auto">
              <a:xfrm>
                <a:off x="2582" y="1534"/>
                <a:ext cx="403" cy="403"/>
              </a:xfrm>
              <a:prstGeom prst="ellipse">
                <a:avLst/>
              </a:prstGeom>
              <a:solidFill>
                <a:srgbClr val="679C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7" name="Oval 222"/>
              <p:cNvSpPr>
                <a:spLocks noChangeArrowheads="1"/>
              </p:cNvSpPr>
              <p:nvPr/>
            </p:nvSpPr>
            <p:spPr bwMode="auto">
              <a:xfrm>
                <a:off x="2570" y="2407"/>
                <a:ext cx="403" cy="405"/>
              </a:xfrm>
              <a:prstGeom prst="ellipse">
                <a:avLst/>
              </a:prstGeom>
              <a:solidFill>
                <a:srgbClr val="679C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8" name="Freeform 223"/>
              <p:cNvSpPr>
                <a:spLocks/>
              </p:cNvSpPr>
              <p:nvPr/>
            </p:nvSpPr>
            <p:spPr bwMode="auto">
              <a:xfrm>
                <a:off x="2769" y="1679"/>
                <a:ext cx="81" cy="194"/>
              </a:xfrm>
              <a:custGeom>
                <a:avLst/>
                <a:gdLst>
                  <a:gd name="T0" fmla="*/ 0 w 81"/>
                  <a:gd name="T1" fmla="*/ 194 h 194"/>
                  <a:gd name="T2" fmla="*/ 59 w 81"/>
                  <a:gd name="T3" fmla="*/ 194 h 194"/>
                  <a:gd name="T4" fmla="*/ 81 w 81"/>
                  <a:gd name="T5" fmla="*/ 0 h 194"/>
                  <a:gd name="T6" fmla="*/ 0 w 81"/>
                  <a:gd name="T7" fmla="*/ 0 h 194"/>
                  <a:gd name="T8" fmla="*/ 0 w 81"/>
                  <a:gd name="T9" fmla="*/ 194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194">
                    <a:moveTo>
                      <a:pt x="0" y="194"/>
                    </a:moveTo>
                    <a:lnTo>
                      <a:pt x="59" y="194"/>
                    </a:lnTo>
                    <a:lnTo>
                      <a:pt x="81" y="0"/>
                    </a:lnTo>
                    <a:lnTo>
                      <a:pt x="0" y="0"/>
                    </a:lnTo>
                    <a:lnTo>
                      <a:pt x="0" y="194"/>
                    </a:lnTo>
                    <a:close/>
                  </a:path>
                </a:pathLst>
              </a:custGeom>
              <a:solidFill>
                <a:srgbClr val="FFE1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9" name="Freeform 224"/>
              <p:cNvSpPr>
                <a:spLocks/>
              </p:cNvSpPr>
              <p:nvPr/>
            </p:nvSpPr>
            <p:spPr bwMode="auto">
              <a:xfrm>
                <a:off x="2769" y="1679"/>
                <a:ext cx="81" cy="194"/>
              </a:xfrm>
              <a:custGeom>
                <a:avLst/>
                <a:gdLst>
                  <a:gd name="T0" fmla="*/ 0 w 81"/>
                  <a:gd name="T1" fmla="*/ 194 h 194"/>
                  <a:gd name="T2" fmla="*/ 59 w 81"/>
                  <a:gd name="T3" fmla="*/ 194 h 194"/>
                  <a:gd name="T4" fmla="*/ 81 w 81"/>
                  <a:gd name="T5" fmla="*/ 0 h 194"/>
                  <a:gd name="T6" fmla="*/ 0 w 81"/>
                  <a:gd name="T7" fmla="*/ 0 h 194"/>
                  <a:gd name="T8" fmla="*/ 0 w 81"/>
                  <a:gd name="T9" fmla="*/ 194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194">
                    <a:moveTo>
                      <a:pt x="0" y="194"/>
                    </a:moveTo>
                    <a:lnTo>
                      <a:pt x="59" y="194"/>
                    </a:lnTo>
                    <a:lnTo>
                      <a:pt x="81" y="0"/>
                    </a:lnTo>
                    <a:lnTo>
                      <a:pt x="0" y="0"/>
                    </a:lnTo>
                    <a:lnTo>
                      <a:pt x="0" y="19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0" name="Freeform 225"/>
              <p:cNvSpPr>
                <a:spLocks/>
              </p:cNvSpPr>
              <p:nvPr/>
            </p:nvSpPr>
            <p:spPr bwMode="auto">
              <a:xfrm>
                <a:off x="2686" y="1679"/>
                <a:ext cx="83" cy="194"/>
              </a:xfrm>
              <a:custGeom>
                <a:avLst/>
                <a:gdLst>
                  <a:gd name="T0" fmla="*/ 0 w 83"/>
                  <a:gd name="T1" fmla="*/ 0 h 194"/>
                  <a:gd name="T2" fmla="*/ 21 w 83"/>
                  <a:gd name="T3" fmla="*/ 194 h 194"/>
                  <a:gd name="T4" fmla="*/ 83 w 83"/>
                  <a:gd name="T5" fmla="*/ 194 h 194"/>
                  <a:gd name="T6" fmla="*/ 83 w 83"/>
                  <a:gd name="T7" fmla="*/ 0 h 194"/>
                  <a:gd name="T8" fmla="*/ 0 w 83"/>
                  <a:gd name="T9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194">
                    <a:moveTo>
                      <a:pt x="0" y="0"/>
                    </a:moveTo>
                    <a:lnTo>
                      <a:pt x="21" y="194"/>
                    </a:lnTo>
                    <a:lnTo>
                      <a:pt x="83" y="194"/>
                    </a:lnTo>
                    <a:lnTo>
                      <a:pt x="8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1C50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1" name="Freeform 226"/>
              <p:cNvSpPr>
                <a:spLocks/>
              </p:cNvSpPr>
              <p:nvPr/>
            </p:nvSpPr>
            <p:spPr bwMode="auto">
              <a:xfrm>
                <a:off x="2686" y="1679"/>
                <a:ext cx="83" cy="194"/>
              </a:xfrm>
              <a:custGeom>
                <a:avLst/>
                <a:gdLst>
                  <a:gd name="T0" fmla="*/ 0 w 83"/>
                  <a:gd name="T1" fmla="*/ 0 h 194"/>
                  <a:gd name="T2" fmla="*/ 21 w 83"/>
                  <a:gd name="T3" fmla="*/ 194 h 194"/>
                  <a:gd name="T4" fmla="*/ 83 w 83"/>
                  <a:gd name="T5" fmla="*/ 194 h 194"/>
                  <a:gd name="T6" fmla="*/ 83 w 83"/>
                  <a:gd name="T7" fmla="*/ 0 h 194"/>
                  <a:gd name="T8" fmla="*/ 0 w 83"/>
                  <a:gd name="T9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194">
                    <a:moveTo>
                      <a:pt x="0" y="0"/>
                    </a:moveTo>
                    <a:lnTo>
                      <a:pt x="21" y="194"/>
                    </a:lnTo>
                    <a:lnTo>
                      <a:pt x="83" y="194"/>
                    </a:lnTo>
                    <a:lnTo>
                      <a:pt x="83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2" name="Freeform 227"/>
              <p:cNvSpPr>
                <a:spLocks/>
              </p:cNvSpPr>
              <p:nvPr/>
            </p:nvSpPr>
            <p:spPr bwMode="auto">
              <a:xfrm>
                <a:off x="2679" y="1627"/>
                <a:ext cx="90" cy="52"/>
              </a:xfrm>
              <a:custGeom>
                <a:avLst/>
                <a:gdLst>
                  <a:gd name="T0" fmla="*/ 90 w 90"/>
                  <a:gd name="T1" fmla="*/ 0 h 52"/>
                  <a:gd name="T2" fmla="*/ 0 w 90"/>
                  <a:gd name="T3" fmla="*/ 0 h 52"/>
                  <a:gd name="T4" fmla="*/ 7 w 90"/>
                  <a:gd name="T5" fmla="*/ 52 h 52"/>
                  <a:gd name="T6" fmla="*/ 90 w 90"/>
                  <a:gd name="T7" fmla="*/ 52 h 52"/>
                  <a:gd name="T8" fmla="*/ 90 w 90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" h="52">
                    <a:moveTo>
                      <a:pt x="90" y="0"/>
                    </a:moveTo>
                    <a:lnTo>
                      <a:pt x="0" y="0"/>
                    </a:lnTo>
                    <a:lnTo>
                      <a:pt x="7" y="52"/>
                    </a:lnTo>
                    <a:lnTo>
                      <a:pt x="90" y="52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D4CB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3" name="Freeform 228"/>
              <p:cNvSpPr>
                <a:spLocks/>
              </p:cNvSpPr>
              <p:nvPr/>
            </p:nvSpPr>
            <p:spPr bwMode="auto">
              <a:xfrm>
                <a:off x="2769" y="1627"/>
                <a:ext cx="88" cy="52"/>
              </a:xfrm>
              <a:custGeom>
                <a:avLst/>
                <a:gdLst>
                  <a:gd name="T0" fmla="*/ 0 w 88"/>
                  <a:gd name="T1" fmla="*/ 0 h 52"/>
                  <a:gd name="T2" fmla="*/ 0 w 88"/>
                  <a:gd name="T3" fmla="*/ 52 h 52"/>
                  <a:gd name="T4" fmla="*/ 81 w 88"/>
                  <a:gd name="T5" fmla="*/ 52 h 52"/>
                  <a:gd name="T6" fmla="*/ 88 w 88"/>
                  <a:gd name="T7" fmla="*/ 0 h 52"/>
                  <a:gd name="T8" fmla="*/ 0 w 88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52">
                    <a:moveTo>
                      <a:pt x="0" y="0"/>
                    </a:moveTo>
                    <a:lnTo>
                      <a:pt x="0" y="52"/>
                    </a:lnTo>
                    <a:lnTo>
                      <a:pt x="81" y="52"/>
                    </a:lnTo>
                    <a:lnTo>
                      <a:pt x="8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4" name="Freeform 229"/>
              <p:cNvSpPr>
                <a:spLocks/>
              </p:cNvSpPr>
              <p:nvPr/>
            </p:nvSpPr>
            <p:spPr bwMode="auto">
              <a:xfrm>
                <a:off x="2769" y="1627"/>
                <a:ext cx="88" cy="52"/>
              </a:xfrm>
              <a:custGeom>
                <a:avLst/>
                <a:gdLst>
                  <a:gd name="T0" fmla="*/ 0 w 88"/>
                  <a:gd name="T1" fmla="*/ 0 h 52"/>
                  <a:gd name="T2" fmla="*/ 0 w 88"/>
                  <a:gd name="T3" fmla="*/ 52 h 52"/>
                  <a:gd name="T4" fmla="*/ 81 w 88"/>
                  <a:gd name="T5" fmla="*/ 52 h 52"/>
                  <a:gd name="T6" fmla="*/ 88 w 88"/>
                  <a:gd name="T7" fmla="*/ 0 h 52"/>
                  <a:gd name="T8" fmla="*/ 0 w 88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52">
                    <a:moveTo>
                      <a:pt x="0" y="0"/>
                    </a:moveTo>
                    <a:lnTo>
                      <a:pt x="0" y="52"/>
                    </a:lnTo>
                    <a:lnTo>
                      <a:pt x="81" y="52"/>
                    </a:lnTo>
                    <a:lnTo>
                      <a:pt x="88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5" name="Oval 230"/>
              <p:cNvSpPr>
                <a:spLocks noChangeArrowheads="1"/>
              </p:cNvSpPr>
              <p:nvPr/>
            </p:nvSpPr>
            <p:spPr bwMode="auto">
              <a:xfrm>
                <a:off x="2776" y="1700"/>
                <a:ext cx="26" cy="26"/>
              </a:xfrm>
              <a:prstGeom prst="ellipse">
                <a:avLst/>
              </a:prstGeom>
              <a:solidFill>
                <a:srgbClr val="FFF7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6" name="Oval 231"/>
              <p:cNvSpPr>
                <a:spLocks noChangeArrowheads="1"/>
              </p:cNvSpPr>
              <p:nvPr/>
            </p:nvSpPr>
            <p:spPr bwMode="auto">
              <a:xfrm>
                <a:off x="2724" y="1750"/>
                <a:ext cx="26" cy="26"/>
              </a:xfrm>
              <a:prstGeom prst="ellipse">
                <a:avLst/>
              </a:prstGeom>
              <a:solidFill>
                <a:srgbClr val="FFF7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7" name="Oval 232"/>
              <p:cNvSpPr>
                <a:spLocks noChangeArrowheads="1"/>
              </p:cNvSpPr>
              <p:nvPr/>
            </p:nvSpPr>
            <p:spPr bwMode="auto">
              <a:xfrm>
                <a:off x="2748" y="1783"/>
                <a:ext cx="16" cy="17"/>
              </a:xfrm>
              <a:prstGeom prst="ellipse">
                <a:avLst/>
              </a:prstGeom>
              <a:solidFill>
                <a:srgbClr val="FFF7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8" name="Oval 233"/>
              <p:cNvSpPr>
                <a:spLocks noChangeArrowheads="1"/>
              </p:cNvSpPr>
              <p:nvPr/>
            </p:nvSpPr>
            <p:spPr bwMode="auto">
              <a:xfrm>
                <a:off x="2790" y="1838"/>
                <a:ext cx="12" cy="11"/>
              </a:xfrm>
              <a:prstGeom prst="ellipse">
                <a:avLst/>
              </a:prstGeom>
              <a:solidFill>
                <a:srgbClr val="FFF7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9" name="Freeform 234"/>
              <p:cNvSpPr>
                <a:spLocks noEditPoints="1"/>
              </p:cNvSpPr>
              <p:nvPr/>
            </p:nvSpPr>
            <p:spPr bwMode="auto">
              <a:xfrm>
                <a:off x="2674" y="1622"/>
                <a:ext cx="190" cy="256"/>
              </a:xfrm>
              <a:custGeom>
                <a:avLst/>
                <a:gdLst>
                  <a:gd name="T0" fmla="*/ 159 w 190"/>
                  <a:gd name="T1" fmla="*/ 256 h 256"/>
                  <a:gd name="T2" fmla="*/ 29 w 190"/>
                  <a:gd name="T3" fmla="*/ 256 h 256"/>
                  <a:gd name="T4" fmla="*/ 0 w 190"/>
                  <a:gd name="T5" fmla="*/ 0 h 256"/>
                  <a:gd name="T6" fmla="*/ 190 w 190"/>
                  <a:gd name="T7" fmla="*/ 0 h 256"/>
                  <a:gd name="T8" fmla="*/ 159 w 190"/>
                  <a:gd name="T9" fmla="*/ 256 h 256"/>
                  <a:gd name="T10" fmla="*/ 38 w 190"/>
                  <a:gd name="T11" fmla="*/ 246 h 256"/>
                  <a:gd name="T12" fmla="*/ 150 w 190"/>
                  <a:gd name="T13" fmla="*/ 246 h 256"/>
                  <a:gd name="T14" fmla="*/ 178 w 190"/>
                  <a:gd name="T15" fmla="*/ 9 h 256"/>
                  <a:gd name="T16" fmla="*/ 12 w 190"/>
                  <a:gd name="T17" fmla="*/ 9 h 256"/>
                  <a:gd name="T18" fmla="*/ 38 w 190"/>
                  <a:gd name="T19" fmla="*/ 246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0" h="256">
                    <a:moveTo>
                      <a:pt x="159" y="256"/>
                    </a:moveTo>
                    <a:lnTo>
                      <a:pt x="29" y="256"/>
                    </a:lnTo>
                    <a:lnTo>
                      <a:pt x="0" y="0"/>
                    </a:lnTo>
                    <a:lnTo>
                      <a:pt x="190" y="0"/>
                    </a:lnTo>
                    <a:lnTo>
                      <a:pt x="159" y="256"/>
                    </a:lnTo>
                    <a:close/>
                    <a:moveTo>
                      <a:pt x="38" y="246"/>
                    </a:moveTo>
                    <a:lnTo>
                      <a:pt x="150" y="246"/>
                    </a:lnTo>
                    <a:lnTo>
                      <a:pt x="178" y="9"/>
                    </a:lnTo>
                    <a:lnTo>
                      <a:pt x="12" y="9"/>
                    </a:lnTo>
                    <a:lnTo>
                      <a:pt x="38" y="246"/>
                    </a:lnTo>
                    <a:close/>
                  </a:path>
                </a:pathLst>
              </a:custGeom>
              <a:solidFill>
                <a:srgbClr val="FFF7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0" name="Freeform 235"/>
              <p:cNvSpPr>
                <a:spLocks noEditPoints="1"/>
              </p:cNvSpPr>
              <p:nvPr/>
            </p:nvSpPr>
            <p:spPr bwMode="auto">
              <a:xfrm>
                <a:off x="2674" y="1622"/>
                <a:ext cx="190" cy="256"/>
              </a:xfrm>
              <a:custGeom>
                <a:avLst/>
                <a:gdLst>
                  <a:gd name="T0" fmla="*/ 159 w 190"/>
                  <a:gd name="T1" fmla="*/ 256 h 256"/>
                  <a:gd name="T2" fmla="*/ 29 w 190"/>
                  <a:gd name="T3" fmla="*/ 256 h 256"/>
                  <a:gd name="T4" fmla="*/ 0 w 190"/>
                  <a:gd name="T5" fmla="*/ 0 h 256"/>
                  <a:gd name="T6" fmla="*/ 190 w 190"/>
                  <a:gd name="T7" fmla="*/ 0 h 256"/>
                  <a:gd name="T8" fmla="*/ 159 w 190"/>
                  <a:gd name="T9" fmla="*/ 256 h 256"/>
                  <a:gd name="T10" fmla="*/ 38 w 190"/>
                  <a:gd name="T11" fmla="*/ 246 h 256"/>
                  <a:gd name="T12" fmla="*/ 150 w 190"/>
                  <a:gd name="T13" fmla="*/ 246 h 256"/>
                  <a:gd name="T14" fmla="*/ 178 w 190"/>
                  <a:gd name="T15" fmla="*/ 9 h 256"/>
                  <a:gd name="T16" fmla="*/ 12 w 190"/>
                  <a:gd name="T17" fmla="*/ 9 h 256"/>
                  <a:gd name="T18" fmla="*/ 38 w 190"/>
                  <a:gd name="T19" fmla="*/ 246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0" h="256">
                    <a:moveTo>
                      <a:pt x="159" y="256"/>
                    </a:moveTo>
                    <a:lnTo>
                      <a:pt x="29" y="256"/>
                    </a:lnTo>
                    <a:lnTo>
                      <a:pt x="0" y="0"/>
                    </a:lnTo>
                    <a:lnTo>
                      <a:pt x="190" y="0"/>
                    </a:lnTo>
                    <a:lnTo>
                      <a:pt x="159" y="256"/>
                    </a:lnTo>
                    <a:moveTo>
                      <a:pt x="38" y="246"/>
                    </a:moveTo>
                    <a:lnTo>
                      <a:pt x="150" y="246"/>
                    </a:lnTo>
                    <a:lnTo>
                      <a:pt x="178" y="9"/>
                    </a:lnTo>
                    <a:lnTo>
                      <a:pt x="12" y="9"/>
                    </a:lnTo>
                    <a:lnTo>
                      <a:pt x="38" y="24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1" name="Freeform 236"/>
              <p:cNvSpPr>
                <a:spLocks/>
              </p:cNvSpPr>
              <p:nvPr/>
            </p:nvSpPr>
            <p:spPr bwMode="auto">
              <a:xfrm>
                <a:off x="2769" y="1679"/>
                <a:ext cx="66" cy="187"/>
              </a:xfrm>
              <a:custGeom>
                <a:avLst/>
                <a:gdLst>
                  <a:gd name="T0" fmla="*/ 66 w 66"/>
                  <a:gd name="T1" fmla="*/ 0 h 187"/>
                  <a:gd name="T2" fmla="*/ 52 w 66"/>
                  <a:gd name="T3" fmla="*/ 0 h 187"/>
                  <a:gd name="T4" fmla="*/ 0 w 66"/>
                  <a:gd name="T5" fmla="*/ 159 h 187"/>
                  <a:gd name="T6" fmla="*/ 0 w 66"/>
                  <a:gd name="T7" fmla="*/ 187 h 187"/>
                  <a:gd name="T8" fmla="*/ 2 w 66"/>
                  <a:gd name="T9" fmla="*/ 187 h 187"/>
                  <a:gd name="T10" fmla="*/ 66 w 66"/>
                  <a:gd name="T11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6" h="187">
                    <a:moveTo>
                      <a:pt x="66" y="0"/>
                    </a:moveTo>
                    <a:lnTo>
                      <a:pt x="52" y="0"/>
                    </a:lnTo>
                    <a:lnTo>
                      <a:pt x="0" y="159"/>
                    </a:lnTo>
                    <a:lnTo>
                      <a:pt x="0" y="187"/>
                    </a:lnTo>
                    <a:lnTo>
                      <a:pt x="2" y="187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ADA5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2" name="Freeform 237"/>
              <p:cNvSpPr>
                <a:spLocks/>
              </p:cNvSpPr>
              <p:nvPr/>
            </p:nvSpPr>
            <p:spPr bwMode="auto">
              <a:xfrm>
                <a:off x="2769" y="1679"/>
                <a:ext cx="66" cy="187"/>
              </a:xfrm>
              <a:custGeom>
                <a:avLst/>
                <a:gdLst>
                  <a:gd name="T0" fmla="*/ 66 w 66"/>
                  <a:gd name="T1" fmla="*/ 0 h 187"/>
                  <a:gd name="T2" fmla="*/ 52 w 66"/>
                  <a:gd name="T3" fmla="*/ 0 h 187"/>
                  <a:gd name="T4" fmla="*/ 0 w 66"/>
                  <a:gd name="T5" fmla="*/ 159 h 187"/>
                  <a:gd name="T6" fmla="*/ 0 w 66"/>
                  <a:gd name="T7" fmla="*/ 187 h 187"/>
                  <a:gd name="T8" fmla="*/ 2 w 66"/>
                  <a:gd name="T9" fmla="*/ 187 h 187"/>
                  <a:gd name="T10" fmla="*/ 66 w 66"/>
                  <a:gd name="T11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6" h="187">
                    <a:moveTo>
                      <a:pt x="66" y="0"/>
                    </a:moveTo>
                    <a:lnTo>
                      <a:pt x="52" y="0"/>
                    </a:lnTo>
                    <a:lnTo>
                      <a:pt x="0" y="159"/>
                    </a:lnTo>
                    <a:lnTo>
                      <a:pt x="0" y="187"/>
                    </a:lnTo>
                    <a:lnTo>
                      <a:pt x="2" y="187"/>
                    </a:lnTo>
                    <a:lnTo>
                      <a:pt x="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3" name="Freeform 238"/>
              <p:cNvSpPr>
                <a:spLocks/>
              </p:cNvSpPr>
              <p:nvPr/>
            </p:nvSpPr>
            <p:spPr bwMode="auto">
              <a:xfrm>
                <a:off x="2760" y="1838"/>
                <a:ext cx="9" cy="28"/>
              </a:xfrm>
              <a:custGeom>
                <a:avLst/>
                <a:gdLst>
                  <a:gd name="T0" fmla="*/ 9 w 9"/>
                  <a:gd name="T1" fmla="*/ 0 h 28"/>
                  <a:gd name="T2" fmla="*/ 0 w 9"/>
                  <a:gd name="T3" fmla="*/ 28 h 28"/>
                  <a:gd name="T4" fmla="*/ 9 w 9"/>
                  <a:gd name="T5" fmla="*/ 28 h 28"/>
                  <a:gd name="T6" fmla="*/ 9 w 9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28">
                    <a:moveTo>
                      <a:pt x="9" y="0"/>
                    </a:moveTo>
                    <a:lnTo>
                      <a:pt x="0" y="28"/>
                    </a:lnTo>
                    <a:lnTo>
                      <a:pt x="9" y="2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A595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4" name="Freeform 239"/>
              <p:cNvSpPr>
                <a:spLocks/>
              </p:cNvSpPr>
              <p:nvPr/>
            </p:nvSpPr>
            <p:spPr bwMode="auto">
              <a:xfrm>
                <a:off x="2760" y="1838"/>
                <a:ext cx="9" cy="28"/>
              </a:xfrm>
              <a:custGeom>
                <a:avLst/>
                <a:gdLst>
                  <a:gd name="T0" fmla="*/ 9 w 9"/>
                  <a:gd name="T1" fmla="*/ 0 h 28"/>
                  <a:gd name="T2" fmla="*/ 0 w 9"/>
                  <a:gd name="T3" fmla="*/ 28 h 28"/>
                  <a:gd name="T4" fmla="*/ 9 w 9"/>
                  <a:gd name="T5" fmla="*/ 28 h 28"/>
                  <a:gd name="T6" fmla="*/ 9 w 9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28">
                    <a:moveTo>
                      <a:pt x="9" y="0"/>
                    </a:moveTo>
                    <a:lnTo>
                      <a:pt x="0" y="28"/>
                    </a:lnTo>
                    <a:lnTo>
                      <a:pt x="9" y="28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5" name="Rectangle 240"/>
              <p:cNvSpPr>
                <a:spLocks noChangeArrowheads="1"/>
              </p:cNvSpPr>
              <p:nvPr/>
            </p:nvSpPr>
            <p:spPr bwMode="auto">
              <a:xfrm>
                <a:off x="2821" y="1676"/>
                <a:ext cx="14" cy="3"/>
              </a:xfrm>
              <a:prstGeom prst="rect">
                <a:avLst/>
              </a:prstGeom>
              <a:solidFill>
                <a:srgbClr val="ADB7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6" name="Rectangle 241"/>
              <p:cNvSpPr>
                <a:spLocks noChangeArrowheads="1"/>
              </p:cNvSpPr>
              <p:nvPr/>
            </p:nvSpPr>
            <p:spPr bwMode="auto">
              <a:xfrm>
                <a:off x="2821" y="1676"/>
                <a:ext cx="14" cy="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7" name="Freeform 242"/>
              <p:cNvSpPr>
                <a:spLocks/>
              </p:cNvSpPr>
              <p:nvPr/>
            </p:nvSpPr>
            <p:spPr bwMode="auto">
              <a:xfrm>
                <a:off x="2821" y="1593"/>
                <a:ext cx="104" cy="86"/>
              </a:xfrm>
              <a:custGeom>
                <a:avLst/>
                <a:gdLst>
                  <a:gd name="T0" fmla="*/ 29 w 104"/>
                  <a:gd name="T1" fmla="*/ 0 h 86"/>
                  <a:gd name="T2" fmla="*/ 0 w 104"/>
                  <a:gd name="T3" fmla="*/ 86 h 86"/>
                  <a:gd name="T4" fmla="*/ 14 w 104"/>
                  <a:gd name="T5" fmla="*/ 86 h 86"/>
                  <a:gd name="T6" fmla="*/ 38 w 104"/>
                  <a:gd name="T7" fmla="*/ 15 h 86"/>
                  <a:gd name="T8" fmla="*/ 102 w 104"/>
                  <a:gd name="T9" fmla="*/ 26 h 86"/>
                  <a:gd name="T10" fmla="*/ 104 w 104"/>
                  <a:gd name="T11" fmla="*/ 15 h 86"/>
                  <a:gd name="T12" fmla="*/ 29 w 104"/>
                  <a:gd name="T13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4" h="86">
                    <a:moveTo>
                      <a:pt x="29" y="0"/>
                    </a:moveTo>
                    <a:lnTo>
                      <a:pt x="0" y="86"/>
                    </a:lnTo>
                    <a:lnTo>
                      <a:pt x="14" y="86"/>
                    </a:lnTo>
                    <a:lnTo>
                      <a:pt x="38" y="15"/>
                    </a:lnTo>
                    <a:lnTo>
                      <a:pt x="102" y="26"/>
                    </a:lnTo>
                    <a:lnTo>
                      <a:pt x="104" y="15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324C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8" name="Freeform 243"/>
              <p:cNvSpPr>
                <a:spLocks/>
              </p:cNvSpPr>
              <p:nvPr/>
            </p:nvSpPr>
            <p:spPr bwMode="auto">
              <a:xfrm>
                <a:off x="3535" y="1427"/>
                <a:ext cx="94" cy="150"/>
              </a:xfrm>
              <a:custGeom>
                <a:avLst/>
                <a:gdLst>
                  <a:gd name="T0" fmla="*/ 17 w 40"/>
                  <a:gd name="T1" fmla="*/ 0 h 63"/>
                  <a:gd name="T2" fmla="*/ 0 w 40"/>
                  <a:gd name="T3" fmla="*/ 24 h 63"/>
                  <a:gd name="T4" fmla="*/ 17 w 40"/>
                  <a:gd name="T5" fmla="*/ 60 h 63"/>
                  <a:gd name="T6" fmla="*/ 17 w 40"/>
                  <a:gd name="T7" fmla="*/ 63 h 63"/>
                  <a:gd name="T8" fmla="*/ 40 w 40"/>
                  <a:gd name="T9" fmla="*/ 40 h 63"/>
                  <a:gd name="T10" fmla="*/ 17 w 40"/>
                  <a:gd name="T11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" h="63">
                    <a:moveTo>
                      <a:pt x="17" y="0"/>
                    </a:moveTo>
                    <a:cubicBezTo>
                      <a:pt x="17" y="0"/>
                      <a:pt x="7" y="12"/>
                      <a:pt x="0" y="24"/>
                    </a:cubicBezTo>
                    <a:cubicBezTo>
                      <a:pt x="8" y="36"/>
                      <a:pt x="17" y="51"/>
                      <a:pt x="17" y="60"/>
                    </a:cubicBezTo>
                    <a:cubicBezTo>
                      <a:pt x="17" y="63"/>
                      <a:pt x="17" y="63"/>
                      <a:pt x="17" y="63"/>
                    </a:cubicBezTo>
                    <a:cubicBezTo>
                      <a:pt x="30" y="63"/>
                      <a:pt x="40" y="52"/>
                      <a:pt x="40" y="40"/>
                    </a:cubicBezTo>
                    <a:cubicBezTo>
                      <a:pt x="40" y="27"/>
                      <a:pt x="17" y="0"/>
                      <a:pt x="17" y="0"/>
                    </a:cubicBezTo>
                    <a:close/>
                  </a:path>
                </a:pathLst>
              </a:custGeom>
              <a:solidFill>
                <a:srgbClr val="C8DB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9" name="Freeform 244"/>
              <p:cNvSpPr>
                <a:spLocks/>
              </p:cNvSpPr>
              <p:nvPr/>
            </p:nvSpPr>
            <p:spPr bwMode="auto">
              <a:xfrm>
                <a:off x="3437" y="1451"/>
                <a:ext cx="133" cy="185"/>
              </a:xfrm>
              <a:custGeom>
                <a:avLst/>
                <a:gdLst>
                  <a:gd name="T0" fmla="*/ 28 w 56"/>
                  <a:gd name="T1" fmla="*/ 0 h 78"/>
                  <a:gd name="T2" fmla="*/ 0 w 56"/>
                  <a:gd name="T3" fmla="*/ 50 h 78"/>
                  <a:gd name="T4" fmla="*/ 28 w 56"/>
                  <a:gd name="T5" fmla="*/ 78 h 78"/>
                  <a:gd name="T6" fmla="*/ 56 w 56"/>
                  <a:gd name="T7" fmla="*/ 50 h 78"/>
                  <a:gd name="T8" fmla="*/ 28 w 56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78">
                    <a:moveTo>
                      <a:pt x="28" y="0"/>
                    </a:moveTo>
                    <a:cubicBezTo>
                      <a:pt x="28" y="0"/>
                      <a:pt x="0" y="35"/>
                      <a:pt x="0" y="50"/>
                    </a:cubicBezTo>
                    <a:cubicBezTo>
                      <a:pt x="0" y="66"/>
                      <a:pt x="12" y="78"/>
                      <a:pt x="28" y="78"/>
                    </a:cubicBezTo>
                    <a:cubicBezTo>
                      <a:pt x="43" y="78"/>
                      <a:pt x="56" y="66"/>
                      <a:pt x="56" y="50"/>
                    </a:cubicBezTo>
                    <a:cubicBezTo>
                      <a:pt x="56" y="35"/>
                      <a:pt x="28" y="0"/>
                      <a:pt x="28" y="0"/>
                    </a:cubicBezTo>
                    <a:close/>
                  </a:path>
                </a:pathLst>
              </a:custGeom>
              <a:solidFill>
                <a:srgbClr val="C8DB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0" name="Freeform 245"/>
              <p:cNvSpPr>
                <a:spLocks/>
              </p:cNvSpPr>
              <p:nvPr/>
            </p:nvSpPr>
            <p:spPr bwMode="auto">
              <a:xfrm>
                <a:off x="3537" y="1425"/>
                <a:ext cx="40" cy="145"/>
              </a:xfrm>
              <a:custGeom>
                <a:avLst/>
                <a:gdLst>
                  <a:gd name="T0" fmla="*/ 17 w 17"/>
                  <a:gd name="T1" fmla="*/ 0 h 61"/>
                  <a:gd name="T2" fmla="*/ 0 w 17"/>
                  <a:gd name="T3" fmla="*/ 25 h 61"/>
                  <a:gd name="T4" fmla="*/ 17 w 17"/>
                  <a:gd name="T5" fmla="*/ 61 h 61"/>
                  <a:gd name="T6" fmla="*/ 17 w 17"/>
                  <a:gd name="T7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61">
                    <a:moveTo>
                      <a:pt x="17" y="0"/>
                    </a:moveTo>
                    <a:cubicBezTo>
                      <a:pt x="17" y="0"/>
                      <a:pt x="7" y="13"/>
                      <a:pt x="0" y="25"/>
                    </a:cubicBezTo>
                    <a:cubicBezTo>
                      <a:pt x="8" y="36"/>
                      <a:pt x="17" y="51"/>
                      <a:pt x="17" y="61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1" name="Freeform 246"/>
              <p:cNvSpPr>
                <a:spLocks/>
              </p:cNvSpPr>
              <p:nvPr/>
            </p:nvSpPr>
            <p:spPr bwMode="auto">
              <a:xfrm>
                <a:off x="3577" y="1425"/>
                <a:ext cx="52" cy="149"/>
              </a:xfrm>
              <a:custGeom>
                <a:avLst/>
                <a:gdLst>
                  <a:gd name="T0" fmla="*/ 0 w 22"/>
                  <a:gd name="T1" fmla="*/ 0 h 63"/>
                  <a:gd name="T2" fmla="*/ 0 w 22"/>
                  <a:gd name="T3" fmla="*/ 61 h 63"/>
                  <a:gd name="T4" fmla="*/ 0 w 22"/>
                  <a:gd name="T5" fmla="*/ 63 h 63"/>
                  <a:gd name="T6" fmla="*/ 22 w 22"/>
                  <a:gd name="T7" fmla="*/ 40 h 63"/>
                  <a:gd name="T8" fmla="*/ 0 w 22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63">
                    <a:moveTo>
                      <a:pt x="0" y="0"/>
                    </a:moveTo>
                    <a:cubicBezTo>
                      <a:pt x="0" y="61"/>
                      <a:pt x="0" y="61"/>
                      <a:pt x="0" y="61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12" y="63"/>
                      <a:pt x="22" y="53"/>
                      <a:pt x="22" y="40"/>
                    </a:cubicBezTo>
                    <a:cubicBezTo>
                      <a:pt x="22" y="28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C8DB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2" name="Freeform 247"/>
              <p:cNvSpPr>
                <a:spLocks/>
              </p:cNvSpPr>
              <p:nvPr/>
            </p:nvSpPr>
            <p:spPr bwMode="auto">
              <a:xfrm>
                <a:off x="3437" y="1451"/>
                <a:ext cx="67" cy="185"/>
              </a:xfrm>
              <a:custGeom>
                <a:avLst/>
                <a:gdLst>
                  <a:gd name="T0" fmla="*/ 0 w 28"/>
                  <a:gd name="T1" fmla="*/ 50 h 78"/>
                  <a:gd name="T2" fmla="*/ 28 w 28"/>
                  <a:gd name="T3" fmla="*/ 78 h 78"/>
                  <a:gd name="T4" fmla="*/ 28 w 28"/>
                  <a:gd name="T5" fmla="*/ 0 h 78"/>
                  <a:gd name="T6" fmla="*/ 0 w 28"/>
                  <a:gd name="T7" fmla="*/ 5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78">
                    <a:moveTo>
                      <a:pt x="0" y="50"/>
                    </a:moveTo>
                    <a:cubicBezTo>
                      <a:pt x="0" y="66"/>
                      <a:pt x="12" y="78"/>
                      <a:pt x="28" y="78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0" y="35"/>
                      <a:pt x="0" y="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3" name="Freeform 248"/>
              <p:cNvSpPr>
                <a:spLocks/>
              </p:cNvSpPr>
              <p:nvPr/>
            </p:nvSpPr>
            <p:spPr bwMode="auto">
              <a:xfrm>
                <a:off x="3504" y="1451"/>
                <a:ext cx="66" cy="185"/>
              </a:xfrm>
              <a:custGeom>
                <a:avLst/>
                <a:gdLst>
                  <a:gd name="T0" fmla="*/ 0 w 28"/>
                  <a:gd name="T1" fmla="*/ 0 h 78"/>
                  <a:gd name="T2" fmla="*/ 0 w 28"/>
                  <a:gd name="T3" fmla="*/ 78 h 78"/>
                  <a:gd name="T4" fmla="*/ 28 w 28"/>
                  <a:gd name="T5" fmla="*/ 50 h 78"/>
                  <a:gd name="T6" fmla="*/ 0 w 28"/>
                  <a:gd name="T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78">
                    <a:moveTo>
                      <a:pt x="0" y="0"/>
                    </a:moveTo>
                    <a:cubicBezTo>
                      <a:pt x="0" y="78"/>
                      <a:pt x="0" y="78"/>
                      <a:pt x="0" y="78"/>
                    </a:cubicBezTo>
                    <a:cubicBezTo>
                      <a:pt x="15" y="78"/>
                      <a:pt x="28" y="66"/>
                      <a:pt x="28" y="50"/>
                    </a:cubicBezTo>
                    <a:cubicBezTo>
                      <a:pt x="28" y="3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C8DB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4" name="Freeform 249"/>
              <p:cNvSpPr>
                <a:spLocks/>
              </p:cNvSpPr>
              <p:nvPr/>
            </p:nvSpPr>
            <p:spPr bwMode="auto">
              <a:xfrm>
                <a:off x="2779" y="2551"/>
                <a:ext cx="4" cy="3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0 h 1"/>
                  <a:gd name="T4" fmla="*/ 0 w 2"/>
                  <a:gd name="T5" fmla="*/ 1 h 1"/>
                  <a:gd name="T6" fmla="*/ 2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54A1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5" name="Freeform 250"/>
              <p:cNvSpPr>
                <a:spLocks/>
              </p:cNvSpPr>
              <p:nvPr/>
            </p:nvSpPr>
            <p:spPr bwMode="auto">
              <a:xfrm>
                <a:off x="2769" y="2551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54A1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6" name="Freeform 251"/>
              <p:cNvSpPr>
                <a:spLocks/>
              </p:cNvSpPr>
              <p:nvPr/>
            </p:nvSpPr>
            <p:spPr bwMode="auto">
              <a:xfrm>
                <a:off x="2776" y="2549"/>
                <a:ext cx="5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0 h 1"/>
                  <a:gd name="T4" fmla="*/ 0 w 2"/>
                  <a:gd name="T5" fmla="*/ 1 h 1"/>
                  <a:gd name="T6" fmla="*/ 2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5FB5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7" name="Freeform 252"/>
              <p:cNvSpPr>
                <a:spLocks/>
              </p:cNvSpPr>
              <p:nvPr/>
            </p:nvSpPr>
            <p:spPr bwMode="auto">
              <a:xfrm>
                <a:off x="2767" y="2549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5FB5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8" name="Freeform 253"/>
              <p:cNvSpPr>
                <a:spLocks/>
              </p:cNvSpPr>
              <p:nvPr/>
            </p:nvSpPr>
            <p:spPr bwMode="auto">
              <a:xfrm>
                <a:off x="2745" y="2466"/>
                <a:ext cx="79" cy="83"/>
              </a:xfrm>
              <a:custGeom>
                <a:avLst/>
                <a:gdLst>
                  <a:gd name="T0" fmla="*/ 13 w 33"/>
                  <a:gd name="T1" fmla="*/ 34 h 35"/>
                  <a:gd name="T2" fmla="*/ 13 w 33"/>
                  <a:gd name="T3" fmla="*/ 31 h 35"/>
                  <a:gd name="T4" fmla="*/ 13 w 33"/>
                  <a:gd name="T5" fmla="*/ 30 h 35"/>
                  <a:gd name="T6" fmla="*/ 13 w 33"/>
                  <a:gd name="T7" fmla="*/ 30 h 35"/>
                  <a:gd name="T8" fmla="*/ 27 w 33"/>
                  <a:gd name="T9" fmla="*/ 20 h 35"/>
                  <a:gd name="T10" fmla="*/ 30 w 33"/>
                  <a:gd name="T11" fmla="*/ 0 h 35"/>
                  <a:gd name="T12" fmla="*/ 13 w 33"/>
                  <a:gd name="T13" fmla="*/ 11 h 35"/>
                  <a:gd name="T14" fmla="*/ 10 w 33"/>
                  <a:gd name="T15" fmla="*/ 21 h 35"/>
                  <a:gd name="T16" fmla="*/ 9 w 33"/>
                  <a:gd name="T17" fmla="*/ 19 h 35"/>
                  <a:gd name="T18" fmla="*/ 6 w 33"/>
                  <a:gd name="T19" fmla="*/ 14 h 35"/>
                  <a:gd name="T20" fmla="*/ 2 w 33"/>
                  <a:gd name="T21" fmla="*/ 10 h 35"/>
                  <a:gd name="T22" fmla="*/ 0 w 33"/>
                  <a:gd name="T23" fmla="*/ 8 h 35"/>
                  <a:gd name="T24" fmla="*/ 4 w 33"/>
                  <a:gd name="T25" fmla="*/ 17 h 35"/>
                  <a:gd name="T26" fmla="*/ 6 w 33"/>
                  <a:gd name="T27" fmla="*/ 20 h 35"/>
                  <a:gd name="T28" fmla="*/ 8 w 33"/>
                  <a:gd name="T29" fmla="*/ 26 h 35"/>
                  <a:gd name="T30" fmla="*/ 10 w 33"/>
                  <a:gd name="T31" fmla="*/ 32 h 35"/>
                  <a:gd name="T32" fmla="*/ 10 w 33"/>
                  <a:gd name="T33" fmla="*/ 35 h 35"/>
                  <a:gd name="T34" fmla="*/ 10 w 33"/>
                  <a:gd name="T35" fmla="*/ 35 h 35"/>
                  <a:gd name="T36" fmla="*/ 13 w 33"/>
                  <a:gd name="T37" fmla="*/ 35 h 35"/>
                  <a:gd name="T38" fmla="*/ 13 w 33"/>
                  <a:gd name="T39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" h="35">
                    <a:moveTo>
                      <a:pt x="13" y="34"/>
                    </a:moveTo>
                    <a:cubicBezTo>
                      <a:pt x="13" y="33"/>
                      <a:pt x="13" y="32"/>
                      <a:pt x="13" y="31"/>
                    </a:cubicBezTo>
                    <a:cubicBezTo>
                      <a:pt x="13" y="31"/>
                      <a:pt x="13" y="30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7" y="29"/>
                      <a:pt x="24" y="26"/>
                      <a:pt x="27" y="20"/>
                    </a:cubicBezTo>
                    <a:cubicBezTo>
                      <a:pt x="33" y="11"/>
                      <a:pt x="30" y="0"/>
                      <a:pt x="30" y="0"/>
                    </a:cubicBezTo>
                    <a:cubicBezTo>
                      <a:pt x="30" y="0"/>
                      <a:pt x="19" y="2"/>
                      <a:pt x="13" y="11"/>
                    </a:cubicBezTo>
                    <a:cubicBezTo>
                      <a:pt x="11" y="14"/>
                      <a:pt x="10" y="18"/>
                      <a:pt x="10" y="21"/>
                    </a:cubicBezTo>
                    <a:cubicBezTo>
                      <a:pt x="10" y="20"/>
                      <a:pt x="9" y="20"/>
                      <a:pt x="9" y="19"/>
                    </a:cubicBezTo>
                    <a:cubicBezTo>
                      <a:pt x="8" y="17"/>
                      <a:pt x="7" y="16"/>
                      <a:pt x="6" y="14"/>
                    </a:cubicBezTo>
                    <a:cubicBezTo>
                      <a:pt x="4" y="11"/>
                      <a:pt x="2" y="10"/>
                      <a:pt x="2" y="1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5" y="18"/>
                      <a:pt x="5" y="19"/>
                      <a:pt x="6" y="20"/>
                    </a:cubicBezTo>
                    <a:cubicBezTo>
                      <a:pt x="7" y="22"/>
                      <a:pt x="7" y="24"/>
                      <a:pt x="8" y="26"/>
                    </a:cubicBezTo>
                    <a:cubicBezTo>
                      <a:pt x="9" y="28"/>
                      <a:pt x="9" y="30"/>
                      <a:pt x="10" y="32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13" y="35"/>
                      <a:pt x="13" y="35"/>
                      <a:pt x="13" y="35"/>
                    </a:cubicBezTo>
                    <a:lnTo>
                      <a:pt x="13" y="34"/>
                    </a:lnTo>
                    <a:close/>
                  </a:path>
                </a:pathLst>
              </a:custGeom>
              <a:solidFill>
                <a:srgbClr val="E0F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9" name="Freeform 254"/>
              <p:cNvSpPr>
                <a:spLocks/>
              </p:cNvSpPr>
              <p:nvPr/>
            </p:nvSpPr>
            <p:spPr bwMode="auto">
              <a:xfrm>
                <a:off x="2665" y="2539"/>
                <a:ext cx="220" cy="178"/>
              </a:xfrm>
              <a:custGeom>
                <a:avLst/>
                <a:gdLst>
                  <a:gd name="T0" fmla="*/ 69 w 93"/>
                  <a:gd name="T1" fmla="*/ 1 h 75"/>
                  <a:gd name="T2" fmla="*/ 47 w 93"/>
                  <a:gd name="T3" fmla="*/ 5 h 75"/>
                  <a:gd name="T4" fmla="*/ 46 w 93"/>
                  <a:gd name="T5" fmla="*/ 4 h 75"/>
                  <a:gd name="T6" fmla="*/ 44 w 93"/>
                  <a:gd name="T7" fmla="*/ 4 h 75"/>
                  <a:gd name="T8" fmla="*/ 23 w 93"/>
                  <a:gd name="T9" fmla="*/ 1 h 75"/>
                  <a:gd name="T10" fmla="*/ 0 w 93"/>
                  <a:gd name="T11" fmla="*/ 33 h 75"/>
                  <a:gd name="T12" fmla="*/ 45 w 93"/>
                  <a:gd name="T13" fmla="*/ 75 h 75"/>
                  <a:gd name="T14" fmla="*/ 46 w 93"/>
                  <a:gd name="T15" fmla="*/ 75 h 75"/>
                  <a:gd name="T16" fmla="*/ 93 w 93"/>
                  <a:gd name="T17" fmla="*/ 33 h 75"/>
                  <a:gd name="T18" fmla="*/ 69 w 93"/>
                  <a:gd name="T19" fmla="*/ 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" h="75">
                    <a:moveTo>
                      <a:pt x="69" y="1"/>
                    </a:moveTo>
                    <a:cubicBezTo>
                      <a:pt x="65" y="0"/>
                      <a:pt x="52" y="3"/>
                      <a:pt x="47" y="5"/>
                    </a:cubicBezTo>
                    <a:cubicBezTo>
                      <a:pt x="47" y="4"/>
                      <a:pt x="46" y="4"/>
                      <a:pt x="46" y="4"/>
                    </a:cubicBezTo>
                    <a:cubicBezTo>
                      <a:pt x="45" y="4"/>
                      <a:pt x="44" y="4"/>
                      <a:pt x="44" y="4"/>
                    </a:cubicBezTo>
                    <a:cubicBezTo>
                      <a:pt x="39" y="3"/>
                      <a:pt x="28" y="0"/>
                      <a:pt x="23" y="1"/>
                    </a:cubicBezTo>
                    <a:cubicBezTo>
                      <a:pt x="6" y="4"/>
                      <a:pt x="0" y="14"/>
                      <a:pt x="0" y="33"/>
                    </a:cubicBezTo>
                    <a:cubicBezTo>
                      <a:pt x="0" y="63"/>
                      <a:pt x="26" y="75"/>
                      <a:pt x="45" y="75"/>
                    </a:cubicBezTo>
                    <a:cubicBezTo>
                      <a:pt x="46" y="75"/>
                      <a:pt x="46" y="75"/>
                      <a:pt x="46" y="75"/>
                    </a:cubicBezTo>
                    <a:cubicBezTo>
                      <a:pt x="65" y="75"/>
                      <a:pt x="93" y="63"/>
                      <a:pt x="93" y="33"/>
                    </a:cubicBezTo>
                    <a:cubicBezTo>
                      <a:pt x="93" y="14"/>
                      <a:pt x="87" y="4"/>
                      <a:pt x="69" y="1"/>
                    </a:cubicBezTo>
                    <a:close/>
                  </a:path>
                </a:pathLst>
              </a:custGeom>
              <a:solidFill>
                <a:srgbClr val="E0F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0" name="Freeform 255"/>
              <p:cNvSpPr>
                <a:spLocks noEditPoints="1"/>
              </p:cNvSpPr>
              <p:nvPr/>
            </p:nvSpPr>
            <p:spPr bwMode="auto">
              <a:xfrm>
                <a:off x="2665" y="2539"/>
                <a:ext cx="220" cy="178"/>
              </a:xfrm>
              <a:custGeom>
                <a:avLst/>
                <a:gdLst>
                  <a:gd name="T0" fmla="*/ 69 w 93"/>
                  <a:gd name="T1" fmla="*/ 1 h 75"/>
                  <a:gd name="T2" fmla="*/ 47 w 93"/>
                  <a:gd name="T3" fmla="*/ 5 h 75"/>
                  <a:gd name="T4" fmla="*/ 46 w 93"/>
                  <a:gd name="T5" fmla="*/ 4 h 75"/>
                  <a:gd name="T6" fmla="*/ 45 w 93"/>
                  <a:gd name="T7" fmla="*/ 4 h 75"/>
                  <a:gd name="T8" fmla="*/ 23 w 93"/>
                  <a:gd name="T9" fmla="*/ 1 h 75"/>
                  <a:gd name="T10" fmla="*/ 0 w 93"/>
                  <a:gd name="T11" fmla="*/ 33 h 75"/>
                  <a:gd name="T12" fmla="*/ 45 w 93"/>
                  <a:gd name="T13" fmla="*/ 75 h 75"/>
                  <a:gd name="T14" fmla="*/ 46 w 93"/>
                  <a:gd name="T15" fmla="*/ 75 h 75"/>
                  <a:gd name="T16" fmla="*/ 93 w 93"/>
                  <a:gd name="T17" fmla="*/ 33 h 75"/>
                  <a:gd name="T18" fmla="*/ 69 w 93"/>
                  <a:gd name="T19" fmla="*/ 1 h 75"/>
                  <a:gd name="T20" fmla="*/ 60 w 93"/>
                  <a:gd name="T21" fmla="*/ 62 h 75"/>
                  <a:gd name="T22" fmla="*/ 57 w 93"/>
                  <a:gd name="T23" fmla="*/ 59 h 75"/>
                  <a:gd name="T24" fmla="*/ 60 w 93"/>
                  <a:gd name="T25" fmla="*/ 56 h 75"/>
                  <a:gd name="T26" fmla="*/ 63 w 93"/>
                  <a:gd name="T27" fmla="*/ 59 h 75"/>
                  <a:gd name="T28" fmla="*/ 60 w 93"/>
                  <a:gd name="T29" fmla="*/ 62 h 75"/>
                  <a:gd name="T30" fmla="*/ 70 w 93"/>
                  <a:gd name="T31" fmla="*/ 57 h 75"/>
                  <a:gd name="T32" fmla="*/ 63 w 93"/>
                  <a:gd name="T33" fmla="*/ 50 h 75"/>
                  <a:gd name="T34" fmla="*/ 70 w 93"/>
                  <a:gd name="T35" fmla="*/ 42 h 75"/>
                  <a:gd name="T36" fmla="*/ 77 w 93"/>
                  <a:gd name="T37" fmla="*/ 50 h 75"/>
                  <a:gd name="T38" fmla="*/ 70 w 93"/>
                  <a:gd name="T39" fmla="*/ 5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3" h="75">
                    <a:moveTo>
                      <a:pt x="69" y="1"/>
                    </a:moveTo>
                    <a:cubicBezTo>
                      <a:pt x="65" y="0"/>
                      <a:pt x="52" y="3"/>
                      <a:pt x="47" y="5"/>
                    </a:cubicBezTo>
                    <a:cubicBezTo>
                      <a:pt x="47" y="4"/>
                      <a:pt x="46" y="4"/>
                      <a:pt x="46" y="4"/>
                    </a:cubicBezTo>
                    <a:cubicBezTo>
                      <a:pt x="45" y="4"/>
                      <a:pt x="44" y="4"/>
                      <a:pt x="45" y="4"/>
                    </a:cubicBezTo>
                    <a:cubicBezTo>
                      <a:pt x="39" y="3"/>
                      <a:pt x="28" y="0"/>
                      <a:pt x="23" y="1"/>
                    </a:cubicBezTo>
                    <a:cubicBezTo>
                      <a:pt x="6" y="4"/>
                      <a:pt x="0" y="14"/>
                      <a:pt x="0" y="33"/>
                    </a:cubicBezTo>
                    <a:cubicBezTo>
                      <a:pt x="0" y="63"/>
                      <a:pt x="26" y="75"/>
                      <a:pt x="45" y="75"/>
                    </a:cubicBezTo>
                    <a:cubicBezTo>
                      <a:pt x="46" y="75"/>
                      <a:pt x="46" y="75"/>
                      <a:pt x="46" y="75"/>
                    </a:cubicBezTo>
                    <a:cubicBezTo>
                      <a:pt x="65" y="75"/>
                      <a:pt x="93" y="63"/>
                      <a:pt x="93" y="33"/>
                    </a:cubicBezTo>
                    <a:cubicBezTo>
                      <a:pt x="93" y="14"/>
                      <a:pt x="86" y="4"/>
                      <a:pt x="69" y="1"/>
                    </a:cubicBezTo>
                    <a:close/>
                    <a:moveTo>
                      <a:pt x="60" y="62"/>
                    </a:moveTo>
                    <a:cubicBezTo>
                      <a:pt x="58" y="62"/>
                      <a:pt x="57" y="61"/>
                      <a:pt x="57" y="59"/>
                    </a:cubicBezTo>
                    <a:cubicBezTo>
                      <a:pt x="57" y="57"/>
                      <a:pt x="58" y="56"/>
                      <a:pt x="60" y="56"/>
                    </a:cubicBezTo>
                    <a:cubicBezTo>
                      <a:pt x="61" y="56"/>
                      <a:pt x="63" y="57"/>
                      <a:pt x="63" y="59"/>
                    </a:cubicBezTo>
                    <a:cubicBezTo>
                      <a:pt x="63" y="61"/>
                      <a:pt x="61" y="62"/>
                      <a:pt x="60" y="62"/>
                    </a:cubicBezTo>
                    <a:close/>
                    <a:moveTo>
                      <a:pt x="70" y="57"/>
                    </a:moveTo>
                    <a:cubicBezTo>
                      <a:pt x="66" y="57"/>
                      <a:pt x="63" y="53"/>
                      <a:pt x="63" y="50"/>
                    </a:cubicBezTo>
                    <a:cubicBezTo>
                      <a:pt x="63" y="46"/>
                      <a:pt x="66" y="42"/>
                      <a:pt x="70" y="42"/>
                    </a:cubicBezTo>
                    <a:cubicBezTo>
                      <a:pt x="74" y="42"/>
                      <a:pt x="77" y="46"/>
                      <a:pt x="77" y="50"/>
                    </a:cubicBezTo>
                    <a:cubicBezTo>
                      <a:pt x="77" y="53"/>
                      <a:pt x="74" y="57"/>
                      <a:pt x="70" y="57"/>
                    </a:cubicBezTo>
                    <a:close/>
                  </a:path>
                </a:pathLst>
              </a:custGeom>
              <a:solidFill>
                <a:srgbClr val="D92E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1" name="Freeform 256"/>
              <p:cNvSpPr>
                <a:spLocks/>
              </p:cNvSpPr>
              <p:nvPr/>
            </p:nvSpPr>
            <p:spPr bwMode="auto">
              <a:xfrm>
                <a:off x="2660" y="2537"/>
                <a:ext cx="114" cy="183"/>
              </a:xfrm>
              <a:custGeom>
                <a:avLst/>
                <a:gdLst>
                  <a:gd name="T0" fmla="*/ 46 w 48"/>
                  <a:gd name="T1" fmla="*/ 4 h 77"/>
                  <a:gd name="T2" fmla="*/ 24 w 48"/>
                  <a:gd name="T3" fmla="*/ 1 h 77"/>
                  <a:gd name="T4" fmla="*/ 0 w 48"/>
                  <a:gd name="T5" fmla="*/ 34 h 77"/>
                  <a:gd name="T6" fmla="*/ 47 w 48"/>
                  <a:gd name="T7" fmla="*/ 77 h 77"/>
                  <a:gd name="T8" fmla="*/ 48 w 48"/>
                  <a:gd name="T9" fmla="*/ 77 h 77"/>
                  <a:gd name="T10" fmla="*/ 48 w 48"/>
                  <a:gd name="T11" fmla="*/ 4 h 77"/>
                  <a:gd name="T12" fmla="*/ 46 w 48"/>
                  <a:gd name="T13" fmla="*/ 4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77">
                    <a:moveTo>
                      <a:pt x="46" y="4"/>
                    </a:moveTo>
                    <a:cubicBezTo>
                      <a:pt x="41" y="3"/>
                      <a:pt x="29" y="0"/>
                      <a:pt x="24" y="1"/>
                    </a:cubicBezTo>
                    <a:cubicBezTo>
                      <a:pt x="7" y="4"/>
                      <a:pt x="0" y="14"/>
                      <a:pt x="0" y="34"/>
                    </a:cubicBezTo>
                    <a:cubicBezTo>
                      <a:pt x="0" y="64"/>
                      <a:pt x="27" y="77"/>
                      <a:pt x="47" y="77"/>
                    </a:cubicBezTo>
                    <a:cubicBezTo>
                      <a:pt x="48" y="77"/>
                      <a:pt x="48" y="77"/>
                      <a:pt x="48" y="77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47" y="4"/>
                      <a:pt x="46" y="4"/>
                      <a:pt x="46" y="4"/>
                    </a:cubicBezTo>
                    <a:close/>
                  </a:path>
                </a:pathLst>
              </a:custGeom>
              <a:solidFill>
                <a:srgbClr val="FF3B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2" name="Freeform 257"/>
              <p:cNvSpPr>
                <a:spLocks noEditPoints="1"/>
              </p:cNvSpPr>
              <p:nvPr/>
            </p:nvSpPr>
            <p:spPr bwMode="auto">
              <a:xfrm>
                <a:off x="2774" y="2537"/>
                <a:ext cx="114" cy="183"/>
              </a:xfrm>
              <a:custGeom>
                <a:avLst/>
                <a:gdLst>
                  <a:gd name="T0" fmla="*/ 48 w 48"/>
                  <a:gd name="T1" fmla="*/ 34 h 77"/>
                  <a:gd name="T2" fmla="*/ 24 w 48"/>
                  <a:gd name="T3" fmla="*/ 1 h 77"/>
                  <a:gd name="T4" fmla="*/ 1 w 48"/>
                  <a:gd name="T5" fmla="*/ 5 h 77"/>
                  <a:gd name="T6" fmla="*/ 0 w 48"/>
                  <a:gd name="T7" fmla="*/ 4 h 77"/>
                  <a:gd name="T8" fmla="*/ 0 w 48"/>
                  <a:gd name="T9" fmla="*/ 77 h 77"/>
                  <a:gd name="T10" fmla="*/ 48 w 48"/>
                  <a:gd name="T11" fmla="*/ 34 h 77"/>
                  <a:gd name="T12" fmla="*/ 14 w 48"/>
                  <a:gd name="T13" fmla="*/ 64 h 77"/>
                  <a:gd name="T14" fmla="*/ 11 w 48"/>
                  <a:gd name="T15" fmla="*/ 61 h 77"/>
                  <a:gd name="T16" fmla="*/ 14 w 48"/>
                  <a:gd name="T17" fmla="*/ 58 h 77"/>
                  <a:gd name="T18" fmla="*/ 17 w 48"/>
                  <a:gd name="T19" fmla="*/ 61 h 77"/>
                  <a:gd name="T20" fmla="*/ 14 w 48"/>
                  <a:gd name="T21" fmla="*/ 64 h 77"/>
                  <a:gd name="T22" fmla="*/ 25 w 48"/>
                  <a:gd name="T23" fmla="*/ 58 h 77"/>
                  <a:gd name="T24" fmla="*/ 17 w 48"/>
                  <a:gd name="T25" fmla="*/ 51 h 77"/>
                  <a:gd name="T26" fmla="*/ 25 w 48"/>
                  <a:gd name="T27" fmla="*/ 44 h 77"/>
                  <a:gd name="T28" fmla="*/ 32 w 48"/>
                  <a:gd name="T29" fmla="*/ 51 h 77"/>
                  <a:gd name="T30" fmla="*/ 25 w 48"/>
                  <a:gd name="T31" fmla="*/ 5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" h="77">
                    <a:moveTo>
                      <a:pt x="48" y="34"/>
                    </a:moveTo>
                    <a:cubicBezTo>
                      <a:pt x="48" y="14"/>
                      <a:pt x="42" y="4"/>
                      <a:pt x="24" y="1"/>
                    </a:cubicBezTo>
                    <a:cubicBezTo>
                      <a:pt x="19" y="0"/>
                      <a:pt x="6" y="3"/>
                      <a:pt x="1" y="5"/>
                    </a:cubicBezTo>
                    <a:cubicBezTo>
                      <a:pt x="1" y="4"/>
                      <a:pt x="0" y="4"/>
                      <a:pt x="0" y="4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20" y="77"/>
                      <a:pt x="48" y="64"/>
                      <a:pt x="48" y="34"/>
                    </a:cubicBezTo>
                    <a:close/>
                    <a:moveTo>
                      <a:pt x="14" y="64"/>
                    </a:moveTo>
                    <a:cubicBezTo>
                      <a:pt x="13" y="64"/>
                      <a:pt x="11" y="62"/>
                      <a:pt x="11" y="61"/>
                    </a:cubicBezTo>
                    <a:cubicBezTo>
                      <a:pt x="11" y="59"/>
                      <a:pt x="13" y="58"/>
                      <a:pt x="14" y="58"/>
                    </a:cubicBezTo>
                    <a:cubicBezTo>
                      <a:pt x="16" y="58"/>
                      <a:pt x="17" y="59"/>
                      <a:pt x="17" y="61"/>
                    </a:cubicBezTo>
                    <a:cubicBezTo>
                      <a:pt x="17" y="62"/>
                      <a:pt x="16" y="64"/>
                      <a:pt x="14" y="64"/>
                    </a:cubicBezTo>
                    <a:close/>
                    <a:moveTo>
                      <a:pt x="25" y="58"/>
                    </a:moveTo>
                    <a:cubicBezTo>
                      <a:pt x="21" y="58"/>
                      <a:pt x="17" y="55"/>
                      <a:pt x="17" y="51"/>
                    </a:cubicBezTo>
                    <a:cubicBezTo>
                      <a:pt x="17" y="47"/>
                      <a:pt x="21" y="44"/>
                      <a:pt x="25" y="44"/>
                    </a:cubicBezTo>
                    <a:cubicBezTo>
                      <a:pt x="29" y="44"/>
                      <a:pt x="32" y="47"/>
                      <a:pt x="32" y="51"/>
                    </a:cubicBezTo>
                    <a:cubicBezTo>
                      <a:pt x="32" y="55"/>
                      <a:pt x="29" y="58"/>
                      <a:pt x="25" y="58"/>
                    </a:cubicBezTo>
                    <a:close/>
                  </a:path>
                </a:pathLst>
              </a:custGeom>
              <a:solidFill>
                <a:srgbClr val="D92E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3" name="Oval 258"/>
              <p:cNvSpPr>
                <a:spLocks noChangeArrowheads="1"/>
              </p:cNvSpPr>
              <p:nvPr/>
            </p:nvSpPr>
            <p:spPr bwMode="auto">
              <a:xfrm>
                <a:off x="3615" y="2044"/>
                <a:ext cx="431" cy="431"/>
              </a:xfrm>
              <a:prstGeom prst="ellipse">
                <a:avLst/>
              </a:prstGeom>
              <a:solidFill>
                <a:srgbClr val="679C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4" name="Freeform 259"/>
              <p:cNvSpPr>
                <a:spLocks/>
              </p:cNvSpPr>
              <p:nvPr/>
            </p:nvSpPr>
            <p:spPr bwMode="auto">
              <a:xfrm>
                <a:off x="3712" y="2139"/>
                <a:ext cx="114" cy="242"/>
              </a:xfrm>
              <a:custGeom>
                <a:avLst/>
                <a:gdLst>
                  <a:gd name="T0" fmla="*/ 13 w 48"/>
                  <a:gd name="T1" fmla="*/ 51 h 102"/>
                  <a:gd name="T2" fmla="*/ 48 w 48"/>
                  <a:gd name="T3" fmla="*/ 14 h 102"/>
                  <a:gd name="T4" fmla="*/ 48 w 48"/>
                  <a:gd name="T5" fmla="*/ 0 h 102"/>
                  <a:gd name="T6" fmla="*/ 0 w 48"/>
                  <a:gd name="T7" fmla="*/ 51 h 102"/>
                  <a:gd name="T8" fmla="*/ 48 w 48"/>
                  <a:gd name="T9" fmla="*/ 102 h 102"/>
                  <a:gd name="T10" fmla="*/ 48 w 48"/>
                  <a:gd name="T11" fmla="*/ 88 h 102"/>
                  <a:gd name="T12" fmla="*/ 13 w 48"/>
                  <a:gd name="T13" fmla="*/ 5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02">
                    <a:moveTo>
                      <a:pt x="13" y="51"/>
                    </a:moveTo>
                    <a:cubicBezTo>
                      <a:pt x="13" y="31"/>
                      <a:pt x="29" y="15"/>
                      <a:pt x="48" y="14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21" y="2"/>
                      <a:pt x="0" y="24"/>
                      <a:pt x="0" y="51"/>
                    </a:cubicBezTo>
                    <a:cubicBezTo>
                      <a:pt x="0" y="78"/>
                      <a:pt x="21" y="100"/>
                      <a:pt x="48" y="102"/>
                    </a:cubicBezTo>
                    <a:cubicBezTo>
                      <a:pt x="48" y="88"/>
                      <a:pt x="48" y="88"/>
                      <a:pt x="48" y="88"/>
                    </a:cubicBezTo>
                    <a:cubicBezTo>
                      <a:pt x="29" y="87"/>
                      <a:pt x="13" y="71"/>
                      <a:pt x="13" y="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5" name="Freeform 260"/>
              <p:cNvSpPr>
                <a:spLocks/>
              </p:cNvSpPr>
              <p:nvPr/>
            </p:nvSpPr>
            <p:spPr bwMode="auto">
              <a:xfrm>
                <a:off x="3826" y="2139"/>
                <a:ext cx="128" cy="242"/>
              </a:xfrm>
              <a:custGeom>
                <a:avLst/>
                <a:gdLst>
                  <a:gd name="T0" fmla="*/ 3 w 54"/>
                  <a:gd name="T1" fmla="*/ 0 h 102"/>
                  <a:gd name="T2" fmla="*/ 0 w 54"/>
                  <a:gd name="T3" fmla="*/ 0 h 102"/>
                  <a:gd name="T4" fmla="*/ 0 w 54"/>
                  <a:gd name="T5" fmla="*/ 14 h 102"/>
                  <a:gd name="T6" fmla="*/ 3 w 54"/>
                  <a:gd name="T7" fmla="*/ 14 h 102"/>
                  <a:gd name="T8" fmla="*/ 40 w 54"/>
                  <a:gd name="T9" fmla="*/ 51 h 102"/>
                  <a:gd name="T10" fmla="*/ 3 w 54"/>
                  <a:gd name="T11" fmla="*/ 88 h 102"/>
                  <a:gd name="T12" fmla="*/ 0 w 54"/>
                  <a:gd name="T13" fmla="*/ 88 h 102"/>
                  <a:gd name="T14" fmla="*/ 0 w 54"/>
                  <a:gd name="T15" fmla="*/ 102 h 102"/>
                  <a:gd name="T16" fmla="*/ 3 w 54"/>
                  <a:gd name="T17" fmla="*/ 102 h 102"/>
                  <a:gd name="T18" fmla="*/ 54 w 54"/>
                  <a:gd name="T19" fmla="*/ 51 h 102"/>
                  <a:gd name="T20" fmla="*/ 3 w 54"/>
                  <a:gd name="T2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4" h="102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4"/>
                      <a:pt x="2" y="14"/>
                      <a:pt x="3" y="14"/>
                    </a:cubicBezTo>
                    <a:cubicBezTo>
                      <a:pt x="23" y="14"/>
                      <a:pt x="40" y="30"/>
                      <a:pt x="40" y="51"/>
                    </a:cubicBezTo>
                    <a:cubicBezTo>
                      <a:pt x="40" y="72"/>
                      <a:pt x="23" y="88"/>
                      <a:pt x="3" y="88"/>
                    </a:cubicBezTo>
                    <a:cubicBezTo>
                      <a:pt x="2" y="88"/>
                      <a:pt x="1" y="88"/>
                      <a:pt x="0" y="88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1" y="102"/>
                      <a:pt x="2" y="102"/>
                      <a:pt x="3" y="102"/>
                    </a:cubicBezTo>
                    <a:cubicBezTo>
                      <a:pt x="31" y="102"/>
                      <a:pt x="54" y="79"/>
                      <a:pt x="54" y="51"/>
                    </a:cubicBezTo>
                    <a:cubicBezTo>
                      <a:pt x="54" y="23"/>
                      <a:pt x="31" y="0"/>
                      <a:pt x="3" y="0"/>
                    </a:cubicBezTo>
                    <a:close/>
                  </a:path>
                </a:pathLst>
              </a:custGeom>
              <a:solidFill>
                <a:srgbClr val="C8DB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6" name="Freeform 261"/>
              <p:cNvSpPr>
                <a:spLocks/>
              </p:cNvSpPr>
              <p:nvPr/>
            </p:nvSpPr>
            <p:spPr bwMode="auto">
              <a:xfrm>
                <a:off x="3826" y="2181"/>
                <a:ext cx="85" cy="157"/>
              </a:xfrm>
              <a:custGeom>
                <a:avLst/>
                <a:gdLst>
                  <a:gd name="T0" fmla="*/ 36 w 36"/>
                  <a:gd name="T1" fmla="*/ 33 h 66"/>
                  <a:gd name="T2" fmla="*/ 3 w 36"/>
                  <a:gd name="T3" fmla="*/ 0 h 66"/>
                  <a:gd name="T4" fmla="*/ 0 w 36"/>
                  <a:gd name="T5" fmla="*/ 0 h 66"/>
                  <a:gd name="T6" fmla="*/ 0 w 36"/>
                  <a:gd name="T7" fmla="*/ 66 h 66"/>
                  <a:gd name="T8" fmla="*/ 3 w 36"/>
                  <a:gd name="T9" fmla="*/ 66 h 66"/>
                  <a:gd name="T10" fmla="*/ 36 w 36"/>
                  <a:gd name="T11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66">
                    <a:moveTo>
                      <a:pt x="36" y="33"/>
                    </a:moveTo>
                    <a:cubicBezTo>
                      <a:pt x="36" y="15"/>
                      <a:pt x="21" y="0"/>
                      <a:pt x="3" y="0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1" y="66"/>
                      <a:pt x="2" y="66"/>
                      <a:pt x="3" y="66"/>
                    </a:cubicBezTo>
                    <a:cubicBezTo>
                      <a:pt x="21" y="66"/>
                      <a:pt x="36" y="51"/>
                      <a:pt x="36" y="33"/>
                    </a:cubicBezTo>
                    <a:close/>
                  </a:path>
                </a:pathLst>
              </a:custGeom>
              <a:solidFill>
                <a:srgbClr val="C8DB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" name="Freeform 262"/>
              <p:cNvSpPr>
                <a:spLocks/>
              </p:cNvSpPr>
              <p:nvPr/>
            </p:nvSpPr>
            <p:spPr bwMode="auto">
              <a:xfrm>
                <a:off x="3753" y="2181"/>
                <a:ext cx="73" cy="157"/>
              </a:xfrm>
              <a:custGeom>
                <a:avLst/>
                <a:gdLst>
                  <a:gd name="T0" fmla="*/ 0 w 31"/>
                  <a:gd name="T1" fmla="*/ 33 h 66"/>
                  <a:gd name="T2" fmla="*/ 31 w 31"/>
                  <a:gd name="T3" fmla="*/ 66 h 66"/>
                  <a:gd name="T4" fmla="*/ 31 w 31"/>
                  <a:gd name="T5" fmla="*/ 0 h 66"/>
                  <a:gd name="T6" fmla="*/ 0 w 31"/>
                  <a:gd name="T7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66">
                    <a:moveTo>
                      <a:pt x="0" y="33"/>
                    </a:moveTo>
                    <a:cubicBezTo>
                      <a:pt x="0" y="51"/>
                      <a:pt x="14" y="65"/>
                      <a:pt x="31" y="66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4" y="1"/>
                      <a:pt x="0" y="15"/>
                      <a:pt x="0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" name="Freeform 263"/>
              <p:cNvSpPr>
                <a:spLocks/>
              </p:cNvSpPr>
              <p:nvPr/>
            </p:nvSpPr>
            <p:spPr bwMode="auto">
              <a:xfrm>
                <a:off x="3964" y="2162"/>
                <a:ext cx="28" cy="192"/>
              </a:xfrm>
              <a:custGeom>
                <a:avLst/>
                <a:gdLst>
                  <a:gd name="T0" fmla="*/ 8 w 12"/>
                  <a:gd name="T1" fmla="*/ 0 h 81"/>
                  <a:gd name="T2" fmla="*/ 7 w 12"/>
                  <a:gd name="T3" fmla="*/ 2 h 81"/>
                  <a:gd name="T4" fmla="*/ 0 w 12"/>
                  <a:gd name="T5" fmla="*/ 29 h 81"/>
                  <a:gd name="T6" fmla="*/ 7 w 12"/>
                  <a:gd name="T7" fmla="*/ 41 h 81"/>
                  <a:gd name="T8" fmla="*/ 7 w 12"/>
                  <a:gd name="T9" fmla="*/ 60 h 81"/>
                  <a:gd name="T10" fmla="*/ 7 w 12"/>
                  <a:gd name="T11" fmla="*/ 79 h 81"/>
                  <a:gd name="T12" fmla="*/ 10 w 12"/>
                  <a:gd name="T13" fmla="*/ 81 h 81"/>
                  <a:gd name="T14" fmla="*/ 12 w 12"/>
                  <a:gd name="T15" fmla="*/ 79 h 81"/>
                  <a:gd name="T16" fmla="*/ 12 w 12"/>
                  <a:gd name="T17" fmla="*/ 1 h 81"/>
                  <a:gd name="T18" fmla="*/ 8 w 12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81">
                    <a:moveTo>
                      <a:pt x="8" y="0"/>
                    </a:move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0" y="25"/>
                      <a:pt x="0" y="29"/>
                    </a:cubicBezTo>
                    <a:cubicBezTo>
                      <a:pt x="0" y="32"/>
                      <a:pt x="7" y="41"/>
                      <a:pt x="7" y="41"/>
                    </a:cubicBezTo>
                    <a:cubicBezTo>
                      <a:pt x="7" y="41"/>
                      <a:pt x="7" y="56"/>
                      <a:pt x="7" y="60"/>
                    </a:cubicBezTo>
                    <a:cubicBezTo>
                      <a:pt x="7" y="69"/>
                      <a:pt x="7" y="79"/>
                      <a:pt x="7" y="79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2" y="79"/>
                      <a:pt x="12" y="79"/>
                      <a:pt x="12" y="79"/>
                    </a:cubicBezTo>
                    <a:cubicBezTo>
                      <a:pt x="12" y="1"/>
                      <a:pt x="12" y="1"/>
                      <a:pt x="12" y="1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C8DB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" name="Freeform 264"/>
              <p:cNvSpPr>
                <a:spLocks/>
              </p:cNvSpPr>
              <p:nvPr/>
            </p:nvSpPr>
            <p:spPr bwMode="auto">
              <a:xfrm>
                <a:off x="3660" y="2162"/>
                <a:ext cx="43" cy="195"/>
              </a:xfrm>
              <a:custGeom>
                <a:avLst/>
                <a:gdLst>
                  <a:gd name="T0" fmla="*/ 16 w 18"/>
                  <a:gd name="T1" fmla="*/ 0 h 82"/>
                  <a:gd name="T2" fmla="*/ 16 w 18"/>
                  <a:gd name="T3" fmla="*/ 19 h 82"/>
                  <a:gd name="T4" fmla="*/ 12 w 18"/>
                  <a:gd name="T5" fmla="*/ 19 h 82"/>
                  <a:gd name="T6" fmla="*/ 12 w 18"/>
                  <a:gd name="T7" fmla="*/ 0 h 82"/>
                  <a:gd name="T8" fmla="*/ 11 w 18"/>
                  <a:gd name="T9" fmla="*/ 0 h 82"/>
                  <a:gd name="T10" fmla="*/ 11 w 18"/>
                  <a:gd name="T11" fmla="*/ 19 h 82"/>
                  <a:gd name="T12" fmla="*/ 10 w 18"/>
                  <a:gd name="T13" fmla="*/ 19 h 82"/>
                  <a:gd name="T14" fmla="*/ 9 w 18"/>
                  <a:gd name="T15" fmla="*/ 19 h 82"/>
                  <a:gd name="T16" fmla="*/ 8 w 18"/>
                  <a:gd name="T17" fmla="*/ 19 h 82"/>
                  <a:gd name="T18" fmla="*/ 8 w 18"/>
                  <a:gd name="T19" fmla="*/ 0 h 82"/>
                  <a:gd name="T20" fmla="*/ 6 w 18"/>
                  <a:gd name="T21" fmla="*/ 0 h 82"/>
                  <a:gd name="T22" fmla="*/ 6 w 18"/>
                  <a:gd name="T23" fmla="*/ 19 h 82"/>
                  <a:gd name="T24" fmla="*/ 3 w 18"/>
                  <a:gd name="T25" fmla="*/ 19 h 82"/>
                  <a:gd name="T26" fmla="*/ 3 w 18"/>
                  <a:gd name="T27" fmla="*/ 0 h 82"/>
                  <a:gd name="T28" fmla="*/ 2 w 18"/>
                  <a:gd name="T29" fmla="*/ 0 h 82"/>
                  <a:gd name="T30" fmla="*/ 0 w 18"/>
                  <a:gd name="T31" fmla="*/ 22 h 82"/>
                  <a:gd name="T32" fmla="*/ 2 w 18"/>
                  <a:gd name="T33" fmla="*/ 27 h 82"/>
                  <a:gd name="T34" fmla="*/ 7 w 18"/>
                  <a:gd name="T35" fmla="*/ 31 h 82"/>
                  <a:gd name="T36" fmla="*/ 6 w 18"/>
                  <a:gd name="T37" fmla="*/ 67 h 82"/>
                  <a:gd name="T38" fmla="*/ 7 w 18"/>
                  <a:gd name="T39" fmla="*/ 79 h 82"/>
                  <a:gd name="T40" fmla="*/ 9 w 18"/>
                  <a:gd name="T41" fmla="*/ 82 h 82"/>
                  <a:gd name="T42" fmla="*/ 12 w 18"/>
                  <a:gd name="T43" fmla="*/ 79 h 82"/>
                  <a:gd name="T44" fmla="*/ 13 w 18"/>
                  <a:gd name="T45" fmla="*/ 67 h 82"/>
                  <a:gd name="T46" fmla="*/ 12 w 18"/>
                  <a:gd name="T47" fmla="*/ 31 h 82"/>
                  <a:gd name="T48" fmla="*/ 16 w 18"/>
                  <a:gd name="T49" fmla="*/ 27 h 82"/>
                  <a:gd name="T50" fmla="*/ 18 w 18"/>
                  <a:gd name="T51" fmla="*/ 22 h 82"/>
                  <a:gd name="T52" fmla="*/ 17 w 18"/>
                  <a:gd name="T53" fmla="*/ 0 h 82"/>
                  <a:gd name="T54" fmla="*/ 16 w 18"/>
                  <a:gd name="T5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" h="82">
                    <a:moveTo>
                      <a:pt x="16" y="0"/>
                    </a:moveTo>
                    <a:cubicBezTo>
                      <a:pt x="16" y="19"/>
                      <a:pt x="16" y="19"/>
                      <a:pt x="16" y="19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3"/>
                      <a:pt x="1" y="26"/>
                      <a:pt x="2" y="27"/>
                    </a:cubicBezTo>
                    <a:cubicBezTo>
                      <a:pt x="3" y="29"/>
                      <a:pt x="5" y="30"/>
                      <a:pt x="7" y="31"/>
                    </a:cubicBezTo>
                    <a:cubicBezTo>
                      <a:pt x="7" y="39"/>
                      <a:pt x="6" y="62"/>
                      <a:pt x="6" y="67"/>
                    </a:cubicBezTo>
                    <a:cubicBezTo>
                      <a:pt x="5" y="74"/>
                      <a:pt x="6" y="74"/>
                      <a:pt x="7" y="79"/>
                    </a:cubicBezTo>
                    <a:cubicBezTo>
                      <a:pt x="7" y="80"/>
                      <a:pt x="8" y="82"/>
                      <a:pt x="9" y="82"/>
                    </a:cubicBezTo>
                    <a:cubicBezTo>
                      <a:pt x="11" y="82"/>
                      <a:pt x="11" y="80"/>
                      <a:pt x="12" y="79"/>
                    </a:cubicBezTo>
                    <a:cubicBezTo>
                      <a:pt x="12" y="74"/>
                      <a:pt x="13" y="74"/>
                      <a:pt x="13" y="67"/>
                    </a:cubicBezTo>
                    <a:cubicBezTo>
                      <a:pt x="13" y="62"/>
                      <a:pt x="12" y="39"/>
                      <a:pt x="12" y="31"/>
                    </a:cubicBezTo>
                    <a:cubicBezTo>
                      <a:pt x="13" y="30"/>
                      <a:pt x="15" y="29"/>
                      <a:pt x="16" y="27"/>
                    </a:cubicBezTo>
                    <a:cubicBezTo>
                      <a:pt x="17" y="26"/>
                      <a:pt x="18" y="23"/>
                      <a:pt x="18" y="22"/>
                    </a:cubicBezTo>
                    <a:cubicBezTo>
                      <a:pt x="17" y="0"/>
                      <a:pt x="17" y="0"/>
                      <a:pt x="17" y="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" name="Freeform 265"/>
              <p:cNvSpPr>
                <a:spLocks/>
              </p:cNvSpPr>
              <p:nvPr/>
            </p:nvSpPr>
            <p:spPr bwMode="auto">
              <a:xfrm>
                <a:off x="3776" y="2215"/>
                <a:ext cx="107" cy="94"/>
              </a:xfrm>
              <a:custGeom>
                <a:avLst/>
                <a:gdLst>
                  <a:gd name="T0" fmla="*/ 35 w 45"/>
                  <a:gd name="T1" fmla="*/ 1 h 40"/>
                  <a:gd name="T2" fmla="*/ 33 w 45"/>
                  <a:gd name="T3" fmla="*/ 0 h 40"/>
                  <a:gd name="T4" fmla="*/ 23 w 45"/>
                  <a:gd name="T5" fmla="*/ 6 h 40"/>
                  <a:gd name="T6" fmla="*/ 23 w 45"/>
                  <a:gd name="T7" fmla="*/ 6 h 40"/>
                  <a:gd name="T8" fmla="*/ 22 w 45"/>
                  <a:gd name="T9" fmla="*/ 6 h 40"/>
                  <a:gd name="T10" fmla="*/ 12 w 45"/>
                  <a:gd name="T11" fmla="*/ 0 h 40"/>
                  <a:gd name="T12" fmla="*/ 10 w 45"/>
                  <a:gd name="T13" fmla="*/ 1 h 40"/>
                  <a:gd name="T14" fmla="*/ 0 w 45"/>
                  <a:gd name="T15" fmla="*/ 12 h 40"/>
                  <a:gd name="T16" fmla="*/ 0 w 45"/>
                  <a:gd name="T17" fmla="*/ 14 h 40"/>
                  <a:gd name="T18" fmla="*/ 5 w 45"/>
                  <a:gd name="T19" fmla="*/ 26 h 40"/>
                  <a:gd name="T20" fmla="*/ 23 w 45"/>
                  <a:gd name="T21" fmla="*/ 40 h 40"/>
                  <a:gd name="T22" fmla="*/ 40 w 45"/>
                  <a:gd name="T23" fmla="*/ 26 h 40"/>
                  <a:gd name="T24" fmla="*/ 45 w 45"/>
                  <a:gd name="T25" fmla="*/ 14 h 40"/>
                  <a:gd name="T26" fmla="*/ 45 w 45"/>
                  <a:gd name="T27" fmla="*/ 12 h 40"/>
                  <a:gd name="T28" fmla="*/ 35 w 45"/>
                  <a:gd name="T29" fmla="*/ 1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5" h="40">
                    <a:moveTo>
                      <a:pt x="35" y="1"/>
                    </a:moveTo>
                    <a:cubicBezTo>
                      <a:pt x="35" y="0"/>
                      <a:pt x="34" y="0"/>
                      <a:pt x="33" y="0"/>
                    </a:cubicBezTo>
                    <a:cubicBezTo>
                      <a:pt x="28" y="0"/>
                      <a:pt x="26" y="3"/>
                      <a:pt x="23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19" y="3"/>
                      <a:pt x="17" y="0"/>
                      <a:pt x="12" y="0"/>
                    </a:cubicBezTo>
                    <a:cubicBezTo>
                      <a:pt x="11" y="0"/>
                      <a:pt x="10" y="0"/>
                      <a:pt x="10" y="1"/>
                    </a:cubicBezTo>
                    <a:cubicBezTo>
                      <a:pt x="5" y="1"/>
                      <a:pt x="1" y="5"/>
                      <a:pt x="0" y="1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8"/>
                      <a:pt x="2" y="22"/>
                      <a:pt x="5" y="26"/>
                    </a:cubicBezTo>
                    <a:cubicBezTo>
                      <a:pt x="9" y="30"/>
                      <a:pt x="15" y="35"/>
                      <a:pt x="23" y="40"/>
                    </a:cubicBezTo>
                    <a:cubicBezTo>
                      <a:pt x="30" y="35"/>
                      <a:pt x="36" y="30"/>
                      <a:pt x="40" y="26"/>
                    </a:cubicBezTo>
                    <a:cubicBezTo>
                      <a:pt x="43" y="22"/>
                      <a:pt x="45" y="18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5"/>
                      <a:pt x="40" y="1"/>
                      <a:pt x="35" y="1"/>
                    </a:cubicBezTo>
                    <a:close/>
                  </a:path>
                </a:pathLst>
              </a:custGeom>
              <a:solidFill>
                <a:srgbClr val="FF3B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" name="Freeform 266"/>
              <p:cNvSpPr>
                <a:spLocks/>
              </p:cNvSpPr>
              <p:nvPr/>
            </p:nvSpPr>
            <p:spPr bwMode="auto">
              <a:xfrm>
                <a:off x="3463" y="1586"/>
                <a:ext cx="415" cy="337"/>
              </a:xfrm>
              <a:custGeom>
                <a:avLst/>
                <a:gdLst>
                  <a:gd name="T0" fmla="*/ 9 w 175"/>
                  <a:gd name="T1" fmla="*/ 142 h 142"/>
                  <a:gd name="T2" fmla="*/ 3 w 175"/>
                  <a:gd name="T3" fmla="*/ 140 h 142"/>
                  <a:gd name="T4" fmla="*/ 2 w 175"/>
                  <a:gd name="T5" fmla="*/ 139 h 142"/>
                  <a:gd name="T6" fmla="*/ 2 w 175"/>
                  <a:gd name="T7" fmla="*/ 139 h 142"/>
                  <a:gd name="T8" fmla="*/ 2 w 175"/>
                  <a:gd name="T9" fmla="*/ 139 h 142"/>
                  <a:gd name="T10" fmla="*/ 1 w 175"/>
                  <a:gd name="T11" fmla="*/ 132 h 142"/>
                  <a:gd name="T12" fmla="*/ 36 w 175"/>
                  <a:gd name="T13" fmla="*/ 102 h 142"/>
                  <a:gd name="T14" fmla="*/ 56 w 175"/>
                  <a:gd name="T15" fmla="*/ 94 h 142"/>
                  <a:gd name="T16" fmla="*/ 57 w 175"/>
                  <a:gd name="T17" fmla="*/ 96 h 142"/>
                  <a:gd name="T18" fmla="*/ 67 w 175"/>
                  <a:gd name="T19" fmla="*/ 89 h 142"/>
                  <a:gd name="T20" fmla="*/ 66 w 175"/>
                  <a:gd name="T21" fmla="*/ 88 h 142"/>
                  <a:gd name="T22" fmla="*/ 58 w 175"/>
                  <a:gd name="T23" fmla="*/ 59 h 142"/>
                  <a:gd name="T24" fmla="*/ 116 w 175"/>
                  <a:gd name="T25" fmla="*/ 0 h 142"/>
                  <a:gd name="T26" fmla="*/ 163 w 175"/>
                  <a:gd name="T27" fmla="*/ 24 h 142"/>
                  <a:gd name="T28" fmla="*/ 175 w 175"/>
                  <a:gd name="T29" fmla="*/ 58 h 142"/>
                  <a:gd name="T30" fmla="*/ 166 w 175"/>
                  <a:gd name="T31" fmla="*/ 90 h 142"/>
                  <a:gd name="T32" fmla="*/ 160 w 175"/>
                  <a:gd name="T33" fmla="*/ 98 h 142"/>
                  <a:gd name="T34" fmla="*/ 117 w 175"/>
                  <a:gd name="T35" fmla="*/ 117 h 142"/>
                  <a:gd name="T36" fmla="*/ 71 w 175"/>
                  <a:gd name="T37" fmla="*/ 95 h 142"/>
                  <a:gd name="T38" fmla="*/ 70 w 175"/>
                  <a:gd name="T39" fmla="*/ 94 h 142"/>
                  <a:gd name="T40" fmla="*/ 61 w 175"/>
                  <a:gd name="T41" fmla="*/ 100 h 142"/>
                  <a:gd name="T42" fmla="*/ 62 w 175"/>
                  <a:gd name="T43" fmla="*/ 102 h 142"/>
                  <a:gd name="T44" fmla="*/ 47 w 175"/>
                  <a:gd name="T45" fmla="*/ 118 h 142"/>
                  <a:gd name="T46" fmla="*/ 9 w 175"/>
                  <a:gd name="T47" fmla="*/ 14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75" h="142">
                    <a:moveTo>
                      <a:pt x="9" y="142"/>
                    </a:moveTo>
                    <a:cubicBezTo>
                      <a:pt x="6" y="142"/>
                      <a:pt x="4" y="141"/>
                      <a:pt x="3" y="140"/>
                    </a:cubicBezTo>
                    <a:cubicBezTo>
                      <a:pt x="2" y="139"/>
                      <a:pt x="2" y="139"/>
                      <a:pt x="2" y="139"/>
                    </a:cubicBezTo>
                    <a:cubicBezTo>
                      <a:pt x="2" y="139"/>
                      <a:pt x="2" y="139"/>
                      <a:pt x="2" y="139"/>
                    </a:cubicBezTo>
                    <a:cubicBezTo>
                      <a:pt x="2" y="139"/>
                      <a:pt x="2" y="139"/>
                      <a:pt x="2" y="139"/>
                    </a:cubicBezTo>
                    <a:cubicBezTo>
                      <a:pt x="0" y="137"/>
                      <a:pt x="0" y="134"/>
                      <a:pt x="1" y="132"/>
                    </a:cubicBezTo>
                    <a:cubicBezTo>
                      <a:pt x="3" y="124"/>
                      <a:pt x="15" y="113"/>
                      <a:pt x="36" y="102"/>
                    </a:cubicBezTo>
                    <a:cubicBezTo>
                      <a:pt x="41" y="99"/>
                      <a:pt x="52" y="95"/>
                      <a:pt x="56" y="94"/>
                    </a:cubicBezTo>
                    <a:cubicBezTo>
                      <a:pt x="57" y="96"/>
                      <a:pt x="57" y="96"/>
                      <a:pt x="57" y="96"/>
                    </a:cubicBezTo>
                    <a:cubicBezTo>
                      <a:pt x="67" y="89"/>
                      <a:pt x="67" y="89"/>
                      <a:pt x="67" y="89"/>
                    </a:cubicBezTo>
                    <a:cubicBezTo>
                      <a:pt x="66" y="88"/>
                      <a:pt x="66" y="88"/>
                      <a:pt x="66" y="88"/>
                    </a:cubicBezTo>
                    <a:cubicBezTo>
                      <a:pt x="61" y="79"/>
                      <a:pt x="58" y="69"/>
                      <a:pt x="58" y="59"/>
                    </a:cubicBezTo>
                    <a:cubicBezTo>
                      <a:pt x="58" y="27"/>
                      <a:pt x="84" y="0"/>
                      <a:pt x="116" y="0"/>
                    </a:cubicBezTo>
                    <a:cubicBezTo>
                      <a:pt x="135" y="0"/>
                      <a:pt x="152" y="9"/>
                      <a:pt x="163" y="24"/>
                    </a:cubicBezTo>
                    <a:cubicBezTo>
                      <a:pt x="171" y="34"/>
                      <a:pt x="175" y="46"/>
                      <a:pt x="175" y="58"/>
                    </a:cubicBezTo>
                    <a:cubicBezTo>
                      <a:pt x="175" y="70"/>
                      <a:pt x="172" y="81"/>
                      <a:pt x="166" y="90"/>
                    </a:cubicBezTo>
                    <a:cubicBezTo>
                      <a:pt x="164" y="93"/>
                      <a:pt x="162" y="96"/>
                      <a:pt x="160" y="98"/>
                    </a:cubicBezTo>
                    <a:cubicBezTo>
                      <a:pt x="149" y="110"/>
                      <a:pt x="133" y="117"/>
                      <a:pt x="117" y="117"/>
                    </a:cubicBezTo>
                    <a:cubicBezTo>
                      <a:pt x="98" y="117"/>
                      <a:pt x="82" y="109"/>
                      <a:pt x="71" y="95"/>
                    </a:cubicBezTo>
                    <a:cubicBezTo>
                      <a:pt x="70" y="94"/>
                      <a:pt x="70" y="94"/>
                      <a:pt x="70" y="94"/>
                    </a:cubicBezTo>
                    <a:cubicBezTo>
                      <a:pt x="61" y="100"/>
                      <a:pt x="61" y="100"/>
                      <a:pt x="61" y="100"/>
                    </a:cubicBezTo>
                    <a:cubicBezTo>
                      <a:pt x="62" y="102"/>
                      <a:pt x="62" y="102"/>
                      <a:pt x="62" y="102"/>
                    </a:cubicBezTo>
                    <a:cubicBezTo>
                      <a:pt x="60" y="105"/>
                      <a:pt x="52" y="113"/>
                      <a:pt x="47" y="118"/>
                    </a:cubicBezTo>
                    <a:cubicBezTo>
                      <a:pt x="31" y="133"/>
                      <a:pt x="17" y="142"/>
                      <a:pt x="9" y="142"/>
                    </a:cubicBezTo>
                    <a:close/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" name="Freeform 267"/>
              <p:cNvSpPr>
                <a:spLocks/>
              </p:cNvSpPr>
              <p:nvPr/>
            </p:nvSpPr>
            <p:spPr bwMode="auto">
              <a:xfrm>
                <a:off x="3639" y="1624"/>
                <a:ext cx="201" cy="202"/>
              </a:xfrm>
              <a:custGeom>
                <a:avLst/>
                <a:gdLst>
                  <a:gd name="T0" fmla="*/ 42 w 85"/>
                  <a:gd name="T1" fmla="*/ 0 h 85"/>
                  <a:gd name="T2" fmla="*/ 0 w 85"/>
                  <a:gd name="T3" fmla="*/ 43 h 85"/>
                  <a:gd name="T4" fmla="*/ 43 w 85"/>
                  <a:gd name="T5" fmla="*/ 85 h 85"/>
                  <a:gd name="T6" fmla="*/ 85 w 85"/>
                  <a:gd name="T7" fmla="*/ 42 h 85"/>
                  <a:gd name="T8" fmla="*/ 42 w 85"/>
                  <a:gd name="T9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85">
                    <a:moveTo>
                      <a:pt x="42" y="0"/>
                    </a:moveTo>
                    <a:cubicBezTo>
                      <a:pt x="19" y="0"/>
                      <a:pt x="0" y="19"/>
                      <a:pt x="0" y="43"/>
                    </a:cubicBezTo>
                    <a:cubicBezTo>
                      <a:pt x="0" y="66"/>
                      <a:pt x="19" y="85"/>
                      <a:pt x="43" y="85"/>
                    </a:cubicBezTo>
                    <a:cubicBezTo>
                      <a:pt x="66" y="85"/>
                      <a:pt x="85" y="66"/>
                      <a:pt x="85" y="42"/>
                    </a:cubicBezTo>
                    <a:cubicBezTo>
                      <a:pt x="85" y="19"/>
                      <a:pt x="66" y="0"/>
                      <a:pt x="42" y="0"/>
                    </a:cubicBezTo>
                    <a:close/>
                  </a:path>
                </a:pathLst>
              </a:custGeom>
              <a:solidFill>
                <a:srgbClr val="FC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" name="Freeform 268"/>
              <p:cNvSpPr>
                <a:spLocks noEditPoints="1"/>
              </p:cNvSpPr>
              <p:nvPr/>
            </p:nvSpPr>
            <p:spPr bwMode="auto">
              <a:xfrm>
                <a:off x="3615" y="1600"/>
                <a:ext cx="249" cy="249"/>
              </a:xfrm>
              <a:custGeom>
                <a:avLst/>
                <a:gdLst>
                  <a:gd name="T0" fmla="*/ 105 w 105"/>
                  <a:gd name="T1" fmla="*/ 52 h 105"/>
                  <a:gd name="T2" fmla="*/ 52 w 105"/>
                  <a:gd name="T3" fmla="*/ 0 h 105"/>
                  <a:gd name="T4" fmla="*/ 0 w 105"/>
                  <a:gd name="T5" fmla="*/ 53 h 105"/>
                  <a:gd name="T6" fmla="*/ 53 w 105"/>
                  <a:gd name="T7" fmla="*/ 105 h 105"/>
                  <a:gd name="T8" fmla="*/ 91 w 105"/>
                  <a:gd name="T9" fmla="*/ 88 h 105"/>
                  <a:gd name="T10" fmla="*/ 97 w 105"/>
                  <a:gd name="T11" fmla="*/ 81 h 105"/>
                  <a:gd name="T12" fmla="*/ 105 w 105"/>
                  <a:gd name="T13" fmla="*/ 52 h 105"/>
                  <a:gd name="T14" fmla="*/ 53 w 105"/>
                  <a:gd name="T15" fmla="*/ 93 h 105"/>
                  <a:gd name="T16" fmla="*/ 12 w 105"/>
                  <a:gd name="T17" fmla="*/ 53 h 105"/>
                  <a:gd name="T18" fmla="*/ 52 w 105"/>
                  <a:gd name="T19" fmla="*/ 12 h 105"/>
                  <a:gd name="T20" fmla="*/ 93 w 105"/>
                  <a:gd name="T21" fmla="*/ 52 h 105"/>
                  <a:gd name="T22" fmla="*/ 53 w 105"/>
                  <a:gd name="T23" fmla="*/ 93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5" h="105">
                    <a:moveTo>
                      <a:pt x="105" y="52"/>
                    </a:moveTo>
                    <a:cubicBezTo>
                      <a:pt x="105" y="23"/>
                      <a:pt x="81" y="0"/>
                      <a:pt x="52" y="0"/>
                    </a:cubicBezTo>
                    <a:cubicBezTo>
                      <a:pt x="23" y="0"/>
                      <a:pt x="0" y="24"/>
                      <a:pt x="0" y="53"/>
                    </a:cubicBezTo>
                    <a:cubicBezTo>
                      <a:pt x="0" y="82"/>
                      <a:pt x="24" y="105"/>
                      <a:pt x="53" y="105"/>
                    </a:cubicBezTo>
                    <a:cubicBezTo>
                      <a:pt x="68" y="105"/>
                      <a:pt x="82" y="99"/>
                      <a:pt x="91" y="88"/>
                    </a:cubicBezTo>
                    <a:cubicBezTo>
                      <a:pt x="93" y="86"/>
                      <a:pt x="95" y="83"/>
                      <a:pt x="97" y="81"/>
                    </a:cubicBezTo>
                    <a:cubicBezTo>
                      <a:pt x="102" y="73"/>
                      <a:pt x="105" y="63"/>
                      <a:pt x="105" y="52"/>
                    </a:cubicBezTo>
                    <a:close/>
                    <a:moveTo>
                      <a:pt x="53" y="93"/>
                    </a:moveTo>
                    <a:cubicBezTo>
                      <a:pt x="30" y="93"/>
                      <a:pt x="12" y="75"/>
                      <a:pt x="12" y="53"/>
                    </a:cubicBezTo>
                    <a:cubicBezTo>
                      <a:pt x="12" y="31"/>
                      <a:pt x="30" y="12"/>
                      <a:pt x="52" y="12"/>
                    </a:cubicBezTo>
                    <a:cubicBezTo>
                      <a:pt x="74" y="12"/>
                      <a:pt x="93" y="30"/>
                      <a:pt x="93" y="52"/>
                    </a:cubicBezTo>
                    <a:cubicBezTo>
                      <a:pt x="93" y="75"/>
                      <a:pt x="75" y="93"/>
                      <a:pt x="53" y="93"/>
                    </a:cubicBezTo>
                    <a:close/>
                  </a:path>
                </a:pathLst>
              </a:custGeom>
              <a:solidFill>
                <a:srgbClr val="5FB5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4" name="Freeform 269"/>
              <p:cNvSpPr>
                <a:spLocks noEditPoints="1"/>
              </p:cNvSpPr>
              <p:nvPr/>
            </p:nvSpPr>
            <p:spPr bwMode="auto">
              <a:xfrm>
                <a:off x="3672" y="1688"/>
                <a:ext cx="57" cy="57"/>
              </a:xfrm>
              <a:custGeom>
                <a:avLst/>
                <a:gdLst>
                  <a:gd name="T0" fmla="*/ 5 w 24"/>
                  <a:gd name="T1" fmla="*/ 4 h 24"/>
                  <a:gd name="T2" fmla="*/ 4 w 24"/>
                  <a:gd name="T3" fmla="*/ 19 h 24"/>
                  <a:gd name="T4" fmla="*/ 19 w 24"/>
                  <a:gd name="T5" fmla="*/ 20 h 24"/>
                  <a:gd name="T6" fmla="*/ 21 w 24"/>
                  <a:gd name="T7" fmla="*/ 5 h 24"/>
                  <a:gd name="T8" fmla="*/ 5 w 24"/>
                  <a:gd name="T9" fmla="*/ 4 h 24"/>
                  <a:gd name="T10" fmla="*/ 11 w 24"/>
                  <a:gd name="T11" fmla="*/ 6 h 24"/>
                  <a:gd name="T12" fmla="*/ 4 w 24"/>
                  <a:gd name="T13" fmla="*/ 14 h 24"/>
                  <a:gd name="T14" fmla="*/ 10 w 24"/>
                  <a:gd name="T15" fmla="*/ 4 h 24"/>
                  <a:gd name="T16" fmla="*/ 20 w 24"/>
                  <a:gd name="T17" fmla="*/ 9 h 24"/>
                  <a:gd name="T18" fmla="*/ 11 w 24"/>
                  <a:gd name="T19" fmla="*/ 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5" y="4"/>
                    </a:moveTo>
                    <a:cubicBezTo>
                      <a:pt x="1" y="8"/>
                      <a:pt x="0" y="14"/>
                      <a:pt x="4" y="19"/>
                    </a:cubicBezTo>
                    <a:cubicBezTo>
                      <a:pt x="8" y="24"/>
                      <a:pt x="15" y="24"/>
                      <a:pt x="19" y="20"/>
                    </a:cubicBezTo>
                    <a:cubicBezTo>
                      <a:pt x="24" y="17"/>
                      <a:pt x="24" y="10"/>
                      <a:pt x="21" y="5"/>
                    </a:cubicBezTo>
                    <a:cubicBezTo>
                      <a:pt x="17" y="1"/>
                      <a:pt x="10" y="0"/>
                      <a:pt x="5" y="4"/>
                    </a:cubicBezTo>
                    <a:close/>
                    <a:moveTo>
                      <a:pt x="11" y="6"/>
                    </a:moveTo>
                    <a:cubicBezTo>
                      <a:pt x="7" y="7"/>
                      <a:pt x="4" y="10"/>
                      <a:pt x="4" y="14"/>
                    </a:cubicBezTo>
                    <a:cubicBezTo>
                      <a:pt x="3" y="10"/>
                      <a:pt x="6" y="6"/>
                      <a:pt x="10" y="4"/>
                    </a:cubicBezTo>
                    <a:cubicBezTo>
                      <a:pt x="14" y="3"/>
                      <a:pt x="19" y="5"/>
                      <a:pt x="20" y="9"/>
                    </a:cubicBezTo>
                    <a:cubicBezTo>
                      <a:pt x="18" y="6"/>
                      <a:pt x="14" y="5"/>
                      <a:pt x="11" y="6"/>
                    </a:cubicBezTo>
                    <a:close/>
                  </a:path>
                </a:pathLst>
              </a:custGeom>
              <a:solidFill>
                <a:srgbClr val="FDB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5" name="Freeform 270"/>
              <p:cNvSpPr>
                <a:spLocks noEditPoints="1"/>
              </p:cNvSpPr>
              <p:nvPr/>
            </p:nvSpPr>
            <p:spPr bwMode="auto">
              <a:xfrm>
                <a:off x="3736" y="1688"/>
                <a:ext cx="73" cy="76"/>
              </a:xfrm>
              <a:custGeom>
                <a:avLst/>
                <a:gdLst>
                  <a:gd name="T0" fmla="*/ 7 w 31"/>
                  <a:gd name="T1" fmla="*/ 5 h 32"/>
                  <a:gd name="T2" fmla="*/ 5 w 31"/>
                  <a:gd name="T3" fmla="*/ 25 h 32"/>
                  <a:gd name="T4" fmla="*/ 25 w 31"/>
                  <a:gd name="T5" fmla="*/ 27 h 32"/>
                  <a:gd name="T6" fmla="*/ 26 w 31"/>
                  <a:gd name="T7" fmla="*/ 7 h 32"/>
                  <a:gd name="T8" fmla="*/ 7 w 31"/>
                  <a:gd name="T9" fmla="*/ 5 h 32"/>
                  <a:gd name="T10" fmla="*/ 13 w 31"/>
                  <a:gd name="T11" fmla="*/ 7 h 32"/>
                  <a:gd name="T12" fmla="*/ 5 w 31"/>
                  <a:gd name="T13" fmla="*/ 18 h 32"/>
                  <a:gd name="T14" fmla="*/ 13 w 31"/>
                  <a:gd name="T15" fmla="*/ 5 h 32"/>
                  <a:gd name="T16" fmla="*/ 26 w 31"/>
                  <a:gd name="T17" fmla="*/ 11 h 32"/>
                  <a:gd name="T18" fmla="*/ 13 w 31"/>
                  <a:gd name="T19" fmla="*/ 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32">
                    <a:moveTo>
                      <a:pt x="7" y="5"/>
                    </a:moveTo>
                    <a:cubicBezTo>
                      <a:pt x="1" y="10"/>
                      <a:pt x="0" y="19"/>
                      <a:pt x="5" y="25"/>
                    </a:cubicBezTo>
                    <a:cubicBezTo>
                      <a:pt x="10" y="31"/>
                      <a:pt x="19" y="32"/>
                      <a:pt x="25" y="27"/>
                    </a:cubicBezTo>
                    <a:cubicBezTo>
                      <a:pt x="31" y="22"/>
                      <a:pt x="31" y="13"/>
                      <a:pt x="26" y="7"/>
                    </a:cubicBezTo>
                    <a:cubicBezTo>
                      <a:pt x="22" y="1"/>
                      <a:pt x="13" y="0"/>
                      <a:pt x="7" y="5"/>
                    </a:cubicBezTo>
                    <a:close/>
                    <a:moveTo>
                      <a:pt x="13" y="7"/>
                    </a:moveTo>
                    <a:cubicBezTo>
                      <a:pt x="8" y="9"/>
                      <a:pt x="5" y="13"/>
                      <a:pt x="5" y="18"/>
                    </a:cubicBezTo>
                    <a:cubicBezTo>
                      <a:pt x="3" y="12"/>
                      <a:pt x="7" y="7"/>
                      <a:pt x="13" y="5"/>
                    </a:cubicBezTo>
                    <a:cubicBezTo>
                      <a:pt x="18" y="4"/>
                      <a:pt x="24" y="6"/>
                      <a:pt x="26" y="11"/>
                    </a:cubicBezTo>
                    <a:cubicBezTo>
                      <a:pt x="23" y="7"/>
                      <a:pt x="18" y="6"/>
                      <a:pt x="13" y="7"/>
                    </a:cubicBezTo>
                    <a:close/>
                  </a:path>
                </a:pathLst>
              </a:custGeom>
              <a:solidFill>
                <a:srgbClr val="FDB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6" name="Freeform 271"/>
              <p:cNvSpPr>
                <a:spLocks noEditPoints="1"/>
              </p:cNvSpPr>
              <p:nvPr/>
            </p:nvSpPr>
            <p:spPr bwMode="auto">
              <a:xfrm>
                <a:off x="3639" y="1624"/>
                <a:ext cx="201" cy="202"/>
              </a:xfrm>
              <a:custGeom>
                <a:avLst/>
                <a:gdLst>
                  <a:gd name="T0" fmla="*/ 42 w 85"/>
                  <a:gd name="T1" fmla="*/ 0 h 85"/>
                  <a:gd name="T2" fmla="*/ 0 w 85"/>
                  <a:gd name="T3" fmla="*/ 43 h 85"/>
                  <a:gd name="T4" fmla="*/ 43 w 85"/>
                  <a:gd name="T5" fmla="*/ 85 h 85"/>
                  <a:gd name="T6" fmla="*/ 85 w 85"/>
                  <a:gd name="T7" fmla="*/ 42 h 85"/>
                  <a:gd name="T8" fmla="*/ 42 w 85"/>
                  <a:gd name="T9" fmla="*/ 0 h 85"/>
                  <a:gd name="T10" fmla="*/ 62 w 85"/>
                  <a:gd name="T11" fmla="*/ 66 h 85"/>
                  <a:gd name="T12" fmla="*/ 50 w 85"/>
                  <a:gd name="T13" fmla="*/ 78 h 85"/>
                  <a:gd name="T14" fmla="*/ 29 w 85"/>
                  <a:gd name="T15" fmla="*/ 73 h 85"/>
                  <a:gd name="T16" fmla="*/ 22 w 85"/>
                  <a:gd name="T17" fmla="*/ 62 h 85"/>
                  <a:gd name="T18" fmla="*/ 11 w 85"/>
                  <a:gd name="T19" fmla="*/ 56 h 85"/>
                  <a:gd name="T20" fmla="*/ 9 w 85"/>
                  <a:gd name="T21" fmla="*/ 39 h 85"/>
                  <a:gd name="T22" fmla="*/ 12 w 85"/>
                  <a:gd name="T23" fmla="*/ 20 h 85"/>
                  <a:gd name="T24" fmla="*/ 29 w 85"/>
                  <a:gd name="T25" fmla="*/ 14 h 85"/>
                  <a:gd name="T26" fmla="*/ 49 w 85"/>
                  <a:gd name="T27" fmla="*/ 8 h 85"/>
                  <a:gd name="T28" fmla="*/ 59 w 85"/>
                  <a:gd name="T29" fmla="*/ 21 h 85"/>
                  <a:gd name="T30" fmla="*/ 76 w 85"/>
                  <a:gd name="T31" fmla="*/ 33 h 85"/>
                  <a:gd name="T32" fmla="*/ 75 w 85"/>
                  <a:gd name="T33" fmla="*/ 58 h 85"/>
                  <a:gd name="T34" fmla="*/ 62 w 85"/>
                  <a:gd name="T35" fmla="*/ 66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5" h="85">
                    <a:moveTo>
                      <a:pt x="42" y="0"/>
                    </a:moveTo>
                    <a:cubicBezTo>
                      <a:pt x="19" y="0"/>
                      <a:pt x="0" y="19"/>
                      <a:pt x="0" y="43"/>
                    </a:cubicBezTo>
                    <a:cubicBezTo>
                      <a:pt x="0" y="66"/>
                      <a:pt x="19" y="85"/>
                      <a:pt x="43" y="85"/>
                    </a:cubicBezTo>
                    <a:cubicBezTo>
                      <a:pt x="66" y="85"/>
                      <a:pt x="85" y="66"/>
                      <a:pt x="85" y="42"/>
                    </a:cubicBezTo>
                    <a:cubicBezTo>
                      <a:pt x="85" y="19"/>
                      <a:pt x="66" y="0"/>
                      <a:pt x="42" y="0"/>
                    </a:cubicBezTo>
                    <a:close/>
                    <a:moveTo>
                      <a:pt x="62" y="66"/>
                    </a:moveTo>
                    <a:cubicBezTo>
                      <a:pt x="60" y="69"/>
                      <a:pt x="59" y="73"/>
                      <a:pt x="50" y="78"/>
                    </a:cubicBezTo>
                    <a:cubicBezTo>
                      <a:pt x="42" y="84"/>
                      <a:pt x="32" y="77"/>
                      <a:pt x="29" y="73"/>
                    </a:cubicBezTo>
                    <a:cubicBezTo>
                      <a:pt x="26" y="70"/>
                      <a:pt x="25" y="64"/>
                      <a:pt x="22" y="62"/>
                    </a:cubicBezTo>
                    <a:cubicBezTo>
                      <a:pt x="19" y="59"/>
                      <a:pt x="16" y="61"/>
                      <a:pt x="11" y="56"/>
                    </a:cubicBezTo>
                    <a:cubicBezTo>
                      <a:pt x="6" y="51"/>
                      <a:pt x="6" y="44"/>
                      <a:pt x="9" y="39"/>
                    </a:cubicBezTo>
                    <a:cubicBezTo>
                      <a:pt x="12" y="34"/>
                      <a:pt x="5" y="32"/>
                      <a:pt x="12" y="20"/>
                    </a:cubicBezTo>
                    <a:cubicBezTo>
                      <a:pt x="16" y="14"/>
                      <a:pt x="23" y="16"/>
                      <a:pt x="29" y="14"/>
                    </a:cubicBezTo>
                    <a:cubicBezTo>
                      <a:pt x="31" y="14"/>
                      <a:pt x="40" y="3"/>
                      <a:pt x="49" y="8"/>
                    </a:cubicBezTo>
                    <a:cubicBezTo>
                      <a:pt x="57" y="12"/>
                      <a:pt x="57" y="18"/>
                      <a:pt x="59" y="21"/>
                    </a:cubicBezTo>
                    <a:cubicBezTo>
                      <a:pt x="61" y="23"/>
                      <a:pt x="70" y="21"/>
                      <a:pt x="76" y="33"/>
                    </a:cubicBezTo>
                    <a:cubicBezTo>
                      <a:pt x="82" y="45"/>
                      <a:pt x="81" y="51"/>
                      <a:pt x="75" y="58"/>
                    </a:cubicBezTo>
                    <a:cubicBezTo>
                      <a:pt x="72" y="62"/>
                      <a:pt x="66" y="63"/>
                      <a:pt x="62" y="66"/>
                    </a:cubicBezTo>
                    <a:close/>
                  </a:path>
                </a:pathLst>
              </a:custGeom>
              <a:solidFill>
                <a:srgbClr val="6D73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7" name="Freeform 272"/>
              <p:cNvSpPr>
                <a:spLocks/>
              </p:cNvSpPr>
              <p:nvPr/>
            </p:nvSpPr>
            <p:spPr bwMode="auto">
              <a:xfrm>
                <a:off x="3452" y="1584"/>
                <a:ext cx="400" cy="332"/>
              </a:xfrm>
              <a:custGeom>
                <a:avLst/>
                <a:gdLst>
                  <a:gd name="T0" fmla="*/ 121 w 169"/>
                  <a:gd name="T1" fmla="*/ 0 h 140"/>
                  <a:gd name="T2" fmla="*/ 62 w 169"/>
                  <a:gd name="T3" fmla="*/ 60 h 140"/>
                  <a:gd name="T4" fmla="*/ 70 w 169"/>
                  <a:gd name="T5" fmla="*/ 90 h 140"/>
                  <a:gd name="T6" fmla="*/ 63 w 169"/>
                  <a:gd name="T7" fmla="*/ 95 h 140"/>
                  <a:gd name="T8" fmla="*/ 62 w 169"/>
                  <a:gd name="T9" fmla="*/ 94 h 140"/>
                  <a:gd name="T10" fmla="*/ 40 w 169"/>
                  <a:gd name="T11" fmla="*/ 102 h 140"/>
                  <a:gd name="T12" fmla="*/ 6 w 169"/>
                  <a:gd name="T13" fmla="*/ 140 h 140"/>
                  <a:gd name="T14" fmla="*/ 83 w 169"/>
                  <a:gd name="T15" fmla="*/ 85 h 140"/>
                  <a:gd name="T16" fmla="*/ 76 w 169"/>
                  <a:gd name="T17" fmla="*/ 60 h 140"/>
                  <a:gd name="T18" fmla="*/ 121 w 169"/>
                  <a:gd name="T19" fmla="*/ 14 h 140"/>
                  <a:gd name="T20" fmla="*/ 158 w 169"/>
                  <a:gd name="T21" fmla="*/ 32 h 140"/>
                  <a:gd name="T22" fmla="*/ 169 w 169"/>
                  <a:gd name="T23" fmla="*/ 24 h 140"/>
                  <a:gd name="T24" fmla="*/ 121 w 169"/>
                  <a:gd name="T25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140">
                    <a:moveTo>
                      <a:pt x="121" y="0"/>
                    </a:moveTo>
                    <a:cubicBezTo>
                      <a:pt x="88" y="0"/>
                      <a:pt x="61" y="27"/>
                      <a:pt x="62" y="60"/>
                    </a:cubicBezTo>
                    <a:cubicBezTo>
                      <a:pt x="62" y="71"/>
                      <a:pt x="65" y="81"/>
                      <a:pt x="70" y="90"/>
                    </a:cubicBezTo>
                    <a:cubicBezTo>
                      <a:pt x="63" y="95"/>
                      <a:pt x="63" y="95"/>
                      <a:pt x="63" y="95"/>
                    </a:cubicBezTo>
                    <a:cubicBezTo>
                      <a:pt x="62" y="94"/>
                      <a:pt x="62" y="94"/>
                      <a:pt x="62" y="94"/>
                    </a:cubicBezTo>
                    <a:cubicBezTo>
                      <a:pt x="58" y="94"/>
                      <a:pt x="45" y="99"/>
                      <a:pt x="40" y="102"/>
                    </a:cubicBezTo>
                    <a:cubicBezTo>
                      <a:pt x="8" y="119"/>
                      <a:pt x="0" y="132"/>
                      <a:pt x="6" y="140"/>
                    </a:cubicBezTo>
                    <a:cubicBezTo>
                      <a:pt x="83" y="85"/>
                      <a:pt x="83" y="85"/>
                      <a:pt x="83" y="85"/>
                    </a:cubicBezTo>
                    <a:cubicBezTo>
                      <a:pt x="79" y="78"/>
                      <a:pt x="76" y="69"/>
                      <a:pt x="76" y="60"/>
                    </a:cubicBezTo>
                    <a:cubicBezTo>
                      <a:pt x="76" y="35"/>
                      <a:pt x="96" y="14"/>
                      <a:pt x="121" y="14"/>
                    </a:cubicBezTo>
                    <a:cubicBezTo>
                      <a:pt x="136" y="14"/>
                      <a:pt x="149" y="21"/>
                      <a:pt x="158" y="32"/>
                    </a:cubicBezTo>
                    <a:cubicBezTo>
                      <a:pt x="169" y="24"/>
                      <a:pt x="169" y="24"/>
                      <a:pt x="169" y="24"/>
                    </a:cubicBezTo>
                    <a:cubicBezTo>
                      <a:pt x="158" y="9"/>
                      <a:pt x="141" y="0"/>
                      <a:pt x="121" y="0"/>
                    </a:cubicBezTo>
                    <a:close/>
                  </a:path>
                </a:pathLst>
              </a:custGeom>
              <a:solidFill>
                <a:srgbClr val="4B50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8" name="Freeform 273"/>
              <p:cNvSpPr>
                <a:spLocks/>
              </p:cNvSpPr>
              <p:nvPr/>
            </p:nvSpPr>
            <p:spPr bwMode="auto">
              <a:xfrm>
                <a:off x="3466" y="1641"/>
                <a:ext cx="415" cy="294"/>
              </a:xfrm>
              <a:custGeom>
                <a:avLst/>
                <a:gdLst>
                  <a:gd name="T0" fmla="*/ 163 w 175"/>
                  <a:gd name="T1" fmla="*/ 0 h 124"/>
                  <a:gd name="T2" fmla="*/ 152 w 175"/>
                  <a:gd name="T3" fmla="*/ 8 h 124"/>
                  <a:gd name="T4" fmla="*/ 161 w 175"/>
                  <a:gd name="T5" fmla="*/ 35 h 124"/>
                  <a:gd name="T6" fmla="*/ 116 w 175"/>
                  <a:gd name="T7" fmla="*/ 81 h 124"/>
                  <a:gd name="T8" fmla="*/ 77 w 175"/>
                  <a:gd name="T9" fmla="*/ 61 h 124"/>
                  <a:gd name="T10" fmla="*/ 0 w 175"/>
                  <a:gd name="T11" fmla="*/ 116 h 124"/>
                  <a:gd name="T12" fmla="*/ 0 w 175"/>
                  <a:gd name="T13" fmla="*/ 117 h 124"/>
                  <a:gd name="T14" fmla="*/ 0 w 175"/>
                  <a:gd name="T15" fmla="*/ 117 h 124"/>
                  <a:gd name="T16" fmla="*/ 47 w 175"/>
                  <a:gd name="T17" fmla="*/ 96 h 124"/>
                  <a:gd name="T18" fmla="*/ 62 w 175"/>
                  <a:gd name="T19" fmla="*/ 79 h 124"/>
                  <a:gd name="T20" fmla="*/ 62 w 175"/>
                  <a:gd name="T21" fmla="*/ 78 h 124"/>
                  <a:gd name="T22" fmla="*/ 68 w 175"/>
                  <a:gd name="T23" fmla="*/ 73 h 124"/>
                  <a:gd name="T24" fmla="*/ 116 w 175"/>
                  <a:gd name="T25" fmla="*/ 96 h 124"/>
                  <a:gd name="T26" fmla="*/ 160 w 175"/>
                  <a:gd name="T27" fmla="*/ 76 h 124"/>
                  <a:gd name="T28" fmla="*/ 166 w 175"/>
                  <a:gd name="T29" fmla="*/ 68 h 124"/>
                  <a:gd name="T30" fmla="*/ 175 w 175"/>
                  <a:gd name="T31" fmla="*/ 35 h 124"/>
                  <a:gd name="T32" fmla="*/ 163 w 175"/>
                  <a:gd name="T33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5" h="124">
                    <a:moveTo>
                      <a:pt x="163" y="0"/>
                    </a:moveTo>
                    <a:cubicBezTo>
                      <a:pt x="152" y="8"/>
                      <a:pt x="152" y="8"/>
                      <a:pt x="152" y="8"/>
                    </a:cubicBezTo>
                    <a:cubicBezTo>
                      <a:pt x="158" y="16"/>
                      <a:pt x="161" y="25"/>
                      <a:pt x="161" y="35"/>
                    </a:cubicBezTo>
                    <a:cubicBezTo>
                      <a:pt x="161" y="61"/>
                      <a:pt x="141" y="81"/>
                      <a:pt x="116" y="81"/>
                    </a:cubicBezTo>
                    <a:cubicBezTo>
                      <a:pt x="100" y="81"/>
                      <a:pt x="86" y="73"/>
                      <a:pt x="77" y="61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0" y="117"/>
                      <a:pt x="0" y="117"/>
                      <a:pt x="0" y="117"/>
                    </a:cubicBezTo>
                    <a:cubicBezTo>
                      <a:pt x="0" y="117"/>
                      <a:pt x="0" y="117"/>
                      <a:pt x="0" y="117"/>
                    </a:cubicBezTo>
                    <a:cubicBezTo>
                      <a:pt x="7" y="124"/>
                      <a:pt x="23" y="120"/>
                      <a:pt x="47" y="96"/>
                    </a:cubicBezTo>
                    <a:cubicBezTo>
                      <a:pt x="52" y="92"/>
                      <a:pt x="61" y="82"/>
                      <a:pt x="62" y="79"/>
                    </a:cubicBezTo>
                    <a:cubicBezTo>
                      <a:pt x="62" y="78"/>
                      <a:pt x="62" y="78"/>
                      <a:pt x="62" y="78"/>
                    </a:cubicBezTo>
                    <a:cubicBezTo>
                      <a:pt x="68" y="73"/>
                      <a:pt x="68" y="73"/>
                      <a:pt x="68" y="73"/>
                    </a:cubicBezTo>
                    <a:cubicBezTo>
                      <a:pt x="79" y="87"/>
                      <a:pt x="97" y="96"/>
                      <a:pt x="116" y="96"/>
                    </a:cubicBezTo>
                    <a:cubicBezTo>
                      <a:pt x="133" y="95"/>
                      <a:pt x="149" y="88"/>
                      <a:pt x="160" y="76"/>
                    </a:cubicBezTo>
                    <a:cubicBezTo>
                      <a:pt x="162" y="73"/>
                      <a:pt x="164" y="71"/>
                      <a:pt x="166" y="68"/>
                    </a:cubicBezTo>
                    <a:cubicBezTo>
                      <a:pt x="172" y="58"/>
                      <a:pt x="175" y="47"/>
                      <a:pt x="175" y="35"/>
                    </a:cubicBezTo>
                    <a:cubicBezTo>
                      <a:pt x="175" y="22"/>
                      <a:pt x="171" y="10"/>
                      <a:pt x="163" y="0"/>
                    </a:cubicBezTo>
                    <a:close/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9" name="Freeform 274"/>
              <p:cNvSpPr>
                <a:spLocks/>
              </p:cNvSpPr>
              <p:nvPr/>
            </p:nvSpPr>
            <p:spPr bwMode="auto">
              <a:xfrm>
                <a:off x="3617" y="1795"/>
                <a:ext cx="8" cy="9"/>
              </a:xfrm>
              <a:custGeom>
                <a:avLst/>
                <a:gdLst>
                  <a:gd name="T0" fmla="*/ 3 w 3"/>
                  <a:gd name="T1" fmla="*/ 3 h 4"/>
                  <a:gd name="T2" fmla="*/ 1 w 3"/>
                  <a:gd name="T3" fmla="*/ 0 h 4"/>
                  <a:gd name="T4" fmla="*/ 0 w 3"/>
                  <a:gd name="T5" fmla="*/ 1 h 4"/>
                  <a:gd name="T6" fmla="*/ 2 w 3"/>
                  <a:gd name="T7" fmla="*/ 4 h 4"/>
                  <a:gd name="T8" fmla="*/ 3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2" y="2"/>
                      <a:pt x="2" y="1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1" y="3"/>
                      <a:pt x="2" y="4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0" name="Freeform 275"/>
              <p:cNvSpPr>
                <a:spLocks/>
              </p:cNvSpPr>
              <p:nvPr/>
            </p:nvSpPr>
            <p:spPr bwMode="auto">
              <a:xfrm>
                <a:off x="2636" y="2267"/>
                <a:ext cx="64" cy="78"/>
              </a:xfrm>
              <a:custGeom>
                <a:avLst/>
                <a:gdLst>
                  <a:gd name="T0" fmla="*/ 0 w 27"/>
                  <a:gd name="T1" fmla="*/ 0 h 33"/>
                  <a:gd name="T2" fmla="*/ 0 w 27"/>
                  <a:gd name="T3" fmla="*/ 30 h 33"/>
                  <a:gd name="T4" fmla="*/ 0 w 27"/>
                  <a:gd name="T5" fmla="*/ 33 h 33"/>
                  <a:gd name="T6" fmla="*/ 27 w 27"/>
                  <a:gd name="T7" fmla="*/ 33 h 33"/>
                  <a:gd name="T8" fmla="*/ 27 w 27"/>
                  <a:gd name="T9" fmla="*/ 0 h 33"/>
                  <a:gd name="T10" fmla="*/ 0 w 27"/>
                  <a:gd name="T1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" h="33">
                    <a:moveTo>
                      <a:pt x="0" y="0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1"/>
                      <a:pt x="0" y="32"/>
                      <a:pt x="0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7" y="0"/>
                      <a:pt x="27" y="0"/>
                      <a:pt x="2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C4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1" name="Freeform 276"/>
              <p:cNvSpPr>
                <a:spLocks/>
              </p:cNvSpPr>
              <p:nvPr/>
            </p:nvSpPr>
            <p:spPr bwMode="auto">
              <a:xfrm>
                <a:off x="2700" y="2267"/>
                <a:ext cx="62" cy="78"/>
              </a:xfrm>
              <a:custGeom>
                <a:avLst/>
                <a:gdLst>
                  <a:gd name="T0" fmla="*/ 0 w 26"/>
                  <a:gd name="T1" fmla="*/ 33 h 33"/>
                  <a:gd name="T2" fmla="*/ 26 w 26"/>
                  <a:gd name="T3" fmla="*/ 33 h 33"/>
                  <a:gd name="T4" fmla="*/ 26 w 26"/>
                  <a:gd name="T5" fmla="*/ 30 h 33"/>
                  <a:gd name="T6" fmla="*/ 26 w 26"/>
                  <a:gd name="T7" fmla="*/ 0 h 33"/>
                  <a:gd name="T8" fmla="*/ 0 w 26"/>
                  <a:gd name="T9" fmla="*/ 0 h 33"/>
                  <a:gd name="T10" fmla="*/ 0 w 26"/>
                  <a:gd name="T1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33">
                    <a:moveTo>
                      <a:pt x="0" y="33"/>
                    </a:moveTo>
                    <a:cubicBezTo>
                      <a:pt x="26" y="33"/>
                      <a:pt x="26" y="33"/>
                      <a:pt x="26" y="33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D6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2" name="Freeform 277"/>
              <p:cNvSpPr>
                <a:spLocks/>
              </p:cNvSpPr>
              <p:nvPr/>
            </p:nvSpPr>
            <p:spPr bwMode="auto">
              <a:xfrm>
                <a:off x="2636" y="2039"/>
                <a:ext cx="64" cy="154"/>
              </a:xfrm>
              <a:custGeom>
                <a:avLst/>
                <a:gdLst>
                  <a:gd name="T0" fmla="*/ 27 w 27"/>
                  <a:gd name="T1" fmla="*/ 0 h 65"/>
                  <a:gd name="T2" fmla="*/ 20 w 27"/>
                  <a:gd name="T3" fmla="*/ 0 h 65"/>
                  <a:gd name="T4" fmla="*/ 18 w 27"/>
                  <a:gd name="T5" fmla="*/ 30 h 65"/>
                  <a:gd name="T6" fmla="*/ 0 w 27"/>
                  <a:gd name="T7" fmla="*/ 52 h 65"/>
                  <a:gd name="T8" fmla="*/ 0 w 27"/>
                  <a:gd name="T9" fmla="*/ 65 h 65"/>
                  <a:gd name="T10" fmla="*/ 27 w 27"/>
                  <a:gd name="T11" fmla="*/ 65 h 65"/>
                  <a:gd name="T12" fmla="*/ 27 w 27"/>
                  <a:gd name="T13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65">
                    <a:moveTo>
                      <a:pt x="27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19" y="14"/>
                      <a:pt x="19" y="26"/>
                      <a:pt x="18" y="30"/>
                    </a:cubicBezTo>
                    <a:cubicBezTo>
                      <a:pt x="15" y="37"/>
                      <a:pt x="0" y="45"/>
                      <a:pt x="0" y="52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27" y="65"/>
                      <a:pt x="27" y="65"/>
                      <a:pt x="27" y="65"/>
                    </a:cubicBez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2C4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3" name="Freeform 278"/>
              <p:cNvSpPr>
                <a:spLocks/>
              </p:cNvSpPr>
              <p:nvPr/>
            </p:nvSpPr>
            <p:spPr bwMode="auto">
              <a:xfrm>
                <a:off x="2700" y="2039"/>
                <a:ext cx="62" cy="154"/>
              </a:xfrm>
              <a:custGeom>
                <a:avLst/>
                <a:gdLst>
                  <a:gd name="T0" fmla="*/ 8 w 26"/>
                  <a:gd name="T1" fmla="*/ 30 h 65"/>
                  <a:gd name="T2" fmla="*/ 6 w 26"/>
                  <a:gd name="T3" fmla="*/ 0 h 65"/>
                  <a:gd name="T4" fmla="*/ 0 w 26"/>
                  <a:gd name="T5" fmla="*/ 0 h 65"/>
                  <a:gd name="T6" fmla="*/ 0 w 26"/>
                  <a:gd name="T7" fmla="*/ 65 h 65"/>
                  <a:gd name="T8" fmla="*/ 26 w 26"/>
                  <a:gd name="T9" fmla="*/ 65 h 65"/>
                  <a:gd name="T10" fmla="*/ 26 w 26"/>
                  <a:gd name="T11" fmla="*/ 52 h 65"/>
                  <a:gd name="T12" fmla="*/ 8 w 26"/>
                  <a:gd name="T13" fmla="*/ 3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65">
                    <a:moveTo>
                      <a:pt x="8" y="30"/>
                    </a:moveTo>
                    <a:cubicBezTo>
                      <a:pt x="7" y="26"/>
                      <a:pt x="7" y="14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26" y="65"/>
                      <a:pt x="26" y="65"/>
                      <a:pt x="26" y="65"/>
                    </a:cubicBezTo>
                    <a:cubicBezTo>
                      <a:pt x="26" y="52"/>
                      <a:pt x="26" y="52"/>
                      <a:pt x="26" y="52"/>
                    </a:cubicBezTo>
                    <a:cubicBezTo>
                      <a:pt x="26" y="45"/>
                      <a:pt x="11" y="37"/>
                      <a:pt x="8" y="30"/>
                    </a:cubicBezTo>
                    <a:close/>
                  </a:path>
                </a:pathLst>
              </a:custGeom>
              <a:solidFill>
                <a:srgbClr val="3D6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4" name="Rectangle 279"/>
              <p:cNvSpPr>
                <a:spLocks noChangeArrowheads="1"/>
              </p:cNvSpPr>
              <p:nvPr/>
            </p:nvSpPr>
            <p:spPr bwMode="auto">
              <a:xfrm>
                <a:off x="2636" y="2193"/>
                <a:ext cx="64" cy="74"/>
              </a:xfrm>
              <a:prstGeom prst="rect">
                <a:avLst/>
              </a:prstGeom>
              <a:solidFill>
                <a:srgbClr val="EBE8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5" name="Rectangle 280"/>
              <p:cNvSpPr>
                <a:spLocks noChangeArrowheads="1"/>
              </p:cNvSpPr>
              <p:nvPr/>
            </p:nvSpPr>
            <p:spPr bwMode="auto">
              <a:xfrm>
                <a:off x="2700" y="2193"/>
                <a:ext cx="62" cy="7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6" name="Freeform 281"/>
              <p:cNvSpPr>
                <a:spLocks/>
              </p:cNvSpPr>
              <p:nvPr/>
            </p:nvSpPr>
            <p:spPr bwMode="auto">
              <a:xfrm>
                <a:off x="2700" y="2011"/>
                <a:ext cx="19" cy="28"/>
              </a:xfrm>
              <a:custGeom>
                <a:avLst/>
                <a:gdLst>
                  <a:gd name="T0" fmla="*/ 6 w 8"/>
                  <a:gd name="T1" fmla="*/ 10 h 12"/>
                  <a:gd name="T2" fmla="*/ 6 w 8"/>
                  <a:gd name="T3" fmla="*/ 12 h 12"/>
                  <a:gd name="T4" fmla="*/ 8 w 8"/>
                  <a:gd name="T5" fmla="*/ 12 h 12"/>
                  <a:gd name="T6" fmla="*/ 8 w 8"/>
                  <a:gd name="T7" fmla="*/ 10 h 12"/>
                  <a:gd name="T8" fmla="*/ 8 w 8"/>
                  <a:gd name="T9" fmla="*/ 2 h 12"/>
                  <a:gd name="T10" fmla="*/ 6 w 8"/>
                  <a:gd name="T11" fmla="*/ 0 h 12"/>
                  <a:gd name="T12" fmla="*/ 0 w 8"/>
                  <a:gd name="T13" fmla="*/ 0 h 12"/>
                  <a:gd name="T14" fmla="*/ 0 w 8"/>
                  <a:gd name="T15" fmla="*/ 10 h 12"/>
                  <a:gd name="T16" fmla="*/ 6 w 8"/>
                  <a:gd name="T17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12">
                    <a:moveTo>
                      <a:pt x="6" y="10"/>
                    </a:moveTo>
                    <a:cubicBezTo>
                      <a:pt x="6" y="10"/>
                      <a:pt x="6" y="11"/>
                      <a:pt x="6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7" name="Freeform 282"/>
              <p:cNvSpPr>
                <a:spLocks/>
              </p:cNvSpPr>
              <p:nvPr/>
            </p:nvSpPr>
            <p:spPr bwMode="auto">
              <a:xfrm>
                <a:off x="2679" y="2011"/>
                <a:ext cx="21" cy="28"/>
              </a:xfrm>
              <a:custGeom>
                <a:avLst/>
                <a:gdLst>
                  <a:gd name="T0" fmla="*/ 9 w 9"/>
                  <a:gd name="T1" fmla="*/ 10 h 12"/>
                  <a:gd name="T2" fmla="*/ 9 w 9"/>
                  <a:gd name="T3" fmla="*/ 0 h 12"/>
                  <a:gd name="T4" fmla="*/ 2 w 9"/>
                  <a:gd name="T5" fmla="*/ 0 h 12"/>
                  <a:gd name="T6" fmla="*/ 0 w 9"/>
                  <a:gd name="T7" fmla="*/ 2 h 12"/>
                  <a:gd name="T8" fmla="*/ 0 w 9"/>
                  <a:gd name="T9" fmla="*/ 10 h 12"/>
                  <a:gd name="T10" fmla="*/ 0 w 9"/>
                  <a:gd name="T11" fmla="*/ 12 h 12"/>
                  <a:gd name="T12" fmla="*/ 2 w 9"/>
                  <a:gd name="T13" fmla="*/ 12 h 12"/>
                  <a:gd name="T14" fmla="*/ 2 w 9"/>
                  <a:gd name="T15" fmla="*/ 10 h 12"/>
                  <a:gd name="T16" fmla="*/ 9 w 9"/>
                  <a:gd name="T17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12">
                    <a:moveTo>
                      <a:pt x="9" y="1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1"/>
                      <a:pt x="2" y="10"/>
                      <a:pt x="2" y="10"/>
                    </a:cubicBezTo>
                    <a:lnTo>
                      <a:pt x="9" y="10"/>
                    </a:lnTo>
                    <a:close/>
                  </a:path>
                </a:pathLst>
              </a:custGeom>
              <a:solidFill>
                <a:srgbClr val="EBE8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8" name="Freeform 283"/>
              <p:cNvSpPr>
                <a:spLocks/>
              </p:cNvSpPr>
              <p:nvPr/>
            </p:nvSpPr>
            <p:spPr bwMode="auto">
              <a:xfrm>
                <a:off x="2684" y="2034"/>
                <a:ext cx="16" cy="5"/>
              </a:xfrm>
              <a:custGeom>
                <a:avLst/>
                <a:gdLst>
                  <a:gd name="T0" fmla="*/ 7 w 7"/>
                  <a:gd name="T1" fmla="*/ 0 h 2"/>
                  <a:gd name="T2" fmla="*/ 0 w 7"/>
                  <a:gd name="T3" fmla="*/ 0 h 2"/>
                  <a:gd name="T4" fmla="*/ 0 w 7"/>
                  <a:gd name="T5" fmla="*/ 2 h 2"/>
                  <a:gd name="T6" fmla="*/ 7 w 7"/>
                  <a:gd name="T7" fmla="*/ 2 h 2"/>
                  <a:gd name="T8" fmla="*/ 7 w 7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">
                    <a:moveTo>
                      <a:pt x="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ubicBezTo>
                      <a:pt x="7" y="2"/>
                      <a:pt x="7" y="2"/>
                      <a:pt x="7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EBE8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9" name="Freeform 284"/>
              <p:cNvSpPr>
                <a:spLocks/>
              </p:cNvSpPr>
              <p:nvPr/>
            </p:nvSpPr>
            <p:spPr bwMode="auto">
              <a:xfrm>
                <a:off x="2700" y="2034"/>
                <a:ext cx="15" cy="5"/>
              </a:xfrm>
              <a:custGeom>
                <a:avLst/>
                <a:gdLst>
                  <a:gd name="T0" fmla="*/ 0 w 6"/>
                  <a:gd name="T1" fmla="*/ 0 h 2"/>
                  <a:gd name="T2" fmla="*/ 0 w 6"/>
                  <a:gd name="T3" fmla="*/ 2 h 2"/>
                  <a:gd name="T4" fmla="*/ 6 w 6"/>
                  <a:gd name="T5" fmla="*/ 2 h 2"/>
                  <a:gd name="T6" fmla="*/ 6 w 6"/>
                  <a:gd name="T7" fmla="*/ 0 h 2"/>
                  <a:gd name="T8" fmla="*/ 0 w 6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2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1"/>
                      <a:pt x="6" y="0"/>
                      <a:pt x="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0" name="Freeform 285"/>
              <p:cNvSpPr>
                <a:spLocks/>
              </p:cNvSpPr>
              <p:nvPr/>
            </p:nvSpPr>
            <p:spPr bwMode="auto">
              <a:xfrm>
                <a:off x="2546" y="2302"/>
                <a:ext cx="62" cy="79"/>
              </a:xfrm>
              <a:custGeom>
                <a:avLst/>
                <a:gdLst>
                  <a:gd name="T0" fmla="*/ 0 w 26"/>
                  <a:gd name="T1" fmla="*/ 0 h 33"/>
                  <a:gd name="T2" fmla="*/ 0 w 26"/>
                  <a:gd name="T3" fmla="*/ 30 h 33"/>
                  <a:gd name="T4" fmla="*/ 0 w 26"/>
                  <a:gd name="T5" fmla="*/ 33 h 33"/>
                  <a:gd name="T6" fmla="*/ 26 w 26"/>
                  <a:gd name="T7" fmla="*/ 33 h 33"/>
                  <a:gd name="T8" fmla="*/ 26 w 26"/>
                  <a:gd name="T9" fmla="*/ 0 h 33"/>
                  <a:gd name="T10" fmla="*/ 0 w 26"/>
                  <a:gd name="T1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33">
                    <a:moveTo>
                      <a:pt x="0" y="0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1"/>
                      <a:pt x="0" y="32"/>
                      <a:pt x="0" y="33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26" y="0"/>
                      <a:pt x="26" y="0"/>
                      <a:pt x="2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2D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1" name="Freeform 286"/>
              <p:cNvSpPr>
                <a:spLocks/>
              </p:cNvSpPr>
              <p:nvPr/>
            </p:nvSpPr>
            <p:spPr bwMode="auto">
              <a:xfrm>
                <a:off x="2608" y="2302"/>
                <a:ext cx="64" cy="79"/>
              </a:xfrm>
              <a:custGeom>
                <a:avLst/>
                <a:gdLst>
                  <a:gd name="T0" fmla="*/ 0 w 27"/>
                  <a:gd name="T1" fmla="*/ 33 h 33"/>
                  <a:gd name="T2" fmla="*/ 26 w 27"/>
                  <a:gd name="T3" fmla="*/ 33 h 33"/>
                  <a:gd name="T4" fmla="*/ 27 w 27"/>
                  <a:gd name="T5" fmla="*/ 30 h 33"/>
                  <a:gd name="T6" fmla="*/ 27 w 27"/>
                  <a:gd name="T7" fmla="*/ 0 h 33"/>
                  <a:gd name="T8" fmla="*/ 0 w 27"/>
                  <a:gd name="T9" fmla="*/ 0 h 33"/>
                  <a:gd name="T10" fmla="*/ 0 w 27"/>
                  <a:gd name="T1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" h="33">
                    <a:moveTo>
                      <a:pt x="0" y="33"/>
                    </a:moveTo>
                    <a:cubicBezTo>
                      <a:pt x="26" y="33"/>
                      <a:pt x="26" y="33"/>
                      <a:pt x="26" y="33"/>
                    </a:cubicBezTo>
                    <a:cubicBezTo>
                      <a:pt x="27" y="32"/>
                      <a:pt x="27" y="31"/>
                      <a:pt x="27" y="3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D93C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2" name="Freeform 287"/>
              <p:cNvSpPr>
                <a:spLocks/>
              </p:cNvSpPr>
              <p:nvPr/>
            </p:nvSpPr>
            <p:spPr bwMode="auto">
              <a:xfrm>
                <a:off x="2546" y="2075"/>
                <a:ext cx="62" cy="154"/>
              </a:xfrm>
              <a:custGeom>
                <a:avLst/>
                <a:gdLst>
                  <a:gd name="T0" fmla="*/ 26 w 26"/>
                  <a:gd name="T1" fmla="*/ 0 h 65"/>
                  <a:gd name="T2" fmla="*/ 19 w 26"/>
                  <a:gd name="T3" fmla="*/ 0 h 65"/>
                  <a:gd name="T4" fmla="*/ 18 w 26"/>
                  <a:gd name="T5" fmla="*/ 30 h 65"/>
                  <a:gd name="T6" fmla="*/ 0 w 26"/>
                  <a:gd name="T7" fmla="*/ 52 h 65"/>
                  <a:gd name="T8" fmla="*/ 0 w 26"/>
                  <a:gd name="T9" fmla="*/ 65 h 65"/>
                  <a:gd name="T10" fmla="*/ 26 w 26"/>
                  <a:gd name="T11" fmla="*/ 65 h 65"/>
                  <a:gd name="T12" fmla="*/ 26 w 26"/>
                  <a:gd name="T13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65">
                    <a:moveTo>
                      <a:pt x="26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14"/>
                      <a:pt x="19" y="26"/>
                      <a:pt x="18" y="30"/>
                    </a:cubicBezTo>
                    <a:cubicBezTo>
                      <a:pt x="15" y="37"/>
                      <a:pt x="0" y="45"/>
                      <a:pt x="0" y="52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26" y="65"/>
                      <a:pt x="26" y="65"/>
                      <a:pt x="26" y="65"/>
                    </a:cubicBez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A12D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3" name="Freeform 288"/>
              <p:cNvSpPr>
                <a:spLocks/>
              </p:cNvSpPr>
              <p:nvPr/>
            </p:nvSpPr>
            <p:spPr bwMode="auto">
              <a:xfrm>
                <a:off x="2608" y="2075"/>
                <a:ext cx="64" cy="154"/>
              </a:xfrm>
              <a:custGeom>
                <a:avLst/>
                <a:gdLst>
                  <a:gd name="T0" fmla="*/ 9 w 27"/>
                  <a:gd name="T1" fmla="*/ 30 h 65"/>
                  <a:gd name="T2" fmla="*/ 7 w 27"/>
                  <a:gd name="T3" fmla="*/ 0 h 65"/>
                  <a:gd name="T4" fmla="*/ 0 w 27"/>
                  <a:gd name="T5" fmla="*/ 0 h 65"/>
                  <a:gd name="T6" fmla="*/ 0 w 27"/>
                  <a:gd name="T7" fmla="*/ 65 h 65"/>
                  <a:gd name="T8" fmla="*/ 27 w 27"/>
                  <a:gd name="T9" fmla="*/ 65 h 65"/>
                  <a:gd name="T10" fmla="*/ 27 w 27"/>
                  <a:gd name="T11" fmla="*/ 52 h 65"/>
                  <a:gd name="T12" fmla="*/ 9 w 27"/>
                  <a:gd name="T13" fmla="*/ 3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65">
                    <a:moveTo>
                      <a:pt x="9" y="30"/>
                    </a:moveTo>
                    <a:cubicBezTo>
                      <a:pt x="8" y="26"/>
                      <a:pt x="7" y="14"/>
                      <a:pt x="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27" y="65"/>
                      <a:pt x="27" y="65"/>
                      <a:pt x="27" y="65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45"/>
                      <a:pt x="11" y="37"/>
                      <a:pt x="9" y="30"/>
                    </a:cubicBezTo>
                    <a:close/>
                  </a:path>
                </a:pathLst>
              </a:custGeom>
              <a:solidFill>
                <a:srgbClr val="D93C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4" name="Rectangle 289"/>
              <p:cNvSpPr>
                <a:spLocks noChangeArrowheads="1"/>
              </p:cNvSpPr>
              <p:nvPr/>
            </p:nvSpPr>
            <p:spPr bwMode="auto">
              <a:xfrm>
                <a:off x="2546" y="2229"/>
                <a:ext cx="62" cy="73"/>
              </a:xfrm>
              <a:prstGeom prst="rect">
                <a:avLst/>
              </a:prstGeom>
              <a:solidFill>
                <a:srgbClr val="EBE8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5" name="Rectangle 290"/>
              <p:cNvSpPr>
                <a:spLocks noChangeArrowheads="1"/>
              </p:cNvSpPr>
              <p:nvPr/>
            </p:nvSpPr>
            <p:spPr bwMode="auto">
              <a:xfrm>
                <a:off x="2608" y="2229"/>
                <a:ext cx="64" cy="7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6" name="Freeform 291"/>
              <p:cNvSpPr>
                <a:spLocks/>
              </p:cNvSpPr>
              <p:nvPr/>
            </p:nvSpPr>
            <p:spPr bwMode="auto">
              <a:xfrm>
                <a:off x="2608" y="2046"/>
                <a:ext cx="21" cy="29"/>
              </a:xfrm>
              <a:custGeom>
                <a:avLst/>
                <a:gdLst>
                  <a:gd name="T0" fmla="*/ 7 w 9"/>
                  <a:gd name="T1" fmla="*/ 10 h 12"/>
                  <a:gd name="T2" fmla="*/ 7 w 9"/>
                  <a:gd name="T3" fmla="*/ 12 h 12"/>
                  <a:gd name="T4" fmla="*/ 9 w 9"/>
                  <a:gd name="T5" fmla="*/ 12 h 12"/>
                  <a:gd name="T6" fmla="*/ 9 w 9"/>
                  <a:gd name="T7" fmla="*/ 10 h 12"/>
                  <a:gd name="T8" fmla="*/ 9 w 9"/>
                  <a:gd name="T9" fmla="*/ 2 h 12"/>
                  <a:gd name="T10" fmla="*/ 7 w 9"/>
                  <a:gd name="T11" fmla="*/ 0 h 12"/>
                  <a:gd name="T12" fmla="*/ 0 w 9"/>
                  <a:gd name="T13" fmla="*/ 0 h 12"/>
                  <a:gd name="T14" fmla="*/ 0 w 9"/>
                  <a:gd name="T15" fmla="*/ 10 h 12"/>
                  <a:gd name="T16" fmla="*/ 7 w 9"/>
                  <a:gd name="T17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12">
                    <a:moveTo>
                      <a:pt x="7" y="10"/>
                    </a:moveTo>
                    <a:cubicBezTo>
                      <a:pt x="7" y="10"/>
                      <a:pt x="7" y="11"/>
                      <a:pt x="7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1"/>
                      <a:pt x="8" y="0"/>
                      <a:pt x="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7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7" name="Freeform 292"/>
              <p:cNvSpPr>
                <a:spLocks/>
              </p:cNvSpPr>
              <p:nvPr/>
            </p:nvSpPr>
            <p:spPr bwMode="auto">
              <a:xfrm>
                <a:off x="2589" y="2046"/>
                <a:ext cx="19" cy="29"/>
              </a:xfrm>
              <a:custGeom>
                <a:avLst/>
                <a:gdLst>
                  <a:gd name="T0" fmla="*/ 8 w 8"/>
                  <a:gd name="T1" fmla="*/ 10 h 12"/>
                  <a:gd name="T2" fmla="*/ 8 w 8"/>
                  <a:gd name="T3" fmla="*/ 0 h 12"/>
                  <a:gd name="T4" fmla="*/ 2 w 8"/>
                  <a:gd name="T5" fmla="*/ 0 h 12"/>
                  <a:gd name="T6" fmla="*/ 0 w 8"/>
                  <a:gd name="T7" fmla="*/ 2 h 12"/>
                  <a:gd name="T8" fmla="*/ 0 w 8"/>
                  <a:gd name="T9" fmla="*/ 10 h 12"/>
                  <a:gd name="T10" fmla="*/ 0 w 8"/>
                  <a:gd name="T11" fmla="*/ 12 h 12"/>
                  <a:gd name="T12" fmla="*/ 1 w 8"/>
                  <a:gd name="T13" fmla="*/ 12 h 12"/>
                  <a:gd name="T14" fmla="*/ 1 w 8"/>
                  <a:gd name="T15" fmla="*/ 10 h 12"/>
                  <a:gd name="T16" fmla="*/ 8 w 8"/>
                  <a:gd name="T17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12">
                    <a:moveTo>
                      <a:pt x="8" y="1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0"/>
                      <a:pt x="1" y="10"/>
                    </a:cubicBezTo>
                    <a:lnTo>
                      <a:pt x="8" y="10"/>
                    </a:lnTo>
                    <a:close/>
                  </a:path>
                </a:pathLst>
              </a:custGeom>
              <a:solidFill>
                <a:srgbClr val="EBE8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8" name="Freeform 293"/>
              <p:cNvSpPr>
                <a:spLocks/>
              </p:cNvSpPr>
              <p:nvPr/>
            </p:nvSpPr>
            <p:spPr bwMode="auto">
              <a:xfrm>
                <a:off x="2591" y="2070"/>
                <a:ext cx="17" cy="5"/>
              </a:xfrm>
              <a:custGeom>
                <a:avLst/>
                <a:gdLst>
                  <a:gd name="T0" fmla="*/ 7 w 7"/>
                  <a:gd name="T1" fmla="*/ 0 h 2"/>
                  <a:gd name="T2" fmla="*/ 0 w 7"/>
                  <a:gd name="T3" fmla="*/ 0 h 2"/>
                  <a:gd name="T4" fmla="*/ 0 w 7"/>
                  <a:gd name="T5" fmla="*/ 2 h 2"/>
                  <a:gd name="T6" fmla="*/ 7 w 7"/>
                  <a:gd name="T7" fmla="*/ 2 h 2"/>
                  <a:gd name="T8" fmla="*/ 7 w 7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">
                    <a:moveTo>
                      <a:pt x="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ubicBezTo>
                      <a:pt x="7" y="2"/>
                      <a:pt x="7" y="2"/>
                      <a:pt x="7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EBE8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9" name="Freeform 294"/>
              <p:cNvSpPr>
                <a:spLocks/>
              </p:cNvSpPr>
              <p:nvPr/>
            </p:nvSpPr>
            <p:spPr bwMode="auto">
              <a:xfrm>
                <a:off x="2608" y="2070"/>
                <a:ext cx="16" cy="5"/>
              </a:xfrm>
              <a:custGeom>
                <a:avLst/>
                <a:gdLst>
                  <a:gd name="T0" fmla="*/ 0 w 7"/>
                  <a:gd name="T1" fmla="*/ 0 h 2"/>
                  <a:gd name="T2" fmla="*/ 0 w 7"/>
                  <a:gd name="T3" fmla="*/ 2 h 2"/>
                  <a:gd name="T4" fmla="*/ 7 w 7"/>
                  <a:gd name="T5" fmla="*/ 2 h 2"/>
                  <a:gd name="T6" fmla="*/ 7 w 7"/>
                  <a:gd name="T7" fmla="*/ 0 h 2"/>
                  <a:gd name="T8" fmla="*/ 0 w 7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1"/>
                      <a:pt x="7" y="0"/>
                      <a:pt x="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0" name="Freeform 295"/>
              <p:cNvSpPr>
                <a:spLocks/>
              </p:cNvSpPr>
              <p:nvPr/>
            </p:nvSpPr>
            <p:spPr bwMode="auto">
              <a:xfrm>
                <a:off x="3444" y="2556"/>
                <a:ext cx="346" cy="164"/>
              </a:xfrm>
              <a:custGeom>
                <a:avLst/>
                <a:gdLst>
                  <a:gd name="T0" fmla="*/ 134 w 146"/>
                  <a:gd name="T1" fmla="*/ 39 h 69"/>
                  <a:gd name="T2" fmla="*/ 127 w 146"/>
                  <a:gd name="T3" fmla="*/ 32 h 69"/>
                  <a:gd name="T4" fmla="*/ 126 w 146"/>
                  <a:gd name="T5" fmla="*/ 33 h 69"/>
                  <a:gd name="T6" fmla="*/ 74 w 146"/>
                  <a:gd name="T7" fmla="*/ 56 h 69"/>
                  <a:gd name="T8" fmla="*/ 59 w 146"/>
                  <a:gd name="T9" fmla="*/ 47 h 69"/>
                  <a:gd name="T10" fmla="*/ 76 w 146"/>
                  <a:gd name="T11" fmla="*/ 15 h 69"/>
                  <a:gd name="T12" fmla="*/ 90 w 146"/>
                  <a:gd name="T13" fmla="*/ 8 h 69"/>
                  <a:gd name="T14" fmla="*/ 71 w 146"/>
                  <a:gd name="T15" fmla="*/ 0 h 69"/>
                  <a:gd name="T16" fmla="*/ 30 w 146"/>
                  <a:gd name="T17" fmla="*/ 17 h 69"/>
                  <a:gd name="T18" fmla="*/ 0 w 146"/>
                  <a:gd name="T19" fmla="*/ 53 h 69"/>
                  <a:gd name="T20" fmla="*/ 17 w 146"/>
                  <a:gd name="T21" fmla="*/ 69 h 69"/>
                  <a:gd name="T22" fmla="*/ 122 w 146"/>
                  <a:gd name="T23" fmla="*/ 69 h 69"/>
                  <a:gd name="T24" fmla="*/ 134 w 146"/>
                  <a:gd name="T25" fmla="*/ 55 h 69"/>
                  <a:gd name="T26" fmla="*/ 144 w 146"/>
                  <a:gd name="T27" fmla="*/ 42 h 69"/>
                  <a:gd name="T28" fmla="*/ 134 w 146"/>
                  <a:gd name="T29" fmla="*/ 3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6" h="69">
                    <a:moveTo>
                      <a:pt x="134" y="39"/>
                    </a:moveTo>
                    <a:cubicBezTo>
                      <a:pt x="132" y="37"/>
                      <a:pt x="130" y="34"/>
                      <a:pt x="127" y="32"/>
                    </a:cubicBezTo>
                    <a:cubicBezTo>
                      <a:pt x="126" y="33"/>
                      <a:pt x="126" y="33"/>
                      <a:pt x="126" y="33"/>
                    </a:cubicBezTo>
                    <a:cubicBezTo>
                      <a:pt x="111" y="54"/>
                      <a:pt x="101" y="56"/>
                      <a:pt x="74" y="56"/>
                    </a:cubicBezTo>
                    <a:cubicBezTo>
                      <a:pt x="61" y="56"/>
                      <a:pt x="59" y="49"/>
                      <a:pt x="59" y="47"/>
                    </a:cubicBezTo>
                    <a:cubicBezTo>
                      <a:pt x="58" y="46"/>
                      <a:pt x="51" y="29"/>
                      <a:pt x="76" y="15"/>
                    </a:cubicBezTo>
                    <a:cubicBezTo>
                      <a:pt x="82" y="12"/>
                      <a:pt x="86" y="9"/>
                      <a:pt x="90" y="8"/>
                    </a:cubicBezTo>
                    <a:cubicBezTo>
                      <a:pt x="85" y="4"/>
                      <a:pt x="79" y="0"/>
                      <a:pt x="71" y="0"/>
                    </a:cubicBezTo>
                    <a:cubicBezTo>
                      <a:pt x="49" y="0"/>
                      <a:pt x="43" y="10"/>
                      <a:pt x="30" y="17"/>
                    </a:cubicBezTo>
                    <a:cubicBezTo>
                      <a:pt x="18" y="25"/>
                      <a:pt x="0" y="31"/>
                      <a:pt x="0" y="53"/>
                    </a:cubicBezTo>
                    <a:cubicBezTo>
                      <a:pt x="0" y="62"/>
                      <a:pt x="7" y="67"/>
                      <a:pt x="17" y="69"/>
                    </a:cubicBezTo>
                    <a:cubicBezTo>
                      <a:pt x="122" y="69"/>
                      <a:pt x="122" y="69"/>
                      <a:pt x="122" y="69"/>
                    </a:cubicBezTo>
                    <a:cubicBezTo>
                      <a:pt x="132" y="67"/>
                      <a:pt x="139" y="62"/>
                      <a:pt x="134" y="55"/>
                    </a:cubicBezTo>
                    <a:cubicBezTo>
                      <a:pt x="134" y="55"/>
                      <a:pt x="146" y="51"/>
                      <a:pt x="144" y="42"/>
                    </a:cubicBezTo>
                    <a:cubicBezTo>
                      <a:pt x="144" y="42"/>
                      <a:pt x="140" y="44"/>
                      <a:pt x="134" y="39"/>
                    </a:cubicBezTo>
                    <a:close/>
                  </a:path>
                </a:pathLst>
              </a:custGeom>
              <a:solidFill>
                <a:srgbClr val="FFE1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1" name="Freeform 296"/>
              <p:cNvSpPr>
                <a:spLocks/>
              </p:cNvSpPr>
              <p:nvPr/>
            </p:nvSpPr>
            <p:spPr bwMode="auto">
              <a:xfrm>
                <a:off x="3449" y="2720"/>
                <a:ext cx="315" cy="33"/>
              </a:xfrm>
              <a:custGeom>
                <a:avLst/>
                <a:gdLst>
                  <a:gd name="T0" fmla="*/ 0 w 315"/>
                  <a:gd name="T1" fmla="*/ 0 h 33"/>
                  <a:gd name="T2" fmla="*/ 24 w 315"/>
                  <a:gd name="T3" fmla="*/ 21 h 33"/>
                  <a:gd name="T4" fmla="*/ 29 w 315"/>
                  <a:gd name="T5" fmla="*/ 23 h 33"/>
                  <a:gd name="T6" fmla="*/ 29 w 315"/>
                  <a:gd name="T7" fmla="*/ 33 h 33"/>
                  <a:gd name="T8" fmla="*/ 287 w 315"/>
                  <a:gd name="T9" fmla="*/ 33 h 33"/>
                  <a:gd name="T10" fmla="*/ 287 w 315"/>
                  <a:gd name="T11" fmla="*/ 23 h 33"/>
                  <a:gd name="T12" fmla="*/ 289 w 315"/>
                  <a:gd name="T13" fmla="*/ 21 h 33"/>
                  <a:gd name="T14" fmla="*/ 315 w 315"/>
                  <a:gd name="T15" fmla="*/ 0 h 33"/>
                  <a:gd name="T16" fmla="*/ 0 w 315"/>
                  <a:gd name="T1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5" h="33">
                    <a:moveTo>
                      <a:pt x="0" y="0"/>
                    </a:moveTo>
                    <a:lnTo>
                      <a:pt x="24" y="21"/>
                    </a:lnTo>
                    <a:lnTo>
                      <a:pt x="29" y="23"/>
                    </a:lnTo>
                    <a:lnTo>
                      <a:pt x="29" y="33"/>
                    </a:lnTo>
                    <a:lnTo>
                      <a:pt x="287" y="33"/>
                    </a:lnTo>
                    <a:lnTo>
                      <a:pt x="287" y="23"/>
                    </a:lnTo>
                    <a:lnTo>
                      <a:pt x="289" y="21"/>
                    </a:lnTo>
                    <a:lnTo>
                      <a:pt x="3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BC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2" name="Freeform 297"/>
              <p:cNvSpPr>
                <a:spLocks/>
              </p:cNvSpPr>
              <p:nvPr/>
            </p:nvSpPr>
            <p:spPr bwMode="auto">
              <a:xfrm>
                <a:off x="3449" y="2720"/>
                <a:ext cx="315" cy="21"/>
              </a:xfrm>
              <a:custGeom>
                <a:avLst/>
                <a:gdLst>
                  <a:gd name="T0" fmla="*/ 315 w 315"/>
                  <a:gd name="T1" fmla="*/ 0 h 21"/>
                  <a:gd name="T2" fmla="*/ 0 w 315"/>
                  <a:gd name="T3" fmla="*/ 0 h 21"/>
                  <a:gd name="T4" fmla="*/ 24 w 315"/>
                  <a:gd name="T5" fmla="*/ 21 h 21"/>
                  <a:gd name="T6" fmla="*/ 289 w 315"/>
                  <a:gd name="T7" fmla="*/ 21 h 21"/>
                  <a:gd name="T8" fmla="*/ 315 w 315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21">
                    <a:moveTo>
                      <a:pt x="315" y="0"/>
                    </a:moveTo>
                    <a:lnTo>
                      <a:pt x="0" y="0"/>
                    </a:lnTo>
                    <a:lnTo>
                      <a:pt x="24" y="21"/>
                    </a:lnTo>
                    <a:lnTo>
                      <a:pt x="289" y="21"/>
                    </a:lnTo>
                    <a:lnTo>
                      <a:pt x="315" y="0"/>
                    </a:lnTo>
                    <a:close/>
                  </a:path>
                </a:pathLst>
              </a:custGeom>
              <a:solidFill>
                <a:srgbClr val="1750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3" name="Freeform 298"/>
              <p:cNvSpPr>
                <a:spLocks/>
              </p:cNvSpPr>
              <p:nvPr/>
            </p:nvSpPr>
            <p:spPr bwMode="auto">
              <a:xfrm>
                <a:off x="3473" y="2741"/>
                <a:ext cx="265" cy="12"/>
              </a:xfrm>
              <a:custGeom>
                <a:avLst/>
                <a:gdLst>
                  <a:gd name="T0" fmla="*/ 0 w 265"/>
                  <a:gd name="T1" fmla="*/ 0 h 12"/>
                  <a:gd name="T2" fmla="*/ 5 w 265"/>
                  <a:gd name="T3" fmla="*/ 2 h 12"/>
                  <a:gd name="T4" fmla="*/ 5 w 265"/>
                  <a:gd name="T5" fmla="*/ 12 h 12"/>
                  <a:gd name="T6" fmla="*/ 263 w 265"/>
                  <a:gd name="T7" fmla="*/ 12 h 12"/>
                  <a:gd name="T8" fmla="*/ 263 w 265"/>
                  <a:gd name="T9" fmla="*/ 2 h 12"/>
                  <a:gd name="T10" fmla="*/ 265 w 265"/>
                  <a:gd name="T11" fmla="*/ 0 h 12"/>
                  <a:gd name="T12" fmla="*/ 0 w 265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5" h="12">
                    <a:moveTo>
                      <a:pt x="0" y="0"/>
                    </a:moveTo>
                    <a:lnTo>
                      <a:pt x="5" y="2"/>
                    </a:lnTo>
                    <a:lnTo>
                      <a:pt x="5" y="12"/>
                    </a:lnTo>
                    <a:lnTo>
                      <a:pt x="263" y="12"/>
                    </a:lnTo>
                    <a:lnTo>
                      <a:pt x="263" y="2"/>
                    </a:lnTo>
                    <a:lnTo>
                      <a:pt x="26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50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4" name="Freeform 299"/>
              <p:cNvSpPr>
                <a:spLocks/>
              </p:cNvSpPr>
              <p:nvPr/>
            </p:nvSpPr>
            <p:spPr bwMode="auto">
              <a:xfrm>
                <a:off x="3570" y="2544"/>
                <a:ext cx="292" cy="145"/>
              </a:xfrm>
              <a:custGeom>
                <a:avLst/>
                <a:gdLst>
                  <a:gd name="T0" fmla="*/ 19 w 123"/>
                  <a:gd name="T1" fmla="*/ 61 h 61"/>
                  <a:gd name="T2" fmla="*/ 4 w 123"/>
                  <a:gd name="T3" fmla="*/ 52 h 61"/>
                  <a:gd name="T4" fmla="*/ 25 w 123"/>
                  <a:gd name="T5" fmla="*/ 18 h 61"/>
                  <a:gd name="T6" fmla="*/ 39 w 123"/>
                  <a:gd name="T7" fmla="*/ 12 h 61"/>
                  <a:gd name="T8" fmla="*/ 53 w 123"/>
                  <a:gd name="T9" fmla="*/ 10 h 61"/>
                  <a:gd name="T10" fmla="*/ 64 w 123"/>
                  <a:gd name="T11" fmla="*/ 10 h 61"/>
                  <a:gd name="T12" fmla="*/ 78 w 123"/>
                  <a:gd name="T13" fmla="*/ 11 h 61"/>
                  <a:gd name="T14" fmla="*/ 81 w 123"/>
                  <a:gd name="T15" fmla="*/ 11 h 61"/>
                  <a:gd name="T16" fmla="*/ 107 w 123"/>
                  <a:gd name="T17" fmla="*/ 4 h 61"/>
                  <a:gd name="T18" fmla="*/ 114 w 123"/>
                  <a:gd name="T19" fmla="*/ 0 h 61"/>
                  <a:gd name="T20" fmla="*/ 121 w 123"/>
                  <a:gd name="T21" fmla="*/ 5 h 61"/>
                  <a:gd name="T22" fmla="*/ 119 w 123"/>
                  <a:gd name="T23" fmla="*/ 12 h 61"/>
                  <a:gd name="T24" fmla="*/ 119 w 123"/>
                  <a:gd name="T25" fmla="*/ 14 h 61"/>
                  <a:gd name="T26" fmla="*/ 119 w 123"/>
                  <a:gd name="T27" fmla="*/ 14 h 61"/>
                  <a:gd name="T28" fmla="*/ 123 w 123"/>
                  <a:gd name="T29" fmla="*/ 19 h 61"/>
                  <a:gd name="T30" fmla="*/ 117 w 123"/>
                  <a:gd name="T31" fmla="*/ 27 h 61"/>
                  <a:gd name="T32" fmla="*/ 115 w 123"/>
                  <a:gd name="T33" fmla="*/ 27 h 61"/>
                  <a:gd name="T34" fmla="*/ 108 w 123"/>
                  <a:gd name="T35" fmla="*/ 24 h 61"/>
                  <a:gd name="T36" fmla="*/ 105 w 123"/>
                  <a:gd name="T37" fmla="*/ 23 h 61"/>
                  <a:gd name="T38" fmla="*/ 103 w 123"/>
                  <a:gd name="T39" fmla="*/ 23 h 61"/>
                  <a:gd name="T40" fmla="*/ 75 w 123"/>
                  <a:gd name="T41" fmla="*/ 38 h 61"/>
                  <a:gd name="T42" fmla="*/ 19 w 123"/>
                  <a:gd name="T43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23" h="61">
                    <a:moveTo>
                      <a:pt x="19" y="61"/>
                    </a:moveTo>
                    <a:cubicBezTo>
                      <a:pt x="6" y="61"/>
                      <a:pt x="4" y="53"/>
                      <a:pt x="4" y="52"/>
                    </a:cubicBezTo>
                    <a:cubicBezTo>
                      <a:pt x="4" y="50"/>
                      <a:pt x="0" y="31"/>
                      <a:pt x="25" y="18"/>
                    </a:cubicBezTo>
                    <a:cubicBezTo>
                      <a:pt x="30" y="15"/>
                      <a:pt x="34" y="13"/>
                      <a:pt x="39" y="12"/>
                    </a:cubicBezTo>
                    <a:cubicBezTo>
                      <a:pt x="43" y="10"/>
                      <a:pt x="48" y="10"/>
                      <a:pt x="53" y="10"/>
                    </a:cubicBezTo>
                    <a:cubicBezTo>
                      <a:pt x="56" y="10"/>
                      <a:pt x="60" y="10"/>
                      <a:pt x="64" y="10"/>
                    </a:cubicBezTo>
                    <a:cubicBezTo>
                      <a:pt x="68" y="11"/>
                      <a:pt x="73" y="11"/>
                      <a:pt x="78" y="11"/>
                    </a:cubicBezTo>
                    <a:cubicBezTo>
                      <a:pt x="79" y="11"/>
                      <a:pt x="80" y="11"/>
                      <a:pt x="81" y="11"/>
                    </a:cubicBezTo>
                    <a:cubicBezTo>
                      <a:pt x="104" y="11"/>
                      <a:pt x="105" y="7"/>
                      <a:pt x="107" y="4"/>
                    </a:cubicBezTo>
                    <a:cubicBezTo>
                      <a:pt x="108" y="2"/>
                      <a:pt x="111" y="0"/>
                      <a:pt x="114" y="0"/>
                    </a:cubicBezTo>
                    <a:cubicBezTo>
                      <a:pt x="117" y="0"/>
                      <a:pt x="120" y="2"/>
                      <a:pt x="121" y="5"/>
                    </a:cubicBezTo>
                    <a:cubicBezTo>
                      <a:pt x="122" y="9"/>
                      <a:pt x="120" y="11"/>
                      <a:pt x="119" y="12"/>
                    </a:cubicBezTo>
                    <a:cubicBezTo>
                      <a:pt x="119" y="13"/>
                      <a:pt x="119" y="13"/>
                      <a:pt x="119" y="14"/>
                    </a:cubicBezTo>
                    <a:cubicBezTo>
                      <a:pt x="119" y="14"/>
                      <a:pt x="119" y="14"/>
                      <a:pt x="119" y="14"/>
                    </a:cubicBezTo>
                    <a:cubicBezTo>
                      <a:pt x="120" y="15"/>
                      <a:pt x="122" y="17"/>
                      <a:pt x="123" y="19"/>
                    </a:cubicBezTo>
                    <a:cubicBezTo>
                      <a:pt x="123" y="23"/>
                      <a:pt x="121" y="26"/>
                      <a:pt x="117" y="27"/>
                    </a:cubicBezTo>
                    <a:cubicBezTo>
                      <a:pt x="116" y="27"/>
                      <a:pt x="116" y="27"/>
                      <a:pt x="115" y="27"/>
                    </a:cubicBezTo>
                    <a:cubicBezTo>
                      <a:pt x="112" y="27"/>
                      <a:pt x="110" y="26"/>
                      <a:pt x="108" y="24"/>
                    </a:cubicBezTo>
                    <a:cubicBezTo>
                      <a:pt x="107" y="24"/>
                      <a:pt x="106" y="23"/>
                      <a:pt x="105" y="23"/>
                    </a:cubicBezTo>
                    <a:cubicBezTo>
                      <a:pt x="105" y="23"/>
                      <a:pt x="104" y="23"/>
                      <a:pt x="103" y="23"/>
                    </a:cubicBezTo>
                    <a:cubicBezTo>
                      <a:pt x="99" y="23"/>
                      <a:pt x="85" y="24"/>
                      <a:pt x="75" y="38"/>
                    </a:cubicBezTo>
                    <a:cubicBezTo>
                      <a:pt x="60" y="59"/>
                      <a:pt x="47" y="61"/>
                      <a:pt x="19" y="61"/>
                    </a:cubicBezTo>
                    <a:close/>
                  </a:path>
                </a:pathLst>
              </a:custGeom>
              <a:solidFill>
                <a:srgbClr val="FF6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5" name="Freeform 300"/>
              <p:cNvSpPr>
                <a:spLocks/>
              </p:cNvSpPr>
              <p:nvPr/>
            </p:nvSpPr>
            <p:spPr bwMode="auto">
              <a:xfrm>
                <a:off x="3570" y="2542"/>
                <a:ext cx="287" cy="142"/>
              </a:xfrm>
              <a:custGeom>
                <a:avLst/>
                <a:gdLst>
                  <a:gd name="T0" fmla="*/ 120 w 121"/>
                  <a:gd name="T1" fmla="*/ 19 h 60"/>
                  <a:gd name="T2" fmla="*/ 116 w 121"/>
                  <a:gd name="T3" fmla="*/ 13 h 60"/>
                  <a:gd name="T4" fmla="*/ 119 w 121"/>
                  <a:gd name="T5" fmla="*/ 5 h 60"/>
                  <a:gd name="T6" fmla="*/ 108 w 121"/>
                  <a:gd name="T7" fmla="*/ 4 h 60"/>
                  <a:gd name="T8" fmla="*/ 81 w 121"/>
                  <a:gd name="T9" fmla="*/ 13 h 60"/>
                  <a:gd name="T10" fmla="*/ 38 w 121"/>
                  <a:gd name="T11" fmla="*/ 13 h 60"/>
                  <a:gd name="T12" fmla="*/ 25 w 121"/>
                  <a:gd name="T13" fmla="*/ 19 h 60"/>
                  <a:gd name="T14" fmla="*/ 5 w 121"/>
                  <a:gd name="T15" fmla="*/ 52 h 60"/>
                  <a:gd name="T16" fmla="*/ 18 w 121"/>
                  <a:gd name="T17" fmla="*/ 60 h 60"/>
                  <a:gd name="T18" fmla="*/ 72 w 121"/>
                  <a:gd name="T19" fmla="*/ 37 h 60"/>
                  <a:gd name="T20" fmla="*/ 72 w 121"/>
                  <a:gd name="T21" fmla="*/ 37 h 60"/>
                  <a:gd name="T22" fmla="*/ 105 w 121"/>
                  <a:gd name="T23" fmla="*/ 20 h 60"/>
                  <a:gd name="T24" fmla="*/ 116 w 121"/>
                  <a:gd name="T25" fmla="*/ 25 h 60"/>
                  <a:gd name="T26" fmla="*/ 120 w 121"/>
                  <a:gd name="T27" fmla="*/ 1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1" h="60">
                    <a:moveTo>
                      <a:pt x="120" y="19"/>
                    </a:moveTo>
                    <a:cubicBezTo>
                      <a:pt x="120" y="16"/>
                      <a:pt x="117" y="15"/>
                      <a:pt x="116" y="13"/>
                    </a:cubicBezTo>
                    <a:cubicBezTo>
                      <a:pt x="116" y="11"/>
                      <a:pt x="120" y="10"/>
                      <a:pt x="119" y="5"/>
                    </a:cubicBezTo>
                    <a:cubicBezTo>
                      <a:pt x="118" y="0"/>
                      <a:pt x="111" y="0"/>
                      <a:pt x="108" y="4"/>
                    </a:cubicBezTo>
                    <a:cubicBezTo>
                      <a:pt x="106" y="9"/>
                      <a:pt x="103" y="12"/>
                      <a:pt x="81" y="13"/>
                    </a:cubicBezTo>
                    <a:cubicBezTo>
                      <a:pt x="63" y="14"/>
                      <a:pt x="54" y="8"/>
                      <a:pt x="38" y="13"/>
                    </a:cubicBezTo>
                    <a:cubicBezTo>
                      <a:pt x="34" y="14"/>
                      <a:pt x="30" y="16"/>
                      <a:pt x="25" y="19"/>
                    </a:cubicBezTo>
                    <a:cubicBezTo>
                      <a:pt x="0" y="33"/>
                      <a:pt x="5" y="52"/>
                      <a:pt x="5" y="52"/>
                    </a:cubicBezTo>
                    <a:cubicBezTo>
                      <a:pt x="5" y="52"/>
                      <a:pt x="5" y="60"/>
                      <a:pt x="18" y="60"/>
                    </a:cubicBezTo>
                    <a:cubicBezTo>
                      <a:pt x="46" y="60"/>
                      <a:pt x="58" y="57"/>
                      <a:pt x="72" y="37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85" y="19"/>
                      <a:pt x="103" y="20"/>
                      <a:pt x="105" y="20"/>
                    </a:cubicBezTo>
                    <a:cubicBezTo>
                      <a:pt x="109" y="21"/>
                      <a:pt x="112" y="25"/>
                      <a:pt x="116" y="25"/>
                    </a:cubicBezTo>
                    <a:cubicBezTo>
                      <a:pt x="120" y="24"/>
                      <a:pt x="121" y="21"/>
                      <a:pt x="120" y="19"/>
                    </a:cubicBezTo>
                    <a:close/>
                  </a:path>
                </a:pathLst>
              </a:custGeom>
              <a:solidFill>
                <a:srgbClr val="FFF4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6" name="Freeform 301"/>
              <p:cNvSpPr>
                <a:spLocks/>
              </p:cNvSpPr>
              <p:nvPr/>
            </p:nvSpPr>
            <p:spPr bwMode="auto">
              <a:xfrm>
                <a:off x="3096" y="2179"/>
                <a:ext cx="284" cy="322"/>
              </a:xfrm>
              <a:custGeom>
                <a:avLst/>
                <a:gdLst>
                  <a:gd name="T0" fmla="*/ 65 w 120"/>
                  <a:gd name="T1" fmla="*/ 136 h 136"/>
                  <a:gd name="T2" fmla="*/ 55 w 120"/>
                  <a:gd name="T3" fmla="*/ 136 h 136"/>
                  <a:gd name="T4" fmla="*/ 0 w 120"/>
                  <a:gd name="T5" fmla="*/ 49 h 136"/>
                  <a:gd name="T6" fmla="*/ 5 w 120"/>
                  <a:gd name="T7" fmla="*/ 47 h 136"/>
                  <a:gd name="T8" fmla="*/ 34 w 120"/>
                  <a:gd name="T9" fmla="*/ 4 h 136"/>
                  <a:gd name="T10" fmla="*/ 34 w 120"/>
                  <a:gd name="T11" fmla="*/ 0 h 136"/>
                  <a:gd name="T12" fmla="*/ 86 w 120"/>
                  <a:gd name="T13" fmla="*/ 0 h 136"/>
                  <a:gd name="T14" fmla="*/ 86 w 120"/>
                  <a:gd name="T15" fmla="*/ 4 h 136"/>
                  <a:gd name="T16" fmla="*/ 115 w 120"/>
                  <a:gd name="T17" fmla="*/ 47 h 136"/>
                  <a:gd name="T18" fmla="*/ 120 w 120"/>
                  <a:gd name="T19" fmla="*/ 49 h 136"/>
                  <a:gd name="T20" fmla="*/ 65 w 120"/>
                  <a:gd name="T21" fmla="*/ 136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0" h="136">
                    <a:moveTo>
                      <a:pt x="65" y="136"/>
                    </a:moveTo>
                    <a:cubicBezTo>
                      <a:pt x="55" y="136"/>
                      <a:pt x="55" y="136"/>
                      <a:pt x="55" y="136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6" y="46"/>
                      <a:pt x="34" y="35"/>
                      <a:pt x="34" y="4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5"/>
                      <a:pt x="115" y="47"/>
                      <a:pt x="115" y="47"/>
                    </a:cubicBezTo>
                    <a:cubicBezTo>
                      <a:pt x="120" y="49"/>
                      <a:pt x="120" y="49"/>
                      <a:pt x="120" y="49"/>
                    </a:cubicBezTo>
                    <a:cubicBezTo>
                      <a:pt x="65" y="136"/>
                      <a:pt x="65" y="136"/>
                      <a:pt x="65" y="136"/>
                    </a:cubicBezTo>
                  </a:path>
                </a:pathLst>
              </a:custGeom>
              <a:solidFill>
                <a:srgbClr val="E3C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7" name="Freeform 302"/>
              <p:cNvSpPr>
                <a:spLocks/>
              </p:cNvSpPr>
              <p:nvPr/>
            </p:nvSpPr>
            <p:spPr bwMode="auto">
              <a:xfrm>
                <a:off x="3077" y="1911"/>
                <a:ext cx="325" cy="330"/>
              </a:xfrm>
              <a:custGeom>
                <a:avLst/>
                <a:gdLst>
                  <a:gd name="T0" fmla="*/ 130 w 137"/>
                  <a:gd name="T1" fmla="*/ 61 h 139"/>
                  <a:gd name="T2" fmla="*/ 130 w 137"/>
                  <a:gd name="T3" fmla="*/ 59 h 139"/>
                  <a:gd name="T4" fmla="*/ 68 w 137"/>
                  <a:gd name="T5" fmla="*/ 0 h 139"/>
                  <a:gd name="T6" fmla="*/ 6 w 137"/>
                  <a:gd name="T7" fmla="*/ 59 h 139"/>
                  <a:gd name="T8" fmla="*/ 6 w 137"/>
                  <a:gd name="T9" fmla="*/ 61 h 139"/>
                  <a:gd name="T10" fmla="*/ 0 w 137"/>
                  <a:gd name="T11" fmla="*/ 73 h 139"/>
                  <a:gd name="T12" fmla="*/ 8 w 137"/>
                  <a:gd name="T13" fmla="*/ 86 h 139"/>
                  <a:gd name="T14" fmla="*/ 10 w 137"/>
                  <a:gd name="T15" fmla="*/ 86 h 139"/>
                  <a:gd name="T16" fmla="*/ 68 w 137"/>
                  <a:gd name="T17" fmla="*/ 139 h 139"/>
                  <a:gd name="T18" fmla="*/ 126 w 137"/>
                  <a:gd name="T19" fmla="*/ 86 h 139"/>
                  <a:gd name="T20" fmla="*/ 128 w 137"/>
                  <a:gd name="T21" fmla="*/ 86 h 139"/>
                  <a:gd name="T22" fmla="*/ 137 w 137"/>
                  <a:gd name="T23" fmla="*/ 73 h 139"/>
                  <a:gd name="T24" fmla="*/ 130 w 137"/>
                  <a:gd name="T25" fmla="*/ 61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" h="139">
                    <a:moveTo>
                      <a:pt x="130" y="61"/>
                    </a:moveTo>
                    <a:cubicBezTo>
                      <a:pt x="130" y="60"/>
                      <a:pt x="130" y="59"/>
                      <a:pt x="130" y="59"/>
                    </a:cubicBezTo>
                    <a:cubicBezTo>
                      <a:pt x="130" y="21"/>
                      <a:pt x="102" y="0"/>
                      <a:pt x="68" y="0"/>
                    </a:cubicBezTo>
                    <a:cubicBezTo>
                      <a:pt x="34" y="0"/>
                      <a:pt x="6" y="21"/>
                      <a:pt x="6" y="59"/>
                    </a:cubicBezTo>
                    <a:cubicBezTo>
                      <a:pt x="6" y="59"/>
                      <a:pt x="6" y="60"/>
                      <a:pt x="6" y="61"/>
                    </a:cubicBezTo>
                    <a:cubicBezTo>
                      <a:pt x="2" y="63"/>
                      <a:pt x="0" y="68"/>
                      <a:pt x="0" y="73"/>
                    </a:cubicBezTo>
                    <a:cubicBezTo>
                      <a:pt x="0" y="80"/>
                      <a:pt x="3" y="86"/>
                      <a:pt x="8" y="86"/>
                    </a:cubicBezTo>
                    <a:cubicBezTo>
                      <a:pt x="9" y="86"/>
                      <a:pt x="9" y="86"/>
                      <a:pt x="10" y="86"/>
                    </a:cubicBezTo>
                    <a:cubicBezTo>
                      <a:pt x="19" y="114"/>
                      <a:pt x="42" y="139"/>
                      <a:pt x="68" y="139"/>
                    </a:cubicBezTo>
                    <a:cubicBezTo>
                      <a:pt x="94" y="139"/>
                      <a:pt x="117" y="114"/>
                      <a:pt x="126" y="86"/>
                    </a:cubicBezTo>
                    <a:cubicBezTo>
                      <a:pt x="127" y="86"/>
                      <a:pt x="127" y="86"/>
                      <a:pt x="128" y="86"/>
                    </a:cubicBezTo>
                    <a:cubicBezTo>
                      <a:pt x="133" y="86"/>
                      <a:pt x="137" y="80"/>
                      <a:pt x="137" y="73"/>
                    </a:cubicBezTo>
                    <a:cubicBezTo>
                      <a:pt x="137" y="68"/>
                      <a:pt x="134" y="63"/>
                      <a:pt x="130" y="61"/>
                    </a:cubicBezTo>
                  </a:path>
                </a:pathLst>
              </a:custGeom>
              <a:solidFill>
                <a:srgbClr val="FFE5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8" name="Freeform 303"/>
              <p:cNvSpPr>
                <a:spLocks noEditPoints="1"/>
              </p:cNvSpPr>
              <p:nvPr/>
            </p:nvSpPr>
            <p:spPr bwMode="auto">
              <a:xfrm>
                <a:off x="3072" y="1906"/>
                <a:ext cx="332" cy="339"/>
              </a:xfrm>
              <a:custGeom>
                <a:avLst/>
                <a:gdLst>
                  <a:gd name="T0" fmla="*/ 70 w 140"/>
                  <a:gd name="T1" fmla="*/ 143 h 143"/>
                  <a:gd name="T2" fmla="*/ 11 w 140"/>
                  <a:gd name="T3" fmla="*/ 90 h 143"/>
                  <a:gd name="T4" fmla="*/ 0 w 140"/>
                  <a:gd name="T5" fmla="*/ 75 h 143"/>
                  <a:gd name="T6" fmla="*/ 6 w 140"/>
                  <a:gd name="T7" fmla="*/ 62 h 143"/>
                  <a:gd name="T8" fmla="*/ 6 w 140"/>
                  <a:gd name="T9" fmla="*/ 61 h 143"/>
                  <a:gd name="T10" fmla="*/ 70 w 140"/>
                  <a:gd name="T11" fmla="*/ 0 h 143"/>
                  <a:gd name="T12" fmla="*/ 134 w 140"/>
                  <a:gd name="T13" fmla="*/ 61 h 143"/>
                  <a:gd name="T14" fmla="*/ 134 w 140"/>
                  <a:gd name="T15" fmla="*/ 62 h 143"/>
                  <a:gd name="T16" fmla="*/ 140 w 140"/>
                  <a:gd name="T17" fmla="*/ 75 h 143"/>
                  <a:gd name="T18" fmla="*/ 130 w 140"/>
                  <a:gd name="T19" fmla="*/ 90 h 143"/>
                  <a:gd name="T20" fmla="*/ 129 w 140"/>
                  <a:gd name="T21" fmla="*/ 90 h 143"/>
                  <a:gd name="T22" fmla="*/ 70 w 140"/>
                  <a:gd name="T23" fmla="*/ 143 h 143"/>
                  <a:gd name="T24" fmla="*/ 13 w 140"/>
                  <a:gd name="T25" fmla="*/ 85 h 143"/>
                  <a:gd name="T26" fmla="*/ 14 w 140"/>
                  <a:gd name="T27" fmla="*/ 87 h 143"/>
                  <a:gd name="T28" fmla="*/ 70 w 140"/>
                  <a:gd name="T29" fmla="*/ 140 h 143"/>
                  <a:gd name="T30" fmla="*/ 126 w 140"/>
                  <a:gd name="T31" fmla="*/ 87 h 143"/>
                  <a:gd name="T32" fmla="*/ 127 w 140"/>
                  <a:gd name="T33" fmla="*/ 85 h 143"/>
                  <a:gd name="T34" fmla="*/ 129 w 140"/>
                  <a:gd name="T35" fmla="*/ 86 h 143"/>
                  <a:gd name="T36" fmla="*/ 130 w 140"/>
                  <a:gd name="T37" fmla="*/ 86 h 143"/>
                  <a:gd name="T38" fmla="*/ 137 w 140"/>
                  <a:gd name="T39" fmla="*/ 75 h 143"/>
                  <a:gd name="T40" fmla="*/ 132 w 140"/>
                  <a:gd name="T41" fmla="*/ 65 h 143"/>
                  <a:gd name="T42" fmla="*/ 130 w 140"/>
                  <a:gd name="T43" fmla="*/ 64 h 143"/>
                  <a:gd name="T44" fmla="*/ 130 w 140"/>
                  <a:gd name="T45" fmla="*/ 63 h 143"/>
                  <a:gd name="T46" fmla="*/ 130 w 140"/>
                  <a:gd name="T47" fmla="*/ 61 h 143"/>
                  <a:gd name="T48" fmla="*/ 70 w 140"/>
                  <a:gd name="T49" fmla="*/ 4 h 143"/>
                  <a:gd name="T50" fmla="*/ 9 w 140"/>
                  <a:gd name="T51" fmla="*/ 61 h 143"/>
                  <a:gd name="T52" fmla="*/ 10 w 140"/>
                  <a:gd name="T53" fmla="*/ 63 h 143"/>
                  <a:gd name="T54" fmla="*/ 10 w 140"/>
                  <a:gd name="T55" fmla="*/ 64 h 143"/>
                  <a:gd name="T56" fmla="*/ 8 w 140"/>
                  <a:gd name="T57" fmla="*/ 65 h 143"/>
                  <a:gd name="T58" fmla="*/ 3 w 140"/>
                  <a:gd name="T59" fmla="*/ 75 h 143"/>
                  <a:gd name="T60" fmla="*/ 10 w 140"/>
                  <a:gd name="T61" fmla="*/ 86 h 143"/>
                  <a:gd name="T62" fmla="*/ 11 w 140"/>
                  <a:gd name="T63" fmla="*/ 86 h 143"/>
                  <a:gd name="T64" fmla="*/ 13 w 140"/>
                  <a:gd name="T65" fmla="*/ 85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40" h="143">
                    <a:moveTo>
                      <a:pt x="70" y="143"/>
                    </a:moveTo>
                    <a:cubicBezTo>
                      <a:pt x="42" y="143"/>
                      <a:pt x="20" y="116"/>
                      <a:pt x="11" y="90"/>
                    </a:cubicBezTo>
                    <a:cubicBezTo>
                      <a:pt x="5" y="91"/>
                      <a:pt x="0" y="84"/>
                      <a:pt x="0" y="75"/>
                    </a:cubicBezTo>
                    <a:cubicBezTo>
                      <a:pt x="0" y="70"/>
                      <a:pt x="2" y="64"/>
                      <a:pt x="6" y="62"/>
                    </a:cubicBezTo>
                    <a:cubicBezTo>
                      <a:pt x="6" y="62"/>
                      <a:pt x="6" y="61"/>
                      <a:pt x="6" y="61"/>
                    </a:cubicBezTo>
                    <a:cubicBezTo>
                      <a:pt x="6" y="24"/>
                      <a:pt x="32" y="0"/>
                      <a:pt x="70" y="0"/>
                    </a:cubicBezTo>
                    <a:cubicBezTo>
                      <a:pt x="108" y="0"/>
                      <a:pt x="134" y="24"/>
                      <a:pt x="134" y="61"/>
                    </a:cubicBezTo>
                    <a:cubicBezTo>
                      <a:pt x="134" y="61"/>
                      <a:pt x="134" y="62"/>
                      <a:pt x="134" y="62"/>
                    </a:cubicBezTo>
                    <a:cubicBezTo>
                      <a:pt x="138" y="64"/>
                      <a:pt x="140" y="69"/>
                      <a:pt x="140" y="75"/>
                    </a:cubicBezTo>
                    <a:cubicBezTo>
                      <a:pt x="140" y="84"/>
                      <a:pt x="136" y="90"/>
                      <a:pt x="130" y="90"/>
                    </a:cubicBezTo>
                    <a:cubicBezTo>
                      <a:pt x="129" y="90"/>
                      <a:pt x="129" y="90"/>
                      <a:pt x="129" y="90"/>
                    </a:cubicBezTo>
                    <a:cubicBezTo>
                      <a:pt x="120" y="116"/>
                      <a:pt x="98" y="143"/>
                      <a:pt x="70" y="143"/>
                    </a:cubicBezTo>
                    <a:moveTo>
                      <a:pt x="13" y="85"/>
                    </a:moveTo>
                    <a:cubicBezTo>
                      <a:pt x="14" y="87"/>
                      <a:pt x="14" y="87"/>
                      <a:pt x="14" y="87"/>
                    </a:cubicBezTo>
                    <a:cubicBezTo>
                      <a:pt x="22" y="112"/>
                      <a:pt x="43" y="140"/>
                      <a:pt x="70" y="140"/>
                    </a:cubicBezTo>
                    <a:cubicBezTo>
                      <a:pt x="97" y="140"/>
                      <a:pt x="118" y="112"/>
                      <a:pt x="126" y="87"/>
                    </a:cubicBezTo>
                    <a:cubicBezTo>
                      <a:pt x="127" y="85"/>
                      <a:pt x="127" y="85"/>
                      <a:pt x="127" y="85"/>
                    </a:cubicBezTo>
                    <a:cubicBezTo>
                      <a:pt x="129" y="86"/>
                      <a:pt x="129" y="86"/>
                      <a:pt x="129" y="86"/>
                    </a:cubicBezTo>
                    <a:cubicBezTo>
                      <a:pt x="129" y="86"/>
                      <a:pt x="130" y="86"/>
                      <a:pt x="130" y="86"/>
                    </a:cubicBezTo>
                    <a:cubicBezTo>
                      <a:pt x="134" y="86"/>
                      <a:pt x="137" y="81"/>
                      <a:pt x="137" y="75"/>
                    </a:cubicBezTo>
                    <a:cubicBezTo>
                      <a:pt x="137" y="70"/>
                      <a:pt x="135" y="66"/>
                      <a:pt x="132" y="65"/>
                    </a:cubicBezTo>
                    <a:cubicBezTo>
                      <a:pt x="130" y="64"/>
                      <a:pt x="130" y="64"/>
                      <a:pt x="130" y="64"/>
                    </a:cubicBezTo>
                    <a:cubicBezTo>
                      <a:pt x="130" y="63"/>
                      <a:pt x="130" y="63"/>
                      <a:pt x="130" y="63"/>
                    </a:cubicBezTo>
                    <a:cubicBezTo>
                      <a:pt x="130" y="62"/>
                      <a:pt x="130" y="61"/>
                      <a:pt x="130" y="61"/>
                    </a:cubicBezTo>
                    <a:cubicBezTo>
                      <a:pt x="130" y="21"/>
                      <a:pt x="100" y="4"/>
                      <a:pt x="70" y="4"/>
                    </a:cubicBezTo>
                    <a:cubicBezTo>
                      <a:pt x="40" y="4"/>
                      <a:pt x="9" y="21"/>
                      <a:pt x="9" y="61"/>
                    </a:cubicBezTo>
                    <a:cubicBezTo>
                      <a:pt x="9" y="61"/>
                      <a:pt x="10" y="62"/>
                      <a:pt x="10" y="63"/>
                    </a:cubicBezTo>
                    <a:cubicBezTo>
                      <a:pt x="10" y="64"/>
                      <a:pt x="10" y="64"/>
                      <a:pt x="10" y="64"/>
                    </a:cubicBezTo>
                    <a:cubicBezTo>
                      <a:pt x="8" y="65"/>
                      <a:pt x="8" y="65"/>
                      <a:pt x="8" y="65"/>
                    </a:cubicBezTo>
                    <a:cubicBezTo>
                      <a:pt x="5" y="66"/>
                      <a:pt x="3" y="70"/>
                      <a:pt x="3" y="75"/>
                    </a:cubicBezTo>
                    <a:cubicBezTo>
                      <a:pt x="3" y="81"/>
                      <a:pt x="6" y="86"/>
                      <a:pt x="10" y="86"/>
                    </a:cubicBezTo>
                    <a:cubicBezTo>
                      <a:pt x="10" y="86"/>
                      <a:pt x="11" y="86"/>
                      <a:pt x="11" y="86"/>
                    </a:cubicBezTo>
                    <a:cubicBezTo>
                      <a:pt x="13" y="85"/>
                      <a:pt x="13" y="85"/>
                      <a:pt x="13" y="85"/>
                    </a:cubicBezTo>
                  </a:path>
                </a:pathLst>
              </a:custGeom>
              <a:solidFill>
                <a:srgbClr val="E3C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9" name="Freeform 304"/>
              <p:cNvSpPr>
                <a:spLocks/>
              </p:cNvSpPr>
              <p:nvPr/>
            </p:nvSpPr>
            <p:spPr bwMode="auto">
              <a:xfrm>
                <a:off x="3229" y="1864"/>
                <a:ext cx="12" cy="0"/>
              </a:xfrm>
              <a:custGeom>
                <a:avLst/>
                <a:gdLst>
                  <a:gd name="T0" fmla="*/ 0 w 5"/>
                  <a:gd name="T1" fmla="*/ 2 w 5"/>
                  <a:gd name="T2" fmla="*/ 5 w 5"/>
                  <a:gd name="T3" fmla="*/ 0 w 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5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339E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0" name="Freeform 305"/>
              <p:cNvSpPr>
                <a:spLocks/>
              </p:cNvSpPr>
              <p:nvPr/>
            </p:nvSpPr>
            <p:spPr bwMode="auto">
              <a:xfrm>
                <a:off x="3082" y="1830"/>
                <a:ext cx="429" cy="294"/>
              </a:xfrm>
              <a:custGeom>
                <a:avLst/>
                <a:gdLst>
                  <a:gd name="T0" fmla="*/ 64 w 181"/>
                  <a:gd name="T1" fmla="*/ 0 h 124"/>
                  <a:gd name="T2" fmla="*/ 0 w 181"/>
                  <a:gd name="T3" fmla="*/ 97 h 124"/>
                  <a:gd name="T4" fmla="*/ 91 w 181"/>
                  <a:gd name="T5" fmla="*/ 41 h 124"/>
                  <a:gd name="T6" fmla="*/ 121 w 181"/>
                  <a:gd name="T7" fmla="*/ 106 h 124"/>
                  <a:gd name="T8" fmla="*/ 64 w 181"/>
                  <a:gd name="T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1" h="124">
                    <a:moveTo>
                      <a:pt x="64" y="0"/>
                    </a:moveTo>
                    <a:cubicBezTo>
                      <a:pt x="2" y="2"/>
                      <a:pt x="0" y="97"/>
                      <a:pt x="0" y="97"/>
                    </a:cubicBezTo>
                    <a:cubicBezTo>
                      <a:pt x="0" y="97"/>
                      <a:pt x="84" y="81"/>
                      <a:pt x="91" y="41"/>
                    </a:cubicBezTo>
                    <a:cubicBezTo>
                      <a:pt x="114" y="56"/>
                      <a:pt x="122" y="77"/>
                      <a:pt x="121" y="106"/>
                    </a:cubicBezTo>
                    <a:cubicBezTo>
                      <a:pt x="120" y="124"/>
                      <a:pt x="181" y="29"/>
                      <a:pt x="64" y="0"/>
                    </a:cubicBezTo>
                  </a:path>
                </a:pathLst>
              </a:custGeom>
              <a:solidFill>
                <a:srgbClr val="F0DE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1" name="Freeform 306"/>
              <p:cNvSpPr>
                <a:spLocks/>
              </p:cNvSpPr>
              <p:nvPr/>
            </p:nvSpPr>
            <p:spPr bwMode="auto">
              <a:xfrm>
                <a:off x="2940" y="2264"/>
                <a:ext cx="597" cy="292"/>
              </a:xfrm>
              <a:custGeom>
                <a:avLst/>
                <a:gdLst>
                  <a:gd name="T0" fmla="*/ 235 w 252"/>
                  <a:gd name="T1" fmla="*/ 35 h 123"/>
                  <a:gd name="T2" fmla="*/ 165 w 252"/>
                  <a:gd name="T3" fmla="*/ 0 h 123"/>
                  <a:gd name="T4" fmla="*/ 164 w 252"/>
                  <a:gd name="T5" fmla="*/ 0 h 123"/>
                  <a:gd name="T6" fmla="*/ 168 w 252"/>
                  <a:gd name="T7" fmla="*/ 13 h 123"/>
                  <a:gd name="T8" fmla="*/ 146 w 252"/>
                  <a:gd name="T9" fmla="*/ 35 h 123"/>
                  <a:gd name="T10" fmla="*/ 127 w 252"/>
                  <a:gd name="T11" fmla="*/ 23 h 123"/>
                  <a:gd name="T12" fmla="*/ 107 w 252"/>
                  <a:gd name="T13" fmla="*/ 35 h 123"/>
                  <a:gd name="T14" fmla="*/ 85 w 252"/>
                  <a:gd name="T15" fmla="*/ 13 h 123"/>
                  <a:gd name="T16" fmla="*/ 89 w 252"/>
                  <a:gd name="T17" fmla="*/ 1 h 123"/>
                  <a:gd name="T18" fmla="*/ 87 w 252"/>
                  <a:gd name="T19" fmla="*/ 0 h 123"/>
                  <a:gd name="T20" fmla="*/ 17 w 252"/>
                  <a:gd name="T21" fmla="*/ 35 h 123"/>
                  <a:gd name="T22" fmla="*/ 6 w 252"/>
                  <a:gd name="T23" fmla="*/ 123 h 123"/>
                  <a:gd name="T24" fmla="*/ 246 w 252"/>
                  <a:gd name="T25" fmla="*/ 123 h 123"/>
                  <a:gd name="T26" fmla="*/ 235 w 252"/>
                  <a:gd name="T27" fmla="*/ 35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2" h="123">
                    <a:moveTo>
                      <a:pt x="235" y="35"/>
                    </a:moveTo>
                    <a:cubicBezTo>
                      <a:pt x="225" y="25"/>
                      <a:pt x="200" y="9"/>
                      <a:pt x="165" y="0"/>
                    </a:cubicBezTo>
                    <a:cubicBezTo>
                      <a:pt x="165" y="0"/>
                      <a:pt x="165" y="0"/>
                      <a:pt x="164" y="0"/>
                    </a:cubicBezTo>
                    <a:cubicBezTo>
                      <a:pt x="167" y="4"/>
                      <a:pt x="168" y="8"/>
                      <a:pt x="168" y="13"/>
                    </a:cubicBezTo>
                    <a:cubicBezTo>
                      <a:pt x="168" y="25"/>
                      <a:pt x="158" y="35"/>
                      <a:pt x="146" y="35"/>
                    </a:cubicBezTo>
                    <a:cubicBezTo>
                      <a:pt x="138" y="35"/>
                      <a:pt x="130" y="30"/>
                      <a:pt x="127" y="23"/>
                    </a:cubicBezTo>
                    <a:cubicBezTo>
                      <a:pt x="123" y="30"/>
                      <a:pt x="116" y="35"/>
                      <a:pt x="107" y="35"/>
                    </a:cubicBezTo>
                    <a:cubicBezTo>
                      <a:pt x="95" y="35"/>
                      <a:pt x="85" y="25"/>
                      <a:pt x="85" y="13"/>
                    </a:cubicBezTo>
                    <a:cubicBezTo>
                      <a:pt x="85" y="9"/>
                      <a:pt x="86" y="5"/>
                      <a:pt x="89" y="1"/>
                    </a:cubicBezTo>
                    <a:cubicBezTo>
                      <a:pt x="88" y="0"/>
                      <a:pt x="87" y="0"/>
                      <a:pt x="87" y="0"/>
                    </a:cubicBezTo>
                    <a:cubicBezTo>
                      <a:pt x="52" y="9"/>
                      <a:pt x="27" y="25"/>
                      <a:pt x="17" y="35"/>
                    </a:cubicBezTo>
                    <a:cubicBezTo>
                      <a:pt x="0" y="52"/>
                      <a:pt x="6" y="97"/>
                      <a:pt x="6" y="123"/>
                    </a:cubicBezTo>
                    <a:cubicBezTo>
                      <a:pt x="246" y="123"/>
                      <a:pt x="246" y="123"/>
                      <a:pt x="246" y="123"/>
                    </a:cubicBezTo>
                    <a:cubicBezTo>
                      <a:pt x="246" y="97"/>
                      <a:pt x="252" y="52"/>
                      <a:pt x="235" y="35"/>
                    </a:cubicBezTo>
                  </a:path>
                </a:pathLst>
              </a:custGeom>
              <a:solidFill>
                <a:srgbClr val="339E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2" name="Freeform 307"/>
              <p:cNvSpPr>
                <a:spLocks/>
              </p:cNvSpPr>
              <p:nvPr/>
            </p:nvSpPr>
            <p:spPr bwMode="auto">
              <a:xfrm>
                <a:off x="3141" y="2262"/>
                <a:ext cx="197" cy="81"/>
              </a:xfrm>
              <a:custGeom>
                <a:avLst/>
                <a:gdLst>
                  <a:gd name="T0" fmla="*/ 79 w 83"/>
                  <a:gd name="T1" fmla="*/ 0 h 34"/>
                  <a:gd name="T2" fmla="*/ 49 w 83"/>
                  <a:gd name="T3" fmla="*/ 19 h 34"/>
                  <a:gd name="T4" fmla="*/ 42 w 83"/>
                  <a:gd name="T5" fmla="*/ 18 h 34"/>
                  <a:gd name="T6" fmla="*/ 42 w 83"/>
                  <a:gd name="T7" fmla="*/ 18 h 34"/>
                  <a:gd name="T8" fmla="*/ 33 w 83"/>
                  <a:gd name="T9" fmla="*/ 18 h 34"/>
                  <a:gd name="T10" fmla="*/ 4 w 83"/>
                  <a:gd name="T11" fmla="*/ 0 h 34"/>
                  <a:gd name="T12" fmla="*/ 0 w 83"/>
                  <a:gd name="T13" fmla="*/ 12 h 34"/>
                  <a:gd name="T14" fmla="*/ 22 w 83"/>
                  <a:gd name="T15" fmla="*/ 34 h 34"/>
                  <a:gd name="T16" fmla="*/ 61 w 83"/>
                  <a:gd name="T17" fmla="*/ 34 h 34"/>
                  <a:gd name="T18" fmla="*/ 83 w 83"/>
                  <a:gd name="T19" fmla="*/ 12 h 34"/>
                  <a:gd name="T20" fmla="*/ 79 w 83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3" h="34">
                    <a:moveTo>
                      <a:pt x="79" y="0"/>
                    </a:moveTo>
                    <a:cubicBezTo>
                      <a:pt x="77" y="3"/>
                      <a:pt x="67" y="16"/>
                      <a:pt x="49" y="19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18" y="15"/>
                      <a:pt x="7" y="4"/>
                      <a:pt x="4" y="0"/>
                    </a:cubicBezTo>
                    <a:cubicBezTo>
                      <a:pt x="1" y="4"/>
                      <a:pt x="0" y="8"/>
                      <a:pt x="0" y="12"/>
                    </a:cubicBezTo>
                    <a:cubicBezTo>
                      <a:pt x="0" y="24"/>
                      <a:pt x="10" y="34"/>
                      <a:pt x="22" y="34"/>
                    </a:cubicBezTo>
                    <a:cubicBezTo>
                      <a:pt x="31" y="34"/>
                      <a:pt x="53" y="34"/>
                      <a:pt x="61" y="34"/>
                    </a:cubicBezTo>
                    <a:cubicBezTo>
                      <a:pt x="73" y="34"/>
                      <a:pt x="83" y="24"/>
                      <a:pt x="83" y="12"/>
                    </a:cubicBezTo>
                    <a:cubicBezTo>
                      <a:pt x="83" y="8"/>
                      <a:pt x="82" y="3"/>
                      <a:pt x="79" y="0"/>
                    </a:cubicBezTo>
                  </a:path>
                </a:pathLst>
              </a:custGeom>
              <a:solidFill>
                <a:srgbClr val="339E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3" name="Freeform 308"/>
              <p:cNvSpPr>
                <a:spLocks/>
              </p:cNvSpPr>
              <p:nvPr/>
            </p:nvSpPr>
            <p:spPr bwMode="auto">
              <a:xfrm>
                <a:off x="3134" y="2269"/>
                <a:ext cx="213" cy="83"/>
              </a:xfrm>
              <a:custGeom>
                <a:avLst/>
                <a:gdLst>
                  <a:gd name="T0" fmla="*/ 84 w 90"/>
                  <a:gd name="T1" fmla="*/ 0 h 35"/>
                  <a:gd name="T2" fmla="*/ 54 w 90"/>
                  <a:gd name="T3" fmla="*/ 19 h 35"/>
                  <a:gd name="T4" fmla="*/ 45 w 90"/>
                  <a:gd name="T5" fmla="*/ 19 h 35"/>
                  <a:gd name="T6" fmla="*/ 45 w 90"/>
                  <a:gd name="T7" fmla="*/ 19 h 35"/>
                  <a:gd name="T8" fmla="*/ 34 w 90"/>
                  <a:gd name="T9" fmla="*/ 19 h 35"/>
                  <a:gd name="T10" fmla="*/ 5 w 90"/>
                  <a:gd name="T11" fmla="*/ 1 h 35"/>
                  <a:gd name="T12" fmla="*/ 0 w 90"/>
                  <a:gd name="T13" fmla="*/ 13 h 35"/>
                  <a:gd name="T14" fmla="*/ 23 w 90"/>
                  <a:gd name="T15" fmla="*/ 35 h 35"/>
                  <a:gd name="T16" fmla="*/ 45 w 90"/>
                  <a:gd name="T17" fmla="*/ 23 h 35"/>
                  <a:gd name="T18" fmla="*/ 66 w 90"/>
                  <a:gd name="T19" fmla="*/ 35 h 35"/>
                  <a:gd name="T20" fmla="*/ 90 w 90"/>
                  <a:gd name="T21" fmla="*/ 13 h 35"/>
                  <a:gd name="T22" fmla="*/ 84 w 90"/>
                  <a:gd name="T23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0" h="35">
                    <a:moveTo>
                      <a:pt x="84" y="0"/>
                    </a:moveTo>
                    <a:cubicBezTo>
                      <a:pt x="82" y="3"/>
                      <a:pt x="72" y="16"/>
                      <a:pt x="5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19" y="16"/>
                      <a:pt x="8" y="5"/>
                      <a:pt x="5" y="1"/>
                    </a:cubicBezTo>
                    <a:cubicBezTo>
                      <a:pt x="3" y="4"/>
                      <a:pt x="0" y="8"/>
                      <a:pt x="0" y="13"/>
                    </a:cubicBezTo>
                    <a:cubicBezTo>
                      <a:pt x="0" y="25"/>
                      <a:pt x="11" y="35"/>
                      <a:pt x="23" y="35"/>
                    </a:cubicBezTo>
                    <a:cubicBezTo>
                      <a:pt x="32" y="35"/>
                      <a:pt x="41" y="30"/>
                      <a:pt x="45" y="23"/>
                    </a:cubicBezTo>
                    <a:cubicBezTo>
                      <a:pt x="48" y="30"/>
                      <a:pt x="57" y="35"/>
                      <a:pt x="66" y="35"/>
                    </a:cubicBezTo>
                    <a:cubicBezTo>
                      <a:pt x="78" y="35"/>
                      <a:pt x="90" y="25"/>
                      <a:pt x="90" y="13"/>
                    </a:cubicBezTo>
                    <a:cubicBezTo>
                      <a:pt x="90" y="8"/>
                      <a:pt x="86" y="4"/>
                      <a:pt x="8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4" name="Oval 309"/>
              <p:cNvSpPr>
                <a:spLocks noChangeArrowheads="1"/>
              </p:cNvSpPr>
              <p:nvPr/>
            </p:nvSpPr>
            <p:spPr bwMode="auto">
              <a:xfrm>
                <a:off x="3229" y="2347"/>
                <a:ext cx="19" cy="2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5" name="Oval 310"/>
              <p:cNvSpPr>
                <a:spLocks noChangeArrowheads="1"/>
              </p:cNvSpPr>
              <p:nvPr/>
            </p:nvSpPr>
            <p:spPr bwMode="auto">
              <a:xfrm>
                <a:off x="3229" y="2383"/>
                <a:ext cx="19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6" name="Oval 311"/>
              <p:cNvSpPr>
                <a:spLocks noChangeArrowheads="1"/>
              </p:cNvSpPr>
              <p:nvPr/>
            </p:nvSpPr>
            <p:spPr bwMode="auto">
              <a:xfrm>
                <a:off x="3229" y="2421"/>
                <a:ext cx="19" cy="1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7" name="Oval 312"/>
              <p:cNvSpPr>
                <a:spLocks noChangeArrowheads="1"/>
              </p:cNvSpPr>
              <p:nvPr/>
            </p:nvSpPr>
            <p:spPr bwMode="auto">
              <a:xfrm>
                <a:off x="3229" y="2456"/>
                <a:ext cx="19" cy="1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8" name="Oval 313"/>
              <p:cNvSpPr>
                <a:spLocks noChangeArrowheads="1"/>
              </p:cNvSpPr>
              <p:nvPr/>
            </p:nvSpPr>
            <p:spPr bwMode="auto">
              <a:xfrm>
                <a:off x="3229" y="2492"/>
                <a:ext cx="19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9" name="Oval 314"/>
              <p:cNvSpPr>
                <a:spLocks noChangeArrowheads="1"/>
              </p:cNvSpPr>
              <p:nvPr/>
            </p:nvSpPr>
            <p:spPr bwMode="auto">
              <a:xfrm>
                <a:off x="3229" y="2528"/>
                <a:ext cx="19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0" name="Freeform 315"/>
              <p:cNvSpPr>
                <a:spLocks/>
              </p:cNvSpPr>
              <p:nvPr/>
            </p:nvSpPr>
            <p:spPr bwMode="auto">
              <a:xfrm>
                <a:off x="3096" y="2179"/>
                <a:ext cx="284" cy="322"/>
              </a:xfrm>
              <a:custGeom>
                <a:avLst/>
                <a:gdLst>
                  <a:gd name="T0" fmla="*/ 65 w 120"/>
                  <a:gd name="T1" fmla="*/ 136 h 136"/>
                  <a:gd name="T2" fmla="*/ 55 w 120"/>
                  <a:gd name="T3" fmla="*/ 136 h 136"/>
                  <a:gd name="T4" fmla="*/ 0 w 120"/>
                  <a:gd name="T5" fmla="*/ 49 h 136"/>
                  <a:gd name="T6" fmla="*/ 5 w 120"/>
                  <a:gd name="T7" fmla="*/ 47 h 136"/>
                  <a:gd name="T8" fmla="*/ 34 w 120"/>
                  <a:gd name="T9" fmla="*/ 4 h 136"/>
                  <a:gd name="T10" fmla="*/ 34 w 120"/>
                  <a:gd name="T11" fmla="*/ 0 h 136"/>
                  <a:gd name="T12" fmla="*/ 86 w 120"/>
                  <a:gd name="T13" fmla="*/ 0 h 136"/>
                  <a:gd name="T14" fmla="*/ 86 w 120"/>
                  <a:gd name="T15" fmla="*/ 4 h 136"/>
                  <a:gd name="T16" fmla="*/ 115 w 120"/>
                  <a:gd name="T17" fmla="*/ 47 h 136"/>
                  <a:gd name="T18" fmla="*/ 120 w 120"/>
                  <a:gd name="T19" fmla="*/ 49 h 136"/>
                  <a:gd name="T20" fmla="*/ 65 w 120"/>
                  <a:gd name="T21" fmla="*/ 136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0" h="136">
                    <a:moveTo>
                      <a:pt x="65" y="136"/>
                    </a:moveTo>
                    <a:cubicBezTo>
                      <a:pt x="55" y="136"/>
                      <a:pt x="55" y="136"/>
                      <a:pt x="55" y="136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6" y="46"/>
                      <a:pt x="34" y="35"/>
                      <a:pt x="34" y="4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5"/>
                      <a:pt x="115" y="47"/>
                      <a:pt x="115" y="47"/>
                    </a:cubicBezTo>
                    <a:cubicBezTo>
                      <a:pt x="120" y="49"/>
                      <a:pt x="120" y="49"/>
                      <a:pt x="120" y="49"/>
                    </a:cubicBezTo>
                    <a:cubicBezTo>
                      <a:pt x="65" y="136"/>
                      <a:pt x="65" y="136"/>
                      <a:pt x="65" y="136"/>
                    </a:cubicBezTo>
                  </a:path>
                </a:pathLst>
              </a:custGeom>
              <a:solidFill>
                <a:srgbClr val="E3C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1" name="Freeform 316"/>
              <p:cNvSpPr>
                <a:spLocks/>
              </p:cNvSpPr>
              <p:nvPr/>
            </p:nvSpPr>
            <p:spPr bwMode="auto">
              <a:xfrm>
                <a:off x="3023" y="1819"/>
                <a:ext cx="421" cy="398"/>
              </a:xfrm>
              <a:custGeom>
                <a:avLst/>
                <a:gdLst>
                  <a:gd name="T0" fmla="*/ 90 w 178"/>
                  <a:gd name="T1" fmla="*/ 0 h 168"/>
                  <a:gd name="T2" fmla="*/ 90 w 178"/>
                  <a:gd name="T3" fmla="*/ 0 h 168"/>
                  <a:gd name="T4" fmla="*/ 89 w 178"/>
                  <a:gd name="T5" fmla="*/ 0 h 168"/>
                  <a:gd name="T6" fmla="*/ 88 w 178"/>
                  <a:gd name="T7" fmla="*/ 0 h 168"/>
                  <a:gd name="T8" fmla="*/ 88 w 178"/>
                  <a:gd name="T9" fmla="*/ 0 h 168"/>
                  <a:gd name="T10" fmla="*/ 4 w 178"/>
                  <a:gd name="T11" fmla="*/ 90 h 168"/>
                  <a:gd name="T12" fmla="*/ 89 w 178"/>
                  <a:gd name="T13" fmla="*/ 168 h 168"/>
                  <a:gd name="T14" fmla="*/ 89 w 178"/>
                  <a:gd name="T15" fmla="*/ 168 h 168"/>
                  <a:gd name="T16" fmla="*/ 89 w 178"/>
                  <a:gd name="T17" fmla="*/ 168 h 168"/>
                  <a:gd name="T18" fmla="*/ 90 w 178"/>
                  <a:gd name="T19" fmla="*/ 168 h 168"/>
                  <a:gd name="T20" fmla="*/ 90 w 178"/>
                  <a:gd name="T21" fmla="*/ 168 h 168"/>
                  <a:gd name="T22" fmla="*/ 174 w 178"/>
                  <a:gd name="T23" fmla="*/ 90 h 168"/>
                  <a:gd name="T24" fmla="*/ 90 w 178"/>
                  <a:gd name="T25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8" h="168">
                    <a:moveTo>
                      <a:pt x="90" y="0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0" y="0"/>
                      <a:pt x="90" y="0"/>
                      <a:pt x="89" y="0"/>
                    </a:cubicBezTo>
                    <a:cubicBezTo>
                      <a:pt x="89" y="0"/>
                      <a:pt x="88" y="0"/>
                      <a:pt x="88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49" y="1"/>
                      <a:pt x="0" y="26"/>
                      <a:pt x="4" y="90"/>
                    </a:cubicBezTo>
                    <a:cubicBezTo>
                      <a:pt x="7" y="145"/>
                      <a:pt x="44" y="168"/>
                      <a:pt x="89" y="168"/>
                    </a:cubicBezTo>
                    <a:cubicBezTo>
                      <a:pt x="89" y="168"/>
                      <a:pt x="89" y="168"/>
                      <a:pt x="89" y="168"/>
                    </a:cubicBezTo>
                    <a:cubicBezTo>
                      <a:pt x="89" y="168"/>
                      <a:pt x="89" y="168"/>
                      <a:pt x="89" y="168"/>
                    </a:cubicBezTo>
                    <a:cubicBezTo>
                      <a:pt x="90" y="168"/>
                      <a:pt x="90" y="168"/>
                      <a:pt x="90" y="168"/>
                    </a:cubicBezTo>
                    <a:cubicBezTo>
                      <a:pt x="90" y="168"/>
                      <a:pt x="90" y="168"/>
                      <a:pt x="90" y="168"/>
                    </a:cubicBezTo>
                    <a:cubicBezTo>
                      <a:pt x="134" y="168"/>
                      <a:pt x="171" y="145"/>
                      <a:pt x="174" y="90"/>
                    </a:cubicBezTo>
                    <a:cubicBezTo>
                      <a:pt x="178" y="26"/>
                      <a:pt x="130" y="1"/>
                      <a:pt x="90" y="0"/>
                    </a:cubicBezTo>
                  </a:path>
                </a:pathLst>
              </a:custGeom>
              <a:solidFill>
                <a:srgbClr val="3A3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2" name="Freeform 317"/>
              <p:cNvSpPr>
                <a:spLocks/>
              </p:cNvSpPr>
              <p:nvPr/>
            </p:nvSpPr>
            <p:spPr bwMode="auto">
              <a:xfrm>
                <a:off x="3077" y="1911"/>
                <a:ext cx="325" cy="330"/>
              </a:xfrm>
              <a:custGeom>
                <a:avLst/>
                <a:gdLst>
                  <a:gd name="T0" fmla="*/ 130 w 137"/>
                  <a:gd name="T1" fmla="*/ 61 h 139"/>
                  <a:gd name="T2" fmla="*/ 130 w 137"/>
                  <a:gd name="T3" fmla="*/ 59 h 139"/>
                  <a:gd name="T4" fmla="*/ 68 w 137"/>
                  <a:gd name="T5" fmla="*/ 0 h 139"/>
                  <a:gd name="T6" fmla="*/ 6 w 137"/>
                  <a:gd name="T7" fmla="*/ 59 h 139"/>
                  <a:gd name="T8" fmla="*/ 6 w 137"/>
                  <a:gd name="T9" fmla="*/ 61 h 139"/>
                  <a:gd name="T10" fmla="*/ 0 w 137"/>
                  <a:gd name="T11" fmla="*/ 73 h 139"/>
                  <a:gd name="T12" fmla="*/ 8 w 137"/>
                  <a:gd name="T13" fmla="*/ 86 h 139"/>
                  <a:gd name="T14" fmla="*/ 10 w 137"/>
                  <a:gd name="T15" fmla="*/ 86 h 139"/>
                  <a:gd name="T16" fmla="*/ 68 w 137"/>
                  <a:gd name="T17" fmla="*/ 139 h 139"/>
                  <a:gd name="T18" fmla="*/ 126 w 137"/>
                  <a:gd name="T19" fmla="*/ 86 h 139"/>
                  <a:gd name="T20" fmla="*/ 128 w 137"/>
                  <a:gd name="T21" fmla="*/ 86 h 139"/>
                  <a:gd name="T22" fmla="*/ 137 w 137"/>
                  <a:gd name="T23" fmla="*/ 73 h 139"/>
                  <a:gd name="T24" fmla="*/ 130 w 137"/>
                  <a:gd name="T25" fmla="*/ 61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" h="139">
                    <a:moveTo>
                      <a:pt x="130" y="61"/>
                    </a:moveTo>
                    <a:cubicBezTo>
                      <a:pt x="130" y="60"/>
                      <a:pt x="130" y="59"/>
                      <a:pt x="130" y="59"/>
                    </a:cubicBezTo>
                    <a:cubicBezTo>
                      <a:pt x="130" y="21"/>
                      <a:pt x="102" y="0"/>
                      <a:pt x="68" y="0"/>
                    </a:cubicBezTo>
                    <a:cubicBezTo>
                      <a:pt x="34" y="0"/>
                      <a:pt x="6" y="21"/>
                      <a:pt x="6" y="59"/>
                    </a:cubicBezTo>
                    <a:cubicBezTo>
                      <a:pt x="6" y="59"/>
                      <a:pt x="6" y="60"/>
                      <a:pt x="6" y="61"/>
                    </a:cubicBezTo>
                    <a:cubicBezTo>
                      <a:pt x="2" y="63"/>
                      <a:pt x="0" y="68"/>
                      <a:pt x="0" y="73"/>
                    </a:cubicBezTo>
                    <a:cubicBezTo>
                      <a:pt x="0" y="80"/>
                      <a:pt x="3" y="86"/>
                      <a:pt x="8" y="86"/>
                    </a:cubicBezTo>
                    <a:cubicBezTo>
                      <a:pt x="9" y="86"/>
                      <a:pt x="9" y="86"/>
                      <a:pt x="10" y="86"/>
                    </a:cubicBezTo>
                    <a:cubicBezTo>
                      <a:pt x="19" y="114"/>
                      <a:pt x="42" y="139"/>
                      <a:pt x="68" y="139"/>
                    </a:cubicBezTo>
                    <a:cubicBezTo>
                      <a:pt x="94" y="139"/>
                      <a:pt x="117" y="114"/>
                      <a:pt x="126" y="86"/>
                    </a:cubicBezTo>
                    <a:cubicBezTo>
                      <a:pt x="127" y="86"/>
                      <a:pt x="127" y="86"/>
                      <a:pt x="128" y="86"/>
                    </a:cubicBezTo>
                    <a:cubicBezTo>
                      <a:pt x="133" y="86"/>
                      <a:pt x="137" y="80"/>
                      <a:pt x="137" y="73"/>
                    </a:cubicBezTo>
                    <a:cubicBezTo>
                      <a:pt x="137" y="68"/>
                      <a:pt x="134" y="63"/>
                      <a:pt x="130" y="61"/>
                    </a:cubicBezTo>
                  </a:path>
                </a:pathLst>
              </a:custGeom>
              <a:solidFill>
                <a:srgbClr val="FFE5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3" name="Freeform 318"/>
              <p:cNvSpPr>
                <a:spLocks noEditPoints="1"/>
              </p:cNvSpPr>
              <p:nvPr/>
            </p:nvSpPr>
            <p:spPr bwMode="auto">
              <a:xfrm>
                <a:off x="3072" y="1906"/>
                <a:ext cx="332" cy="339"/>
              </a:xfrm>
              <a:custGeom>
                <a:avLst/>
                <a:gdLst>
                  <a:gd name="T0" fmla="*/ 70 w 140"/>
                  <a:gd name="T1" fmla="*/ 143 h 143"/>
                  <a:gd name="T2" fmla="*/ 11 w 140"/>
                  <a:gd name="T3" fmla="*/ 90 h 143"/>
                  <a:gd name="T4" fmla="*/ 0 w 140"/>
                  <a:gd name="T5" fmla="*/ 75 h 143"/>
                  <a:gd name="T6" fmla="*/ 6 w 140"/>
                  <a:gd name="T7" fmla="*/ 62 h 143"/>
                  <a:gd name="T8" fmla="*/ 6 w 140"/>
                  <a:gd name="T9" fmla="*/ 61 h 143"/>
                  <a:gd name="T10" fmla="*/ 70 w 140"/>
                  <a:gd name="T11" fmla="*/ 0 h 143"/>
                  <a:gd name="T12" fmla="*/ 134 w 140"/>
                  <a:gd name="T13" fmla="*/ 61 h 143"/>
                  <a:gd name="T14" fmla="*/ 134 w 140"/>
                  <a:gd name="T15" fmla="*/ 62 h 143"/>
                  <a:gd name="T16" fmla="*/ 140 w 140"/>
                  <a:gd name="T17" fmla="*/ 75 h 143"/>
                  <a:gd name="T18" fmla="*/ 130 w 140"/>
                  <a:gd name="T19" fmla="*/ 90 h 143"/>
                  <a:gd name="T20" fmla="*/ 129 w 140"/>
                  <a:gd name="T21" fmla="*/ 90 h 143"/>
                  <a:gd name="T22" fmla="*/ 70 w 140"/>
                  <a:gd name="T23" fmla="*/ 143 h 143"/>
                  <a:gd name="T24" fmla="*/ 13 w 140"/>
                  <a:gd name="T25" fmla="*/ 85 h 143"/>
                  <a:gd name="T26" fmla="*/ 14 w 140"/>
                  <a:gd name="T27" fmla="*/ 87 h 143"/>
                  <a:gd name="T28" fmla="*/ 70 w 140"/>
                  <a:gd name="T29" fmla="*/ 140 h 143"/>
                  <a:gd name="T30" fmla="*/ 126 w 140"/>
                  <a:gd name="T31" fmla="*/ 87 h 143"/>
                  <a:gd name="T32" fmla="*/ 127 w 140"/>
                  <a:gd name="T33" fmla="*/ 85 h 143"/>
                  <a:gd name="T34" fmla="*/ 129 w 140"/>
                  <a:gd name="T35" fmla="*/ 86 h 143"/>
                  <a:gd name="T36" fmla="*/ 130 w 140"/>
                  <a:gd name="T37" fmla="*/ 86 h 143"/>
                  <a:gd name="T38" fmla="*/ 137 w 140"/>
                  <a:gd name="T39" fmla="*/ 75 h 143"/>
                  <a:gd name="T40" fmla="*/ 132 w 140"/>
                  <a:gd name="T41" fmla="*/ 65 h 143"/>
                  <a:gd name="T42" fmla="*/ 130 w 140"/>
                  <a:gd name="T43" fmla="*/ 64 h 143"/>
                  <a:gd name="T44" fmla="*/ 130 w 140"/>
                  <a:gd name="T45" fmla="*/ 63 h 143"/>
                  <a:gd name="T46" fmla="*/ 130 w 140"/>
                  <a:gd name="T47" fmla="*/ 61 h 143"/>
                  <a:gd name="T48" fmla="*/ 70 w 140"/>
                  <a:gd name="T49" fmla="*/ 4 h 143"/>
                  <a:gd name="T50" fmla="*/ 9 w 140"/>
                  <a:gd name="T51" fmla="*/ 61 h 143"/>
                  <a:gd name="T52" fmla="*/ 10 w 140"/>
                  <a:gd name="T53" fmla="*/ 63 h 143"/>
                  <a:gd name="T54" fmla="*/ 10 w 140"/>
                  <a:gd name="T55" fmla="*/ 64 h 143"/>
                  <a:gd name="T56" fmla="*/ 8 w 140"/>
                  <a:gd name="T57" fmla="*/ 65 h 143"/>
                  <a:gd name="T58" fmla="*/ 3 w 140"/>
                  <a:gd name="T59" fmla="*/ 75 h 143"/>
                  <a:gd name="T60" fmla="*/ 10 w 140"/>
                  <a:gd name="T61" fmla="*/ 86 h 143"/>
                  <a:gd name="T62" fmla="*/ 11 w 140"/>
                  <a:gd name="T63" fmla="*/ 86 h 143"/>
                  <a:gd name="T64" fmla="*/ 13 w 140"/>
                  <a:gd name="T65" fmla="*/ 85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40" h="143">
                    <a:moveTo>
                      <a:pt x="70" y="143"/>
                    </a:moveTo>
                    <a:cubicBezTo>
                      <a:pt x="42" y="143"/>
                      <a:pt x="20" y="116"/>
                      <a:pt x="11" y="90"/>
                    </a:cubicBezTo>
                    <a:cubicBezTo>
                      <a:pt x="5" y="91"/>
                      <a:pt x="0" y="84"/>
                      <a:pt x="0" y="75"/>
                    </a:cubicBezTo>
                    <a:cubicBezTo>
                      <a:pt x="0" y="70"/>
                      <a:pt x="2" y="64"/>
                      <a:pt x="6" y="62"/>
                    </a:cubicBezTo>
                    <a:cubicBezTo>
                      <a:pt x="6" y="62"/>
                      <a:pt x="6" y="61"/>
                      <a:pt x="6" y="61"/>
                    </a:cubicBezTo>
                    <a:cubicBezTo>
                      <a:pt x="6" y="24"/>
                      <a:pt x="32" y="0"/>
                      <a:pt x="70" y="0"/>
                    </a:cubicBezTo>
                    <a:cubicBezTo>
                      <a:pt x="108" y="0"/>
                      <a:pt x="134" y="24"/>
                      <a:pt x="134" y="61"/>
                    </a:cubicBezTo>
                    <a:cubicBezTo>
                      <a:pt x="134" y="61"/>
                      <a:pt x="134" y="62"/>
                      <a:pt x="134" y="62"/>
                    </a:cubicBezTo>
                    <a:cubicBezTo>
                      <a:pt x="138" y="64"/>
                      <a:pt x="140" y="69"/>
                      <a:pt x="140" y="75"/>
                    </a:cubicBezTo>
                    <a:cubicBezTo>
                      <a:pt x="140" y="84"/>
                      <a:pt x="136" y="90"/>
                      <a:pt x="130" y="90"/>
                    </a:cubicBezTo>
                    <a:cubicBezTo>
                      <a:pt x="129" y="90"/>
                      <a:pt x="129" y="90"/>
                      <a:pt x="129" y="90"/>
                    </a:cubicBezTo>
                    <a:cubicBezTo>
                      <a:pt x="120" y="116"/>
                      <a:pt x="98" y="143"/>
                      <a:pt x="70" y="143"/>
                    </a:cubicBezTo>
                    <a:moveTo>
                      <a:pt x="13" y="85"/>
                    </a:moveTo>
                    <a:cubicBezTo>
                      <a:pt x="14" y="87"/>
                      <a:pt x="14" y="87"/>
                      <a:pt x="14" y="87"/>
                    </a:cubicBezTo>
                    <a:cubicBezTo>
                      <a:pt x="22" y="112"/>
                      <a:pt x="43" y="140"/>
                      <a:pt x="70" y="140"/>
                    </a:cubicBezTo>
                    <a:cubicBezTo>
                      <a:pt x="97" y="140"/>
                      <a:pt x="118" y="112"/>
                      <a:pt x="126" y="87"/>
                    </a:cubicBezTo>
                    <a:cubicBezTo>
                      <a:pt x="127" y="85"/>
                      <a:pt x="127" y="85"/>
                      <a:pt x="127" y="85"/>
                    </a:cubicBezTo>
                    <a:cubicBezTo>
                      <a:pt x="129" y="86"/>
                      <a:pt x="129" y="86"/>
                      <a:pt x="129" y="86"/>
                    </a:cubicBezTo>
                    <a:cubicBezTo>
                      <a:pt x="129" y="86"/>
                      <a:pt x="130" y="86"/>
                      <a:pt x="130" y="86"/>
                    </a:cubicBezTo>
                    <a:cubicBezTo>
                      <a:pt x="134" y="86"/>
                      <a:pt x="137" y="81"/>
                      <a:pt x="137" y="75"/>
                    </a:cubicBezTo>
                    <a:cubicBezTo>
                      <a:pt x="137" y="70"/>
                      <a:pt x="135" y="66"/>
                      <a:pt x="132" y="65"/>
                    </a:cubicBezTo>
                    <a:cubicBezTo>
                      <a:pt x="130" y="64"/>
                      <a:pt x="130" y="64"/>
                      <a:pt x="130" y="64"/>
                    </a:cubicBezTo>
                    <a:cubicBezTo>
                      <a:pt x="130" y="63"/>
                      <a:pt x="130" y="63"/>
                      <a:pt x="130" y="63"/>
                    </a:cubicBezTo>
                    <a:cubicBezTo>
                      <a:pt x="130" y="62"/>
                      <a:pt x="130" y="61"/>
                      <a:pt x="130" y="61"/>
                    </a:cubicBezTo>
                    <a:cubicBezTo>
                      <a:pt x="130" y="21"/>
                      <a:pt x="100" y="4"/>
                      <a:pt x="70" y="4"/>
                    </a:cubicBezTo>
                    <a:cubicBezTo>
                      <a:pt x="40" y="4"/>
                      <a:pt x="9" y="21"/>
                      <a:pt x="9" y="61"/>
                    </a:cubicBezTo>
                    <a:cubicBezTo>
                      <a:pt x="9" y="61"/>
                      <a:pt x="10" y="62"/>
                      <a:pt x="10" y="63"/>
                    </a:cubicBezTo>
                    <a:cubicBezTo>
                      <a:pt x="10" y="64"/>
                      <a:pt x="10" y="64"/>
                      <a:pt x="10" y="64"/>
                    </a:cubicBezTo>
                    <a:cubicBezTo>
                      <a:pt x="8" y="65"/>
                      <a:pt x="8" y="65"/>
                      <a:pt x="8" y="65"/>
                    </a:cubicBezTo>
                    <a:cubicBezTo>
                      <a:pt x="5" y="66"/>
                      <a:pt x="3" y="70"/>
                      <a:pt x="3" y="75"/>
                    </a:cubicBezTo>
                    <a:cubicBezTo>
                      <a:pt x="3" y="81"/>
                      <a:pt x="6" y="86"/>
                      <a:pt x="10" y="86"/>
                    </a:cubicBezTo>
                    <a:cubicBezTo>
                      <a:pt x="10" y="86"/>
                      <a:pt x="11" y="86"/>
                      <a:pt x="11" y="86"/>
                    </a:cubicBezTo>
                    <a:cubicBezTo>
                      <a:pt x="13" y="85"/>
                      <a:pt x="13" y="85"/>
                      <a:pt x="13" y="85"/>
                    </a:cubicBezTo>
                  </a:path>
                </a:pathLst>
              </a:custGeom>
              <a:solidFill>
                <a:srgbClr val="E3C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4" name="Freeform 319"/>
              <p:cNvSpPr>
                <a:spLocks/>
              </p:cNvSpPr>
              <p:nvPr/>
            </p:nvSpPr>
            <p:spPr bwMode="auto">
              <a:xfrm>
                <a:off x="3229" y="1864"/>
                <a:ext cx="12" cy="0"/>
              </a:xfrm>
              <a:custGeom>
                <a:avLst/>
                <a:gdLst>
                  <a:gd name="T0" fmla="*/ 0 w 5"/>
                  <a:gd name="T1" fmla="*/ 2 w 5"/>
                  <a:gd name="T2" fmla="*/ 5 w 5"/>
                  <a:gd name="T3" fmla="*/ 0 w 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5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339E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5" name="Freeform 320"/>
              <p:cNvSpPr>
                <a:spLocks/>
              </p:cNvSpPr>
              <p:nvPr/>
            </p:nvSpPr>
            <p:spPr bwMode="auto">
              <a:xfrm>
                <a:off x="3082" y="1830"/>
                <a:ext cx="429" cy="294"/>
              </a:xfrm>
              <a:custGeom>
                <a:avLst/>
                <a:gdLst>
                  <a:gd name="T0" fmla="*/ 64 w 181"/>
                  <a:gd name="T1" fmla="*/ 0 h 124"/>
                  <a:gd name="T2" fmla="*/ 0 w 181"/>
                  <a:gd name="T3" fmla="*/ 97 h 124"/>
                  <a:gd name="T4" fmla="*/ 91 w 181"/>
                  <a:gd name="T5" fmla="*/ 41 h 124"/>
                  <a:gd name="T6" fmla="*/ 121 w 181"/>
                  <a:gd name="T7" fmla="*/ 106 h 124"/>
                  <a:gd name="T8" fmla="*/ 64 w 181"/>
                  <a:gd name="T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1" h="124">
                    <a:moveTo>
                      <a:pt x="64" y="0"/>
                    </a:moveTo>
                    <a:cubicBezTo>
                      <a:pt x="2" y="2"/>
                      <a:pt x="0" y="97"/>
                      <a:pt x="0" y="97"/>
                    </a:cubicBezTo>
                    <a:cubicBezTo>
                      <a:pt x="0" y="97"/>
                      <a:pt x="84" y="81"/>
                      <a:pt x="91" y="41"/>
                    </a:cubicBezTo>
                    <a:cubicBezTo>
                      <a:pt x="114" y="56"/>
                      <a:pt x="122" y="77"/>
                      <a:pt x="121" y="106"/>
                    </a:cubicBezTo>
                    <a:cubicBezTo>
                      <a:pt x="120" y="124"/>
                      <a:pt x="181" y="29"/>
                      <a:pt x="64" y="0"/>
                    </a:cubicBezTo>
                  </a:path>
                </a:pathLst>
              </a:custGeom>
              <a:solidFill>
                <a:srgbClr val="3A3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6" name="Freeform 321"/>
              <p:cNvSpPr>
                <a:spLocks/>
              </p:cNvSpPr>
              <p:nvPr/>
            </p:nvSpPr>
            <p:spPr bwMode="auto">
              <a:xfrm>
                <a:off x="2940" y="2264"/>
                <a:ext cx="597" cy="292"/>
              </a:xfrm>
              <a:custGeom>
                <a:avLst/>
                <a:gdLst>
                  <a:gd name="T0" fmla="*/ 235 w 252"/>
                  <a:gd name="T1" fmla="*/ 35 h 123"/>
                  <a:gd name="T2" fmla="*/ 165 w 252"/>
                  <a:gd name="T3" fmla="*/ 0 h 123"/>
                  <a:gd name="T4" fmla="*/ 164 w 252"/>
                  <a:gd name="T5" fmla="*/ 0 h 123"/>
                  <a:gd name="T6" fmla="*/ 168 w 252"/>
                  <a:gd name="T7" fmla="*/ 13 h 123"/>
                  <a:gd name="T8" fmla="*/ 146 w 252"/>
                  <a:gd name="T9" fmla="*/ 35 h 123"/>
                  <a:gd name="T10" fmla="*/ 127 w 252"/>
                  <a:gd name="T11" fmla="*/ 23 h 123"/>
                  <a:gd name="T12" fmla="*/ 107 w 252"/>
                  <a:gd name="T13" fmla="*/ 35 h 123"/>
                  <a:gd name="T14" fmla="*/ 85 w 252"/>
                  <a:gd name="T15" fmla="*/ 13 h 123"/>
                  <a:gd name="T16" fmla="*/ 89 w 252"/>
                  <a:gd name="T17" fmla="*/ 1 h 123"/>
                  <a:gd name="T18" fmla="*/ 87 w 252"/>
                  <a:gd name="T19" fmla="*/ 0 h 123"/>
                  <a:gd name="T20" fmla="*/ 17 w 252"/>
                  <a:gd name="T21" fmla="*/ 35 h 123"/>
                  <a:gd name="T22" fmla="*/ 6 w 252"/>
                  <a:gd name="T23" fmla="*/ 123 h 123"/>
                  <a:gd name="T24" fmla="*/ 246 w 252"/>
                  <a:gd name="T25" fmla="*/ 123 h 123"/>
                  <a:gd name="T26" fmla="*/ 235 w 252"/>
                  <a:gd name="T27" fmla="*/ 35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2" h="123">
                    <a:moveTo>
                      <a:pt x="235" y="35"/>
                    </a:moveTo>
                    <a:cubicBezTo>
                      <a:pt x="225" y="25"/>
                      <a:pt x="200" y="9"/>
                      <a:pt x="165" y="0"/>
                    </a:cubicBezTo>
                    <a:cubicBezTo>
                      <a:pt x="165" y="0"/>
                      <a:pt x="165" y="0"/>
                      <a:pt x="164" y="0"/>
                    </a:cubicBezTo>
                    <a:cubicBezTo>
                      <a:pt x="167" y="4"/>
                      <a:pt x="168" y="8"/>
                      <a:pt x="168" y="13"/>
                    </a:cubicBezTo>
                    <a:cubicBezTo>
                      <a:pt x="168" y="25"/>
                      <a:pt x="158" y="35"/>
                      <a:pt x="146" y="35"/>
                    </a:cubicBezTo>
                    <a:cubicBezTo>
                      <a:pt x="138" y="35"/>
                      <a:pt x="130" y="30"/>
                      <a:pt x="127" y="23"/>
                    </a:cubicBezTo>
                    <a:cubicBezTo>
                      <a:pt x="123" y="30"/>
                      <a:pt x="116" y="35"/>
                      <a:pt x="107" y="35"/>
                    </a:cubicBezTo>
                    <a:cubicBezTo>
                      <a:pt x="95" y="35"/>
                      <a:pt x="85" y="25"/>
                      <a:pt x="85" y="13"/>
                    </a:cubicBezTo>
                    <a:cubicBezTo>
                      <a:pt x="85" y="9"/>
                      <a:pt x="86" y="5"/>
                      <a:pt x="89" y="1"/>
                    </a:cubicBezTo>
                    <a:cubicBezTo>
                      <a:pt x="88" y="0"/>
                      <a:pt x="87" y="0"/>
                      <a:pt x="87" y="0"/>
                    </a:cubicBezTo>
                    <a:cubicBezTo>
                      <a:pt x="52" y="9"/>
                      <a:pt x="27" y="25"/>
                      <a:pt x="17" y="35"/>
                    </a:cubicBezTo>
                    <a:cubicBezTo>
                      <a:pt x="0" y="52"/>
                      <a:pt x="6" y="97"/>
                      <a:pt x="6" y="123"/>
                    </a:cubicBezTo>
                    <a:cubicBezTo>
                      <a:pt x="246" y="123"/>
                      <a:pt x="246" y="123"/>
                      <a:pt x="246" y="123"/>
                    </a:cubicBezTo>
                    <a:cubicBezTo>
                      <a:pt x="246" y="97"/>
                      <a:pt x="252" y="52"/>
                      <a:pt x="235" y="35"/>
                    </a:cubicBezTo>
                  </a:path>
                </a:pathLst>
              </a:custGeom>
              <a:solidFill>
                <a:srgbClr val="1750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7" name="Freeform 322"/>
              <p:cNvSpPr>
                <a:spLocks/>
              </p:cNvSpPr>
              <p:nvPr/>
            </p:nvSpPr>
            <p:spPr bwMode="auto">
              <a:xfrm>
                <a:off x="3141" y="2262"/>
                <a:ext cx="197" cy="81"/>
              </a:xfrm>
              <a:custGeom>
                <a:avLst/>
                <a:gdLst>
                  <a:gd name="T0" fmla="*/ 79 w 83"/>
                  <a:gd name="T1" fmla="*/ 0 h 34"/>
                  <a:gd name="T2" fmla="*/ 49 w 83"/>
                  <a:gd name="T3" fmla="*/ 19 h 34"/>
                  <a:gd name="T4" fmla="*/ 42 w 83"/>
                  <a:gd name="T5" fmla="*/ 18 h 34"/>
                  <a:gd name="T6" fmla="*/ 42 w 83"/>
                  <a:gd name="T7" fmla="*/ 18 h 34"/>
                  <a:gd name="T8" fmla="*/ 33 w 83"/>
                  <a:gd name="T9" fmla="*/ 18 h 34"/>
                  <a:gd name="T10" fmla="*/ 4 w 83"/>
                  <a:gd name="T11" fmla="*/ 0 h 34"/>
                  <a:gd name="T12" fmla="*/ 0 w 83"/>
                  <a:gd name="T13" fmla="*/ 12 h 34"/>
                  <a:gd name="T14" fmla="*/ 22 w 83"/>
                  <a:gd name="T15" fmla="*/ 34 h 34"/>
                  <a:gd name="T16" fmla="*/ 61 w 83"/>
                  <a:gd name="T17" fmla="*/ 34 h 34"/>
                  <a:gd name="T18" fmla="*/ 83 w 83"/>
                  <a:gd name="T19" fmla="*/ 12 h 34"/>
                  <a:gd name="T20" fmla="*/ 79 w 83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3" h="34">
                    <a:moveTo>
                      <a:pt x="79" y="0"/>
                    </a:moveTo>
                    <a:cubicBezTo>
                      <a:pt x="77" y="3"/>
                      <a:pt x="67" y="16"/>
                      <a:pt x="49" y="19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18" y="15"/>
                      <a:pt x="7" y="4"/>
                      <a:pt x="4" y="0"/>
                    </a:cubicBezTo>
                    <a:cubicBezTo>
                      <a:pt x="1" y="4"/>
                      <a:pt x="0" y="8"/>
                      <a:pt x="0" y="12"/>
                    </a:cubicBezTo>
                    <a:cubicBezTo>
                      <a:pt x="0" y="24"/>
                      <a:pt x="10" y="34"/>
                      <a:pt x="22" y="34"/>
                    </a:cubicBezTo>
                    <a:cubicBezTo>
                      <a:pt x="31" y="34"/>
                      <a:pt x="53" y="34"/>
                      <a:pt x="61" y="34"/>
                    </a:cubicBezTo>
                    <a:cubicBezTo>
                      <a:pt x="73" y="34"/>
                      <a:pt x="83" y="24"/>
                      <a:pt x="83" y="12"/>
                    </a:cubicBezTo>
                    <a:cubicBezTo>
                      <a:pt x="83" y="8"/>
                      <a:pt x="82" y="3"/>
                      <a:pt x="79" y="0"/>
                    </a:cubicBezTo>
                  </a:path>
                </a:pathLst>
              </a:custGeom>
              <a:solidFill>
                <a:srgbClr val="339E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8" name="Freeform 323"/>
              <p:cNvSpPr>
                <a:spLocks/>
              </p:cNvSpPr>
              <p:nvPr/>
            </p:nvSpPr>
            <p:spPr bwMode="auto">
              <a:xfrm>
                <a:off x="3134" y="2269"/>
                <a:ext cx="213" cy="83"/>
              </a:xfrm>
              <a:custGeom>
                <a:avLst/>
                <a:gdLst>
                  <a:gd name="T0" fmla="*/ 84 w 90"/>
                  <a:gd name="T1" fmla="*/ 0 h 35"/>
                  <a:gd name="T2" fmla="*/ 54 w 90"/>
                  <a:gd name="T3" fmla="*/ 19 h 35"/>
                  <a:gd name="T4" fmla="*/ 45 w 90"/>
                  <a:gd name="T5" fmla="*/ 19 h 35"/>
                  <a:gd name="T6" fmla="*/ 45 w 90"/>
                  <a:gd name="T7" fmla="*/ 19 h 35"/>
                  <a:gd name="T8" fmla="*/ 34 w 90"/>
                  <a:gd name="T9" fmla="*/ 19 h 35"/>
                  <a:gd name="T10" fmla="*/ 5 w 90"/>
                  <a:gd name="T11" fmla="*/ 1 h 35"/>
                  <a:gd name="T12" fmla="*/ 0 w 90"/>
                  <a:gd name="T13" fmla="*/ 13 h 35"/>
                  <a:gd name="T14" fmla="*/ 23 w 90"/>
                  <a:gd name="T15" fmla="*/ 35 h 35"/>
                  <a:gd name="T16" fmla="*/ 45 w 90"/>
                  <a:gd name="T17" fmla="*/ 23 h 35"/>
                  <a:gd name="T18" fmla="*/ 66 w 90"/>
                  <a:gd name="T19" fmla="*/ 35 h 35"/>
                  <a:gd name="T20" fmla="*/ 90 w 90"/>
                  <a:gd name="T21" fmla="*/ 13 h 35"/>
                  <a:gd name="T22" fmla="*/ 84 w 90"/>
                  <a:gd name="T23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0" h="35">
                    <a:moveTo>
                      <a:pt x="84" y="0"/>
                    </a:moveTo>
                    <a:cubicBezTo>
                      <a:pt x="82" y="3"/>
                      <a:pt x="72" y="16"/>
                      <a:pt x="5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19" y="16"/>
                      <a:pt x="8" y="5"/>
                      <a:pt x="5" y="1"/>
                    </a:cubicBezTo>
                    <a:cubicBezTo>
                      <a:pt x="3" y="4"/>
                      <a:pt x="0" y="8"/>
                      <a:pt x="0" y="13"/>
                    </a:cubicBezTo>
                    <a:cubicBezTo>
                      <a:pt x="0" y="25"/>
                      <a:pt x="11" y="35"/>
                      <a:pt x="23" y="35"/>
                    </a:cubicBezTo>
                    <a:cubicBezTo>
                      <a:pt x="32" y="35"/>
                      <a:pt x="41" y="30"/>
                      <a:pt x="45" y="23"/>
                    </a:cubicBezTo>
                    <a:cubicBezTo>
                      <a:pt x="48" y="30"/>
                      <a:pt x="57" y="35"/>
                      <a:pt x="66" y="35"/>
                    </a:cubicBezTo>
                    <a:cubicBezTo>
                      <a:pt x="78" y="35"/>
                      <a:pt x="90" y="25"/>
                      <a:pt x="90" y="13"/>
                    </a:cubicBezTo>
                    <a:cubicBezTo>
                      <a:pt x="90" y="8"/>
                      <a:pt x="86" y="4"/>
                      <a:pt x="8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9" name="Oval 324"/>
              <p:cNvSpPr>
                <a:spLocks noChangeArrowheads="1"/>
              </p:cNvSpPr>
              <p:nvPr/>
            </p:nvSpPr>
            <p:spPr bwMode="auto">
              <a:xfrm>
                <a:off x="3229" y="2347"/>
                <a:ext cx="19" cy="2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0" name="Oval 325"/>
              <p:cNvSpPr>
                <a:spLocks noChangeArrowheads="1"/>
              </p:cNvSpPr>
              <p:nvPr/>
            </p:nvSpPr>
            <p:spPr bwMode="auto">
              <a:xfrm>
                <a:off x="3229" y="2383"/>
                <a:ext cx="19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1" name="Oval 326"/>
              <p:cNvSpPr>
                <a:spLocks noChangeArrowheads="1"/>
              </p:cNvSpPr>
              <p:nvPr/>
            </p:nvSpPr>
            <p:spPr bwMode="auto">
              <a:xfrm>
                <a:off x="3229" y="2421"/>
                <a:ext cx="19" cy="1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2" name="Oval 327"/>
              <p:cNvSpPr>
                <a:spLocks noChangeArrowheads="1"/>
              </p:cNvSpPr>
              <p:nvPr/>
            </p:nvSpPr>
            <p:spPr bwMode="auto">
              <a:xfrm>
                <a:off x="3229" y="2456"/>
                <a:ext cx="19" cy="1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3" name="Oval 328"/>
              <p:cNvSpPr>
                <a:spLocks noChangeArrowheads="1"/>
              </p:cNvSpPr>
              <p:nvPr/>
            </p:nvSpPr>
            <p:spPr bwMode="auto">
              <a:xfrm>
                <a:off x="3229" y="2492"/>
                <a:ext cx="19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4" name="Oval 329"/>
              <p:cNvSpPr>
                <a:spLocks noChangeArrowheads="1"/>
              </p:cNvSpPr>
              <p:nvPr/>
            </p:nvSpPr>
            <p:spPr bwMode="auto">
              <a:xfrm>
                <a:off x="3229" y="2528"/>
                <a:ext cx="19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5" name="Freeform 330"/>
              <p:cNvSpPr>
                <a:spLocks/>
              </p:cNvSpPr>
              <p:nvPr/>
            </p:nvSpPr>
            <p:spPr bwMode="auto">
              <a:xfrm>
                <a:off x="3039" y="1544"/>
                <a:ext cx="398" cy="315"/>
              </a:xfrm>
              <a:custGeom>
                <a:avLst/>
                <a:gdLst>
                  <a:gd name="T0" fmla="*/ 168 w 168"/>
                  <a:gd name="T1" fmla="*/ 65 h 133"/>
                  <a:gd name="T2" fmla="*/ 129 w 168"/>
                  <a:gd name="T3" fmla="*/ 27 h 133"/>
                  <a:gd name="T4" fmla="*/ 120 w 168"/>
                  <a:gd name="T5" fmla="*/ 29 h 133"/>
                  <a:gd name="T6" fmla="*/ 82 w 168"/>
                  <a:gd name="T7" fmla="*/ 0 h 133"/>
                  <a:gd name="T8" fmla="*/ 45 w 168"/>
                  <a:gd name="T9" fmla="*/ 28 h 133"/>
                  <a:gd name="T10" fmla="*/ 39 w 168"/>
                  <a:gd name="T11" fmla="*/ 27 h 133"/>
                  <a:gd name="T12" fmla="*/ 0 w 168"/>
                  <a:gd name="T13" fmla="*/ 65 h 133"/>
                  <a:gd name="T14" fmla="*/ 28 w 168"/>
                  <a:gd name="T15" fmla="*/ 94 h 133"/>
                  <a:gd name="T16" fmla="*/ 28 w 168"/>
                  <a:gd name="T17" fmla="*/ 133 h 133"/>
                  <a:gd name="T18" fmla="*/ 140 w 168"/>
                  <a:gd name="T19" fmla="*/ 133 h 133"/>
                  <a:gd name="T20" fmla="*/ 140 w 168"/>
                  <a:gd name="T21" fmla="*/ 94 h 133"/>
                  <a:gd name="T22" fmla="*/ 168 w 168"/>
                  <a:gd name="T23" fmla="*/ 65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8" h="133">
                    <a:moveTo>
                      <a:pt x="168" y="65"/>
                    </a:moveTo>
                    <a:cubicBezTo>
                      <a:pt x="168" y="43"/>
                      <a:pt x="150" y="27"/>
                      <a:pt x="129" y="27"/>
                    </a:cubicBezTo>
                    <a:cubicBezTo>
                      <a:pt x="126" y="27"/>
                      <a:pt x="123" y="28"/>
                      <a:pt x="120" y="29"/>
                    </a:cubicBezTo>
                    <a:cubicBezTo>
                      <a:pt x="115" y="12"/>
                      <a:pt x="100" y="0"/>
                      <a:pt x="82" y="0"/>
                    </a:cubicBezTo>
                    <a:cubicBezTo>
                      <a:pt x="64" y="0"/>
                      <a:pt x="50" y="12"/>
                      <a:pt x="45" y="28"/>
                    </a:cubicBezTo>
                    <a:cubicBezTo>
                      <a:pt x="43" y="28"/>
                      <a:pt x="41" y="27"/>
                      <a:pt x="39" y="27"/>
                    </a:cubicBezTo>
                    <a:cubicBezTo>
                      <a:pt x="18" y="27"/>
                      <a:pt x="0" y="43"/>
                      <a:pt x="0" y="65"/>
                    </a:cubicBezTo>
                    <a:cubicBezTo>
                      <a:pt x="0" y="83"/>
                      <a:pt x="10" y="91"/>
                      <a:pt x="28" y="94"/>
                    </a:cubicBezTo>
                    <a:cubicBezTo>
                      <a:pt x="28" y="133"/>
                      <a:pt x="28" y="133"/>
                      <a:pt x="28" y="133"/>
                    </a:cubicBezTo>
                    <a:cubicBezTo>
                      <a:pt x="140" y="133"/>
                      <a:pt x="140" y="133"/>
                      <a:pt x="140" y="133"/>
                    </a:cubicBezTo>
                    <a:cubicBezTo>
                      <a:pt x="140" y="94"/>
                      <a:pt x="140" y="94"/>
                      <a:pt x="140" y="94"/>
                    </a:cubicBezTo>
                    <a:cubicBezTo>
                      <a:pt x="158" y="91"/>
                      <a:pt x="168" y="83"/>
                      <a:pt x="168" y="6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6" name="Rectangle 331"/>
              <p:cNvSpPr>
                <a:spLocks noChangeArrowheads="1"/>
              </p:cNvSpPr>
              <p:nvPr/>
            </p:nvSpPr>
            <p:spPr bwMode="auto">
              <a:xfrm>
                <a:off x="3106" y="1823"/>
                <a:ext cx="265" cy="36"/>
              </a:xfrm>
              <a:prstGeom prst="rect">
                <a:avLst/>
              </a:prstGeom>
              <a:solidFill>
                <a:srgbClr val="1750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7" name="Rectangle 332"/>
              <p:cNvSpPr>
                <a:spLocks noChangeArrowheads="1"/>
              </p:cNvSpPr>
              <p:nvPr/>
            </p:nvSpPr>
            <p:spPr bwMode="auto">
              <a:xfrm>
                <a:off x="3106" y="1823"/>
                <a:ext cx="265" cy="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8" name="Freeform 333"/>
              <p:cNvSpPr>
                <a:spLocks/>
              </p:cNvSpPr>
              <p:nvPr/>
            </p:nvSpPr>
            <p:spPr bwMode="auto">
              <a:xfrm>
                <a:off x="3039" y="1544"/>
                <a:ext cx="199" cy="279"/>
              </a:xfrm>
              <a:custGeom>
                <a:avLst/>
                <a:gdLst>
                  <a:gd name="T0" fmla="*/ 82 w 84"/>
                  <a:gd name="T1" fmla="*/ 0 h 118"/>
                  <a:gd name="T2" fmla="*/ 45 w 84"/>
                  <a:gd name="T3" fmla="*/ 28 h 118"/>
                  <a:gd name="T4" fmla="*/ 39 w 84"/>
                  <a:gd name="T5" fmla="*/ 27 h 118"/>
                  <a:gd name="T6" fmla="*/ 0 w 84"/>
                  <a:gd name="T7" fmla="*/ 65 h 118"/>
                  <a:gd name="T8" fmla="*/ 28 w 84"/>
                  <a:gd name="T9" fmla="*/ 94 h 118"/>
                  <a:gd name="T10" fmla="*/ 28 w 84"/>
                  <a:gd name="T11" fmla="*/ 118 h 118"/>
                  <a:gd name="T12" fmla="*/ 84 w 84"/>
                  <a:gd name="T13" fmla="*/ 118 h 118"/>
                  <a:gd name="T14" fmla="*/ 84 w 84"/>
                  <a:gd name="T15" fmla="*/ 0 h 118"/>
                  <a:gd name="T16" fmla="*/ 82 w 84"/>
                  <a:gd name="T17" fmla="*/ 0 h 118"/>
                  <a:gd name="T18" fmla="*/ 82 w 84"/>
                  <a:gd name="T19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118">
                    <a:moveTo>
                      <a:pt x="82" y="0"/>
                    </a:moveTo>
                    <a:cubicBezTo>
                      <a:pt x="64" y="0"/>
                      <a:pt x="50" y="12"/>
                      <a:pt x="45" y="28"/>
                    </a:cubicBezTo>
                    <a:cubicBezTo>
                      <a:pt x="43" y="28"/>
                      <a:pt x="41" y="27"/>
                      <a:pt x="39" y="27"/>
                    </a:cubicBezTo>
                    <a:cubicBezTo>
                      <a:pt x="18" y="27"/>
                      <a:pt x="0" y="43"/>
                      <a:pt x="0" y="65"/>
                    </a:cubicBezTo>
                    <a:cubicBezTo>
                      <a:pt x="0" y="83"/>
                      <a:pt x="10" y="91"/>
                      <a:pt x="28" y="94"/>
                    </a:cubicBezTo>
                    <a:cubicBezTo>
                      <a:pt x="28" y="118"/>
                      <a:pt x="28" y="118"/>
                      <a:pt x="28" y="118"/>
                    </a:cubicBezTo>
                    <a:cubicBezTo>
                      <a:pt x="84" y="118"/>
                      <a:pt x="84" y="118"/>
                      <a:pt x="84" y="118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83" y="0"/>
                      <a:pt x="83" y="0"/>
                      <a:pt x="82" y="0"/>
                    </a:cubicBezTo>
                    <a:cubicBezTo>
                      <a:pt x="82" y="0"/>
                      <a:pt x="82" y="0"/>
                      <a:pt x="82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9" name="Freeform 334"/>
              <p:cNvSpPr>
                <a:spLocks noEditPoints="1"/>
              </p:cNvSpPr>
              <p:nvPr/>
            </p:nvSpPr>
            <p:spPr bwMode="auto">
              <a:xfrm>
                <a:off x="3032" y="2032"/>
                <a:ext cx="138" cy="232"/>
              </a:xfrm>
              <a:custGeom>
                <a:avLst/>
                <a:gdLst>
                  <a:gd name="T0" fmla="*/ 58 w 58"/>
                  <a:gd name="T1" fmla="*/ 80 h 98"/>
                  <a:gd name="T2" fmla="*/ 47 w 58"/>
                  <a:gd name="T3" fmla="*/ 98 h 98"/>
                  <a:gd name="T4" fmla="*/ 47 w 58"/>
                  <a:gd name="T5" fmla="*/ 98 h 98"/>
                  <a:gd name="T6" fmla="*/ 58 w 58"/>
                  <a:gd name="T7" fmla="*/ 80 h 98"/>
                  <a:gd name="T8" fmla="*/ 58 w 58"/>
                  <a:gd name="T9" fmla="*/ 80 h 98"/>
                  <a:gd name="T10" fmla="*/ 0 w 58"/>
                  <a:gd name="T11" fmla="*/ 0 h 98"/>
                  <a:gd name="T12" fmla="*/ 0 w 58"/>
                  <a:gd name="T13" fmla="*/ 0 h 98"/>
                  <a:gd name="T14" fmla="*/ 0 w 58"/>
                  <a:gd name="T15" fmla="*/ 0 h 98"/>
                  <a:gd name="T16" fmla="*/ 0 w 58"/>
                  <a:gd name="T17" fmla="*/ 0 h 98"/>
                  <a:gd name="T18" fmla="*/ 0 w 58"/>
                  <a:gd name="T19" fmla="*/ 0 h 98"/>
                  <a:gd name="T20" fmla="*/ 0 w 58"/>
                  <a:gd name="T21" fmla="*/ 0 h 98"/>
                  <a:gd name="T22" fmla="*/ 0 w 58"/>
                  <a:gd name="T23" fmla="*/ 0 h 98"/>
                  <a:gd name="T24" fmla="*/ 0 w 58"/>
                  <a:gd name="T25" fmla="*/ 0 h 98"/>
                  <a:gd name="T26" fmla="*/ 0 w 58"/>
                  <a:gd name="T27" fmla="*/ 0 h 98"/>
                  <a:gd name="T28" fmla="*/ 0 w 58"/>
                  <a:gd name="T29" fmla="*/ 0 h 98"/>
                  <a:gd name="T30" fmla="*/ 0 w 58"/>
                  <a:gd name="T31" fmla="*/ 0 h 98"/>
                  <a:gd name="T32" fmla="*/ 0 w 58"/>
                  <a:gd name="T33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8" h="98">
                    <a:moveTo>
                      <a:pt x="58" y="80"/>
                    </a:moveTo>
                    <a:cubicBezTo>
                      <a:pt x="56" y="88"/>
                      <a:pt x="52" y="94"/>
                      <a:pt x="47" y="98"/>
                    </a:cubicBezTo>
                    <a:cubicBezTo>
                      <a:pt x="47" y="98"/>
                      <a:pt x="47" y="98"/>
                      <a:pt x="47" y="98"/>
                    </a:cubicBezTo>
                    <a:cubicBezTo>
                      <a:pt x="52" y="94"/>
                      <a:pt x="56" y="88"/>
                      <a:pt x="58" y="80"/>
                    </a:cubicBezTo>
                    <a:cubicBezTo>
                      <a:pt x="58" y="80"/>
                      <a:pt x="58" y="80"/>
                      <a:pt x="58" y="8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F3D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0" name="Freeform 335"/>
              <p:cNvSpPr>
                <a:spLocks noEditPoints="1"/>
              </p:cNvSpPr>
              <p:nvPr/>
            </p:nvSpPr>
            <p:spPr bwMode="auto">
              <a:xfrm>
                <a:off x="2980" y="234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0 w 1"/>
                  <a:gd name="T3" fmla="*/ 1 w 1"/>
                  <a:gd name="T4" fmla="*/ 1 w 1"/>
                  <a:gd name="T5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BF3D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1" name="Freeform 336"/>
              <p:cNvSpPr>
                <a:spLocks/>
              </p:cNvSpPr>
              <p:nvPr/>
            </p:nvSpPr>
            <p:spPr bwMode="auto">
              <a:xfrm>
                <a:off x="3143" y="2222"/>
                <a:ext cx="95" cy="83"/>
              </a:xfrm>
              <a:custGeom>
                <a:avLst/>
                <a:gdLst>
                  <a:gd name="T0" fmla="*/ 11 w 40"/>
                  <a:gd name="T1" fmla="*/ 0 h 35"/>
                  <a:gd name="T2" fmla="*/ 11 w 40"/>
                  <a:gd name="T3" fmla="*/ 0 h 35"/>
                  <a:gd name="T4" fmla="*/ 0 w 40"/>
                  <a:gd name="T5" fmla="*/ 18 h 35"/>
                  <a:gd name="T6" fmla="*/ 1 w 40"/>
                  <a:gd name="T7" fmla="*/ 18 h 35"/>
                  <a:gd name="T8" fmla="*/ 2 w 40"/>
                  <a:gd name="T9" fmla="*/ 19 h 35"/>
                  <a:gd name="T10" fmla="*/ 3 w 40"/>
                  <a:gd name="T11" fmla="*/ 17 h 35"/>
                  <a:gd name="T12" fmla="*/ 32 w 40"/>
                  <a:gd name="T13" fmla="*/ 35 h 35"/>
                  <a:gd name="T14" fmla="*/ 40 w 40"/>
                  <a:gd name="T15" fmla="*/ 35 h 35"/>
                  <a:gd name="T16" fmla="*/ 40 w 40"/>
                  <a:gd name="T17" fmla="*/ 10 h 35"/>
                  <a:gd name="T18" fmla="*/ 11 w 40"/>
                  <a:gd name="T1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35">
                    <a:moveTo>
                      <a:pt x="11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9" y="8"/>
                      <a:pt x="5" y="14"/>
                      <a:pt x="0" y="18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1" y="18"/>
                      <a:pt x="2" y="18"/>
                      <a:pt x="2" y="19"/>
                    </a:cubicBezTo>
                    <a:cubicBezTo>
                      <a:pt x="2" y="18"/>
                      <a:pt x="2" y="18"/>
                      <a:pt x="3" y="17"/>
                    </a:cubicBezTo>
                    <a:cubicBezTo>
                      <a:pt x="6" y="21"/>
                      <a:pt x="17" y="32"/>
                      <a:pt x="32" y="35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29" y="10"/>
                      <a:pt x="20" y="6"/>
                      <a:pt x="11" y="0"/>
                    </a:cubicBezTo>
                  </a:path>
                </a:pathLst>
              </a:custGeom>
              <a:solidFill>
                <a:srgbClr val="C1A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2" name="Freeform 337"/>
              <p:cNvSpPr>
                <a:spLocks/>
              </p:cNvSpPr>
              <p:nvPr/>
            </p:nvSpPr>
            <p:spPr bwMode="auto">
              <a:xfrm>
                <a:off x="3027" y="1859"/>
                <a:ext cx="128" cy="344"/>
              </a:xfrm>
              <a:custGeom>
                <a:avLst/>
                <a:gdLst>
                  <a:gd name="T0" fmla="*/ 54 w 54"/>
                  <a:gd name="T1" fmla="*/ 0 h 145"/>
                  <a:gd name="T2" fmla="*/ 33 w 54"/>
                  <a:gd name="T3" fmla="*/ 0 h 145"/>
                  <a:gd name="T4" fmla="*/ 2 w 54"/>
                  <a:gd name="T5" fmla="*/ 73 h 145"/>
                  <a:gd name="T6" fmla="*/ 2 w 54"/>
                  <a:gd name="T7" fmla="*/ 73 h 145"/>
                  <a:gd name="T8" fmla="*/ 2 w 54"/>
                  <a:gd name="T9" fmla="*/ 73 h 145"/>
                  <a:gd name="T10" fmla="*/ 2 w 54"/>
                  <a:gd name="T11" fmla="*/ 73 h 145"/>
                  <a:gd name="T12" fmla="*/ 2 w 54"/>
                  <a:gd name="T13" fmla="*/ 73 h 145"/>
                  <a:gd name="T14" fmla="*/ 2 w 54"/>
                  <a:gd name="T15" fmla="*/ 73 h 145"/>
                  <a:gd name="T16" fmla="*/ 2 w 54"/>
                  <a:gd name="T17" fmla="*/ 73 h 145"/>
                  <a:gd name="T18" fmla="*/ 2 w 54"/>
                  <a:gd name="T19" fmla="*/ 73 h 145"/>
                  <a:gd name="T20" fmla="*/ 2 w 54"/>
                  <a:gd name="T21" fmla="*/ 73 h 145"/>
                  <a:gd name="T22" fmla="*/ 51 w 54"/>
                  <a:gd name="T23" fmla="*/ 145 h 145"/>
                  <a:gd name="T24" fmla="*/ 30 w 54"/>
                  <a:gd name="T25" fmla="*/ 110 h 145"/>
                  <a:gd name="T26" fmla="*/ 29 w 54"/>
                  <a:gd name="T27" fmla="*/ 110 h 145"/>
                  <a:gd name="T28" fmla="*/ 19 w 54"/>
                  <a:gd name="T29" fmla="*/ 95 h 145"/>
                  <a:gd name="T30" fmla="*/ 23 w 54"/>
                  <a:gd name="T31" fmla="*/ 84 h 145"/>
                  <a:gd name="T32" fmla="*/ 54 w 54"/>
                  <a:gd name="T33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4" h="145">
                    <a:moveTo>
                      <a:pt x="54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4" y="14"/>
                      <a:pt x="0" y="38"/>
                      <a:pt x="2" y="73"/>
                    </a:cubicBezTo>
                    <a:cubicBezTo>
                      <a:pt x="2" y="73"/>
                      <a:pt x="2" y="73"/>
                      <a:pt x="2" y="73"/>
                    </a:cubicBezTo>
                    <a:cubicBezTo>
                      <a:pt x="2" y="73"/>
                      <a:pt x="2" y="73"/>
                      <a:pt x="2" y="73"/>
                    </a:cubicBezTo>
                    <a:cubicBezTo>
                      <a:pt x="2" y="73"/>
                      <a:pt x="2" y="73"/>
                      <a:pt x="2" y="73"/>
                    </a:cubicBezTo>
                    <a:cubicBezTo>
                      <a:pt x="2" y="73"/>
                      <a:pt x="2" y="73"/>
                      <a:pt x="2" y="73"/>
                    </a:cubicBezTo>
                    <a:cubicBezTo>
                      <a:pt x="2" y="73"/>
                      <a:pt x="2" y="73"/>
                      <a:pt x="2" y="73"/>
                    </a:cubicBezTo>
                    <a:cubicBezTo>
                      <a:pt x="2" y="73"/>
                      <a:pt x="2" y="73"/>
                      <a:pt x="2" y="73"/>
                    </a:cubicBezTo>
                    <a:cubicBezTo>
                      <a:pt x="2" y="73"/>
                      <a:pt x="2" y="73"/>
                      <a:pt x="2" y="73"/>
                    </a:cubicBezTo>
                    <a:cubicBezTo>
                      <a:pt x="2" y="73"/>
                      <a:pt x="2" y="73"/>
                      <a:pt x="2" y="73"/>
                    </a:cubicBezTo>
                    <a:cubicBezTo>
                      <a:pt x="5" y="112"/>
                      <a:pt x="24" y="135"/>
                      <a:pt x="51" y="145"/>
                    </a:cubicBezTo>
                    <a:cubicBezTo>
                      <a:pt x="41" y="135"/>
                      <a:pt x="34" y="122"/>
                      <a:pt x="30" y="110"/>
                    </a:cubicBezTo>
                    <a:cubicBezTo>
                      <a:pt x="30" y="110"/>
                      <a:pt x="29" y="110"/>
                      <a:pt x="29" y="110"/>
                    </a:cubicBezTo>
                    <a:cubicBezTo>
                      <a:pt x="23" y="110"/>
                      <a:pt x="19" y="104"/>
                      <a:pt x="19" y="95"/>
                    </a:cubicBezTo>
                    <a:cubicBezTo>
                      <a:pt x="19" y="91"/>
                      <a:pt x="20" y="87"/>
                      <a:pt x="23" y="84"/>
                    </a:cubicBezTo>
                    <a:cubicBezTo>
                      <a:pt x="23" y="74"/>
                      <a:pt x="27" y="24"/>
                      <a:pt x="54" y="0"/>
                    </a:cubicBezTo>
                  </a:path>
                </a:pathLst>
              </a:custGeom>
              <a:solidFill>
                <a:srgbClr val="3135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3" name="Freeform 338"/>
              <p:cNvSpPr>
                <a:spLocks/>
              </p:cNvSpPr>
              <p:nvPr/>
            </p:nvSpPr>
            <p:spPr bwMode="auto">
              <a:xfrm>
                <a:off x="3079" y="2004"/>
                <a:ext cx="159" cy="234"/>
              </a:xfrm>
              <a:custGeom>
                <a:avLst/>
                <a:gdLst>
                  <a:gd name="T0" fmla="*/ 67 w 67"/>
                  <a:gd name="T1" fmla="*/ 0 h 99"/>
                  <a:gd name="T2" fmla="*/ 6 w 67"/>
                  <a:gd name="T3" fmla="*/ 23 h 99"/>
                  <a:gd name="T4" fmla="*/ 5 w 67"/>
                  <a:gd name="T5" fmla="*/ 24 h 99"/>
                  <a:gd name="T6" fmla="*/ 0 w 67"/>
                  <a:gd name="T7" fmla="*/ 34 h 99"/>
                  <a:gd name="T8" fmla="*/ 7 w 67"/>
                  <a:gd name="T9" fmla="*/ 45 h 99"/>
                  <a:gd name="T10" fmla="*/ 8 w 67"/>
                  <a:gd name="T11" fmla="*/ 45 h 99"/>
                  <a:gd name="T12" fmla="*/ 10 w 67"/>
                  <a:gd name="T13" fmla="*/ 44 h 99"/>
                  <a:gd name="T14" fmla="*/ 11 w 67"/>
                  <a:gd name="T15" fmla="*/ 46 h 99"/>
                  <a:gd name="T16" fmla="*/ 67 w 67"/>
                  <a:gd name="T17" fmla="*/ 99 h 99"/>
                  <a:gd name="T18" fmla="*/ 67 w 67"/>
                  <a:gd name="T19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7" h="99">
                    <a:moveTo>
                      <a:pt x="67" y="0"/>
                    </a:moveTo>
                    <a:cubicBezTo>
                      <a:pt x="46" y="13"/>
                      <a:pt x="18" y="20"/>
                      <a:pt x="6" y="23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2" y="25"/>
                      <a:pt x="0" y="29"/>
                      <a:pt x="0" y="34"/>
                    </a:cubicBezTo>
                    <a:cubicBezTo>
                      <a:pt x="0" y="40"/>
                      <a:pt x="3" y="45"/>
                      <a:pt x="7" y="45"/>
                    </a:cubicBezTo>
                    <a:cubicBezTo>
                      <a:pt x="7" y="45"/>
                      <a:pt x="8" y="45"/>
                      <a:pt x="8" y="45"/>
                    </a:cubicBezTo>
                    <a:cubicBezTo>
                      <a:pt x="10" y="44"/>
                      <a:pt x="10" y="44"/>
                      <a:pt x="10" y="44"/>
                    </a:cubicBezTo>
                    <a:cubicBezTo>
                      <a:pt x="11" y="46"/>
                      <a:pt x="11" y="46"/>
                      <a:pt x="11" y="46"/>
                    </a:cubicBezTo>
                    <a:cubicBezTo>
                      <a:pt x="19" y="71"/>
                      <a:pt x="40" y="98"/>
                      <a:pt x="67" y="99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D9C3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4" name="Freeform 339"/>
              <p:cNvSpPr>
                <a:spLocks/>
              </p:cNvSpPr>
              <p:nvPr/>
            </p:nvSpPr>
            <p:spPr bwMode="auto">
              <a:xfrm>
                <a:off x="3072" y="2058"/>
                <a:ext cx="166" cy="187"/>
              </a:xfrm>
              <a:custGeom>
                <a:avLst/>
                <a:gdLst>
                  <a:gd name="T0" fmla="*/ 4 w 70"/>
                  <a:gd name="T1" fmla="*/ 0 h 79"/>
                  <a:gd name="T2" fmla="*/ 0 w 70"/>
                  <a:gd name="T3" fmla="*/ 11 h 79"/>
                  <a:gd name="T4" fmla="*/ 10 w 70"/>
                  <a:gd name="T5" fmla="*/ 26 h 79"/>
                  <a:gd name="T6" fmla="*/ 11 w 70"/>
                  <a:gd name="T7" fmla="*/ 26 h 79"/>
                  <a:gd name="T8" fmla="*/ 32 w 70"/>
                  <a:gd name="T9" fmla="*/ 61 h 79"/>
                  <a:gd name="T10" fmla="*/ 32 w 70"/>
                  <a:gd name="T11" fmla="*/ 61 h 79"/>
                  <a:gd name="T12" fmla="*/ 41 w 70"/>
                  <a:gd name="T13" fmla="*/ 69 h 79"/>
                  <a:gd name="T14" fmla="*/ 41 w 70"/>
                  <a:gd name="T15" fmla="*/ 69 h 79"/>
                  <a:gd name="T16" fmla="*/ 41 w 70"/>
                  <a:gd name="T17" fmla="*/ 69 h 79"/>
                  <a:gd name="T18" fmla="*/ 70 w 70"/>
                  <a:gd name="T19" fmla="*/ 79 h 79"/>
                  <a:gd name="T20" fmla="*/ 70 w 70"/>
                  <a:gd name="T21" fmla="*/ 76 h 79"/>
                  <a:gd name="T22" fmla="*/ 14 w 70"/>
                  <a:gd name="T23" fmla="*/ 23 h 79"/>
                  <a:gd name="T24" fmla="*/ 13 w 70"/>
                  <a:gd name="T25" fmla="*/ 21 h 79"/>
                  <a:gd name="T26" fmla="*/ 11 w 70"/>
                  <a:gd name="T27" fmla="*/ 22 h 79"/>
                  <a:gd name="T28" fmla="*/ 10 w 70"/>
                  <a:gd name="T29" fmla="*/ 22 h 79"/>
                  <a:gd name="T30" fmla="*/ 3 w 70"/>
                  <a:gd name="T31" fmla="*/ 11 h 79"/>
                  <a:gd name="T32" fmla="*/ 8 w 70"/>
                  <a:gd name="T33" fmla="*/ 1 h 79"/>
                  <a:gd name="T34" fmla="*/ 9 w 70"/>
                  <a:gd name="T35" fmla="*/ 0 h 79"/>
                  <a:gd name="T36" fmla="*/ 4 w 70"/>
                  <a:gd name="T37" fmla="*/ 1 h 79"/>
                  <a:gd name="T38" fmla="*/ 4 w 70"/>
                  <a:gd name="T39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0" h="79">
                    <a:moveTo>
                      <a:pt x="4" y="0"/>
                    </a:moveTo>
                    <a:cubicBezTo>
                      <a:pt x="1" y="3"/>
                      <a:pt x="0" y="7"/>
                      <a:pt x="0" y="11"/>
                    </a:cubicBezTo>
                    <a:cubicBezTo>
                      <a:pt x="0" y="20"/>
                      <a:pt x="4" y="26"/>
                      <a:pt x="10" y="26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5" y="38"/>
                      <a:pt x="22" y="51"/>
                      <a:pt x="32" y="61"/>
                    </a:cubicBezTo>
                    <a:cubicBezTo>
                      <a:pt x="32" y="61"/>
                      <a:pt x="32" y="61"/>
                      <a:pt x="32" y="61"/>
                    </a:cubicBezTo>
                    <a:cubicBezTo>
                      <a:pt x="35" y="64"/>
                      <a:pt x="38" y="67"/>
                      <a:pt x="41" y="69"/>
                    </a:cubicBezTo>
                    <a:cubicBezTo>
                      <a:pt x="41" y="69"/>
                      <a:pt x="41" y="69"/>
                      <a:pt x="41" y="69"/>
                    </a:cubicBezTo>
                    <a:cubicBezTo>
                      <a:pt x="41" y="69"/>
                      <a:pt x="41" y="69"/>
                      <a:pt x="41" y="69"/>
                    </a:cubicBezTo>
                    <a:cubicBezTo>
                      <a:pt x="50" y="75"/>
                      <a:pt x="59" y="79"/>
                      <a:pt x="70" y="79"/>
                    </a:cubicBezTo>
                    <a:cubicBezTo>
                      <a:pt x="70" y="76"/>
                      <a:pt x="70" y="76"/>
                      <a:pt x="70" y="76"/>
                    </a:cubicBezTo>
                    <a:cubicBezTo>
                      <a:pt x="43" y="75"/>
                      <a:pt x="22" y="48"/>
                      <a:pt x="14" y="23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1" y="22"/>
                      <a:pt x="10" y="22"/>
                      <a:pt x="10" y="22"/>
                    </a:cubicBezTo>
                    <a:cubicBezTo>
                      <a:pt x="6" y="22"/>
                      <a:pt x="3" y="17"/>
                      <a:pt x="3" y="11"/>
                    </a:cubicBezTo>
                    <a:cubicBezTo>
                      <a:pt x="3" y="6"/>
                      <a:pt x="5" y="2"/>
                      <a:pt x="8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0"/>
                    </a:cubicBezTo>
                  </a:path>
                </a:pathLst>
              </a:custGeom>
              <a:solidFill>
                <a:srgbClr val="C1A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5" name="Freeform 340"/>
              <p:cNvSpPr>
                <a:spLocks/>
              </p:cNvSpPr>
              <p:nvPr/>
            </p:nvSpPr>
            <p:spPr bwMode="auto">
              <a:xfrm>
                <a:off x="3082" y="1859"/>
                <a:ext cx="156" cy="201"/>
              </a:xfrm>
              <a:custGeom>
                <a:avLst/>
                <a:gdLst>
                  <a:gd name="T0" fmla="*/ 66 w 66"/>
                  <a:gd name="T1" fmla="*/ 0 h 85"/>
                  <a:gd name="T2" fmla="*/ 31 w 66"/>
                  <a:gd name="T3" fmla="*/ 0 h 85"/>
                  <a:gd name="T4" fmla="*/ 0 w 66"/>
                  <a:gd name="T5" fmla="*/ 84 h 85"/>
                  <a:gd name="T6" fmla="*/ 0 w 66"/>
                  <a:gd name="T7" fmla="*/ 85 h 85"/>
                  <a:gd name="T8" fmla="*/ 5 w 66"/>
                  <a:gd name="T9" fmla="*/ 84 h 85"/>
                  <a:gd name="T10" fmla="*/ 66 w 66"/>
                  <a:gd name="T11" fmla="*/ 61 h 85"/>
                  <a:gd name="T12" fmla="*/ 66 w 66"/>
                  <a:gd name="T1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85">
                    <a:moveTo>
                      <a:pt x="66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4" y="24"/>
                      <a:pt x="0" y="74"/>
                      <a:pt x="0" y="84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2" y="85"/>
                      <a:pt x="5" y="84"/>
                    </a:cubicBezTo>
                    <a:cubicBezTo>
                      <a:pt x="17" y="81"/>
                      <a:pt x="45" y="74"/>
                      <a:pt x="66" y="61"/>
                    </a:cubicBezTo>
                    <a:cubicBezTo>
                      <a:pt x="66" y="0"/>
                      <a:pt x="66" y="0"/>
                      <a:pt x="66" y="0"/>
                    </a:cubicBezTo>
                  </a:path>
                </a:pathLst>
              </a:custGeom>
              <a:solidFill>
                <a:srgbClr val="3135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6" name="Freeform 341"/>
              <p:cNvSpPr>
                <a:spLocks/>
              </p:cNvSpPr>
              <p:nvPr/>
            </p:nvSpPr>
            <p:spPr bwMode="auto">
              <a:xfrm>
                <a:off x="2952" y="2264"/>
                <a:ext cx="286" cy="292"/>
              </a:xfrm>
              <a:custGeom>
                <a:avLst/>
                <a:gdLst>
                  <a:gd name="T0" fmla="*/ 82 w 121"/>
                  <a:gd name="T1" fmla="*/ 0 h 123"/>
                  <a:gd name="T2" fmla="*/ 81 w 121"/>
                  <a:gd name="T3" fmla="*/ 0 h 123"/>
                  <a:gd name="T4" fmla="*/ 81 w 121"/>
                  <a:gd name="T5" fmla="*/ 0 h 123"/>
                  <a:gd name="T6" fmla="*/ 81 w 121"/>
                  <a:gd name="T7" fmla="*/ 0 h 123"/>
                  <a:gd name="T8" fmla="*/ 13 w 121"/>
                  <a:gd name="T9" fmla="*/ 35 h 123"/>
                  <a:gd name="T10" fmla="*/ 13 w 121"/>
                  <a:gd name="T11" fmla="*/ 35 h 123"/>
                  <a:gd name="T12" fmla="*/ 12 w 121"/>
                  <a:gd name="T13" fmla="*/ 35 h 123"/>
                  <a:gd name="T14" fmla="*/ 12 w 121"/>
                  <a:gd name="T15" fmla="*/ 35 h 123"/>
                  <a:gd name="T16" fmla="*/ 12 w 121"/>
                  <a:gd name="T17" fmla="*/ 35 h 123"/>
                  <a:gd name="T18" fmla="*/ 12 w 121"/>
                  <a:gd name="T19" fmla="*/ 35 h 123"/>
                  <a:gd name="T20" fmla="*/ 0 w 121"/>
                  <a:gd name="T21" fmla="*/ 84 h 123"/>
                  <a:gd name="T22" fmla="*/ 1 w 121"/>
                  <a:gd name="T23" fmla="*/ 123 h 123"/>
                  <a:gd name="T24" fmla="*/ 121 w 121"/>
                  <a:gd name="T25" fmla="*/ 123 h 123"/>
                  <a:gd name="T26" fmla="*/ 121 w 121"/>
                  <a:gd name="T27" fmla="*/ 120 h 123"/>
                  <a:gd name="T28" fmla="*/ 117 w 121"/>
                  <a:gd name="T29" fmla="*/ 115 h 123"/>
                  <a:gd name="T30" fmla="*/ 121 w 121"/>
                  <a:gd name="T31" fmla="*/ 111 h 123"/>
                  <a:gd name="T32" fmla="*/ 121 w 121"/>
                  <a:gd name="T33" fmla="*/ 104 h 123"/>
                  <a:gd name="T34" fmla="*/ 117 w 121"/>
                  <a:gd name="T35" fmla="*/ 100 h 123"/>
                  <a:gd name="T36" fmla="*/ 121 w 121"/>
                  <a:gd name="T37" fmla="*/ 96 h 123"/>
                  <a:gd name="T38" fmla="*/ 121 w 121"/>
                  <a:gd name="T39" fmla="*/ 89 h 123"/>
                  <a:gd name="T40" fmla="*/ 117 w 121"/>
                  <a:gd name="T41" fmla="*/ 85 h 123"/>
                  <a:gd name="T42" fmla="*/ 121 w 121"/>
                  <a:gd name="T43" fmla="*/ 81 h 123"/>
                  <a:gd name="T44" fmla="*/ 121 w 121"/>
                  <a:gd name="T45" fmla="*/ 74 h 123"/>
                  <a:gd name="T46" fmla="*/ 117 w 121"/>
                  <a:gd name="T47" fmla="*/ 70 h 123"/>
                  <a:gd name="T48" fmla="*/ 121 w 121"/>
                  <a:gd name="T49" fmla="*/ 66 h 123"/>
                  <a:gd name="T50" fmla="*/ 121 w 121"/>
                  <a:gd name="T51" fmla="*/ 59 h 123"/>
                  <a:gd name="T52" fmla="*/ 117 w 121"/>
                  <a:gd name="T53" fmla="*/ 55 h 123"/>
                  <a:gd name="T54" fmla="*/ 121 w 121"/>
                  <a:gd name="T55" fmla="*/ 50 h 123"/>
                  <a:gd name="T56" fmla="*/ 121 w 121"/>
                  <a:gd name="T57" fmla="*/ 44 h 123"/>
                  <a:gd name="T58" fmla="*/ 117 w 121"/>
                  <a:gd name="T59" fmla="*/ 39 h 123"/>
                  <a:gd name="T60" fmla="*/ 121 w 121"/>
                  <a:gd name="T61" fmla="*/ 35 h 123"/>
                  <a:gd name="T62" fmla="*/ 121 w 121"/>
                  <a:gd name="T63" fmla="*/ 33 h 123"/>
                  <a:gd name="T64" fmla="*/ 113 w 121"/>
                  <a:gd name="T65" fmla="*/ 33 h 123"/>
                  <a:gd name="T66" fmla="*/ 100 w 121"/>
                  <a:gd name="T67" fmla="*/ 37 h 123"/>
                  <a:gd name="T68" fmla="*/ 77 w 121"/>
                  <a:gd name="T69" fmla="*/ 15 h 123"/>
                  <a:gd name="T70" fmla="*/ 82 w 121"/>
                  <a:gd name="T71" fmla="*/ 3 h 123"/>
                  <a:gd name="T72" fmla="*/ 83 w 121"/>
                  <a:gd name="T73" fmla="*/ 1 h 123"/>
                  <a:gd name="T74" fmla="*/ 82 w 121"/>
                  <a:gd name="T75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1" h="123">
                    <a:moveTo>
                      <a:pt x="82" y="0"/>
                    </a:moveTo>
                    <a:cubicBezTo>
                      <a:pt x="82" y="0"/>
                      <a:pt x="82" y="0"/>
                      <a:pt x="81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47" y="9"/>
                      <a:pt x="22" y="25"/>
                      <a:pt x="13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3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2" y="45"/>
                      <a:pt x="0" y="64"/>
                      <a:pt x="0" y="84"/>
                    </a:cubicBezTo>
                    <a:cubicBezTo>
                      <a:pt x="0" y="98"/>
                      <a:pt x="1" y="112"/>
                      <a:pt x="1" y="123"/>
                    </a:cubicBezTo>
                    <a:cubicBezTo>
                      <a:pt x="121" y="123"/>
                      <a:pt x="121" y="123"/>
                      <a:pt x="121" y="123"/>
                    </a:cubicBezTo>
                    <a:cubicBezTo>
                      <a:pt x="121" y="120"/>
                      <a:pt x="121" y="120"/>
                      <a:pt x="121" y="120"/>
                    </a:cubicBezTo>
                    <a:cubicBezTo>
                      <a:pt x="118" y="119"/>
                      <a:pt x="117" y="118"/>
                      <a:pt x="117" y="115"/>
                    </a:cubicBezTo>
                    <a:cubicBezTo>
                      <a:pt x="117" y="113"/>
                      <a:pt x="118" y="111"/>
                      <a:pt x="121" y="111"/>
                    </a:cubicBezTo>
                    <a:cubicBezTo>
                      <a:pt x="121" y="104"/>
                      <a:pt x="121" y="104"/>
                      <a:pt x="121" y="104"/>
                    </a:cubicBezTo>
                    <a:cubicBezTo>
                      <a:pt x="118" y="104"/>
                      <a:pt x="117" y="102"/>
                      <a:pt x="117" y="100"/>
                    </a:cubicBezTo>
                    <a:cubicBezTo>
                      <a:pt x="117" y="98"/>
                      <a:pt x="118" y="96"/>
                      <a:pt x="121" y="96"/>
                    </a:cubicBezTo>
                    <a:cubicBezTo>
                      <a:pt x="121" y="89"/>
                      <a:pt x="121" y="89"/>
                      <a:pt x="121" y="89"/>
                    </a:cubicBezTo>
                    <a:cubicBezTo>
                      <a:pt x="118" y="89"/>
                      <a:pt x="117" y="87"/>
                      <a:pt x="117" y="85"/>
                    </a:cubicBezTo>
                    <a:cubicBezTo>
                      <a:pt x="117" y="83"/>
                      <a:pt x="118" y="81"/>
                      <a:pt x="121" y="81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118" y="74"/>
                      <a:pt x="117" y="72"/>
                      <a:pt x="117" y="70"/>
                    </a:cubicBezTo>
                    <a:cubicBezTo>
                      <a:pt x="117" y="68"/>
                      <a:pt x="118" y="66"/>
                      <a:pt x="121" y="66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118" y="59"/>
                      <a:pt x="117" y="57"/>
                      <a:pt x="117" y="55"/>
                    </a:cubicBezTo>
                    <a:cubicBezTo>
                      <a:pt x="117" y="52"/>
                      <a:pt x="118" y="51"/>
                      <a:pt x="121" y="50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18" y="43"/>
                      <a:pt x="117" y="42"/>
                      <a:pt x="117" y="39"/>
                    </a:cubicBezTo>
                    <a:cubicBezTo>
                      <a:pt x="117" y="37"/>
                      <a:pt x="118" y="35"/>
                      <a:pt x="121" y="35"/>
                    </a:cubicBezTo>
                    <a:cubicBezTo>
                      <a:pt x="121" y="33"/>
                      <a:pt x="121" y="33"/>
                      <a:pt x="121" y="33"/>
                    </a:cubicBezTo>
                    <a:cubicBezTo>
                      <a:pt x="118" y="33"/>
                      <a:pt x="115" y="33"/>
                      <a:pt x="113" y="33"/>
                    </a:cubicBezTo>
                    <a:cubicBezTo>
                      <a:pt x="109" y="35"/>
                      <a:pt x="105" y="37"/>
                      <a:pt x="100" y="37"/>
                    </a:cubicBezTo>
                    <a:cubicBezTo>
                      <a:pt x="88" y="37"/>
                      <a:pt x="77" y="27"/>
                      <a:pt x="77" y="15"/>
                    </a:cubicBezTo>
                    <a:cubicBezTo>
                      <a:pt x="77" y="10"/>
                      <a:pt x="80" y="6"/>
                      <a:pt x="82" y="3"/>
                    </a:cubicBezTo>
                    <a:cubicBezTo>
                      <a:pt x="82" y="2"/>
                      <a:pt x="82" y="1"/>
                      <a:pt x="83" y="1"/>
                    </a:cubicBezTo>
                    <a:cubicBezTo>
                      <a:pt x="83" y="0"/>
                      <a:pt x="82" y="0"/>
                      <a:pt x="82" y="0"/>
                    </a:cubicBezTo>
                  </a:path>
                </a:pathLst>
              </a:custGeom>
              <a:solidFill>
                <a:srgbClr val="1444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7" name="Freeform 342"/>
              <p:cNvSpPr>
                <a:spLocks noEditPoints="1"/>
              </p:cNvSpPr>
              <p:nvPr/>
            </p:nvSpPr>
            <p:spPr bwMode="auto">
              <a:xfrm>
                <a:off x="3146" y="2262"/>
                <a:ext cx="92" cy="81"/>
              </a:xfrm>
              <a:custGeom>
                <a:avLst/>
                <a:gdLst>
                  <a:gd name="T0" fmla="*/ 39 w 39"/>
                  <a:gd name="T1" fmla="*/ 27 h 34"/>
                  <a:gd name="T2" fmla="*/ 31 w 39"/>
                  <a:gd name="T3" fmla="*/ 34 h 34"/>
                  <a:gd name="T4" fmla="*/ 39 w 39"/>
                  <a:gd name="T5" fmla="*/ 34 h 34"/>
                  <a:gd name="T6" fmla="*/ 39 w 39"/>
                  <a:gd name="T7" fmla="*/ 27 h 34"/>
                  <a:gd name="T8" fmla="*/ 2 w 39"/>
                  <a:gd name="T9" fmla="*/ 0 h 34"/>
                  <a:gd name="T10" fmla="*/ 1 w 39"/>
                  <a:gd name="T11" fmla="*/ 2 h 34"/>
                  <a:gd name="T12" fmla="*/ 0 w 39"/>
                  <a:gd name="T13" fmla="*/ 4 h 34"/>
                  <a:gd name="T14" fmla="*/ 0 w 39"/>
                  <a:gd name="T15" fmla="*/ 4 h 34"/>
                  <a:gd name="T16" fmla="*/ 29 w 39"/>
                  <a:gd name="T17" fmla="*/ 22 h 34"/>
                  <a:gd name="T18" fmla="*/ 39 w 39"/>
                  <a:gd name="T19" fmla="*/ 22 h 34"/>
                  <a:gd name="T20" fmla="*/ 39 w 39"/>
                  <a:gd name="T21" fmla="*/ 18 h 34"/>
                  <a:gd name="T22" fmla="*/ 31 w 39"/>
                  <a:gd name="T23" fmla="*/ 18 h 34"/>
                  <a:gd name="T24" fmla="*/ 2 w 39"/>
                  <a:gd name="T2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34">
                    <a:moveTo>
                      <a:pt x="39" y="27"/>
                    </a:moveTo>
                    <a:cubicBezTo>
                      <a:pt x="37" y="30"/>
                      <a:pt x="34" y="32"/>
                      <a:pt x="31" y="34"/>
                    </a:cubicBezTo>
                    <a:cubicBezTo>
                      <a:pt x="33" y="34"/>
                      <a:pt x="36" y="34"/>
                      <a:pt x="39" y="34"/>
                    </a:cubicBezTo>
                    <a:cubicBezTo>
                      <a:pt x="39" y="27"/>
                      <a:pt x="39" y="27"/>
                      <a:pt x="39" y="27"/>
                    </a:cubicBezTo>
                    <a:moveTo>
                      <a:pt x="2" y="0"/>
                    </a:moveTo>
                    <a:cubicBezTo>
                      <a:pt x="1" y="1"/>
                      <a:pt x="1" y="1"/>
                      <a:pt x="1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3" y="8"/>
                      <a:pt x="14" y="19"/>
                      <a:pt x="29" y="22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18"/>
                      <a:pt x="39" y="18"/>
                      <a:pt x="39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16" y="15"/>
                      <a:pt x="5" y="4"/>
                      <a:pt x="2" y="0"/>
                    </a:cubicBezTo>
                  </a:path>
                </a:pathLst>
              </a:custGeom>
              <a:solidFill>
                <a:srgbClr val="2B86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8" name="Freeform 343"/>
              <p:cNvSpPr>
                <a:spLocks/>
              </p:cNvSpPr>
              <p:nvPr/>
            </p:nvSpPr>
            <p:spPr bwMode="auto">
              <a:xfrm>
                <a:off x="3134" y="2271"/>
                <a:ext cx="104" cy="81"/>
              </a:xfrm>
              <a:custGeom>
                <a:avLst/>
                <a:gdLst>
                  <a:gd name="T0" fmla="*/ 5 w 44"/>
                  <a:gd name="T1" fmla="*/ 0 h 34"/>
                  <a:gd name="T2" fmla="*/ 5 w 44"/>
                  <a:gd name="T3" fmla="*/ 0 h 34"/>
                  <a:gd name="T4" fmla="*/ 0 w 44"/>
                  <a:gd name="T5" fmla="*/ 12 h 34"/>
                  <a:gd name="T6" fmla="*/ 23 w 44"/>
                  <a:gd name="T7" fmla="*/ 34 h 34"/>
                  <a:gd name="T8" fmla="*/ 36 w 44"/>
                  <a:gd name="T9" fmla="*/ 30 h 34"/>
                  <a:gd name="T10" fmla="*/ 44 w 44"/>
                  <a:gd name="T11" fmla="*/ 23 h 34"/>
                  <a:gd name="T12" fmla="*/ 44 w 44"/>
                  <a:gd name="T13" fmla="*/ 18 h 34"/>
                  <a:gd name="T14" fmla="*/ 34 w 44"/>
                  <a:gd name="T15" fmla="*/ 18 h 34"/>
                  <a:gd name="T16" fmla="*/ 5 w 44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34"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3"/>
                      <a:pt x="0" y="7"/>
                      <a:pt x="0" y="12"/>
                    </a:cubicBezTo>
                    <a:cubicBezTo>
                      <a:pt x="0" y="24"/>
                      <a:pt x="11" y="34"/>
                      <a:pt x="23" y="34"/>
                    </a:cubicBezTo>
                    <a:cubicBezTo>
                      <a:pt x="28" y="34"/>
                      <a:pt x="32" y="32"/>
                      <a:pt x="36" y="30"/>
                    </a:cubicBezTo>
                    <a:cubicBezTo>
                      <a:pt x="39" y="28"/>
                      <a:pt x="42" y="26"/>
                      <a:pt x="44" y="23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19" y="15"/>
                      <a:pt x="8" y="4"/>
                      <a:pt x="5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9" name="Freeform 344"/>
              <p:cNvSpPr>
                <a:spLocks/>
              </p:cNvSpPr>
              <p:nvPr/>
            </p:nvSpPr>
            <p:spPr bwMode="auto">
              <a:xfrm>
                <a:off x="3229" y="2347"/>
                <a:ext cx="9" cy="22"/>
              </a:xfrm>
              <a:custGeom>
                <a:avLst/>
                <a:gdLst>
                  <a:gd name="T0" fmla="*/ 4 w 4"/>
                  <a:gd name="T1" fmla="*/ 0 h 9"/>
                  <a:gd name="T2" fmla="*/ 0 w 4"/>
                  <a:gd name="T3" fmla="*/ 4 h 9"/>
                  <a:gd name="T4" fmla="*/ 4 w 4"/>
                  <a:gd name="T5" fmla="*/ 9 h 9"/>
                  <a:gd name="T6" fmla="*/ 4 w 4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cubicBezTo>
                      <a:pt x="1" y="0"/>
                      <a:pt x="0" y="2"/>
                      <a:pt x="0" y="4"/>
                    </a:cubicBezTo>
                    <a:cubicBezTo>
                      <a:pt x="0" y="7"/>
                      <a:pt x="1" y="8"/>
                      <a:pt x="4" y="9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0" name="Freeform 345"/>
              <p:cNvSpPr>
                <a:spLocks/>
              </p:cNvSpPr>
              <p:nvPr/>
            </p:nvSpPr>
            <p:spPr bwMode="auto">
              <a:xfrm>
                <a:off x="3229" y="2383"/>
                <a:ext cx="9" cy="21"/>
              </a:xfrm>
              <a:custGeom>
                <a:avLst/>
                <a:gdLst>
                  <a:gd name="T0" fmla="*/ 4 w 4"/>
                  <a:gd name="T1" fmla="*/ 0 h 9"/>
                  <a:gd name="T2" fmla="*/ 0 w 4"/>
                  <a:gd name="T3" fmla="*/ 5 h 9"/>
                  <a:gd name="T4" fmla="*/ 4 w 4"/>
                  <a:gd name="T5" fmla="*/ 9 h 9"/>
                  <a:gd name="T6" fmla="*/ 4 w 4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cubicBezTo>
                      <a:pt x="1" y="1"/>
                      <a:pt x="0" y="2"/>
                      <a:pt x="0" y="5"/>
                    </a:cubicBezTo>
                    <a:cubicBezTo>
                      <a:pt x="0" y="7"/>
                      <a:pt x="1" y="9"/>
                      <a:pt x="4" y="9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1" name="Freeform 346"/>
              <p:cNvSpPr>
                <a:spLocks/>
              </p:cNvSpPr>
              <p:nvPr/>
            </p:nvSpPr>
            <p:spPr bwMode="auto">
              <a:xfrm>
                <a:off x="3229" y="2421"/>
                <a:ext cx="9" cy="19"/>
              </a:xfrm>
              <a:custGeom>
                <a:avLst/>
                <a:gdLst>
                  <a:gd name="T0" fmla="*/ 4 w 4"/>
                  <a:gd name="T1" fmla="*/ 0 h 8"/>
                  <a:gd name="T2" fmla="*/ 0 w 4"/>
                  <a:gd name="T3" fmla="*/ 4 h 8"/>
                  <a:gd name="T4" fmla="*/ 4 w 4"/>
                  <a:gd name="T5" fmla="*/ 8 h 8"/>
                  <a:gd name="T6" fmla="*/ 4 w 4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cubicBezTo>
                      <a:pt x="1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2" name="Freeform 347"/>
              <p:cNvSpPr>
                <a:spLocks/>
              </p:cNvSpPr>
              <p:nvPr/>
            </p:nvSpPr>
            <p:spPr bwMode="auto">
              <a:xfrm>
                <a:off x="3229" y="2456"/>
                <a:ext cx="9" cy="19"/>
              </a:xfrm>
              <a:custGeom>
                <a:avLst/>
                <a:gdLst>
                  <a:gd name="T0" fmla="*/ 4 w 4"/>
                  <a:gd name="T1" fmla="*/ 0 h 8"/>
                  <a:gd name="T2" fmla="*/ 0 w 4"/>
                  <a:gd name="T3" fmla="*/ 4 h 8"/>
                  <a:gd name="T4" fmla="*/ 4 w 4"/>
                  <a:gd name="T5" fmla="*/ 8 h 8"/>
                  <a:gd name="T6" fmla="*/ 4 w 4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cubicBezTo>
                      <a:pt x="1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3" name="Freeform 348"/>
              <p:cNvSpPr>
                <a:spLocks/>
              </p:cNvSpPr>
              <p:nvPr/>
            </p:nvSpPr>
            <p:spPr bwMode="auto">
              <a:xfrm>
                <a:off x="3229" y="2492"/>
                <a:ext cx="9" cy="19"/>
              </a:xfrm>
              <a:custGeom>
                <a:avLst/>
                <a:gdLst>
                  <a:gd name="T0" fmla="*/ 4 w 4"/>
                  <a:gd name="T1" fmla="*/ 0 h 8"/>
                  <a:gd name="T2" fmla="*/ 0 w 4"/>
                  <a:gd name="T3" fmla="*/ 4 h 8"/>
                  <a:gd name="T4" fmla="*/ 4 w 4"/>
                  <a:gd name="T5" fmla="*/ 8 h 8"/>
                  <a:gd name="T6" fmla="*/ 4 w 4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cubicBezTo>
                      <a:pt x="1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4" name="Freeform 349"/>
              <p:cNvSpPr>
                <a:spLocks/>
              </p:cNvSpPr>
              <p:nvPr/>
            </p:nvSpPr>
            <p:spPr bwMode="auto">
              <a:xfrm>
                <a:off x="3229" y="2528"/>
                <a:ext cx="9" cy="21"/>
              </a:xfrm>
              <a:custGeom>
                <a:avLst/>
                <a:gdLst>
                  <a:gd name="T0" fmla="*/ 4 w 4"/>
                  <a:gd name="T1" fmla="*/ 0 h 9"/>
                  <a:gd name="T2" fmla="*/ 0 w 4"/>
                  <a:gd name="T3" fmla="*/ 4 h 9"/>
                  <a:gd name="T4" fmla="*/ 4 w 4"/>
                  <a:gd name="T5" fmla="*/ 9 h 9"/>
                  <a:gd name="T6" fmla="*/ 4 w 4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cubicBezTo>
                      <a:pt x="1" y="0"/>
                      <a:pt x="0" y="2"/>
                      <a:pt x="0" y="4"/>
                    </a:cubicBezTo>
                    <a:cubicBezTo>
                      <a:pt x="0" y="7"/>
                      <a:pt x="1" y="8"/>
                      <a:pt x="4" y="9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5" name="Freeform 350"/>
              <p:cNvSpPr>
                <a:spLocks/>
              </p:cNvSpPr>
              <p:nvPr/>
            </p:nvSpPr>
            <p:spPr bwMode="auto">
              <a:xfrm>
                <a:off x="3106" y="1823"/>
                <a:ext cx="132" cy="36"/>
              </a:xfrm>
              <a:custGeom>
                <a:avLst/>
                <a:gdLst>
                  <a:gd name="T0" fmla="*/ 132 w 132"/>
                  <a:gd name="T1" fmla="*/ 0 h 36"/>
                  <a:gd name="T2" fmla="*/ 0 w 132"/>
                  <a:gd name="T3" fmla="*/ 0 h 36"/>
                  <a:gd name="T4" fmla="*/ 0 w 132"/>
                  <a:gd name="T5" fmla="*/ 36 h 36"/>
                  <a:gd name="T6" fmla="*/ 0 w 132"/>
                  <a:gd name="T7" fmla="*/ 36 h 36"/>
                  <a:gd name="T8" fmla="*/ 0 w 132"/>
                  <a:gd name="T9" fmla="*/ 36 h 36"/>
                  <a:gd name="T10" fmla="*/ 132 w 132"/>
                  <a:gd name="T11" fmla="*/ 36 h 36"/>
                  <a:gd name="T12" fmla="*/ 132 w 132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" h="36">
                    <a:moveTo>
                      <a:pt x="132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132" y="36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1444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6" name="Freeform 351"/>
              <p:cNvSpPr>
                <a:spLocks/>
              </p:cNvSpPr>
              <p:nvPr/>
            </p:nvSpPr>
            <p:spPr bwMode="auto">
              <a:xfrm>
                <a:off x="3106" y="1823"/>
                <a:ext cx="132" cy="36"/>
              </a:xfrm>
              <a:custGeom>
                <a:avLst/>
                <a:gdLst>
                  <a:gd name="T0" fmla="*/ 132 w 132"/>
                  <a:gd name="T1" fmla="*/ 0 h 36"/>
                  <a:gd name="T2" fmla="*/ 0 w 132"/>
                  <a:gd name="T3" fmla="*/ 0 h 36"/>
                  <a:gd name="T4" fmla="*/ 0 w 132"/>
                  <a:gd name="T5" fmla="*/ 36 h 36"/>
                  <a:gd name="T6" fmla="*/ 0 w 132"/>
                  <a:gd name="T7" fmla="*/ 36 h 36"/>
                  <a:gd name="T8" fmla="*/ 0 w 132"/>
                  <a:gd name="T9" fmla="*/ 36 h 36"/>
                  <a:gd name="T10" fmla="*/ 132 w 132"/>
                  <a:gd name="T11" fmla="*/ 36 h 36"/>
                  <a:gd name="T12" fmla="*/ 132 w 132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" h="36">
                    <a:moveTo>
                      <a:pt x="132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132" y="36"/>
                    </a:lnTo>
                    <a:lnTo>
                      <a:pt x="13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7" name="Freeform 352"/>
              <p:cNvSpPr>
                <a:spLocks/>
              </p:cNvSpPr>
              <p:nvPr/>
            </p:nvSpPr>
            <p:spPr bwMode="auto">
              <a:xfrm>
                <a:off x="2840" y="2058"/>
                <a:ext cx="52" cy="107"/>
              </a:xfrm>
              <a:custGeom>
                <a:avLst/>
                <a:gdLst>
                  <a:gd name="T0" fmla="*/ 2 w 22"/>
                  <a:gd name="T1" fmla="*/ 23 h 45"/>
                  <a:gd name="T2" fmla="*/ 22 w 22"/>
                  <a:gd name="T3" fmla="*/ 3 h 45"/>
                  <a:gd name="T4" fmla="*/ 22 w 22"/>
                  <a:gd name="T5" fmla="*/ 0 h 45"/>
                  <a:gd name="T6" fmla="*/ 0 w 22"/>
                  <a:gd name="T7" fmla="*/ 23 h 45"/>
                  <a:gd name="T8" fmla="*/ 22 w 22"/>
                  <a:gd name="T9" fmla="*/ 45 h 45"/>
                  <a:gd name="T10" fmla="*/ 22 w 22"/>
                  <a:gd name="T11" fmla="*/ 43 h 45"/>
                  <a:gd name="T12" fmla="*/ 2 w 22"/>
                  <a:gd name="T13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" h="45">
                    <a:moveTo>
                      <a:pt x="2" y="23"/>
                    </a:moveTo>
                    <a:cubicBezTo>
                      <a:pt x="2" y="12"/>
                      <a:pt x="11" y="3"/>
                      <a:pt x="22" y="3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1"/>
                      <a:pt x="0" y="11"/>
                      <a:pt x="0" y="23"/>
                    </a:cubicBezTo>
                    <a:cubicBezTo>
                      <a:pt x="0" y="35"/>
                      <a:pt x="10" y="45"/>
                      <a:pt x="22" y="45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11" y="43"/>
                      <a:pt x="2" y="34"/>
                      <a:pt x="2" y="23"/>
                    </a:cubicBezTo>
                    <a:close/>
                  </a:path>
                </a:pathLst>
              </a:custGeom>
              <a:solidFill>
                <a:srgbClr val="FF6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8" name="Freeform 353"/>
              <p:cNvSpPr>
                <a:spLocks/>
              </p:cNvSpPr>
              <p:nvPr/>
            </p:nvSpPr>
            <p:spPr bwMode="auto">
              <a:xfrm>
                <a:off x="2892" y="2058"/>
                <a:ext cx="55" cy="107"/>
              </a:xfrm>
              <a:custGeom>
                <a:avLst/>
                <a:gdLst>
                  <a:gd name="T0" fmla="*/ 23 w 23"/>
                  <a:gd name="T1" fmla="*/ 23 h 45"/>
                  <a:gd name="T2" fmla="*/ 0 w 23"/>
                  <a:gd name="T3" fmla="*/ 0 h 45"/>
                  <a:gd name="T4" fmla="*/ 0 w 23"/>
                  <a:gd name="T5" fmla="*/ 0 h 45"/>
                  <a:gd name="T6" fmla="*/ 0 w 23"/>
                  <a:gd name="T7" fmla="*/ 3 h 45"/>
                  <a:gd name="T8" fmla="*/ 0 w 23"/>
                  <a:gd name="T9" fmla="*/ 3 h 45"/>
                  <a:gd name="T10" fmla="*/ 20 w 23"/>
                  <a:gd name="T11" fmla="*/ 23 h 45"/>
                  <a:gd name="T12" fmla="*/ 0 w 23"/>
                  <a:gd name="T13" fmla="*/ 43 h 45"/>
                  <a:gd name="T14" fmla="*/ 0 w 23"/>
                  <a:gd name="T15" fmla="*/ 43 h 45"/>
                  <a:gd name="T16" fmla="*/ 0 w 23"/>
                  <a:gd name="T17" fmla="*/ 45 h 45"/>
                  <a:gd name="T18" fmla="*/ 0 w 23"/>
                  <a:gd name="T19" fmla="*/ 45 h 45"/>
                  <a:gd name="T20" fmla="*/ 23 w 23"/>
                  <a:gd name="T21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45">
                    <a:moveTo>
                      <a:pt x="23" y="23"/>
                    </a:moveTo>
                    <a:cubicBezTo>
                      <a:pt x="23" y="10"/>
                      <a:pt x="13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1" y="3"/>
                      <a:pt x="20" y="12"/>
                      <a:pt x="20" y="23"/>
                    </a:cubicBezTo>
                    <a:cubicBezTo>
                      <a:pt x="20" y="34"/>
                      <a:pt x="11" y="43"/>
                      <a:pt x="0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13" y="45"/>
                      <a:pt x="23" y="35"/>
                      <a:pt x="23" y="23"/>
                    </a:cubicBezTo>
                    <a:close/>
                  </a:path>
                </a:pathLst>
              </a:custGeom>
              <a:solidFill>
                <a:srgbClr val="FF6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9" name="Freeform 354"/>
              <p:cNvSpPr>
                <a:spLocks/>
              </p:cNvSpPr>
              <p:nvPr/>
            </p:nvSpPr>
            <p:spPr bwMode="auto">
              <a:xfrm>
                <a:off x="2892" y="2068"/>
                <a:ext cx="45" cy="87"/>
              </a:xfrm>
              <a:custGeom>
                <a:avLst/>
                <a:gdLst>
                  <a:gd name="T0" fmla="*/ 0 w 19"/>
                  <a:gd name="T1" fmla="*/ 37 h 37"/>
                  <a:gd name="T2" fmla="*/ 19 w 19"/>
                  <a:gd name="T3" fmla="*/ 19 h 37"/>
                  <a:gd name="T4" fmla="*/ 0 w 19"/>
                  <a:gd name="T5" fmla="*/ 0 h 37"/>
                  <a:gd name="T6" fmla="*/ 0 w 19"/>
                  <a:gd name="T7" fmla="*/ 0 h 37"/>
                  <a:gd name="T8" fmla="*/ 0 w 1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37">
                    <a:moveTo>
                      <a:pt x="0" y="37"/>
                    </a:moveTo>
                    <a:cubicBezTo>
                      <a:pt x="10" y="37"/>
                      <a:pt x="19" y="29"/>
                      <a:pt x="19" y="19"/>
                    </a:cubicBezTo>
                    <a:cubicBezTo>
                      <a:pt x="19" y="9"/>
                      <a:pt x="1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7"/>
                      <a:pt x="0" y="37"/>
                      <a:pt x="0" y="37"/>
                    </a:cubicBezTo>
                    <a:close/>
                  </a:path>
                </a:pathLst>
              </a:custGeom>
              <a:solidFill>
                <a:srgbClr val="FF6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8" name="Freeform 356"/>
            <p:cNvSpPr>
              <a:spLocks/>
            </p:cNvSpPr>
            <p:nvPr/>
          </p:nvSpPr>
          <p:spPr bwMode="auto">
            <a:xfrm>
              <a:off x="2850" y="2068"/>
              <a:ext cx="42" cy="87"/>
            </a:xfrm>
            <a:custGeom>
              <a:avLst/>
              <a:gdLst>
                <a:gd name="T0" fmla="*/ 0 w 18"/>
                <a:gd name="T1" fmla="*/ 19 h 37"/>
                <a:gd name="T2" fmla="*/ 18 w 18"/>
                <a:gd name="T3" fmla="*/ 37 h 37"/>
                <a:gd name="T4" fmla="*/ 18 w 18"/>
                <a:gd name="T5" fmla="*/ 0 h 37"/>
                <a:gd name="T6" fmla="*/ 0 w 18"/>
                <a:gd name="T7" fmla="*/ 1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7">
                  <a:moveTo>
                    <a:pt x="0" y="19"/>
                  </a:moveTo>
                  <a:cubicBezTo>
                    <a:pt x="0" y="29"/>
                    <a:pt x="8" y="37"/>
                    <a:pt x="18" y="3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1"/>
                    <a:pt x="0" y="9"/>
                    <a:pt x="0" y="19"/>
                  </a:cubicBez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357"/>
            <p:cNvSpPr>
              <a:spLocks/>
            </p:cNvSpPr>
            <p:nvPr/>
          </p:nvSpPr>
          <p:spPr bwMode="auto">
            <a:xfrm>
              <a:off x="2845" y="2065"/>
              <a:ext cx="47" cy="95"/>
            </a:xfrm>
            <a:custGeom>
              <a:avLst/>
              <a:gdLst>
                <a:gd name="T0" fmla="*/ 0 w 20"/>
                <a:gd name="T1" fmla="*/ 20 h 40"/>
                <a:gd name="T2" fmla="*/ 20 w 20"/>
                <a:gd name="T3" fmla="*/ 40 h 40"/>
                <a:gd name="T4" fmla="*/ 20 w 20"/>
                <a:gd name="T5" fmla="*/ 39 h 40"/>
                <a:gd name="T6" fmla="*/ 1 w 20"/>
                <a:gd name="T7" fmla="*/ 20 h 40"/>
                <a:gd name="T8" fmla="*/ 20 w 20"/>
                <a:gd name="T9" fmla="*/ 1 h 40"/>
                <a:gd name="T10" fmla="*/ 20 w 20"/>
                <a:gd name="T11" fmla="*/ 0 h 40"/>
                <a:gd name="T12" fmla="*/ 0 w 20"/>
                <a:gd name="T13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40">
                  <a:moveTo>
                    <a:pt x="0" y="20"/>
                  </a:moveTo>
                  <a:cubicBezTo>
                    <a:pt x="0" y="31"/>
                    <a:pt x="9" y="40"/>
                    <a:pt x="20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9" y="39"/>
                    <a:pt x="1" y="30"/>
                    <a:pt x="1" y="20"/>
                  </a:cubicBezTo>
                  <a:cubicBezTo>
                    <a:pt x="1" y="9"/>
                    <a:pt x="9" y="1"/>
                    <a:pt x="20" y="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Freeform 358"/>
            <p:cNvSpPr>
              <a:spLocks/>
            </p:cNvSpPr>
            <p:nvPr/>
          </p:nvSpPr>
          <p:spPr bwMode="auto">
            <a:xfrm>
              <a:off x="2892" y="2065"/>
              <a:ext cx="48" cy="95"/>
            </a:xfrm>
            <a:custGeom>
              <a:avLst/>
              <a:gdLst>
                <a:gd name="T0" fmla="*/ 0 w 20"/>
                <a:gd name="T1" fmla="*/ 1 h 40"/>
                <a:gd name="T2" fmla="*/ 20 w 20"/>
                <a:gd name="T3" fmla="*/ 20 h 40"/>
                <a:gd name="T4" fmla="*/ 0 w 20"/>
                <a:gd name="T5" fmla="*/ 39 h 40"/>
                <a:gd name="T6" fmla="*/ 0 w 20"/>
                <a:gd name="T7" fmla="*/ 39 h 40"/>
                <a:gd name="T8" fmla="*/ 0 w 20"/>
                <a:gd name="T9" fmla="*/ 40 h 40"/>
                <a:gd name="T10" fmla="*/ 0 w 20"/>
                <a:gd name="T11" fmla="*/ 40 h 40"/>
                <a:gd name="T12" fmla="*/ 20 w 20"/>
                <a:gd name="T13" fmla="*/ 20 h 40"/>
                <a:gd name="T14" fmla="*/ 0 w 20"/>
                <a:gd name="T15" fmla="*/ 0 h 40"/>
                <a:gd name="T16" fmla="*/ 0 w 20"/>
                <a:gd name="T17" fmla="*/ 0 h 40"/>
                <a:gd name="T18" fmla="*/ 0 w 20"/>
                <a:gd name="T19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40">
                  <a:moveTo>
                    <a:pt x="0" y="1"/>
                  </a:moveTo>
                  <a:cubicBezTo>
                    <a:pt x="11" y="1"/>
                    <a:pt x="20" y="9"/>
                    <a:pt x="20" y="20"/>
                  </a:cubicBezTo>
                  <a:cubicBezTo>
                    <a:pt x="20" y="31"/>
                    <a:pt x="11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11" y="40"/>
                    <a:pt x="20" y="31"/>
                    <a:pt x="20" y="20"/>
                  </a:cubicBezTo>
                  <a:cubicBezTo>
                    <a:pt x="20" y="9"/>
                    <a:pt x="1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Freeform 359"/>
            <p:cNvSpPr>
              <a:spLocks/>
            </p:cNvSpPr>
            <p:nvPr/>
          </p:nvSpPr>
          <p:spPr bwMode="auto">
            <a:xfrm>
              <a:off x="2892" y="2068"/>
              <a:ext cx="48" cy="90"/>
            </a:xfrm>
            <a:custGeom>
              <a:avLst/>
              <a:gdLst>
                <a:gd name="T0" fmla="*/ 20 w 20"/>
                <a:gd name="T1" fmla="*/ 19 h 38"/>
                <a:gd name="T2" fmla="*/ 0 w 20"/>
                <a:gd name="T3" fmla="*/ 0 h 38"/>
                <a:gd name="T4" fmla="*/ 0 w 20"/>
                <a:gd name="T5" fmla="*/ 0 h 38"/>
                <a:gd name="T6" fmla="*/ 0 w 20"/>
                <a:gd name="T7" fmla="*/ 0 h 38"/>
                <a:gd name="T8" fmla="*/ 0 w 20"/>
                <a:gd name="T9" fmla="*/ 0 h 38"/>
                <a:gd name="T10" fmla="*/ 19 w 20"/>
                <a:gd name="T11" fmla="*/ 19 h 38"/>
                <a:gd name="T12" fmla="*/ 0 w 20"/>
                <a:gd name="T13" fmla="*/ 37 h 38"/>
                <a:gd name="T14" fmla="*/ 0 w 20"/>
                <a:gd name="T15" fmla="*/ 37 h 38"/>
                <a:gd name="T16" fmla="*/ 0 w 20"/>
                <a:gd name="T17" fmla="*/ 38 h 38"/>
                <a:gd name="T18" fmla="*/ 0 w 20"/>
                <a:gd name="T19" fmla="*/ 38 h 38"/>
                <a:gd name="T20" fmla="*/ 20 w 20"/>
                <a:gd name="T2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38">
                  <a:moveTo>
                    <a:pt x="20" y="19"/>
                  </a:moveTo>
                  <a:cubicBezTo>
                    <a:pt x="20" y="8"/>
                    <a:pt x="1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9" y="9"/>
                    <a:pt x="19" y="19"/>
                  </a:cubicBezTo>
                  <a:cubicBezTo>
                    <a:pt x="19" y="29"/>
                    <a:pt x="1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1" y="38"/>
                    <a:pt x="20" y="30"/>
                    <a:pt x="20" y="19"/>
                  </a:cubicBez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Freeform 360"/>
            <p:cNvSpPr>
              <a:spLocks/>
            </p:cNvSpPr>
            <p:nvPr/>
          </p:nvSpPr>
          <p:spPr bwMode="auto">
            <a:xfrm>
              <a:off x="2847" y="2068"/>
              <a:ext cx="45" cy="90"/>
            </a:xfrm>
            <a:custGeom>
              <a:avLst/>
              <a:gdLst>
                <a:gd name="T0" fmla="*/ 1 w 19"/>
                <a:gd name="T1" fmla="*/ 19 h 38"/>
                <a:gd name="T2" fmla="*/ 19 w 19"/>
                <a:gd name="T3" fmla="*/ 0 h 38"/>
                <a:gd name="T4" fmla="*/ 19 w 19"/>
                <a:gd name="T5" fmla="*/ 0 h 38"/>
                <a:gd name="T6" fmla="*/ 0 w 19"/>
                <a:gd name="T7" fmla="*/ 19 h 38"/>
                <a:gd name="T8" fmla="*/ 19 w 19"/>
                <a:gd name="T9" fmla="*/ 38 h 38"/>
                <a:gd name="T10" fmla="*/ 19 w 19"/>
                <a:gd name="T11" fmla="*/ 37 h 38"/>
                <a:gd name="T12" fmla="*/ 1 w 19"/>
                <a:gd name="T13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8">
                  <a:moveTo>
                    <a:pt x="1" y="19"/>
                  </a:moveTo>
                  <a:cubicBezTo>
                    <a:pt x="1" y="9"/>
                    <a:pt x="9" y="1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8"/>
                    <a:pt x="0" y="19"/>
                  </a:cubicBezTo>
                  <a:cubicBezTo>
                    <a:pt x="0" y="29"/>
                    <a:pt x="8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9" y="37"/>
                    <a:pt x="1" y="29"/>
                    <a:pt x="1" y="19"/>
                  </a:cubicBez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361"/>
            <p:cNvSpPr>
              <a:spLocks/>
            </p:cNvSpPr>
            <p:nvPr/>
          </p:nvSpPr>
          <p:spPr bwMode="auto">
            <a:xfrm>
              <a:off x="2880" y="2034"/>
              <a:ext cx="12" cy="19"/>
            </a:xfrm>
            <a:custGeom>
              <a:avLst/>
              <a:gdLst>
                <a:gd name="T0" fmla="*/ 8 w 12"/>
                <a:gd name="T1" fmla="*/ 7 h 19"/>
                <a:gd name="T2" fmla="*/ 0 w 12"/>
                <a:gd name="T3" fmla="*/ 19 h 19"/>
                <a:gd name="T4" fmla="*/ 12 w 12"/>
                <a:gd name="T5" fmla="*/ 19 h 19"/>
                <a:gd name="T6" fmla="*/ 12 w 12"/>
                <a:gd name="T7" fmla="*/ 0 h 19"/>
                <a:gd name="T8" fmla="*/ 8 w 12"/>
                <a:gd name="T9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9">
                  <a:moveTo>
                    <a:pt x="8" y="7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0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Freeform 362"/>
            <p:cNvSpPr>
              <a:spLocks/>
            </p:cNvSpPr>
            <p:nvPr/>
          </p:nvSpPr>
          <p:spPr bwMode="auto">
            <a:xfrm>
              <a:off x="2892" y="2027"/>
              <a:ext cx="19" cy="26"/>
            </a:xfrm>
            <a:custGeom>
              <a:avLst/>
              <a:gdLst>
                <a:gd name="T0" fmla="*/ 19 w 19"/>
                <a:gd name="T1" fmla="*/ 26 h 26"/>
                <a:gd name="T2" fmla="*/ 12 w 19"/>
                <a:gd name="T3" fmla="*/ 14 h 26"/>
                <a:gd name="T4" fmla="*/ 5 w 19"/>
                <a:gd name="T5" fmla="*/ 0 h 26"/>
                <a:gd name="T6" fmla="*/ 0 w 19"/>
                <a:gd name="T7" fmla="*/ 7 h 26"/>
                <a:gd name="T8" fmla="*/ 0 w 19"/>
                <a:gd name="T9" fmla="*/ 26 h 26"/>
                <a:gd name="T10" fmla="*/ 5 w 19"/>
                <a:gd name="T11" fmla="*/ 26 h 26"/>
                <a:gd name="T12" fmla="*/ 19 w 19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26">
                  <a:moveTo>
                    <a:pt x="19" y="26"/>
                  </a:moveTo>
                  <a:lnTo>
                    <a:pt x="12" y="14"/>
                  </a:lnTo>
                  <a:lnTo>
                    <a:pt x="5" y="0"/>
                  </a:lnTo>
                  <a:lnTo>
                    <a:pt x="0" y="7"/>
                  </a:lnTo>
                  <a:lnTo>
                    <a:pt x="0" y="26"/>
                  </a:lnTo>
                  <a:lnTo>
                    <a:pt x="5" y="26"/>
                  </a:lnTo>
                  <a:lnTo>
                    <a:pt x="19" y="26"/>
                  </a:ln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Freeform 363"/>
            <p:cNvSpPr>
              <a:spLocks/>
            </p:cNvSpPr>
            <p:nvPr/>
          </p:nvSpPr>
          <p:spPr bwMode="auto">
            <a:xfrm>
              <a:off x="2914" y="2041"/>
              <a:ext cx="28" cy="34"/>
            </a:xfrm>
            <a:custGeom>
              <a:avLst/>
              <a:gdLst>
                <a:gd name="T0" fmla="*/ 26 w 28"/>
                <a:gd name="T1" fmla="*/ 34 h 34"/>
                <a:gd name="T2" fmla="*/ 26 w 28"/>
                <a:gd name="T3" fmla="*/ 17 h 34"/>
                <a:gd name="T4" fmla="*/ 28 w 28"/>
                <a:gd name="T5" fmla="*/ 0 h 34"/>
                <a:gd name="T6" fmla="*/ 14 w 28"/>
                <a:gd name="T7" fmla="*/ 8 h 34"/>
                <a:gd name="T8" fmla="*/ 0 w 28"/>
                <a:gd name="T9" fmla="*/ 15 h 34"/>
                <a:gd name="T10" fmla="*/ 11 w 28"/>
                <a:gd name="T11" fmla="*/ 24 h 34"/>
                <a:gd name="T12" fmla="*/ 26 w 28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34">
                  <a:moveTo>
                    <a:pt x="26" y="34"/>
                  </a:moveTo>
                  <a:lnTo>
                    <a:pt x="26" y="17"/>
                  </a:lnTo>
                  <a:lnTo>
                    <a:pt x="28" y="0"/>
                  </a:lnTo>
                  <a:lnTo>
                    <a:pt x="14" y="8"/>
                  </a:lnTo>
                  <a:lnTo>
                    <a:pt x="0" y="15"/>
                  </a:lnTo>
                  <a:lnTo>
                    <a:pt x="11" y="24"/>
                  </a:lnTo>
                  <a:lnTo>
                    <a:pt x="26" y="34"/>
                  </a:ln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6" name="Freeform 364"/>
            <p:cNvSpPr>
              <a:spLocks/>
            </p:cNvSpPr>
            <p:nvPr/>
          </p:nvSpPr>
          <p:spPr bwMode="auto">
            <a:xfrm>
              <a:off x="2940" y="2075"/>
              <a:ext cx="30" cy="28"/>
            </a:xfrm>
            <a:custGeom>
              <a:avLst/>
              <a:gdLst>
                <a:gd name="T0" fmla="*/ 7 w 30"/>
                <a:gd name="T1" fmla="*/ 14 h 28"/>
                <a:gd name="T2" fmla="*/ 12 w 30"/>
                <a:gd name="T3" fmla="*/ 28 h 28"/>
                <a:gd name="T4" fmla="*/ 21 w 30"/>
                <a:gd name="T5" fmla="*/ 16 h 28"/>
                <a:gd name="T6" fmla="*/ 30 w 30"/>
                <a:gd name="T7" fmla="*/ 4 h 28"/>
                <a:gd name="T8" fmla="*/ 16 w 30"/>
                <a:gd name="T9" fmla="*/ 2 h 28"/>
                <a:gd name="T10" fmla="*/ 0 w 30"/>
                <a:gd name="T11" fmla="*/ 0 h 28"/>
                <a:gd name="T12" fmla="*/ 7 w 30"/>
                <a:gd name="T13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8">
                  <a:moveTo>
                    <a:pt x="7" y="14"/>
                  </a:moveTo>
                  <a:lnTo>
                    <a:pt x="12" y="28"/>
                  </a:lnTo>
                  <a:lnTo>
                    <a:pt x="21" y="16"/>
                  </a:lnTo>
                  <a:lnTo>
                    <a:pt x="30" y="4"/>
                  </a:lnTo>
                  <a:lnTo>
                    <a:pt x="16" y="2"/>
                  </a:lnTo>
                  <a:lnTo>
                    <a:pt x="0" y="0"/>
                  </a:lnTo>
                  <a:lnTo>
                    <a:pt x="7" y="14"/>
                  </a:ln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Freeform 365"/>
            <p:cNvSpPr>
              <a:spLocks/>
            </p:cNvSpPr>
            <p:nvPr/>
          </p:nvSpPr>
          <p:spPr bwMode="auto">
            <a:xfrm>
              <a:off x="2947" y="2108"/>
              <a:ext cx="31" cy="31"/>
            </a:xfrm>
            <a:custGeom>
              <a:avLst/>
              <a:gdLst>
                <a:gd name="T0" fmla="*/ 19 w 31"/>
                <a:gd name="T1" fmla="*/ 9 h 31"/>
                <a:gd name="T2" fmla="*/ 7 w 31"/>
                <a:gd name="T3" fmla="*/ 0 h 31"/>
                <a:gd name="T4" fmla="*/ 2 w 31"/>
                <a:gd name="T5" fmla="*/ 14 h 31"/>
                <a:gd name="T6" fmla="*/ 0 w 31"/>
                <a:gd name="T7" fmla="*/ 31 h 31"/>
                <a:gd name="T8" fmla="*/ 14 w 31"/>
                <a:gd name="T9" fmla="*/ 26 h 31"/>
                <a:gd name="T10" fmla="*/ 31 w 31"/>
                <a:gd name="T11" fmla="*/ 19 h 31"/>
                <a:gd name="T12" fmla="*/ 19 w 31"/>
                <a:gd name="T13" fmla="*/ 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31">
                  <a:moveTo>
                    <a:pt x="19" y="9"/>
                  </a:moveTo>
                  <a:lnTo>
                    <a:pt x="7" y="0"/>
                  </a:lnTo>
                  <a:lnTo>
                    <a:pt x="2" y="14"/>
                  </a:lnTo>
                  <a:lnTo>
                    <a:pt x="0" y="31"/>
                  </a:lnTo>
                  <a:lnTo>
                    <a:pt x="14" y="26"/>
                  </a:lnTo>
                  <a:lnTo>
                    <a:pt x="31" y="19"/>
                  </a:lnTo>
                  <a:lnTo>
                    <a:pt x="19" y="9"/>
                  </a:ln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8" name="Freeform 366"/>
            <p:cNvSpPr>
              <a:spLocks/>
            </p:cNvSpPr>
            <p:nvPr/>
          </p:nvSpPr>
          <p:spPr bwMode="auto">
            <a:xfrm>
              <a:off x="2923" y="2141"/>
              <a:ext cx="31" cy="31"/>
            </a:xfrm>
            <a:custGeom>
              <a:avLst/>
              <a:gdLst>
                <a:gd name="T0" fmla="*/ 24 w 31"/>
                <a:gd name="T1" fmla="*/ 0 h 31"/>
                <a:gd name="T2" fmla="*/ 12 w 31"/>
                <a:gd name="T3" fmla="*/ 12 h 31"/>
                <a:gd name="T4" fmla="*/ 0 w 31"/>
                <a:gd name="T5" fmla="*/ 24 h 31"/>
                <a:gd name="T6" fmla="*/ 17 w 31"/>
                <a:gd name="T7" fmla="*/ 26 h 31"/>
                <a:gd name="T8" fmla="*/ 31 w 31"/>
                <a:gd name="T9" fmla="*/ 31 h 31"/>
                <a:gd name="T10" fmla="*/ 26 w 31"/>
                <a:gd name="T11" fmla="*/ 14 h 31"/>
                <a:gd name="T12" fmla="*/ 24 w 31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31">
                  <a:moveTo>
                    <a:pt x="24" y="0"/>
                  </a:moveTo>
                  <a:lnTo>
                    <a:pt x="12" y="12"/>
                  </a:lnTo>
                  <a:lnTo>
                    <a:pt x="0" y="24"/>
                  </a:lnTo>
                  <a:lnTo>
                    <a:pt x="17" y="26"/>
                  </a:lnTo>
                  <a:lnTo>
                    <a:pt x="31" y="31"/>
                  </a:lnTo>
                  <a:lnTo>
                    <a:pt x="26" y="1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Freeform 367"/>
            <p:cNvSpPr>
              <a:spLocks/>
            </p:cNvSpPr>
            <p:nvPr/>
          </p:nvSpPr>
          <p:spPr bwMode="auto">
            <a:xfrm>
              <a:off x="2892" y="2165"/>
              <a:ext cx="29" cy="31"/>
            </a:xfrm>
            <a:custGeom>
              <a:avLst/>
              <a:gdLst>
                <a:gd name="T0" fmla="*/ 0 w 29"/>
                <a:gd name="T1" fmla="*/ 7 h 31"/>
                <a:gd name="T2" fmla="*/ 0 w 29"/>
                <a:gd name="T3" fmla="*/ 9 h 31"/>
                <a:gd name="T4" fmla="*/ 10 w 29"/>
                <a:gd name="T5" fmla="*/ 19 h 31"/>
                <a:gd name="T6" fmla="*/ 19 w 29"/>
                <a:gd name="T7" fmla="*/ 31 h 31"/>
                <a:gd name="T8" fmla="*/ 24 w 29"/>
                <a:gd name="T9" fmla="*/ 16 h 31"/>
                <a:gd name="T10" fmla="*/ 29 w 29"/>
                <a:gd name="T11" fmla="*/ 0 h 31"/>
                <a:gd name="T12" fmla="*/ 14 w 29"/>
                <a:gd name="T13" fmla="*/ 4 h 31"/>
                <a:gd name="T14" fmla="*/ 0 w 29"/>
                <a:gd name="T15" fmla="*/ 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31">
                  <a:moveTo>
                    <a:pt x="0" y="7"/>
                  </a:moveTo>
                  <a:lnTo>
                    <a:pt x="0" y="9"/>
                  </a:lnTo>
                  <a:lnTo>
                    <a:pt x="10" y="19"/>
                  </a:lnTo>
                  <a:lnTo>
                    <a:pt x="19" y="31"/>
                  </a:lnTo>
                  <a:lnTo>
                    <a:pt x="24" y="16"/>
                  </a:lnTo>
                  <a:lnTo>
                    <a:pt x="29" y="0"/>
                  </a:lnTo>
                  <a:lnTo>
                    <a:pt x="1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0" name="Freeform 368"/>
            <p:cNvSpPr>
              <a:spLocks/>
            </p:cNvSpPr>
            <p:nvPr/>
          </p:nvSpPr>
          <p:spPr bwMode="auto">
            <a:xfrm>
              <a:off x="2890" y="2172"/>
              <a:ext cx="2" cy="2"/>
            </a:xfrm>
            <a:custGeom>
              <a:avLst/>
              <a:gdLst>
                <a:gd name="T0" fmla="*/ 0 w 2"/>
                <a:gd name="T1" fmla="*/ 0 h 2"/>
                <a:gd name="T2" fmla="*/ 2 w 2"/>
                <a:gd name="T3" fmla="*/ 2 h 2"/>
                <a:gd name="T4" fmla="*/ 2 w 2"/>
                <a:gd name="T5" fmla="*/ 0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Freeform 369"/>
            <p:cNvSpPr>
              <a:spLocks/>
            </p:cNvSpPr>
            <p:nvPr/>
          </p:nvSpPr>
          <p:spPr bwMode="auto">
            <a:xfrm>
              <a:off x="2857" y="2160"/>
              <a:ext cx="31" cy="33"/>
            </a:xfrm>
            <a:custGeom>
              <a:avLst/>
              <a:gdLst>
                <a:gd name="T0" fmla="*/ 0 w 31"/>
                <a:gd name="T1" fmla="*/ 0 h 33"/>
                <a:gd name="T2" fmla="*/ 4 w 31"/>
                <a:gd name="T3" fmla="*/ 17 h 33"/>
                <a:gd name="T4" fmla="*/ 7 w 31"/>
                <a:gd name="T5" fmla="*/ 33 h 33"/>
                <a:gd name="T6" fmla="*/ 19 w 31"/>
                <a:gd name="T7" fmla="*/ 21 h 33"/>
                <a:gd name="T8" fmla="*/ 31 w 31"/>
                <a:gd name="T9" fmla="*/ 12 h 33"/>
                <a:gd name="T10" fmla="*/ 16 w 31"/>
                <a:gd name="T11" fmla="*/ 7 h 33"/>
                <a:gd name="T12" fmla="*/ 0 w 31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33">
                  <a:moveTo>
                    <a:pt x="0" y="0"/>
                  </a:moveTo>
                  <a:lnTo>
                    <a:pt x="4" y="17"/>
                  </a:lnTo>
                  <a:lnTo>
                    <a:pt x="7" y="33"/>
                  </a:lnTo>
                  <a:lnTo>
                    <a:pt x="19" y="21"/>
                  </a:lnTo>
                  <a:lnTo>
                    <a:pt x="31" y="12"/>
                  </a:lnTo>
                  <a:lnTo>
                    <a:pt x="16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Freeform 370"/>
            <p:cNvSpPr>
              <a:spLocks/>
            </p:cNvSpPr>
            <p:nvPr/>
          </p:nvSpPr>
          <p:spPr bwMode="auto">
            <a:xfrm>
              <a:off x="2824" y="2134"/>
              <a:ext cx="33" cy="28"/>
            </a:xfrm>
            <a:custGeom>
              <a:avLst/>
              <a:gdLst>
                <a:gd name="T0" fmla="*/ 14 w 33"/>
                <a:gd name="T1" fmla="*/ 0 h 28"/>
                <a:gd name="T2" fmla="*/ 7 w 33"/>
                <a:gd name="T3" fmla="*/ 14 h 28"/>
                <a:gd name="T4" fmla="*/ 0 w 33"/>
                <a:gd name="T5" fmla="*/ 28 h 28"/>
                <a:gd name="T6" fmla="*/ 16 w 33"/>
                <a:gd name="T7" fmla="*/ 26 h 28"/>
                <a:gd name="T8" fmla="*/ 33 w 33"/>
                <a:gd name="T9" fmla="*/ 26 h 28"/>
                <a:gd name="T10" fmla="*/ 23 w 33"/>
                <a:gd name="T11" fmla="*/ 12 h 28"/>
                <a:gd name="T12" fmla="*/ 14 w 33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28">
                  <a:moveTo>
                    <a:pt x="14" y="0"/>
                  </a:moveTo>
                  <a:lnTo>
                    <a:pt x="7" y="14"/>
                  </a:lnTo>
                  <a:lnTo>
                    <a:pt x="0" y="28"/>
                  </a:lnTo>
                  <a:lnTo>
                    <a:pt x="16" y="26"/>
                  </a:lnTo>
                  <a:lnTo>
                    <a:pt x="33" y="26"/>
                  </a:lnTo>
                  <a:lnTo>
                    <a:pt x="23" y="12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371"/>
            <p:cNvSpPr>
              <a:spLocks/>
            </p:cNvSpPr>
            <p:nvPr/>
          </p:nvSpPr>
          <p:spPr bwMode="auto">
            <a:xfrm>
              <a:off x="2807" y="2098"/>
              <a:ext cx="28" cy="34"/>
            </a:xfrm>
            <a:custGeom>
              <a:avLst/>
              <a:gdLst>
                <a:gd name="T0" fmla="*/ 28 w 28"/>
                <a:gd name="T1" fmla="*/ 17 h 34"/>
                <a:gd name="T2" fmla="*/ 28 w 28"/>
                <a:gd name="T3" fmla="*/ 0 h 34"/>
                <a:gd name="T4" fmla="*/ 14 w 28"/>
                <a:gd name="T5" fmla="*/ 10 h 34"/>
                <a:gd name="T6" fmla="*/ 0 w 28"/>
                <a:gd name="T7" fmla="*/ 19 h 34"/>
                <a:gd name="T8" fmla="*/ 14 w 28"/>
                <a:gd name="T9" fmla="*/ 26 h 34"/>
                <a:gd name="T10" fmla="*/ 28 w 28"/>
                <a:gd name="T11" fmla="*/ 34 h 34"/>
                <a:gd name="T12" fmla="*/ 28 w 28"/>
                <a:gd name="T13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34">
                  <a:moveTo>
                    <a:pt x="28" y="17"/>
                  </a:moveTo>
                  <a:lnTo>
                    <a:pt x="28" y="0"/>
                  </a:lnTo>
                  <a:lnTo>
                    <a:pt x="14" y="10"/>
                  </a:lnTo>
                  <a:lnTo>
                    <a:pt x="0" y="19"/>
                  </a:lnTo>
                  <a:lnTo>
                    <a:pt x="14" y="26"/>
                  </a:lnTo>
                  <a:lnTo>
                    <a:pt x="28" y="34"/>
                  </a:lnTo>
                  <a:lnTo>
                    <a:pt x="28" y="17"/>
                  </a:ln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Freeform 372"/>
            <p:cNvSpPr>
              <a:spLocks/>
            </p:cNvSpPr>
            <p:nvPr/>
          </p:nvSpPr>
          <p:spPr bwMode="auto">
            <a:xfrm>
              <a:off x="2819" y="2070"/>
              <a:ext cx="33" cy="26"/>
            </a:xfrm>
            <a:custGeom>
              <a:avLst/>
              <a:gdLst>
                <a:gd name="T0" fmla="*/ 16 w 33"/>
                <a:gd name="T1" fmla="*/ 26 h 26"/>
                <a:gd name="T2" fmla="*/ 23 w 33"/>
                <a:gd name="T3" fmla="*/ 12 h 26"/>
                <a:gd name="T4" fmla="*/ 33 w 33"/>
                <a:gd name="T5" fmla="*/ 0 h 26"/>
                <a:gd name="T6" fmla="*/ 16 w 33"/>
                <a:gd name="T7" fmla="*/ 0 h 26"/>
                <a:gd name="T8" fmla="*/ 0 w 33"/>
                <a:gd name="T9" fmla="*/ 0 h 26"/>
                <a:gd name="T10" fmla="*/ 9 w 33"/>
                <a:gd name="T11" fmla="*/ 12 h 26"/>
                <a:gd name="T12" fmla="*/ 16 w 33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26">
                  <a:moveTo>
                    <a:pt x="16" y="26"/>
                  </a:moveTo>
                  <a:lnTo>
                    <a:pt x="23" y="12"/>
                  </a:lnTo>
                  <a:lnTo>
                    <a:pt x="33" y="0"/>
                  </a:lnTo>
                  <a:lnTo>
                    <a:pt x="16" y="0"/>
                  </a:lnTo>
                  <a:lnTo>
                    <a:pt x="0" y="0"/>
                  </a:lnTo>
                  <a:lnTo>
                    <a:pt x="9" y="12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373"/>
            <p:cNvSpPr>
              <a:spLocks/>
            </p:cNvSpPr>
            <p:nvPr/>
          </p:nvSpPr>
          <p:spPr bwMode="auto">
            <a:xfrm>
              <a:off x="2852" y="2037"/>
              <a:ext cx="28" cy="31"/>
            </a:xfrm>
            <a:custGeom>
              <a:avLst/>
              <a:gdLst>
                <a:gd name="T0" fmla="*/ 28 w 28"/>
                <a:gd name="T1" fmla="*/ 16 h 31"/>
                <a:gd name="T2" fmla="*/ 14 w 28"/>
                <a:gd name="T3" fmla="*/ 9 h 31"/>
                <a:gd name="T4" fmla="*/ 2 w 28"/>
                <a:gd name="T5" fmla="*/ 0 h 31"/>
                <a:gd name="T6" fmla="*/ 0 w 28"/>
                <a:gd name="T7" fmla="*/ 16 h 31"/>
                <a:gd name="T8" fmla="*/ 0 w 28"/>
                <a:gd name="T9" fmla="*/ 31 h 31"/>
                <a:gd name="T10" fmla="*/ 14 w 28"/>
                <a:gd name="T11" fmla="*/ 23 h 31"/>
                <a:gd name="T12" fmla="*/ 28 w 28"/>
                <a:gd name="T13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31">
                  <a:moveTo>
                    <a:pt x="28" y="16"/>
                  </a:moveTo>
                  <a:lnTo>
                    <a:pt x="14" y="9"/>
                  </a:lnTo>
                  <a:lnTo>
                    <a:pt x="2" y="0"/>
                  </a:lnTo>
                  <a:lnTo>
                    <a:pt x="0" y="16"/>
                  </a:lnTo>
                  <a:lnTo>
                    <a:pt x="0" y="31"/>
                  </a:lnTo>
                  <a:lnTo>
                    <a:pt x="14" y="23"/>
                  </a:lnTo>
                  <a:lnTo>
                    <a:pt x="28" y="16"/>
                  </a:lnTo>
                  <a:close/>
                </a:path>
              </a:pathLst>
            </a:custGeom>
            <a:solidFill>
              <a:srgbClr val="FF63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Freeform 374"/>
            <p:cNvSpPr>
              <a:spLocks/>
            </p:cNvSpPr>
            <p:nvPr/>
          </p:nvSpPr>
          <p:spPr bwMode="auto">
            <a:xfrm>
              <a:off x="3053" y="3044"/>
              <a:ext cx="60" cy="83"/>
            </a:xfrm>
            <a:custGeom>
              <a:avLst/>
              <a:gdLst>
                <a:gd name="T0" fmla="*/ 25 w 25"/>
                <a:gd name="T1" fmla="*/ 33 h 35"/>
                <a:gd name="T2" fmla="*/ 16 w 25"/>
                <a:gd name="T3" fmla="*/ 35 h 35"/>
                <a:gd name="T4" fmla="*/ 4 w 25"/>
                <a:gd name="T5" fmla="*/ 30 h 35"/>
                <a:gd name="T6" fmla="*/ 0 w 25"/>
                <a:gd name="T7" fmla="*/ 18 h 35"/>
                <a:gd name="T8" fmla="*/ 5 w 25"/>
                <a:gd name="T9" fmla="*/ 5 h 35"/>
                <a:gd name="T10" fmla="*/ 17 w 25"/>
                <a:gd name="T11" fmla="*/ 0 h 35"/>
                <a:gd name="T12" fmla="*/ 25 w 25"/>
                <a:gd name="T13" fmla="*/ 1 h 35"/>
                <a:gd name="T14" fmla="*/ 25 w 25"/>
                <a:gd name="T15" fmla="*/ 6 h 35"/>
                <a:gd name="T16" fmla="*/ 17 w 25"/>
                <a:gd name="T17" fmla="*/ 4 h 35"/>
                <a:gd name="T18" fmla="*/ 7 w 25"/>
                <a:gd name="T19" fmla="*/ 7 h 35"/>
                <a:gd name="T20" fmla="*/ 4 w 25"/>
                <a:gd name="T21" fmla="*/ 18 h 35"/>
                <a:gd name="T22" fmla="*/ 7 w 25"/>
                <a:gd name="T23" fmla="*/ 28 h 35"/>
                <a:gd name="T24" fmla="*/ 16 w 25"/>
                <a:gd name="T25" fmla="*/ 31 h 35"/>
                <a:gd name="T26" fmla="*/ 25 w 25"/>
                <a:gd name="T27" fmla="*/ 29 h 35"/>
                <a:gd name="T28" fmla="*/ 25 w 25"/>
                <a:gd name="T29" fmla="*/ 3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" h="35">
                  <a:moveTo>
                    <a:pt x="25" y="33"/>
                  </a:moveTo>
                  <a:cubicBezTo>
                    <a:pt x="22" y="34"/>
                    <a:pt x="19" y="35"/>
                    <a:pt x="16" y="35"/>
                  </a:cubicBezTo>
                  <a:cubicBezTo>
                    <a:pt x="11" y="35"/>
                    <a:pt x="7" y="33"/>
                    <a:pt x="4" y="30"/>
                  </a:cubicBezTo>
                  <a:cubicBezTo>
                    <a:pt x="1" y="27"/>
                    <a:pt x="0" y="23"/>
                    <a:pt x="0" y="18"/>
                  </a:cubicBezTo>
                  <a:cubicBezTo>
                    <a:pt x="0" y="13"/>
                    <a:pt x="1" y="8"/>
                    <a:pt x="5" y="5"/>
                  </a:cubicBezTo>
                  <a:cubicBezTo>
                    <a:pt x="8" y="2"/>
                    <a:pt x="12" y="0"/>
                    <a:pt x="17" y="0"/>
                  </a:cubicBezTo>
                  <a:cubicBezTo>
                    <a:pt x="20" y="0"/>
                    <a:pt x="23" y="1"/>
                    <a:pt x="25" y="1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2" y="4"/>
                    <a:pt x="20" y="4"/>
                    <a:pt x="17" y="4"/>
                  </a:cubicBezTo>
                  <a:cubicBezTo>
                    <a:pt x="13" y="4"/>
                    <a:pt x="10" y="5"/>
                    <a:pt x="7" y="7"/>
                  </a:cubicBezTo>
                  <a:cubicBezTo>
                    <a:pt x="5" y="10"/>
                    <a:pt x="4" y="14"/>
                    <a:pt x="4" y="18"/>
                  </a:cubicBezTo>
                  <a:cubicBezTo>
                    <a:pt x="4" y="22"/>
                    <a:pt x="5" y="25"/>
                    <a:pt x="7" y="28"/>
                  </a:cubicBezTo>
                  <a:cubicBezTo>
                    <a:pt x="9" y="30"/>
                    <a:pt x="12" y="31"/>
                    <a:pt x="16" y="31"/>
                  </a:cubicBezTo>
                  <a:cubicBezTo>
                    <a:pt x="19" y="31"/>
                    <a:pt x="22" y="30"/>
                    <a:pt x="25" y="29"/>
                  </a:cubicBezTo>
                  <a:lnTo>
                    <a:pt x="25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Freeform 375"/>
            <p:cNvSpPr>
              <a:spLocks noEditPoints="1"/>
            </p:cNvSpPr>
            <p:nvPr/>
          </p:nvSpPr>
          <p:spPr bwMode="auto">
            <a:xfrm>
              <a:off x="3122" y="3044"/>
              <a:ext cx="76" cy="83"/>
            </a:xfrm>
            <a:custGeom>
              <a:avLst/>
              <a:gdLst>
                <a:gd name="T0" fmla="*/ 16 w 32"/>
                <a:gd name="T1" fmla="*/ 35 h 35"/>
                <a:gd name="T2" fmla="*/ 4 w 32"/>
                <a:gd name="T3" fmla="*/ 30 h 35"/>
                <a:gd name="T4" fmla="*/ 0 w 32"/>
                <a:gd name="T5" fmla="*/ 18 h 35"/>
                <a:gd name="T6" fmla="*/ 4 w 32"/>
                <a:gd name="T7" fmla="*/ 5 h 35"/>
                <a:gd name="T8" fmla="*/ 16 w 32"/>
                <a:gd name="T9" fmla="*/ 0 h 35"/>
                <a:gd name="T10" fmla="*/ 27 w 32"/>
                <a:gd name="T11" fmla="*/ 5 h 35"/>
                <a:gd name="T12" fmla="*/ 32 w 32"/>
                <a:gd name="T13" fmla="*/ 17 h 35"/>
                <a:gd name="T14" fmla="*/ 27 w 32"/>
                <a:gd name="T15" fmla="*/ 30 h 35"/>
                <a:gd name="T16" fmla="*/ 16 w 32"/>
                <a:gd name="T17" fmla="*/ 35 h 35"/>
                <a:gd name="T18" fmla="*/ 16 w 32"/>
                <a:gd name="T19" fmla="*/ 4 h 35"/>
                <a:gd name="T20" fmla="*/ 7 w 32"/>
                <a:gd name="T21" fmla="*/ 7 h 35"/>
                <a:gd name="T22" fmla="*/ 4 w 32"/>
                <a:gd name="T23" fmla="*/ 17 h 35"/>
                <a:gd name="T24" fmla="*/ 7 w 32"/>
                <a:gd name="T25" fmla="*/ 27 h 35"/>
                <a:gd name="T26" fmla="*/ 16 w 32"/>
                <a:gd name="T27" fmla="*/ 31 h 35"/>
                <a:gd name="T28" fmla="*/ 24 w 32"/>
                <a:gd name="T29" fmla="*/ 28 h 35"/>
                <a:gd name="T30" fmla="*/ 27 w 32"/>
                <a:gd name="T31" fmla="*/ 18 h 35"/>
                <a:gd name="T32" fmla="*/ 24 w 32"/>
                <a:gd name="T33" fmla="*/ 7 h 35"/>
                <a:gd name="T34" fmla="*/ 16 w 32"/>
                <a:gd name="T35" fmla="*/ 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35">
                  <a:moveTo>
                    <a:pt x="16" y="35"/>
                  </a:moveTo>
                  <a:cubicBezTo>
                    <a:pt x="11" y="35"/>
                    <a:pt x="7" y="33"/>
                    <a:pt x="4" y="30"/>
                  </a:cubicBezTo>
                  <a:cubicBezTo>
                    <a:pt x="1" y="27"/>
                    <a:pt x="0" y="23"/>
                    <a:pt x="0" y="18"/>
                  </a:cubicBezTo>
                  <a:cubicBezTo>
                    <a:pt x="0" y="12"/>
                    <a:pt x="1" y="8"/>
                    <a:pt x="4" y="5"/>
                  </a:cubicBezTo>
                  <a:cubicBezTo>
                    <a:pt x="7" y="2"/>
                    <a:pt x="11" y="0"/>
                    <a:pt x="16" y="0"/>
                  </a:cubicBezTo>
                  <a:cubicBezTo>
                    <a:pt x="21" y="0"/>
                    <a:pt x="24" y="2"/>
                    <a:pt x="27" y="5"/>
                  </a:cubicBezTo>
                  <a:cubicBezTo>
                    <a:pt x="30" y="8"/>
                    <a:pt x="32" y="12"/>
                    <a:pt x="32" y="17"/>
                  </a:cubicBezTo>
                  <a:cubicBezTo>
                    <a:pt x="32" y="22"/>
                    <a:pt x="30" y="27"/>
                    <a:pt x="27" y="30"/>
                  </a:cubicBezTo>
                  <a:cubicBezTo>
                    <a:pt x="24" y="33"/>
                    <a:pt x="20" y="35"/>
                    <a:pt x="16" y="35"/>
                  </a:cubicBezTo>
                  <a:close/>
                  <a:moveTo>
                    <a:pt x="16" y="4"/>
                  </a:moveTo>
                  <a:cubicBezTo>
                    <a:pt x="12" y="4"/>
                    <a:pt x="9" y="5"/>
                    <a:pt x="7" y="7"/>
                  </a:cubicBezTo>
                  <a:cubicBezTo>
                    <a:pt x="5" y="10"/>
                    <a:pt x="4" y="13"/>
                    <a:pt x="4" y="17"/>
                  </a:cubicBezTo>
                  <a:cubicBezTo>
                    <a:pt x="4" y="22"/>
                    <a:pt x="5" y="25"/>
                    <a:pt x="7" y="27"/>
                  </a:cubicBezTo>
                  <a:cubicBezTo>
                    <a:pt x="9" y="30"/>
                    <a:pt x="12" y="31"/>
                    <a:pt x="16" y="31"/>
                  </a:cubicBezTo>
                  <a:cubicBezTo>
                    <a:pt x="19" y="31"/>
                    <a:pt x="22" y="30"/>
                    <a:pt x="24" y="28"/>
                  </a:cubicBezTo>
                  <a:cubicBezTo>
                    <a:pt x="26" y="25"/>
                    <a:pt x="27" y="22"/>
                    <a:pt x="27" y="18"/>
                  </a:cubicBezTo>
                  <a:cubicBezTo>
                    <a:pt x="27" y="13"/>
                    <a:pt x="26" y="10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Freeform 376"/>
            <p:cNvSpPr>
              <a:spLocks noEditPoints="1"/>
            </p:cNvSpPr>
            <p:nvPr/>
          </p:nvSpPr>
          <p:spPr bwMode="auto">
            <a:xfrm>
              <a:off x="3207" y="3044"/>
              <a:ext cx="76" cy="83"/>
            </a:xfrm>
            <a:custGeom>
              <a:avLst/>
              <a:gdLst>
                <a:gd name="T0" fmla="*/ 16 w 32"/>
                <a:gd name="T1" fmla="*/ 35 h 35"/>
                <a:gd name="T2" fmla="*/ 4 w 32"/>
                <a:gd name="T3" fmla="*/ 30 h 35"/>
                <a:gd name="T4" fmla="*/ 0 w 32"/>
                <a:gd name="T5" fmla="*/ 18 h 35"/>
                <a:gd name="T6" fmla="*/ 4 w 32"/>
                <a:gd name="T7" fmla="*/ 5 h 35"/>
                <a:gd name="T8" fmla="*/ 16 w 32"/>
                <a:gd name="T9" fmla="*/ 0 h 35"/>
                <a:gd name="T10" fmla="*/ 28 w 32"/>
                <a:gd name="T11" fmla="*/ 5 h 35"/>
                <a:gd name="T12" fmla="*/ 32 w 32"/>
                <a:gd name="T13" fmla="*/ 17 h 35"/>
                <a:gd name="T14" fmla="*/ 27 w 32"/>
                <a:gd name="T15" fmla="*/ 30 h 35"/>
                <a:gd name="T16" fmla="*/ 16 w 32"/>
                <a:gd name="T17" fmla="*/ 35 h 35"/>
                <a:gd name="T18" fmla="*/ 16 w 32"/>
                <a:gd name="T19" fmla="*/ 4 h 35"/>
                <a:gd name="T20" fmla="*/ 7 w 32"/>
                <a:gd name="T21" fmla="*/ 7 h 35"/>
                <a:gd name="T22" fmla="*/ 4 w 32"/>
                <a:gd name="T23" fmla="*/ 17 h 35"/>
                <a:gd name="T24" fmla="*/ 7 w 32"/>
                <a:gd name="T25" fmla="*/ 27 h 35"/>
                <a:gd name="T26" fmla="*/ 16 w 32"/>
                <a:gd name="T27" fmla="*/ 31 h 35"/>
                <a:gd name="T28" fmla="*/ 24 w 32"/>
                <a:gd name="T29" fmla="*/ 28 h 35"/>
                <a:gd name="T30" fmla="*/ 28 w 32"/>
                <a:gd name="T31" fmla="*/ 18 h 35"/>
                <a:gd name="T32" fmla="*/ 25 w 32"/>
                <a:gd name="T33" fmla="*/ 7 h 35"/>
                <a:gd name="T34" fmla="*/ 16 w 32"/>
                <a:gd name="T35" fmla="*/ 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35">
                  <a:moveTo>
                    <a:pt x="16" y="35"/>
                  </a:moveTo>
                  <a:cubicBezTo>
                    <a:pt x="11" y="35"/>
                    <a:pt x="7" y="33"/>
                    <a:pt x="4" y="30"/>
                  </a:cubicBezTo>
                  <a:cubicBezTo>
                    <a:pt x="1" y="27"/>
                    <a:pt x="0" y="23"/>
                    <a:pt x="0" y="18"/>
                  </a:cubicBezTo>
                  <a:cubicBezTo>
                    <a:pt x="0" y="12"/>
                    <a:pt x="1" y="8"/>
                    <a:pt x="4" y="5"/>
                  </a:cubicBezTo>
                  <a:cubicBezTo>
                    <a:pt x="7" y="2"/>
                    <a:pt x="11" y="0"/>
                    <a:pt x="16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0" y="8"/>
                    <a:pt x="32" y="12"/>
                    <a:pt x="32" y="17"/>
                  </a:cubicBezTo>
                  <a:cubicBezTo>
                    <a:pt x="32" y="22"/>
                    <a:pt x="30" y="27"/>
                    <a:pt x="27" y="30"/>
                  </a:cubicBezTo>
                  <a:cubicBezTo>
                    <a:pt x="24" y="33"/>
                    <a:pt x="21" y="35"/>
                    <a:pt x="16" y="35"/>
                  </a:cubicBezTo>
                  <a:close/>
                  <a:moveTo>
                    <a:pt x="16" y="4"/>
                  </a:moveTo>
                  <a:cubicBezTo>
                    <a:pt x="12" y="4"/>
                    <a:pt x="10" y="5"/>
                    <a:pt x="7" y="7"/>
                  </a:cubicBezTo>
                  <a:cubicBezTo>
                    <a:pt x="5" y="10"/>
                    <a:pt x="4" y="13"/>
                    <a:pt x="4" y="17"/>
                  </a:cubicBezTo>
                  <a:cubicBezTo>
                    <a:pt x="4" y="22"/>
                    <a:pt x="5" y="25"/>
                    <a:pt x="7" y="27"/>
                  </a:cubicBezTo>
                  <a:cubicBezTo>
                    <a:pt x="9" y="30"/>
                    <a:pt x="12" y="31"/>
                    <a:pt x="16" y="31"/>
                  </a:cubicBezTo>
                  <a:cubicBezTo>
                    <a:pt x="19" y="31"/>
                    <a:pt x="22" y="30"/>
                    <a:pt x="24" y="28"/>
                  </a:cubicBezTo>
                  <a:cubicBezTo>
                    <a:pt x="27" y="25"/>
                    <a:pt x="28" y="22"/>
                    <a:pt x="28" y="18"/>
                  </a:cubicBezTo>
                  <a:cubicBezTo>
                    <a:pt x="28" y="13"/>
                    <a:pt x="27" y="10"/>
                    <a:pt x="25" y="7"/>
                  </a:cubicBezTo>
                  <a:cubicBezTo>
                    <a:pt x="22" y="5"/>
                    <a:pt x="20" y="4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Freeform 377"/>
            <p:cNvSpPr>
              <a:spLocks/>
            </p:cNvSpPr>
            <p:nvPr/>
          </p:nvSpPr>
          <p:spPr bwMode="auto">
            <a:xfrm>
              <a:off x="3298" y="3047"/>
              <a:ext cx="56" cy="78"/>
            </a:xfrm>
            <a:custGeom>
              <a:avLst/>
              <a:gdLst>
                <a:gd name="T0" fmla="*/ 24 w 24"/>
                <a:gd name="T1" fmla="*/ 33 h 33"/>
                <a:gd name="T2" fmla="*/ 18 w 24"/>
                <a:gd name="T3" fmla="*/ 33 h 33"/>
                <a:gd name="T4" fmla="*/ 5 w 24"/>
                <a:gd name="T5" fmla="*/ 18 h 33"/>
                <a:gd name="T6" fmla="*/ 4 w 24"/>
                <a:gd name="T7" fmla="*/ 17 h 33"/>
                <a:gd name="T8" fmla="*/ 4 w 24"/>
                <a:gd name="T9" fmla="*/ 17 h 33"/>
                <a:gd name="T10" fmla="*/ 4 w 24"/>
                <a:gd name="T11" fmla="*/ 33 h 33"/>
                <a:gd name="T12" fmla="*/ 0 w 24"/>
                <a:gd name="T13" fmla="*/ 33 h 33"/>
                <a:gd name="T14" fmla="*/ 0 w 24"/>
                <a:gd name="T15" fmla="*/ 0 h 33"/>
                <a:gd name="T16" fmla="*/ 4 w 24"/>
                <a:gd name="T17" fmla="*/ 0 h 33"/>
                <a:gd name="T18" fmla="*/ 4 w 24"/>
                <a:gd name="T19" fmla="*/ 15 h 33"/>
                <a:gd name="T20" fmla="*/ 4 w 24"/>
                <a:gd name="T21" fmla="*/ 15 h 33"/>
                <a:gd name="T22" fmla="*/ 5 w 24"/>
                <a:gd name="T23" fmla="*/ 14 h 33"/>
                <a:gd name="T24" fmla="*/ 18 w 24"/>
                <a:gd name="T25" fmla="*/ 0 h 33"/>
                <a:gd name="T26" fmla="*/ 23 w 24"/>
                <a:gd name="T27" fmla="*/ 0 h 33"/>
                <a:gd name="T28" fmla="*/ 8 w 24"/>
                <a:gd name="T29" fmla="*/ 16 h 33"/>
                <a:gd name="T30" fmla="*/ 24 w 24"/>
                <a:gd name="T31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33">
                  <a:moveTo>
                    <a:pt x="24" y="33"/>
                  </a:moveTo>
                  <a:cubicBezTo>
                    <a:pt x="18" y="33"/>
                    <a:pt x="18" y="33"/>
                    <a:pt x="18" y="33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7"/>
                    <a:pt x="5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5"/>
                    <a:pt x="5" y="15"/>
                    <a:pt x="5" y="1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24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380" name="图片 3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705" y="2157157"/>
            <a:ext cx="2931629" cy="2931629"/>
          </a:xfrm>
          <a:prstGeom prst="rect">
            <a:avLst/>
          </a:prstGeom>
        </p:spPr>
      </p:pic>
      <p:grpSp>
        <p:nvGrpSpPr>
          <p:cNvPr id="382" name="Group 10433"/>
          <p:cNvGrpSpPr>
            <a:grpSpLocks noChangeAspect="1"/>
          </p:cNvGrpSpPr>
          <p:nvPr/>
        </p:nvGrpSpPr>
        <p:grpSpPr bwMode="auto">
          <a:xfrm>
            <a:off x="9261918" y="2157157"/>
            <a:ext cx="2932906" cy="2932906"/>
            <a:chOff x="2773" y="1093"/>
            <a:chExt cx="2134" cy="2134"/>
          </a:xfrm>
        </p:grpSpPr>
        <p:sp>
          <p:nvSpPr>
            <p:cNvPr id="383" name="AutoShape 10432"/>
            <p:cNvSpPr>
              <a:spLocks noChangeAspect="1" noChangeArrowheads="1" noTextEdit="1"/>
            </p:cNvSpPr>
            <p:nvPr/>
          </p:nvSpPr>
          <p:spPr bwMode="auto">
            <a:xfrm>
              <a:off x="2773" y="1093"/>
              <a:ext cx="2134" cy="2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384" name="Group 10634"/>
            <p:cNvGrpSpPr>
              <a:grpSpLocks/>
            </p:cNvGrpSpPr>
            <p:nvPr/>
          </p:nvGrpSpPr>
          <p:grpSpPr bwMode="auto">
            <a:xfrm>
              <a:off x="2773" y="1093"/>
              <a:ext cx="2134" cy="2134"/>
              <a:chOff x="2773" y="1093"/>
              <a:chExt cx="2134" cy="2134"/>
            </a:xfrm>
          </p:grpSpPr>
          <p:sp>
            <p:nvSpPr>
              <p:cNvPr id="394" name="Rectangle 10434"/>
              <p:cNvSpPr>
                <a:spLocks noChangeArrowheads="1"/>
              </p:cNvSpPr>
              <p:nvPr/>
            </p:nvSpPr>
            <p:spPr bwMode="auto">
              <a:xfrm>
                <a:off x="2773" y="1093"/>
                <a:ext cx="2134" cy="2134"/>
              </a:xfrm>
              <a:prstGeom prst="rect">
                <a:avLst/>
              </a:prstGeom>
              <a:solidFill>
                <a:srgbClr val="A6DB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5" name="Rectangle 10435"/>
              <p:cNvSpPr>
                <a:spLocks noChangeArrowheads="1"/>
              </p:cNvSpPr>
              <p:nvPr/>
            </p:nvSpPr>
            <p:spPr bwMode="auto">
              <a:xfrm>
                <a:off x="2773" y="1093"/>
                <a:ext cx="2134" cy="2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6" name="Oval 10436"/>
              <p:cNvSpPr>
                <a:spLocks noChangeArrowheads="1"/>
              </p:cNvSpPr>
              <p:nvPr/>
            </p:nvSpPr>
            <p:spPr bwMode="auto">
              <a:xfrm>
                <a:off x="3323" y="1762"/>
                <a:ext cx="1027" cy="1026"/>
              </a:xfrm>
              <a:prstGeom prst="ellipse">
                <a:avLst/>
              </a:prstGeom>
              <a:solidFill>
                <a:srgbClr val="65A9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7" name="Freeform 10437"/>
              <p:cNvSpPr>
                <a:spLocks/>
              </p:cNvSpPr>
              <p:nvPr/>
            </p:nvSpPr>
            <p:spPr bwMode="auto">
              <a:xfrm>
                <a:off x="3617" y="1916"/>
                <a:ext cx="441" cy="386"/>
              </a:xfrm>
              <a:custGeom>
                <a:avLst/>
                <a:gdLst>
                  <a:gd name="T0" fmla="*/ 186 w 186"/>
                  <a:gd name="T1" fmla="*/ 163 h 163"/>
                  <a:gd name="T2" fmla="*/ 170 w 186"/>
                  <a:gd name="T3" fmla="*/ 87 h 163"/>
                  <a:gd name="T4" fmla="*/ 144 w 186"/>
                  <a:gd name="T5" fmla="*/ 12 h 163"/>
                  <a:gd name="T6" fmla="*/ 111 w 186"/>
                  <a:gd name="T7" fmla="*/ 14 h 163"/>
                  <a:gd name="T8" fmla="*/ 58 w 186"/>
                  <a:gd name="T9" fmla="*/ 8 h 163"/>
                  <a:gd name="T10" fmla="*/ 16 w 186"/>
                  <a:gd name="T11" fmla="*/ 87 h 163"/>
                  <a:gd name="T12" fmla="*/ 0 w 186"/>
                  <a:gd name="T13" fmla="*/ 163 h 163"/>
                  <a:gd name="T14" fmla="*/ 186 w 186"/>
                  <a:gd name="T15" fmla="*/ 163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6" h="163">
                    <a:moveTo>
                      <a:pt x="186" y="163"/>
                    </a:moveTo>
                    <a:cubicBezTo>
                      <a:pt x="186" y="163"/>
                      <a:pt x="160" y="147"/>
                      <a:pt x="170" y="87"/>
                    </a:cubicBezTo>
                    <a:cubicBezTo>
                      <a:pt x="175" y="53"/>
                      <a:pt x="167" y="21"/>
                      <a:pt x="144" y="12"/>
                    </a:cubicBezTo>
                    <a:cubicBezTo>
                      <a:pt x="128" y="5"/>
                      <a:pt x="117" y="11"/>
                      <a:pt x="111" y="14"/>
                    </a:cubicBezTo>
                    <a:cubicBezTo>
                      <a:pt x="106" y="11"/>
                      <a:pt x="81" y="0"/>
                      <a:pt x="58" y="8"/>
                    </a:cubicBezTo>
                    <a:cubicBezTo>
                      <a:pt x="22" y="20"/>
                      <a:pt x="11" y="53"/>
                      <a:pt x="16" y="87"/>
                    </a:cubicBezTo>
                    <a:cubicBezTo>
                      <a:pt x="26" y="147"/>
                      <a:pt x="0" y="163"/>
                      <a:pt x="0" y="163"/>
                    </a:cubicBezTo>
                    <a:cubicBezTo>
                      <a:pt x="186" y="163"/>
                      <a:pt x="186" y="163"/>
                      <a:pt x="186" y="163"/>
                    </a:cubicBezTo>
                  </a:path>
                </a:pathLst>
              </a:custGeom>
              <a:solidFill>
                <a:srgbClr val="FF8B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8" name="Freeform 10438"/>
              <p:cNvSpPr>
                <a:spLocks/>
              </p:cNvSpPr>
              <p:nvPr/>
            </p:nvSpPr>
            <p:spPr bwMode="auto">
              <a:xfrm>
                <a:off x="3693" y="2252"/>
                <a:ext cx="287" cy="370"/>
              </a:xfrm>
              <a:custGeom>
                <a:avLst/>
                <a:gdLst>
                  <a:gd name="T0" fmla="*/ 65 w 121"/>
                  <a:gd name="T1" fmla="*/ 156 h 156"/>
                  <a:gd name="T2" fmla="*/ 57 w 121"/>
                  <a:gd name="T3" fmla="*/ 156 h 156"/>
                  <a:gd name="T4" fmla="*/ 0 w 121"/>
                  <a:gd name="T5" fmla="*/ 50 h 156"/>
                  <a:gd name="T6" fmla="*/ 3 w 121"/>
                  <a:gd name="T7" fmla="*/ 49 h 156"/>
                  <a:gd name="T8" fmla="*/ 35 w 121"/>
                  <a:gd name="T9" fmla="*/ 2 h 156"/>
                  <a:gd name="T10" fmla="*/ 35 w 121"/>
                  <a:gd name="T11" fmla="*/ 0 h 156"/>
                  <a:gd name="T12" fmla="*/ 86 w 121"/>
                  <a:gd name="T13" fmla="*/ 0 h 156"/>
                  <a:gd name="T14" fmla="*/ 86 w 121"/>
                  <a:gd name="T15" fmla="*/ 2 h 156"/>
                  <a:gd name="T16" fmla="*/ 118 w 121"/>
                  <a:gd name="T17" fmla="*/ 49 h 156"/>
                  <a:gd name="T18" fmla="*/ 121 w 121"/>
                  <a:gd name="T19" fmla="*/ 50 h 156"/>
                  <a:gd name="T20" fmla="*/ 65 w 121"/>
                  <a:gd name="T21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1" h="156">
                    <a:moveTo>
                      <a:pt x="65" y="156"/>
                    </a:moveTo>
                    <a:cubicBezTo>
                      <a:pt x="57" y="156"/>
                      <a:pt x="57" y="156"/>
                      <a:pt x="57" y="156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5" y="48"/>
                      <a:pt x="35" y="36"/>
                      <a:pt x="35" y="2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2"/>
                      <a:pt x="86" y="2"/>
                      <a:pt x="86" y="2"/>
                    </a:cubicBezTo>
                    <a:cubicBezTo>
                      <a:pt x="86" y="36"/>
                      <a:pt x="118" y="49"/>
                      <a:pt x="118" y="49"/>
                    </a:cubicBezTo>
                    <a:cubicBezTo>
                      <a:pt x="121" y="50"/>
                      <a:pt x="121" y="50"/>
                      <a:pt x="121" y="50"/>
                    </a:cubicBezTo>
                    <a:cubicBezTo>
                      <a:pt x="65" y="156"/>
                      <a:pt x="65" y="156"/>
                      <a:pt x="65" y="156"/>
                    </a:cubicBezTo>
                  </a:path>
                </a:pathLst>
              </a:custGeom>
              <a:solidFill>
                <a:srgbClr val="E3C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9" name="Freeform 10439"/>
              <p:cNvSpPr>
                <a:spLocks/>
              </p:cNvSpPr>
              <p:nvPr/>
            </p:nvSpPr>
            <p:spPr bwMode="auto">
              <a:xfrm>
                <a:off x="3700" y="2257"/>
                <a:ext cx="273" cy="361"/>
              </a:xfrm>
              <a:custGeom>
                <a:avLst/>
                <a:gdLst>
                  <a:gd name="T0" fmla="*/ 55 w 115"/>
                  <a:gd name="T1" fmla="*/ 152 h 152"/>
                  <a:gd name="T2" fmla="*/ 61 w 115"/>
                  <a:gd name="T3" fmla="*/ 152 h 152"/>
                  <a:gd name="T4" fmla="*/ 115 w 115"/>
                  <a:gd name="T5" fmla="*/ 49 h 152"/>
                  <a:gd name="T6" fmla="*/ 115 w 115"/>
                  <a:gd name="T7" fmla="*/ 49 h 152"/>
                  <a:gd name="T8" fmla="*/ 82 w 115"/>
                  <a:gd name="T9" fmla="*/ 0 h 152"/>
                  <a:gd name="T10" fmla="*/ 82 w 115"/>
                  <a:gd name="T11" fmla="*/ 0 h 152"/>
                  <a:gd name="T12" fmla="*/ 34 w 115"/>
                  <a:gd name="T13" fmla="*/ 0 h 152"/>
                  <a:gd name="T14" fmla="*/ 34 w 115"/>
                  <a:gd name="T15" fmla="*/ 0 h 152"/>
                  <a:gd name="T16" fmla="*/ 1 w 115"/>
                  <a:gd name="T17" fmla="*/ 49 h 152"/>
                  <a:gd name="T18" fmla="*/ 0 w 115"/>
                  <a:gd name="T19" fmla="*/ 49 h 152"/>
                  <a:gd name="T20" fmla="*/ 55 w 115"/>
                  <a:gd name="T21" fmla="*/ 15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5" h="152">
                    <a:moveTo>
                      <a:pt x="55" y="152"/>
                    </a:moveTo>
                    <a:cubicBezTo>
                      <a:pt x="61" y="152"/>
                      <a:pt x="61" y="152"/>
                      <a:pt x="61" y="152"/>
                    </a:cubicBezTo>
                    <a:cubicBezTo>
                      <a:pt x="115" y="49"/>
                      <a:pt x="115" y="49"/>
                      <a:pt x="115" y="49"/>
                    </a:cubicBezTo>
                    <a:cubicBezTo>
                      <a:pt x="115" y="49"/>
                      <a:pt x="115" y="49"/>
                      <a:pt x="115" y="49"/>
                    </a:cubicBezTo>
                    <a:cubicBezTo>
                      <a:pt x="114" y="48"/>
                      <a:pt x="82" y="35"/>
                      <a:pt x="82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35"/>
                      <a:pt x="2" y="48"/>
                      <a:pt x="1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55" y="152"/>
                      <a:pt x="55" y="152"/>
                      <a:pt x="55" y="152"/>
                    </a:cubicBezTo>
                  </a:path>
                </a:pathLst>
              </a:custGeom>
              <a:solidFill>
                <a:srgbClr val="E3C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0" name="Freeform 10440"/>
              <p:cNvSpPr>
                <a:spLocks/>
              </p:cNvSpPr>
              <p:nvPr/>
            </p:nvSpPr>
            <p:spPr bwMode="auto">
              <a:xfrm>
                <a:off x="3522" y="2362"/>
                <a:ext cx="629" cy="291"/>
              </a:xfrm>
              <a:custGeom>
                <a:avLst/>
                <a:gdLst>
                  <a:gd name="T0" fmla="*/ 247 w 265"/>
                  <a:gd name="T1" fmla="*/ 30 h 123"/>
                  <a:gd name="T2" fmla="*/ 187 w 265"/>
                  <a:gd name="T3" fmla="*/ 0 h 123"/>
                  <a:gd name="T4" fmla="*/ 133 w 265"/>
                  <a:gd name="T5" fmla="*/ 91 h 123"/>
                  <a:gd name="T6" fmla="*/ 80 w 265"/>
                  <a:gd name="T7" fmla="*/ 0 h 123"/>
                  <a:gd name="T8" fmla="*/ 19 w 265"/>
                  <a:gd name="T9" fmla="*/ 30 h 123"/>
                  <a:gd name="T10" fmla="*/ 7 w 265"/>
                  <a:gd name="T11" fmla="*/ 123 h 123"/>
                  <a:gd name="T12" fmla="*/ 259 w 265"/>
                  <a:gd name="T13" fmla="*/ 123 h 123"/>
                  <a:gd name="T14" fmla="*/ 247 w 265"/>
                  <a:gd name="T15" fmla="*/ 3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5" h="123">
                    <a:moveTo>
                      <a:pt x="247" y="30"/>
                    </a:moveTo>
                    <a:cubicBezTo>
                      <a:pt x="237" y="20"/>
                      <a:pt x="224" y="9"/>
                      <a:pt x="187" y="0"/>
                    </a:cubicBezTo>
                    <a:cubicBezTo>
                      <a:pt x="133" y="91"/>
                      <a:pt x="133" y="91"/>
                      <a:pt x="133" y="9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43" y="9"/>
                      <a:pt x="29" y="20"/>
                      <a:pt x="19" y="30"/>
                    </a:cubicBezTo>
                    <a:cubicBezTo>
                      <a:pt x="0" y="48"/>
                      <a:pt x="7" y="95"/>
                      <a:pt x="7" y="123"/>
                    </a:cubicBezTo>
                    <a:cubicBezTo>
                      <a:pt x="259" y="123"/>
                      <a:pt x="259" y="123"/>
                      <a:pt x="259" y="123"/>
                    </a:cubicBezTo>
                    <a:cubicBezTo>
                      <a:pt x="259" y="95"/>
                      <a:pt x="265" y="48"/>
                      <a:pt x="247" y="30"/>
                    </a:cubicBezTo>
                  </a:path>
                </a:pathLst>
              </a:custGeom>
              <a:solidFill>
                <a:srgbClr val="3362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1" name="Freeform 10441"/>
              <p:cNvSpPr>
                <a:spLocks/>
              </p:cNvSpPr>
              <p:nvPr/>
            </p:nvSpPr>
            <p:spPr bwMode="auto">
              <a:xfrm>
                <a:off x="3667" y="1982"/>
                <a:ext cx="341" cy="349"/>
              </a:xfrm>
              <a:custGeom>
                <a:avLst/>
                <a:gdLst>
                  <a:gd name="T0" fmla="*/ 137 w 144"/>
                  <a:gd name="T1" fmla="*/ 65 h 147"/>
                  <a:gd name="T2" fmla="*/ 137 w 144"/>
                  <a:gd name="T3" fmla="*/ 62 h 147"/>
                  <a:gd name="T4" fmla="*/ 72 w 144"/>
                  <a:gd name="T5" fmla="*/ 0 h 147"/>
                  <a:gd name="T6" fmla="*/ 6 w 144"/>
                  <a:gd name="T7" fmla="*/ 62 h 147"/>
                  <a:gd name="T8" fmla="*/ 6 w 144"/>
                  <a:gd name="T9" fmla="*/ 65 h 147"/>
                  <a:gd name="T10" fmla="*/ 0 w 144"/>
                  <a:gd name="T11" fmla="*/ 78 h 147"/>
                  <a:gd name="T12" fmla="*/ 9 w 144"/>
                  <a:gd name="T13" fmla="*/ 91 h 147"/>
                  <a:gd name="T14" fmla="*/ 11 w 144"/>
                  <a:gd name="T15" fmla="*/ 91 h 147"/>
                  <a:gd name="T16" fmla="*/ 72 w 144"/>
                  <a:gd name="T17" fmla="*/ 147 h 147"/>
                  <a:gd name="T18" fmla="*/ 133 w 144"/>
                  <a:gd name="T19" fmla="*/ 91 h 147"/>
                  <a:gd name="T20" fmla="*/ 135 w 144"/>
                  <a:gd name="T21" fmla="*/ 91 h 147"/>
                  <a:gd name="T22" fmla="*/ 144 w 144"/>
                  <a:gd name="T23" fmla="*/ 78 h 147"/>
                  <a:gd name="T24" fmla="*/ 137 w 144"/>
                  <a:gd name="T25" fmla="*/ 65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4" h="147">
                    <a:moveTo>
                      <a:pt x="137" y="65"/>
                    </a:moveTo>
                    <a:cubicBezTo>
                      <a:pt x="137" y="64"/>
                      <a:pt x="137" y="63"/>
                      <a:pt x="137" y="62"/>
                    </a:cubicBezTo>
                    <a:cubicBezTo>
                      <a:pt x="137" y="22"/>
                      <a:pt x="108" y="0"/>
                      <a:pt x="72" y="0"/>
                    </a:cubicBezTo>
                    <a:cubicBezTo>
                      <a:pt x="36" y="0"/>
                      <a:pt x="6" y="22"/>
                      <a:pt x="6" y="62"/>
                    </a:cubicBezTo>
                    <a:cubicBezTo>
                      <a:pt x="6" y="63"/>
                      <a:pt x="6" y="64"/>
                      <a:pt x="6" y="65"/>
                    </a:cubicBezTo>
                    <a:cubicBezTo>
                      <a:pt x="2" y="66"/>
                      <a:pt x="0" y="72"/>
                      <a:pt x="0" y="78"/>
                    </a:cubicBezTo>
                    <a:cubicBezTo>
                      <a:pt x="0" y="85"/>
                      <a:pt x="4" y="91"/>
                      <a:pt x="9" y="91"/>
                    </a:cubicBezTo>
                    <a:cubicBezTo>
                      <a:pt x="9" y="91"/>
                      <a:pt x="10" y="91"/>
                      <a:pt x="11" y="91"/>
                    </a:cubicBezTo>
                    <a:cubicBezTo>
                      <a:pt x="20" y="121"/>
                      <a:pt x="44" y="147"/>
                      <a:pt x="72" y="147"/>
                    </a:cubicBezTo>
                    <a:cubicBezTo>
                      <a:pt x="99" y="147"/>
                      <a:pt x="123" y="121"/>
                      <a:pt x="133" y="91"/>
                    </a:cubicBezTo>
                    <a:cubicBezTo>
                      <a:pt x="133" y="91"/>
                      <a:pt x="134" y="91"/>
                      <a:pt x="135" y="91"/>
                    </a:cubicBezTo>
                    <a:cubicBezTo>
                      <a:pt x="140" y="91"/>
                      <a:pt x="144" y="85"/>
                      <a:pt x="144" y="78"/>
                    </a:cubicBezTo>
                    <a:cubicBezTo>
                      <a:pt x="144" y="71"/>
                      <a:pt x="141" y="66"/>
                      <a:pt x="137" y="65"/>
                    </a:cubicBezTo>
                  </a:path>
                </a:pathLst>
              </a:custGeom>
              <a:solidFill>
                <a:srgbClr val="FFE5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2" name="Freeform 10442"/>
              <p:cNvSpPr>
                <a:spLocks noEditPoints="1"/>
              </p:cNvSpPr>
              <p:nvPr/>
            </p:nvSpPr>
            <p:spPr bwMode="auto">
              <a:xfrm>
                <a:off x="3662" y="1977"/>
                <a:ext cx="351" cy="358"/>
              </a:xfrm>
              <a:custGeom>
                <a:avLst/>
                <a:gdLst>
                  <a:gd name="T0" fmla="*/ 74 w 148"/>
                  <a:gd name="T1" fmla="*/ 151 h 151"/>
                  <a:gd name="T2" fmla="*/ 11 w 148"/>
                  <a:gd name="T3" fmla="*/ 95 h 151"/>
                  <a:gd name="T4" fmla="*/ 0 w 148"/>
                  <a:gd name="T5" fmla="*/ 80 h 151"/>
                  <a:gd name="T6" fmla="*/ 6 w 148"/>
                  <a:gd name="T7" fmla="*/ 66 h 151"/>
                  <a:gd name="T8" fmla="*/ 6 w 148"/>
                  <a:gd name="T9" fmla="*/ 64 h 151"/>
                  <a:gd name="T10" fmla="*/ 74 w 148"/>
                  <a:gd name="T11" fmla="*/ 0 h 151"/>
                  <a:gd name="T12" fmla="*/ 141 w 148"/>
                  <a:gd name="T13" fmla="*/ 64 h 151"/>
                  <a:gd name="T14" fmla="*/ 141 w 148"/>
                  <a:gd name="T15" fmla="*/ 66 h 151"/>
                  <a:gd name="T16" fmla="*/ 148 w 148"/>
                  <a:gd name="T17" fmla="*/ 80 h 151"/>
                  <a:gd name="T18" fmla="*/ 136 w 148"/>
                  <a:gd name="T19" fmla="*/ 95 h 151"/>
                  <a:gd name="T20" fmla="*/ 74 w 148"/>
                  <a:gd name="T21" fmla="*/ 151 h 151"/>
                  <a:gd name="T22" fmla="*/ 14 w 148"/>
                  <a:gd name="T23" fmla="*/ 90 h 151"/>
                  <a:gd name="T24" fmla="*/ 15 w 148"/>
                  <a:gd name="T25" fmla="*/ 92 h 151"/>
                  <a:gd name="T26" fmla="*/ 74 w 148"/>
                  <a:gd name="T27" fmla="*/ 147 h 151"/>
                  <a:gd name="T28" fmla="*/ 133 w 148"/>
                  <a:gd name="T29" fmla="*/ 92 h 151"/>
                  <a:gd name="T30" fmla="*/ 133 w 148"/>
                  <a:gd name="T31" fmla="*/ 90 h 151"/>
                  <a:gd name="T32" fmla="*/ 135 w 148"/>
                  <a:gd name="T33" fmla="*/ 91 h 151"/>
                  <a:gd name="T34" fmla="*/ 137 w 148"/>
                  <a:gd name="T35" fmla="*/ 91 h 151"/>
                  <a:gd name="T36" fmla="*/ 144 w 148"/>
                  <a:gd name="T37" fmla="*/ 80 h 151"/>
                  <a:gd name="T38" fmla="*/ 139 w 148"/>
                  <a:gd name="T39" fmla="*/ 69 h 151"/>
                  <a:gd name="T40" fmla="*/ 137 w 148"/>
                  <a:gd name="T41" fmla="*/ 68 h 151"/>
                  <a:gd name="T42" fmla="*/ 137 w 148"/>
                  <a:gd name="T43" fmla="*/ 67 h 151"/>
                  <a:gd name="T44" fmla="*/ 137 w 148"/>
                  <a:gd name="T45" fmla="*/ 64 h 151"/>
                  <a:gd name="T46" fmla="*/ 74 w 148"/>
                  <a:gd name="T47" fmla="*/ 4 h 151"/>
                  <a:gd name="T48" fmla="*/ 10 w 148"/>
                  <a:gd name="T49" fmla="*/ 64 h 151"/>
                  <a:gd name="T50" fmla="*/ 10 w 148"/>
                  <a:gd name="T51" fmla="*/ 67 h 151"/>
                  <a:gd name="T52" fmla="*/ 10 w 148"/>
                  <a:gd name="T53" fmla="*/ 68 h 151"/>
                  <a:gd name="T54" fmla="*/ 9 w 148"/>
                  <a:gd name="T55" fmla="*/ 69 h 151"/>
                  <a:gd name="T56" fmla="*/ 4 w 148"/>
                  <a:gd name="T57" fmla="*/ 80 h 151"/>
                  <a:gd name="T58" fmla="*/ 11 w 148"/>
                  <a:gd name="T59" fmla="*/ 91 h 151"/>
                  <a:gd name="T60" fmla="*/ 12 w 148"/>
                  <a:gd name="T61" fmla="*/ 91 h 151"/>
                  <a:gd name="T62" fmla="*/ 14 w 148"/>
                  <a:gd name="T63" fmla="*/ 9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8" h="151">
                    <a:moveTo>
                      <a:pt x="74" y="151"/>
                    </a:moveTo>
                    <a:cubicBezTo>
                      <a:pt x="44" y="151"/>
                      <a:pt x="21" y="122"/>
                      <a:pt x="11" y="95"/>
                    </a:cubicBezTo>
                    <a:cubicBezTo>
                      <a:pt x="5" y="96"/>
                      <a:pt x="0" y="89"/>
                      <a:pt x="0" y="80"/>
                    </a:cubicBezTo>
                    <a:cubicBezTo>
                      <a:pt x="0" y="74"/>
                      <a:pt x="2" y="68"/>
                      <a:pt x="6" y="66"/>
                    </a:cubicBezTo>
                    <a:cubicBezTo>
                      <a:pt x="6" y="65"/>
                      <a:pt x="6" y="65"/>
                      <a:pt x="6" y="64"/>
                    </a:cubicBezTo>
                    <a:cubicBezTo>
                      <a:pt x="6" y="26"/>
                      <a:pt x="33" y="0"/>
                      <a:pt x="74" y="0"/>
                    </a:cubicBezTo>
                    <a:cubicBezTo>
                      <a:pt x="114" y="0"/>
                      <a:pt x="141" y="26"/>
                      <a:pt x="141" y="64"/>
                    </a:cubicBezTo>
                    <a:cubicBezTo>
                      <a:pt x="141" y="65"/>
                      <a:pt x="141" y="65"/>
                      <a:pt x="141" y="66"/>
                    </a:cubicBezTo>
                    <a:cubicBezTo>
                      <a:pt x="145" y="68"/>
                      <a:pt x="148" y="73"/>
                      <a:pt x="148" y="80"/>
                    </a:cubicBezTo>
                    <a:cubicBezTo>
                      <a:pt x="148" y="89"/>
                      <a:pt x="143" y="96"/>
                      <a:pt x="136" y="95"/>
                    </a:cubicBezTo>
                    <a:cubicBezTo>
                      <a:pt x="127" y="122"/>
                      <a:pt x="104" y="151"/>
                      <a:pt x="74" y="151"/>
                    </a:cubicBezTo>
                    <a:moveTo>
                      <a:pt x="14" y="90"/>
                    </a:moveTo>
                    <a:cubicBezTo>
                      <a:pt x="15" y="92"/>
                      <a:pt x="15" y="92"/>
                      <a:pt x="15" y="92"/>
                    </a:cubicBezTo>
                    <a:cubicBezTo>
                      <a:pt x="23" y="119"/>
                      <a:pt x="45" y="147"/>
                      <a:pt x="74" y="147"/>
                    </a:cubicBezTo>
                    <a:cubicBezTo>
                      <a:pt x="102" y="147"/>
                      <a:pt x="124" y="119"/>
                      <a:pt x="133" y="92"/>
                    </a:cubicBezTo>
                    <a:cubicBezTo>
                      <a:pt x="133" y="90"/>
                      <a:pt x="133" y="90"/>
                      <a:pt x="133" y="90"/>
                    </a:cubicBezTo>
                    <a:cubicBezTo>
                      <a:pt x="135" y="91"/>
                      <a:pt x="135" y="91"/>
                      <a:pt x="135" y="91"/>
                    </a:cubicBezTo>
                    <a:cubicBezTo>
                      <a:pt x="136" y="91"/>
                      <a:pt x="136" y="91"/>
                      <a:pt x="137" y="91"/>
                    </a:cubicBezTo>
                    <a:cubicBezTo>
                      <a:pt x="141" y="91"/>
                      <a:pt x="144" y="86"/>
                      <a:pt x="144" y="80"/>
                    </a:cubicBezTo>
                    <a:cubicBezTo>
                      <a:pt x="144" y="74"/>
                      <a:pt x="142" y="70"/>
                      <a:pt x="139" y="69"/>
                    </a:cubicBezTo>
                    <a:cubicBezTo>
                      <a:pt x="137" y="68"/>
                      <a:pt x="137" y="68"/>
                      <a:pt x="137" y="68"/>
                    </a:cubicBezTo>
                    <a:cubicBezTo>
                      <a:pt x="137" y="67"/>
                      <a:pt x="137" y="67"/>
                      <a:pt x="137" y="67"/>
                    </a:cubicBezTo>
                    <a:cubicBezTo>
                      <a:pt x="137" y="66"/>
                      <a:pt x="137" y="65"/>
                      <a:pt x="137" y="64"/>
                    </a:cubicBezTo>
                    <a:cubicBezTo>
                      <a:pt x="137" y="23"/>
                      <a:pt x="105" y="4"/>
                      <a:pt x="74" y="4"/>
                    </a:cubicBezTo>
                    <a:cubicBezTo>
                      <a:pt x="42" y="4"/>
                      <a:pt x="10" y="23"/>
                      <a:pt x="10" y="64"/>
                    </a:cubicBezTo>
                    <a:cubicBezTo>
                      <a:pt x="10" y="65"/>
                      <a:pt x="10" y="66"/>
                      <a:pt x="10" y="67"/>
                    </a:cubicBezTo>
                    <a:cubicBezTo>
                      <a:pt x="10" y="68"/>
                      <a:pt x="10" y="68"/>
                      <a:pt x="10" y="68"/>
                    </a:cubicBezTo>
                    <a:cubicBezTo>
                      <a:pt x="9" y="69"/>
                      <a:pt x="9" y="69"/>
                      <a:pt x="9" y="69"/>
                    </a:cubicBezTo>
                    <a:cubicBezTo>
                      <a:pt x="6" y="70"/>
                      <a:pt x="4" y="74"/>
                      <a:pt x="4" y="80"/>
                    </a:cubicBezTo>
                    <a:cubicBezTo>
                      <a:pt x="4" y="86"/>
                      <a:pt x="7" y="91"/>
                      <a:pt x="11" y="91"/>
                    </a:cubicBezTo>
                    <a:cubicBezTo>
                      <a:pt x="11" y="91"/>
                      <a:pt x="12" y="91"/>
                      <a:pt x="12" y="91"/>
                    </a:cubicBezTo>
                    <a:cubicBezTo>
                      <a:pt x="14" y="90"/>
                      <a:pt x="14" y="90"/>
                      <a:pt x="14" y="90"/>
                    </a:cubicBezTo>
                  </a:path>
                </a:pathLst>
              </a:custGeom>
              <a:solidFill>
                <a:srgbClr val="E3C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3" name="Freeform 10443"/>
              <p:cNvSpPr>
                <a:spLocks/>
              </p:cNvSpPr>
              <p:nvPr/>
            </p:nvSpPr>
            <p:spPr bwMode="auto">
              <a:xfrm>
                <a:off x="3610" y="1975"/>
                <a:ext cx="443" cy="149"/>
              </a:xfrm>
              <a:custGeom>
                <a:avLst/>
                <a:gdLst>
                  <a:gd name="T0" fmla="*/ 94 w 187"/>
                  <a:gd name="T1" fmla="*/ 0 h 63"/>
                  <a:gd name="T2" fmla="*/ 29 w 187"/>
                  <a:gd name="T3" fmla="*/ 62 h 63"/>
                  <a:gd name="T4" fmla="*/ 79 w 187"/>
                  <a:gd name="T5" fmla="*/ 52 h 63"/>
                  <a:gd name="T6" fmla="*/ 115 w 187"/>
                  <a:gd name="T7" fmla="*/ 26 h 63"/>
                  <a:gd name="T8" fmla="*/ 136 w 187"/>
                  <a:gd name="T9" fmla="*/ 46 h 63"/>
                  <a:gd name="T10" fmla="*/ 163 w 187"/>
                  <a:gd name="T11" fmla="*/ 63 h 63"/>
                  <a:gd name="T12" fmla="*/ 94 w 187"/>
                  <a:gd name="T13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7" h="63">
                    <a:moveTo>
                      <a:pt x="94" y="0"/>
                    </a:moveTo>
                    <a:cubicBezTo>
                      <a:pt x="0" y="0"/>
                      <a:pt x="29" y="62"/>
                      <a:pt x="29" y="62"/>
                    </a:cubicBezTo>
                    <a:cubicBezTo>
                      <a:pt x="29" y="62"/>
                      <a:pt x="63" y="60"/>
                      <a:pt x="79" y="52"/>
                    </a:cubicBezTo>
                    <a:cubicBezTo>
                      <a:pt x="103" y="41"/>
                      <a:pt x="115" y="26"/>
                      <a:pt x="115" y="26"/>
                    </a:cubicBezTo>
                    <a:cubicBezTo>
                      <a:pt x="115" y="26"/>
                      <a:pt x="123" y="35"/>
                      <a:pt x="136" y="46"/>
                    </a:cubicBezTo>
                    <a:cubicBezTo>
                      <a:pt x="148" y="56"/>
                      <a:pt x="163" y="63"/>
                      <a:pt x="163" y="63"/>
                    </a:cubicBezTo>
                    <a:cubicBezTo>
                      <a:pt x="163" y="63"/>
                      <a:pt x="187" y="0"/>
                      <a:pt x="94" y="0"/>
                    </a:cubicBezTo>
                  </a:path>
                </a:pathLst>
              </a:custGeom>
              <a:solidFill>
                <a:srgbClr val="FF8B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4" name="Freeform 10444"/>
              <p:cNvSpPr>
                <a:spLocks/>
              </p:cNvSpPr>
              <p:nvPr/>
            </p:nvSpPr>
            <p:spPr bwMode="auto">
              <a:xfrm>
                <a:off x="3681" y="2357"/>
                <a:ext cx="166" cy="265"/>
              </a:xfrm>
              <a:custGeom>
                <a:avLst/>
                <a:gdLst>
                  <a:gd name="T0" fmla="*/ 16 w 70"/>
                  <a:gd name="T1" fmla="*/ 0 h 112"/>
                  <a:gd name="T2" fmla="*/ 65 w 70"/>
                  <a:gd name="T3" fmla="*/ 98 h 112"/>
                  <a:gd name="T4" fmla="*/ 65 w 70"/>
                  <a:gd name="T5" fmla="*/ 112 h 112"/>
                  <a:gd name="T6" fmla="*/ 4 w 70"/>
                  <a:gd name="T7" fmla="*/ 53 h 112"/>
                  <a:gd name="T8" fmla="*/ 19 w 70"/>
                  <a:gd name="T9" fmla="*/ 41 h 112"/>
                  <a:gd name="T10" fmla="*/ 0 w 70"/>
                  <a:gd name="T11" fmla="*/ 41 h 112"/>
                  <a:gd name="T12" fmla="*/ 8 w 70"/>
                  <a:gd name="T13" fmla="*/ 4 h 112"/>
                  <a:gd name="T14" fmla="*/ 16 w 70"/>
                  <a:gd name="T1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" h="112">
                    <a:moveTo>
                      <a:pt x="16" y="0"/>
                    </a:moveTo>
                    <a:cubicBezTo>
                      <a:pt x="16" y="0"/>
                      <a:pt x="70" y="101"/>
                      <a:pt x="65" y="98"/>
                    </a:cubicBezTo>
                    <a:cubicBezTo>
                      <a:pt x="65" y="112"/>
                      <a:pt x="65" y="112"/>
                      <a:pt x="65" y="112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5" name="Freeform 10445"/>
              <p:cNvSpPr>
                <a:spLocks/>
              </p:cNvSpPr>
              <p:nvPr/>
            </p:nvSpPr>
            <p:spPr bwMode="auto">
              <a:xfrm>
                <a:off x="3691" y="2350"/>
                <a:ext cx="161" cy="263"/>
              </a:xfrm>
              <a:custGeom>
                <a:avLst/>
                <a:gdLst>
                  <a:gd name="T0" fmla="*/ 16 w 68"/>
                  <a:gd name="T1" fmla="*/ 0 h 111"/>
                  <a:gd name="T2" fmla="*/ 63 w 68"/>
                  <a:gd name="T3" fmla="*/ 97 h 111"/>
                  <a:gd name="T4" fmla="*/ 62 w 68"/>
                  <a:gd name="T5" fmla="*/ 111 h 111"/>
                  <a:gd name="T6" fmla="*/ 6 w 68"/>
                  <a:gd name="T7" fmla="*/ 56 h 111"/>
                  <a:gd name="T8" fmla="*/ 24 w 68"/>
                  <a:gd name="T9" fmla="*/ 40 h 111"/>
                  <a:gd name="T10" fmla="*/ 0 w 68"/>
                  <a:gd name="T11" fmla="*/ 40 h 111"/>
                  <a:gd name="T12" fmla="*/ 8 w 68"/>
                  <a:gd name="T13" fmla="*/ 4 h 111"/>
                  <a:gd name="T14" fmla="*/ 16 w 68"/>
                  <a:gd name="T15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8" h="111">
                    <a:moveTo>
                      <a:pt x="16" y="0"/>
                    </a:moveTo>
                    <a:cubicBezTo>
                      <a:pt x="16" y="0"/>
                      <a:pt x="68" y="100"/>
                      <a:pt x="63" y="97"/>
                    </a:cubicBezTo>
                    <a:cubicBezTo>
                      <a:pt x="62" y="111"/>
                      <a:pt x="62" y="111"/>
                      <a:pt x="62" y="111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6" name="Freeform 10446"/>
              <p:cNvSpPr>
                <a:spLocks/>
              </p:cNvSpPr>
              <p:nvPr/>
            </p:nvSpPr>
            <p:spPr bwMode="auto">
              <a:xfrm>
                <a:off x="3826" y="2357"/>
                <a:ext cx="166" cy="265"/>
              </a:xfrm>
              <a:custGeom>
                <a:avLst/>
                <a:gdLst>
                  <a:gd name="T0" fmla="*/ 54 w 70"/>
                  <a:gd name="T1" fmla="*/ 0 h 112"/>
                  <a:gd name="T2" fmla="*/ 5 w 70"/>
                  <a:gd name="T3" fmla="*/ 98 h 112"/>
                  <a:gd name="T4" fmla="*/ 5 w 70"/>
                  <a:gd name="T5" fmla="*/ 112 h 112"/>
                  <a:gd name="T6" fmla="*/ 66 w 70"/>
                  <a:gd name="T7" fmla="*/ 53 h 112"/>
                  <a:gd name="T8" fmla="*/ 52 w 70"/>
                  <a:gd name="T9" fmla="*/ 41 h 112"/>
                  <a:gd name="T10" fmla="*/ 70 w 70"/>
                  <a:gd name="T11" fmla="*/ 41 h 112"/>
                  <a:gd name="T12" fmla="*/ 63 w 70"/>
                  <a:gd name="T13" fmla="*/ 4 h 112"/>
                  <a:gd name="T14" fmla="*/ 54 w 70"/>
                  <a:gd name="T1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" h="112">
                    <a:moveTo>
                      <a:pt x="54" y="0"/>
                    </a:moveTo>
                    <a:cubicBezTo>
                      <a:pt x="54" y="0"/>
                      <a:pt x="0" y="101"/>
                      <a:pt x="5" y="98"/>
                    </a:cubicBezTo>
                    <a:cubicBezTo>
                      <a:pt x="5" y="112"/>
                      <a:pt x="5" y="112"/>
                      <a:pt x="5" y="112"/>
                    </a:cubicBezTo>
                    <a:cubicBezTo>
                      <a:pt x="66" y="53"/>
                      <a:pt x="66" y="53"/>
                      <a:pt x="66" y="53"/>
                    </a:cubicBezTo>
                    <a:cubicBezTo>
                      <a:pt x="52" y="41"/>
                      <a:pt x="52" y="41"/>
                      <a:pt x="52" y="41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63" y="4"/>
                      <a:pt x="63" y="4"/>
                      <a:pt x="63" y="4"/>
                    </a:cubicBez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7" name="Freeform 10447"/>
              <p:cNvSpPr>
                <a:spLocks/>
              </p:cNvSpPr>
              <p:nvPr/>
            </p:nvSpPr>
            <p:spPr bwMode="auto">
              <a:xfrm>
                <a:off x="3821" y="2350"/>
                <a:ext cx="161" cy="263"/>
              </a:xfrm>
              <a:custGeom>
                <a:avLst/>
                <a:gdLst>
                  <a:gd name="T0" fmla="*/ 53 w 68"/>
                  <a:gd name="T1" fmla="*/ 0 h 111"/>
                  <a:gd name="T2" fmla="*/ 5 w 68"/>
                  <a:gd name="T3" fmla="*/ 97 h 111"/>
                  <a:gd name="T4" fmla="*/ 7 w 68"/>
                  <a:gd name="T5" fmla="*/ 111 h 111"/>
                  <a:gd name="T6" fmla="*/ 63 w 68"/>
                  <a:gd name="T7" fmla="*/ 56 h 111"/>
                  <a:gd name="T8" fmla="*/ 44 w 68"/>
                  <a:gd name="T9" fmla="*/ 40 h 111"/>
                  <a:gd name="T10" fmla="*/ 68 w 68"/>
                  <a:gd name="T11" fmla="*/ 40 h 111"/>
                  <a:gd name="T12" fmla="*/ 61 w 68"/>
                  <a:gd name="T13" fmla="*/ 4 h 111"/>
                  <a:gd name="T14" fmla="*/ 53 w 68"/>
                  <a:gd name="T15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8" h="111">
                    <a:moveTo>
                      <a:pt x="53" y="0"/>
                    </a:moveTo>
                    <a:cubicBezTo>
                      <a:pt x="53" y="0"/>
                      <a:pt x="0" y="100"/>
                      <a:pt x="5" y="97"/>
                    </a:cubicBezTo>
                    <a:cubicBezTo>
                      <a:pt x="7" y="111"/>
                      <a:pt x="7" y="111"/>
                      <a:pt x="7" y="111"/>
                    </a:cubicBezTo>
                    <a:cubicBezTo>
                      <a:pt x="63" y="56"/>
                      <a:pt x="63" y="56"/>
                      <a:pt x="63" y="56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3" y="0"/>
                      <a:pt x="53" y="0"/>
                      <a:pt x="5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8" name="Freeform 10448"/>
              <p:cNvSpPr>
                <a:spLocks/>
              </p:cNvSpPr>
              <p:nvPr/>
            </p:nvSpPr>
            <p:spPr bwMode="auto">
              <a:xfrm>
                <a:off x="3710" y="2127"/>
                <a:ext cx="113" cy="45"/>
              </a:xfrm>
              <a:custGeom>
                <a:avLst/>
                <a:gdLst>
                  <a:gd name="T0" fmla="*/ 48 w 48"/>
                  <a:gd name="T1" fmla="*/ 15 h 19"/>
                  <a:gd name="T2" fmla="*/ 45 w 48"/>
                  <a:gd name="T3" fmla="*/ 19 h 19"/>
                  <a:gd name="T4" fmla="*/ 3 w 48"/>
                  <a:gd name="T5" fmla="*/ 19 h 19"/>
                  <a:gd name="T6" fmla="*/ 0 w 48"/>
                  <a:gd name="T7" fmla="*/ 15 h 19"/>
                  <a:gd name="T8" fmla="*/ 0 w 48"/>
                  <a:gd name="T9" fmla="*/ 5 h 19"/>
                  <a:gd name="T10" fmla="*/ 3 w 48"/>
                  <a:gd name="T11" fmla="*/ 0 h 19"/>
                  <a:gd name="T12" fmla="*/ 45 w 48"/>
                  <a:gd name="T13" fmla="*/ 0 h 19"/>
                  <a:gd name="T14" fmla="*/ 48 w 48"/>
                  <a:gd name="T15" fmla="*/ 5 h 19"/>
                  <a:gd name="T16" fmla="*/ 48 w 48"/>
                  <a:gd name="T17" fmla="*/ 1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9">
                    <a:moveTo>
                      <a:pt x="48" y="15"/>
                    </a:moveTo>
                    <a:cubicBezTo>
                      <a:pt x="48" y="17"/>
                      <a:pt x="47" y="19"/>
                      <a:pt x="45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1" y="19"/>
                      <a:pt x="0" y="17"/>
                      <a:pt x="0" y="1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1" y="0"/>
                      <a:pt x="3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7" y="0"/>
                      <a:pt x="48" y="2"/>
                      <a:pt x="48" y="5"/>
                    </a:cubicBezTo>
                    <a:cubicBezTo>
                      <a:pt x="48" y="15"/>
                      <a:pt x="48" y="15"/>
                      <a:pt x="48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9" name="Freeform 10449"/>
              <p:cNvSpPr>
                <a:spLocks noEditPoints="1"/>
              </p:cNvSpPr>
              <p:nvPr/>
            </p:nvSpPr>
            <p:spPr bwMode="auto">
              <a:xfrm>
                <a:off x="3705" y="2122"/>
                <a:ext cx="123" cy="55"/>
              </a:xfrm>
              <a:custGeom>
                <a:avLst/>
                <a:gdLst>
                  <a:gd name="T0" fmla="*/ 47 w 52"/>
                  <a:gd name="T1" fmla="*/ 23 h 23"/>
                  <a:gd name="T2" fmla="*/ 5 w 52"/>
                  <a:gd name="T3" fmla="*/ 23 h 23"/>
                  <a:gd name="T4" fmla="*/ 0 w 52"/>
                  <a:gd name="T5" fmla="*/ 17 h 23"/>
                  <a:gd name="T6" fmla="*/ 0 w 52"/>
                  <a:gd name="T7" fmla="*/ 7 h 23"/>
                  <a:gd name="T8" fmla="*/ 5 w 52"/>
                  <a:gd name="T9" fmla="*/ 0 h 23"/>
                  <a:gd name="T10" fmla="*/ 47 w 52"/>
                  <a:gd name="T11" fmla="*/ 0 h 23"/>
                  <a:gd name="T12" fmla="*/ 52 w 52"/>
                  <a:gd name="T13" fmla="*/ 7 h 23"/>
                  <a:gd name="T14" fmla="*/ 52 w 52"/>
                  <a:gd name="T15" fmla="*/ 17 h 23"/>
                  <a:gd name="T16" fmla="*/ 47 w 52"/>
                  <a:gd name="T17" fmla="*/ 23 h 23"/>
                  <a:gd name="T18" fmla="*/ 5 w 52"/>
                  <a:gd name="T19" fmla="*/ 4 h 23"/>
                  <a:gd name="T20" fmla="*/ 4 w 52"/>
                  <a:gd name="T21" fmla="*/ 7 h 23"/>
                  <a:gd name="T22" fmla="*/ 4 w 52"/>
                  <a:gd name="T23" fmla="*/ 17 h 23"/>
                  <a:gd name="T24" fmla="*/ 5 w 52"/>
                  <a:gd name="T25" fmla="*/ 19 h 23"/>
                  <a:gd name="T26" fmla="*/ 47 w 52"/>
                  <a:gd name="T27" fmla="*/ 19 h 23"/>
                  <a:gd name="T28" fmla="*/ 48 w 52"/>
                  <a:gd name="T29" fmla="*/ 17 h 23"/>
                  <a:gd name="T30" fmla="*/ 48 w 52"/>
                  <a:gd name="T31" fmla="*/ 7 h 23"/>
                  <a:gd name="T32" fmla="*/ 47 w 52"/>
                  <a:gd name="T33" fmla="*/ 4 h 23"/>
                  <a:gd name="T34" fmla="*/ 5 w 52"/>
                  <a:gd name="T35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2" h="23">
                    <a:moveTo>
                      <a:pt x="47" y="23"/>
                    </a:moveTo>
                    <a:cubicBezTo>
                      <a:pt x="5" y="23"/>
                      <a:pt x="5" y="23"/>
                      <a:pt x="5" y="23"/>
                    </a:cubicBezTo>
                    <a:cubicBezTo>
                      <a:pt x="2" y="23"/>
                      <a:pt x="0" y="20"/>
                      <a:pt x="0" y="1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0" y="0"/>
                      <a:pt x="52" y="3"/>
                      <a:pt x="52" y="7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2" y="20"/>
                      <a:pt x="50" y="23"/>
                      <a:pt x="47" y="23"/>
                    </a:cubicBezTo>
                    <a:moveTo>
                      <a:pt x="5" y="4"/>
                    </a:moveTo>
                    <a:cubicBezTo>
                      <a:pt x="5" y="4"/>
                      <a:pt x="4" y="5"/>
                      <a:pt x="4" y="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8"/>
                      <a:pt x="5" y="19"/>
                      <a:pt x="5" y="19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19"/>
                      <a:pt x="48" y="18"/>
                      <a:pt x="48" y="17"/>
                    </a:cubicBezTo>
                    <a:cubicBezTo>
                      <a:pt x="48" y="7"/>
                      <a:pt x="48" y="7"/>
                      <a:pt x="48" y="7"/>
                    </a:cubicBezTo>
                    <a:cubicBezTo>
                      <a:pt x="48" y="5"/>
                      <a:pt x="47" y="4"/>
                      <a:pt x="47" y="4"/>
                    </a:cubicBezTo>
                    <a:cubicBezTo>
                      <a:pt x="5" y="4"/>
                      <a:pt x="5" y="4"/>
                      <a:pt x="5" y="4"/>
                    </a:cubicBezTo>
                  </a:path>
                </a:pathLst>
              </a:custGeom>
              <a:solidFill>
                <a:srgbClr val="3A3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0" name="Freeform 10450"/>
              <p:cNvSpPr>
                <a:spLocks/>
              </p:cNvSpPr>
              <p:nvPr/>
            </p:nvSpPr>
            <p:spPr bwMode="auto">
              <a:xfrm>
                <a:off x="3857" y="2127"/>
                <a:ext cx="111" cy="45"/>
              </a:xfrm>
              <a:custGeom>
                <a:avLst/>
                <a:gdLst>
                  <a:gd name="T0" fmla="*/ 47 w 47"/>
                  <a:gd name="T1" fmla="*/ 15 h 19"/>
                  <a:gd name="T2" fmla="*/ 44 w 47"/>
                  <a:gd name="T3" fmla="*/ 19 h 19"/>
                  <a:gd name="T4" fmla="*/ 3 w 47"/>
                  <a:gd name="T5" fmla="*/ 19 h 19"/>
                  <a:gd name="T6" fmla="*/ 0 w 47"/>
                  <a:gd name="T7" fmla="*/ 15 h 19"/>
                  <a:gd name="T8" fmla="*/ 0 w 47"/>
                  <a:gd name="T9" fmla="*/ 5 h 19"/>
                  <a:gd name="T10" fmla="*/ 3 w 47"/>
                  <a:gd name="T11" fmla="*/ 0 h 19"/>
                  <a:gd name="T12" fmla="*/ 44 w 47"/>
                  <a:gd name="T13" fmla="*/ 0 h 19"/>
                  <a:gd name="T14" fmla="*/ 47 w 47"/>
                  <a:gd name="T15" fmla="*/ 5 h 19"/>
                  <a:gd name="T16" fmla="*/ 47 w 47"/>
                  <a:gd name="T17" fmla="*/ 1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9">
                    <a:moveTo>
                      <a:pt x="47" y="15"/>
                    </a:moveTo>
                    <a:cubicBezTo>
                      <a:pt x="47" y="17"/>
                      <a:pt x="46" y="19"/>
                      <a:pt x="44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1" y="19"/>
                      <a:pt x="0" y="17"/>
                      <a:pt x="0" y="1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1" y="0"/>
                      <a:pt x="3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6" y="0"/>
                      <a:pt x="47" y="2"/>
                      <a:pt x="47" y="5"/>
                    </a:cubicBezTo>
                    <a:lnTo>
                      <a:pt x="47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1" name="Freeform 10451"/>
              <p:cNvSpPr>
                <a:spLocks noEditPoints="1"/>
              </p:cNvSpPr>
              <p:nvPr/>
            </p:nvSpPr>
            <p:spPr bwMode="auto">
              <a:xfrm>
                <a:off x="3852" y="2122"/>
                <a:ext cx="121" cy="55"/>
              </a:xfrm>
              <a:custGeom>
                <a:avLst/>
                <a:gdLst>
                  <a:gd name="T0" fmla="*/ 46 w 51"/>
                  <a:gd name="T1" fmla="*/ 23 h 23"/>
                  <a:gd name="T2" fmla="*/ 5 w 51"/>
                  <a:gd name="T3" fmla="*/ 23 h 23"/>
                  <a:gd name="T4" fmla="*/ 0 w 51"/>
                  <a:gd name="T5" fmla="*/ 17 h 23"/>
                  <a:gd name="T6" fmla="*/ 0 w 51"/>
                  <a:gd name="T7" fmla="*/ 7 h 23"/>
                  <a:gd name="T8" fmla="*/ 5 w 51"/>
                  <a:gd name="T9" fmla="*/ 0 h 23"/>
                  <a:gd name="T10" fmla="*/ 46 w 51"/>
                  <a:gd name="T11" fmla="*/ 0 h 23"/>
                  <a:gd name="T12" fmla="*/ 51 w 51"/>
                  <a:gd name="T13" fmla="*/ 7 h 23"/>
                  <a:gd name="T14" fmla="*/ 51 w 51"/>
                  <a:gd name="T15" fmla="*/ 17 h 23"/>
                  <a:gd name="T16" fmla="*/ 46 w 51"/>
                  <a:gd name="T17" fmla="*/ 23 h 23"/>
                  <a:gd name="T18" fmla="*/ 47 w 51"/>
                  <a:gd name="T19" fmla="*/ 7 h 23"/>
                  <a:gd name="T20" fmla="*/ 46 w 51"/>
                  <a:gd name="T21" fmla="*/ 4 h 23"/>
                  <a:gd name="T22" fmla="*/ 5 w 51"/>
                  <a:gd name="T23" fmla="*/ 4 h 23"/>
                  <a:gd name="T24" fmla="*/ 3 w 51"/>
                  <a:gd name="T25" fmla="*/ 7 h 23"/>
                  <a:gd name="T26" fmla="*/ 3 w 51"/>
                  <a:gd name="T27" fmla="*/ 17 h 23"/>
                  <a:gd name="T28" fmla="*/ 5 w 51"/>
                  <a:gd name="T29" fmla="*/ 19 h 23"/>
                  <a:gd name="T30" fmla="*/ 46 w 51"/>
                  <a:gd name="T31" fmla="*/ 19 h 23"/>
                  <a:gd name="T32" fmla="*/ 47 w 51"/>
                  <a:gd name="T33" fmla="*/ 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1" h="23">
                    <a:moveTo>
                      <a:pt x="46" y="23"/>
                    </a:moveTo>
                    <a:cubicBezTo>
                      <a:pt x="5" y="23"/>
                      <a:pt x="5" y="23"/>
                      <a:pt x="5" y="23"/>
                    </a:cubicBezTo>
                    <a:cubicBezTo>
                      <a:pt x="2" y="23"/>
                      <a:pt x="0" y="20"/>
                      <a:pt x="0" y="1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9" y="0"/>
                      <a:pt x="51" y="3"/>
                      <a:pt x="51" y="7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1" y="20"/>
                      <a:pt x="49" y="23"/>
                      <a:pt x="46" y="23"/>
                    </a:cubicBezTo>
                    <a:close/>
                    <a:moveTo>
                      <a:pt x="47" y="7"/>
                    </a:moveTo>
                    <a:cubicBezTo>
                      <a:pt x="47" y="5"/>
                      <a:pt x="47" y="4"/>
                      <a:pt x="46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4"/>
                      <a:pt x="3" y="5"/>
                      <a:pt x="3" y="7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3" y="18"/>
                      <a:pt x="4" y="19"/>
                      <a:pt x="5" y="19"/>
                    </a:cubicBezTo>
                    <a:cubicBezTo>
                      <a:pt x="46" y="19"/>
                      <a:pt x="46" y="19"/>
                      <a:pt x="46" y="19"/>
                    </a:cubicBezTo>
                    <a:cubicBezTo>
                      <a:pt x="47" y="19"/>
                      <a:pt x="47" y="7"/>
                      <a:pt x="47" y="7"/>
                    </a:cubicBezTo>
                    <a:close/>
                  </a:path>
                </a:pathLst>
              </a:custGeom>
              <a:solidFill>
                <a:srgbClr val="3A3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2" name="Rectangle 10452"/>
              <p:cNvSpPr>
                <a:spLocks noChangeArrowheads="1"/>
              </p:cNvSpPr>
              <p:nvPr/>
            </p:nvSpPr>
            <p:spPr bwMode="auto">
              <a:xfrm>
                <a:off x="3826" y="2134"/>
                <a:ext cx="31" cy="14"/>
              </a:xfrm>
              <a:prstGeom prst="rect">
                <a:avLst/>
              </a:prstGeom>
              <a:solidFill>
                <a:srgbClr val="3A3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3" name="Rectangle 10453"/>
              <p:cNvSpPr>
                <a:spLocks noChangeArrowheads="1"/>
              </p:cNvSpPr>
              <p:nvPr/>
            </p:nvSpPr>
            <p:spPr bwMode="auto">
              <a:xfrm>
                <a:off x="3826" y="2134"/>
                <a:ext cx="31" cy="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4" name="Rectangle 10454"/>
              <p:cNvSpPr>
                <a:spLocks noChangeArrowheads="1"/>
              </p:cNvSpPr>
              <p:nvPr/>
            </p:nvSpPr>
            <p:spPr bwMode="auto">
              <a:xfrm>
                <a:off x="3665" y="2134"/>
                <a:ext cx="42" cy="14"/>
              </a:xfrm>
              <a:prstGeom prst="rect">
                <a:avLst/>
              </a:prstGeom>
              <a:solidFill>
                <a:srgbClr val="3A3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5" name="Rectangle 10455"/>
              <p:cNvSpPr>
                <a:spLocks noChangeArrowheads="1"/>
              </p:cNvSpPr>
              <p:nvPr/>
            </p:nvSpPr>
            <p:spPr bwMode="auto">
              <a:xfrm>
                <a:off x="3665" y="2134"/>
                <a:ext cx="42" cy="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6" name="Rectangle 10456"/>
              <p:cNvSpPr>
                <a:spLocks noChangeArrowheads="1"/>
              </p:cNvSpPr>
              <p:nvPr/>
            </p:nvSpPr>
            <p:spPr bwMode="auto">
              <a:xfrm>
                <a:off x="3968" y="2134"/>
                <a:ext cx="43" cy="14"/>
              </a:xfrm>
              <a:prstGeom prst="rect">
                <a:avLst/>
              </a:prstGeom>
              <a:solidFill>
                <a:srgbClr val="3A3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7" name="Freeform 10457"/>
              <p:cNvSpPr>
                <a:spLocks/>
              </p:cNvSpPr>
              <p:nvPr/>
            </p:nvSpPr>
            <p:spPr bwMode="auto">
              <a:xfrm>
                <a:off x="3617" y="1916"/>
                <a:ext cx="441" cy="386"/>
              </a:xfrm>
              <a:custGeom>
                <a:avLst/>
                <a:gdLst>
                  <a:gd name="T0" fmla="*/ 186 w 186"/>
                  <a:gd name="T1" fmla="*/ 163 h 163"/>
                  <a:gd name="T2" fmla="*/ 170 w 186"/>
                  <a:gd name="T3" fmla="*/ 87 h 163"/>
                  <a:gd name="T4" fmla="*/ 144 w 186"/>
                  <a:gd name="T5" fmla="*/ 12 h 163"/>
                  <a:gd name="T6" fmla="*/ 111 w 186"/>
                  <a:gd name="T7" fmla="*/ 14 h 163"/>
                  <a:gd name="T8" fmla="*/ 58 w 186"/>
                  <a:gd name="T9" fmla="*/ 8 h 163"/>
                  <a:gd name="T10" fmla="*/ 16 w 186"/>
                  <a:gd name="T11" fmla="*/ 87 h 163"/>
                  <a:gd name="T12" fmla="*/ 0 w 186"/>
                  <a:gd name="T13" fmla="*/ 163 h 163"/>
                  <a:gd name="T14" fmla="*/ 186 w 186"/>
                  <a:gd name="T15" fmla="*/ 163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6" h="163">
                    <a:moveTo>
                      <a:pt x="186" y="163"/>
                    </a:moveTo>
                    <a:cubicBezTo>
                      <a:pt x="186" y="163"/>
                      <a:pt x="160" y="147"/>
                      <a:pt x="170" y="87"/>
                    </a:cubicBezTo>
                    <a:cubicBezTo>
                      <a:pt x="175" y="53"/>
                      <a:pt x="167" y="21"/>
                      <a:pt x="144" y="12"/>
                    </a:cubicBezTo>
                    <a:cubicBezTo>
                      <a:pt x="128" y="5"/>
                      <a:pt x="117" y="11"/>
                      <a:pt x="111" y="14"/>
                    </a:cubicBezTo>
                    <a:cubicBezTo>
                      <a:pt x="106" y="11"/>
                      <a:pt x="81" y="0"/>
                      <a:pt x="58" y="8"/>
                    </a:cubicBezTo>
                    <a:cubicBezTo>
                      <a:pt x="22" y="20"/>
                      <a:pt x="11" y="53"/>
                      <a:pt x="16" y="87"/>
                    </a:cubicBezTo>
                    <a:cubicBezTo>
                      <a:pt x="26" y="147"/>
                      <a:pt x="0" y="163"/>
                      <a:pt x="0" y="163"/>
                    </a:cubicBezTo>
                    <a:cubicBezTo>
                      <a:pt x="186" y="163"/>
                      <a:pt x="186" y="163"/>
                      <a:pt x="186" y="163"/>
                    </a:cubicBezTo>
                  </a:path>
                </a:pathLst>
              </a:custGeom>
              <a:solidFill>
                <a:srgbClr val="FFC2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8" name="Freeform 10458"/>
              <p:cNvSpPr>
                <a:spLocks/>
              </p:cNvSpPr>
              <p:nvPr/>
            </p:nvSpPr>
            <p:spPr bwMode="auto">
              <a:xfrm>
                <a:off x="3693" y="2252"/>
                <a:ext cx="287" cy="370"/>
              </a:xfrm>
              <a:custGeom>
                <a:avLst/>
                <a:gdLst>
                  <a:gd name="T0" fmla="*/ 65 w 121"/>
                  <a:gd name="T1" fmla="*/ 156 h 156"/>
                  <a:gd name="T2" fmla="*/ 57 w 121"/>
                  <a:gd name="T3" fmla="*/ 156 h 156"/>
                  <a:gd name="T4" fmla="*/ 0 w 121"/>
                  <a:gd name="T5" fmla="*/ 50 h 156"/>
                  <a:gd name="T6" fmla="*/ 3 w 121"/>
                  <a:gd name="T7" fmla="*/ 49 h 156"/>
                  <a:gd name="T8" fmla="*/ 35 w 121"/>
                  <a:gd name="T9" fmla="*/ 2 h 156"/>
                  <a:gd name="T10" fmla="*/ 35 w 121"/>
                  <a:gd name="T11" fmla="*/ 0 h 156"/>
                  <a:gd name="T12" fmla="*/ 86 w 121"/>
                  <a:gd name="T13" fmla="*/ 0 h 156"/>
                  <a:gd name="T14" fmla="*/ 86 w 121"/>
                  <a:gd name="T15" fmla="*/ 2 h 156"/>
                  <a:gd name="T16" fmla="*/ 118 w 121"/>
                  <a:gd name="T17" fmla="*/ 49 h 156"/>
                  <a:gd name="T18" fmla="*/ 121 w 121"/>
                  <a:gd name="T19" fmla="*/ 50 h 156"/>
                  <a:gd name="T20" fmla="*/ 65 w 121"/>
                  <a:gd name="T21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1" h="156">
                    <a:moveTo>
                      <a:pt x="65" y="156"/>
                    </a:moveTo>
                    <a:cubicBezTo>
                      <a:pt x="57" y="156"/>
                      <a:pt x="57" y="156"/>
                      <a:pt x="57" y="156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5" y="48"/>
                      <a:pt x="35" y="36"/>
                      <a:pt x="35" y="2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2"/>
                      <a:pt x="86" y="2"/>
                      <a:pt x="86" y="2"/>
                    </a:cubicBezTo>
                    <a:cubicBezTo>
                      <a:pt x="86" y="36"/>
                      <a:pt x="118" y="49"/>
                      <a:pt x="118" y="49"/>
                    </a:cubicBezTo>
                    <a:cubicBezTo>
                      <a:pt x="121" y="50"/>
                      <a:pt x="121" y="50"/>
                      <a:pt x="121" y="50"/>
                    </a:cubicBezTo>
                    <a:cubicBezTo>
                      <a:pt x="65" y="156"/>
                      <a:pt x="65" y="156"/>
                      <a:pt x="65" y="156"/>
                    </a:cubicBezTo>
                  </a:path>
                </a:pathLst>
              </a:custGeom>
              <a:solidFill>
                <a:srgbClr val="E3C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9" name="Freeform 10459"/>
              <p:cNvSpPr>
                <a:spLocks/>
              </p:cNvSpPr>
              <p:nvPr/>
            </p:nvSpPr>
            <p:spPr bwMode="auto">
              <a:xfrm>
                <a:off x="3700" y="2257"/>
                <a:ext cx="273" cy="361"/>
              </a:xfrm>
              <a:custGeom>
                <a:avLst/>
                <a:gdLst>
                  <a:gd name="T0" fmla="*/ 55 w 115"/>
                  <a:gd name="T1" fmla="*/ 152 h 152"/>
                  <a:gd name="T2" fmla="*/ 61 w 115"/>
                  <a:gd name="T3" fmla="*/ 152 h 152"/>
                  <a:gd name="T4" fmla="*/ 115 w 115"/>
                  <a:gd name="T5" fmla="*/ 49 h 152"/>
                  <a:gd name="T6" fmla="*/ 115 w 115"/>
                  <a:gd name="T7" fmla="*/ 49 h 152"/>
                  <a:gd name="T8" fmla="*/ 82 w 115"/>
                  <a:gd name="T9" fmla="*/ 0 h 152"/>
                  <a:gd name="T10" fmla="*/ 82 w 115"/>
                  <a:gd name="T11" fmla="*/ 0 h 152"/>
                  <a:gd name="T12" fmla="*/ 34 w 115"/>
                  <a:gd name="T13" fmla="*/ 0 h 152"/>
                  <a:gd name="T14" fmla="*/ 34 w 115"/>
                  <a:gd name="T15" fmla="*/ 0 h 152"/>
                  <a:gd name="T16" fmla="*/ 1 w 115"/>
                  <a:gd name="T17" fmla="*/ 49 h 152"/>
                  <a:gd name="T18" fmla="*/ 0 w 115"/>
                  <a:gd name="T19" fmla="*/ 49 h 152"/>
                  <a:gd name="T20" fmla="*/ 55 w 115"/>
                  <a:gd name="T21" fmla="*/ 15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5" h="152">
                    <a:moveTo>
                      <a:pt x="55" y="152"/>
                    </a:moveTo>
                    <a:cubicBezTo>
                      <a:pt x="61" y="152"/>
                      <a:pt x="61" y="152"/>
                      <a:pt x="61" y="152"/>
                    </a:cubicBezTo>
                    <a:cubicBezTo>
                      <a:pt x="115" y="49"/>
                      <a:pt x="115" y="49"/>
                      <a:pt x="115" y="49"/>
                    </a:cubicBezTo>
                    <a:cubicBezTo>
                      <a:pt x="115" y="49"/>
                      <a:pt x="115" y="49"/>
                      <a:pt x="115" y="49"/>
                    </a:cubicBezTo>
                    <a:cubicBezTo>
                      <a:pt x="114" y="48"/>
                      <a:pt x="82" y="35"/>
                      <a:pt x="82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35"/>
                      <a:pt x="2" y="48"/>
                      <a:pt x="1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55" y="152"/>
                      <a:pt x="55" y="152"/>
                      <a:pt x="55" y="152"/>
                    </a:cubicBezTo>
                  </a:path>
                </a:pathLst>
              </a:custGeom>
              <a:solidFill>
                <a:srgbClr val="E3C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0" name="Freeform 10460"/>
              <p:cNvSpPr>
                <a:spLocks/>
              </p:cNvSpPr>
              <p:nvPr/>
            </p:nvSpPr>
            <p:spPr bwMode="auto">
              <a:xfrm>
                <a:off x="3522" y="2362"/>
                <a:ext cx="629" cy="291"/>
              </a:xfrm>
              <a:custGeom>
                <a:avLst/>
                <a:gdLst>
                  <a:gd name="T0" fmla="*/ 247 w 265"/>
                  <a:gd name="T1" fmla="*/ 30 h 123"/>
                  <a:gd name="T2" fmla="*/ 187 w 265"/>
                  <a:gd name="T3" fmla="*/ 0 h 123"/>
                  <a:gd name="T4" fmla="*/ 133 w 265"/>
                  <a:gd name="T5" fmla="*/ 91 h 123"/>
                  <a:gd name="T6" fmla="*/ 80 w 265"/>
                  <a:gd name="T7" fmla="*/ 0 h 123"/>
                  <a:gd name="T8" fmla="*/ 19 w 265"/>
                  <a:gd name="T9" fmla="*/ 30 h 123"/>
                  <a:gd name="T10" fmla="*/ 7 w 265"/>
                  <a:gd name="T11" fmla="*/ 123 h 123"/>
                  <a:gd name="T12" fmla="*/ 259 w 265"/>
                  <a:gd name="T13" fmla="*/ 123 h 123"/>
                  <a:gd name="T14" fmla="*/ 247 w 265"/>
                  <a:gd name="T15" fmla="*/ 3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5" h="123">
                    <a:moveTo>
                      <a:pt x="247" y="30"/>
                    </a:moveTo>
                    <a:cubicBezTo>
                      <a:pt x="237" y="20"/>
                      <a:pt x="224" y="9"/>
                      <a:pt x="187" y="0"/>
                    </a:cubicBezTo>
                    <a:cubicBezTo>
                      <a:pt x="133" y="91"/>
                      <a:pt x="133" y="91"/>
                      <a:pt x="133" y="9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43" y="9"/>
                      <a:pt x="29" y="20"/>
                      <a:pt x="19" y="30"/>
                    </a:cubicBezTo>
                    <a:cubicBezTo>
                      <a:pt x="0" y="48"/>
                      <a:pt x="7" y="95"/>
                      <a:pt x="7" y="123"/>
                    </a:cubicBezTo>
                    <a:cubicBezTo>
                      <a:pt x="259" y="123"/>
                      <a:pt x="259" y="123"/>
                      <a:pt x="259" y="123"/>
                    </a:cubicBezTo>
                    <a:cubicBezTo>
                      <a:pt x="259" y="95"/>
                      <a:pt x="265" y="48"/>
                      <a:pt x="247" y="30"/>
                    </a:cubicBezTo>
                  </a:path>
                </a:pathLst>
              </a:custGeom>
              <a:solidFill>
                <a:srgbClr val="3B68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1" name="Freeform 10461"/>
              <p:cNvSpPr>
                <a:spLocks/>
              </p:cNvSpPr>
              <p:nvPr/>
            </p:nvSpPr>
            <p:spPr bwMode="auto">
              <a:xfrm>
                <a:off x="3667" y="1982"/>
                <a:ext cx="341" cy="349"/>
              </a:xfrm>
              <a:custGeom>
                <a:avLst/>
                <a:gdLst>
                  <a:gd name="T0" fmla="*/ 137 w 144"/>
                  <a:gd name="T1" fmla="*/ 65 h 147"/>
                  <a:gd name="T2" fmla="*/ 137 w 144"/>
                  <a:gd name="T3" fmla="*/ 62 h 147"/>
                  <a:gd name="T4" fmla="*/ 72 w 144"/>
                  <a:gd name="T5" fmla="*/ 0 h 147"/>
                  <a:gd name="T6" fmla="*/ 6 w 144"/>
                  <a:gd name="T7" fmla="*/ 62 h 147"/>
                  <a:gd name="T8" fmla="*/ 6 w 144"/>
                  <a:gd name="T9" fmla="*/ 65 h 147"/>
                  <a:gd name="T10" fmla="*/ 0 w 144"/>
                  <a:gd name="T11" fmla="*/ 78 h 147"/>
                  <a:gd name="T12" fmla="*/ 9 w 144"/>
                  <a:gd name="T13" fmla="*/ 91 h 147"/>
                  <a:gd name="T14" fmla="*/ 11 w 144"/>
                  <a:gd name="T15" fmla="*/ 91 h 147"/>
                  <a:gd name="T16" fmla="*/ 72 w 144"/>
                  <a:gd name="T17" fmla="*/ 147 h 147"/>
                  <a:gd name="T18" fmla="*/ 133 w 144"/>
                  <a:gd name="T19" fmla="*/ 91 h 147"/>
                  <a:gd name="T20" fmla="*/ 135 w 144"/>
                  <a:gd name="T21" fmla="*/ 91 h 147"/>
                  <a:gd name="T22" fmla="*/ 144 w 144"/>
                  <a:gd name="T23" fmla="*/ 78 h 147"/>
                  <a:gd name="T24" fmla="*/ 137 w 144"/>
                  <a:gd name="T25" fmla="*/ 65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4" h="147">
                    <a:moveTo>
                      <a:pt x="137" y="65"/>
                    </a:moveTo>
                    <a:cubicBezTo>
                      <a:pt x="137" y="64"/>
                      <a:pt x="137" y="63"/>
                      <a:pt x="137" y="62"/>
                    </a:cubicBezTo>
                    <a:cubicBezTo>
                      <a:pt x="137" y="22"/>
                      <a:pt x="108" y="0"/>
                      <a:pt x="72" y="0"/>
                    </a:cubicBezTo>
                    <a:cubicBezTo>
                      <a:pt x="36" y="0"/>
                      <a:pt x="6" y="22"/>
                      <a:pt x="6" y="62"/>
                    </a:cubicBezTo>
                    <a:cubicBezTo>
                      <a:pt x="6" y="63"/>
                      <a:pt x="6" y="64"/>
                      <a:pt x="6" y="65"/>
                    </a:cubicBezTo>
                    <a:cubicBezTo>
                      <a:pt x="2" y="66"/>
                      <a:pt x="0" y="72"/>
                      <a:pt x="0" y="78"/>
                    </a:cubicBezTo>
                    <a:cubicBezTo>
                      <a:pt x="0" y="85"/>
                      <a:pt x="4" y="91"/>
                      <a:pt x="9" y="91"/>
                    </a:cubicBezTo>
                    <a:cubicBezTo>
                      <a:pt x="9" y="91"/>
                      <a:pt x="10" y="91"/>
                      <a:pt x="11" y="91"/>
                    </a:cubicBezTo>
                    <a:cubicBezTo>
                      <a:pt x="20" y="121"/>
                      <a:pt x="44" y="147"/>
                      <a:pt x="72" y="147"/>
                    </a:cubicBezTo>
                    <a:cubicBezTo>
                      <a:pt x="99" y="147"/>
                      <a:pt x="123" y="121"/>
                      <a:pt x="133" y="91"/>
                    </a:cubicBezTo>
                    <a:cubicBezTo>
                      <a:pt x="133" y="91"/>
                      <a:pt x="134" y="91"/>
                      <a:pt x="135" y="91"/>
                    </a:cubicBezTo>
                    <a:cubicBezTo>
                      <a:pt x="140" y="91"/>
                      <a:pt x="144" y="85"/>
                      <a:pt x="144" y="78"/>
                    </a:cubicBezTo>
                    <a:cubicBezTo>
                      <a:pt x="144" y="71"/>
                      <a:pt x="141" y="66"/>
                      <a:pt x="137" y="65"/>
                    </a:cubicBezTo>
                  </a:path>
                </a:pathLst>
              </a:custGeom>
              <a:solidFill>
                <a:srgbClr val="FFE5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2" name="Freeform 10462"/>
              <p:cNvSpPr>
                <a:spLocks noEditPoints="1"/>
              </p:cNvSpPr>
              <p:nvPr/>
            </p:nvSpPr>
            <p:spPr bwMode="auto">
              <a:xfrm>
                <a:off x="3662" y="1977"/>
                <a:ext cx="351" cy="358"/>
              </a:xfrm>
              <a:custGeom>
                <a:avLst/>
                <a:gdLst>
                  <a:gd name="T0" fmla="*/ 74 w 148"/>
                  <a:gd name="T1" fmla="*/ 151 h 151"/>
                  <a:gd name="T2" fmla="*/ 11 w 148"/>
                  <a:gd name="T3" fmla="*/ 95 h 151"/>
                  <a:gd name="T4" fmla="*/ 0 w 148"/>
                  <a:gd name="T5" fmla="*/ 80 h 151"/>
                  <a:gd name="T6" fmla="*/ 6 w 148"/>
                  <a:gd name="T7" fmla="*/ 66 h 151"/>
                  <a:gd name="T8" fmla="*/ 6 w 148"/>
                  <a:gd name="T9" fmla="*/ 64 h 151"/>
                  <a:gd name="T10" fmla="*/ 74 w 148"/>
                  <a:gd name="T11" fmla="*/ 0 h 151"/>
                  <a:gd name="T12" fmla="*/ 141 w 148"/>
                  <a:gd name="T13" fmla="*/ 64 h 151"/>
                  <a:gd name="T14" fmla="*/ 141 w 148"/>
                  <a:gd name="T15" fmla="*/ 66 h 151"/>
                  <a:gd name="T16" fmla="*/ 148 w 148"/>
                  <a:gd name="T17" fmla="*/ 80 h 151"/>
                  <a:gd name="T18" fmla="*/ 136 w 148"/>
                  <a:gd name="T19" fmla="*/ 95 h 151"/>
                  <a:gd name="T20" fmla="*/ 74 w 148"/>
                  <a:gd name="T21" fmla="*/ 151 h 151"/>
                  <a:gd name="T22" fmla="*/ 14 w 148"/>
                  <a:gd name="T23" fmla="*/ 90 h 151"/>
                  <a:gd name="T24" fmla="*/ 15 w 148"/>
                  <a:gd name="T25" fmla="*/ 92 h 151"/>
                  <a:gd name="T26" fmla="*/ 74 w 148"/>
                  <a:gd name="T27" fmla="*/ 147 h 151"/>
                  <a:gd name="T28" fmla="*/ 133 w 148"/>
                  <a:gd name="T29" fmla="*/ 92 h 151"/>
                  <a:gd name="T30" fmla="*/ 133 w 148"/>
                  <a:gd name="T31" fmla="*/ 90 h 151"/>
                  <a:gd name="T32" fmla="*/ 135 w 148"/>
                  <a:gd name="T33" fmla="*/ 91 h 151"/>
                  <a:gd name="T34" fmla="*/ 137 w 148"/>
                  <a:gd name="T35" fmla="*/ 91 h 151"/>
                  <a:gd name="T36" fmla="*/ 144 w 148"/>
                  <a:gd name="T37" fmla="*/ 80 h 151"/>
                  <a:gd name="T38" fmla="*/ 139 w 148"/>
                  <a:gd name="T39" fmla="*/ 69 h 151"/>
                  <a:gd name="T40" fmla="*/ 137 w 148"/>
                  <a:gd name="T41" fmla="*/ 68 h 151"/>
                  <a:gd name="T42" fmla="*/ 137 w 148"/>
                  <a:gd name="T43" fmla="*/ 67 h 151"/>
                  <a:gd name="T44" fmla="*/ 137 w 148"/>
                  <a:gd name="T45" fmla="*/ 64 h 151"/>
                  <a:gd name="T46" fmla="*/ 74 w 148"/>
                  <a:gd name="T47" fmla="*/ 4 h 151"/>
                  <a:gd name="T48" fmla="*/ 10 w 148"/>
                  <a:gd name="T49" fmla="*/ 64 h 151"/>
                  <a:gd name="T50" fmla="*/ 10 w 148"/>
                  <a:gd name="T51" fmla="*/ 67 h 151"/>
                  <a:gd name="T52" fmla="*/ 10 w 148"/>
                  <a:gd name="T53" fmla="*/ 68 h 151"/>
                  <a:gd name="T54" fmla="*/ 9 w 148"/>
                  <a:gd name="T55" fmla="*/ 69 h 151"/>
                  <a:gd name="T56" fmla="*/ 4 w 148"/>
                  <a:gd name="T57" fmla="*/ 80 h 151"/>
                  <a:gd name="T58" fmla="*/ 11 w 148"/>
                  <a:gd name="T59" fmla="*/ 91 h 151"/>
                  <a:gd name="T60" fmla="*/ 12 w 148"/>
                  <a:gd name="T61" fmla="*/ 91 h 151"/>
                  <a:gd name="T62" fmla="*/ 14 w 148"/>
                  <a:gd name="T63" fmla="*/ 9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8" h="151">
                    <a:moveTo>
                      <a:pt x="74" y="151"/>
                    </a:moveTo>
                    <a:cubicBezTo>
                      <a:pt x="44" y="151"/>
                      <a:pt x="21" y="122"/>
                      <a:pt x="11" y="95"/>
                    </a:cubicBezTo>
                    <a:cubicBezTo>
                      <a:pt x="5" y="96"/>
                      <a:pt x="0" y="89"/>
                      <a:pt x="0" y="80"/>
                    </a:cubicBezTo>
                    <a:cubicBezTo>
                      <a:pt x="0" y="74"/>
                      <a:pt x="2" y="68"/>
                      <a:pt x="6" y="66"/>
                    </a:cubicBezTo>
                    <a:cubicBezTo>
                      <a:pt x="6" y="65"/>
                      <a:pt x="6" y="65"/>
                      <a:pt x="6" y="64"/>
                    </a:cubicBezTo>
                    <a:cubicBezTo>
                      <a:pt x="6" y="26"/>
                      <a:pt x="33" y="0"/>
                      <a:pt x="74" y="0"/>
                    </a:cubicBezTo>
                    <a:cubicBezTo>
                      <a:pt x="114" y="0"/>
                      <a:pt x="141" y="26"/>
                      <a:pt x="141" y="64"/>
                    </a:cubicBezTo>
                    <a:cubicBezTo>
                      <a:pt x="141" y="65"/>
                      <a:pt x="141" y="65"/>
                      <a:pt x="141" y="66"/>
                    </a:cubicBezTo>
                    <a:cubicBezTo>
                      <a:pt x="145" y="68"/>
                      <a:pt x="148" y="73"/>
                      <a:pt x="148" y="80"/>
                    </a:cubicBezTo>
                    <a:cubicBezTo>
                      <a:pt x="148" y="89"/>
                      <a:pt x="143" y="96"/>
                      <a:pt x="136" y="95"/>
                    </a:cubicBezTo>
                    <a:cubicBezTo>
                      <a:pt x="127" y="122"/>
                      <a:pt x="104" y="151"/>
                      <a:pt x="74" y="151"/>
                    </a:cubicBezTo>
                    <a:moveTo>
                      <a:pt x="14" y="90"/>
                    </a:moveTo>
                    <a:cubicBezTo>
                      <a:pt x="15" y="92"/>
                      <a:pt x="15" y="92"/>
                      <a:pt x="15" y="92"/>
                    </a:cubicBezTo>
                    <a:cubicBezTo>
                      <a:pt x="23" y="119"/>
                      <a:pt x="45" y="147"/>
                      <a:pt x="74" y="147"/>
                    </a:cubicBezTo>
                    <a:cubicBezTo>
                      <a:pt x="102" y="147"/>
                      <a:pt x="124" y="119"/>
                      <a:pt x="133" y="92"/>
                    </a:cubicBezTo>
                    <a:cubicBezTo>
                      <a:pt x="133" y="90"/>
                      <a:pt x="133" y="90"/>
                      <a:pt x="133" y="90"/>
                    </a:cubicBezTo>
                    <a:cubicBezTo>
                      <a:pt x="135" y="91"/>
                      <a:pt x="135" y="91"/>
                      <a:pt x="135" y="91"/>
                    </a:cubicBezTo>
                    <a:cubicBezTo>
                      <a:pt x="136" y="91"/>
                      <a:pt x="136" y="91"/>
                      <a:pt x="137" y="91"/>
                    </a:cubicBezTo>
                    <a:cubicBezTo>
                      <a:pt x="141" y="91"/>
                      <a:pt x="144" y="86"/>
                      <a:pt x="144" y="80"/>
                    </a:cubicBezTo>
                    <a:cubicBezTo>
                      <a:pt x="144" y="74"/>
                      <a:pt x="142" y="70"/>
                      <a:pt x="139" y="69"/>
                    </a:cubicBezTo>
                    <a:cubicBezTo>
                      <a:pt x="137" y="68"/>
                      <a:pt x="137" y="68"/>
                      <a:pt x="137" y="68"/>
                    </a:cubicBezTo>
                    <a:cubicBezTo>
                      <a:pt x="137" y="67"/>
                      <a:pt x="137" y="67"/>
                      <a:pt x="137" y="67"/>
                    </a:cubicBezTo>
                    <a:cubicBezTo>
                      <a:pt x="137" y="66"/>
                      <a:pt x="137" y="65"/>
                      <a:pt x="137" y="64"/>
                    </a:cubicBezTo>
                    <a:cubicBezTo>
                      <a:pt x="137" y="23"/>
                      <a:pt x="105" y="4"/>
                      <a:pt x="74" y="4"/>
                    </a:cubicBezTo>
                    <a:cubicBezTo>
                      <a:pt x="42" y="4"/>
                      <a:pt x="10" y="23"/>
                      <a:pt x="10" y="64"/>
                    </a:cubicBezTo>
                    <a:cubicBezTo>
                      <a:pt x="10" y="65"/>
                      <a:pt x="10" y="66"/>
                      <a:pt x="10" y="67"/>
                    </a:cubicBezTo>
                    <a:cubicBezTo>
                      <a:pt x="10" y="68"/>
                      <a:pt x="10" y="68"/>
                      <a:pt x="10" y="68"/>
                    </a:cubicBezTo>
                    <a:cubicBezTo>
                      <a:pt x="9" y="69"/>
                      <a:pt x="9" y="69"/>
                      <a:pt x="9" y="69"/>
                    </a:cubicBezTo>
                    <a:cubicBezTo>
                      <a:pt x="6" y="70"/>
                      <a:pt x="4" y="74"/>
                      <a:pt x="4" y="80"/>
                    </a:cubicBezTo>
                    <a:cubicBezTo>
                      <a:pt x="4" y="86"/>
                      <a:pt x="7" y="91"/>
                      <a:pt x="11" y="91"/>
                    </a:cubicBezTo>
                    <a:cubicBezTo>
                      <a:pt x="11" y="91"/>
                      <a:pt x="12" y="91"/>
                      <a:pt x="12" y="91"/>
                    </a:cubicBezTo>
                    <a:cubicBezTo>
                      <a:pt x="14" y="90"/>
                      <a:pt x="14" y="90"/>
                      <a:pt x="14" y="90"/>
                    </a:cubicBezTo>
                  </a:path>
                </a:pathLst>
              </a:custGeom>
              <a:solidFill>
                <a:srgbClr val="E3C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3" name="Freeform 10463"/>
              <p:cNvSpPr>
                <a:spLocks/>
              </p:cNvSpPr>
              <p:nvPr/>
            </p:nvSpPr>
            <p:spPr bwMode="auto">
              <a:xfrm>
                <a:off x="3610" y="1975"/>
                <a:ext cx="443" cy="149"/>
              </a:xfrm>
              <a:custGeom>
                <a:avLst/>
                <a:gdLst>
                  <a:gd name="T0" fmla="*/ 94 w 187"/>
                  <a:gd name="T1" fmla="*/ 0 h 63"/>
                  <a:gd name="T2" fmla="*/ 29 w 187"/>
                  <a:gd name="T3" fmla="*/ 62 h 63"/>
                  <a:gd name="T4" fmla="*/ 79 w 187"/>
                  <a:gd name="T5" fmla="*/ 52 h 63"/>
                  <a:gd name="T6" fmla="*/ 115 w 187"/>
                  <a:gd name="T7" fmla="*/ 26 h 63"/>
                  <a:gd name="T8" fmla="*/ 136 w 187"/>
                  <a:gd name="T9" fmla="*/ 46 h 63"/>
                  <a:gd name="T10" fmla="*/ 163 w 187"/>
                  <a:gd name="T11" fmla="*/ 63 h 63"/>
                  <a:gd name="T12" fmla="*/ 94 w 187"/>
                  <a:gd name="T13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7" h="63">
                    <a:moveTo>
                      <a:pt x="94" y="0"/>
                    </a:moveTo>
                    <a:cubicBezTo>
                      <a:pt x="0" y="0"/>
                      <a:pt x="29" y="62"/>
                      <a:pt x="29" y="62"/>
                    </a:cubicBezTo>
                    <a:cubicBezTo>
                      <a:pt x="29" y="62"/>
                      <a:pt x="63" y="60"/>
                      <a:pt x="79" y="52"/>
                    </a:cubicBezTo>
                    <a:cubicBezTo>
                      <a:pt x="103" y="41"/>
                      <a:pt x="115" y="26"/>
                      <a:pt x="115" y="26"/>
                    </a:cubicBezTo>
                    <a:cubicBezTo>
                      <a:pt x="115" y="26"/>
                      <a:pt x="123" y="35"/>
                      <a:pt x="136" y="46"/>
                    </a:cubicBezTo>
                    <a:cubicBezTo>
                      <a:pt x="148" y="56"/>
                      <a:pt x="163" y="63"/>
                      <a:pt x="163" y="63"/>
                    </a:cubicBezTo>
                    <a:cubicBezTo>
                      <a:pt x="163" y="63"/>
                      <a:pt x="187" y="0"/>
                      <a:pt x="94" y="0"/>
                    </a:cubicBezTo>
                  </a:path>
                </a:pathLst>
              </a:custGeom>
              <a:solidFill>
                <a:srgbClr val="FFC2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4" name="Freeform 10464"/>
              <p:cNvSpPr>
                <a:spLocks/>
              </p:cNvSpPr>
              <p:nvPr/>
            </p:nvSpPr>
            <p:spPr bwMode="auto">
              <a:xfrm>
                <a:off x="3681" y="2357"/>
                <a:ext cx="166" cy="265"/>
              </a:xfrm>
              <a:custGeom>
                <a:avLst/>
                <a:gdLst>
                  <a:gd name="T0" fmla="*/ 16 w 70"/>
                  <a:gd name="T1" fmla="*/ 0 h 112"/>
                  <a:gd name="T2" fmla="*/ 65 w 70"/>
                  <a:gd name="T3" fmla="*/ 98 h 112"/>
                  <a:gd name="T4" fmla="*/ 65 w 70"/>
                  <a:gd name="T5" fmla="*/ 112 h 112"/>
                  <a:gd name="T6" fmla="*/ 4 w 70"/>
                  <a:gd name="T7" fmla="*/ 53 h 112"/>
                  <a:gd name="T8" fmla="*/ 19 w 70"/>
                  <a:gd name="T9" fmla="*/ 41 h 112"/>
                  <a:gd name="T10" fmla="*/ 0 w 70"/>
                  <a:gd name="T11" fmla="*/ 41 h 112"/>
                  <a:gd name="T12" fmla="*/ 8 w 70"/>
                  <a:gd name="T13" fmla="*/ 4 h 112"/>
                  <a:gd name="T14" fmla="*/ 16 w 70"/>
                  <a:gd name="T1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" h="112">
                    <a:moveTo>
                      <a:pt x="16" y="0"/>
                    </a:moveTo>
                    <a:cubicBezTo>
                      <a:pt x="16" y="0"/>
                      <a:pt x="70" y="101"/>
                      <a:pt x="65" y="98"/>
                    </a:cubicBezTo>
                    <a:cubicBezTo>
                      <a:pt x="65" y="112"/>
                      <a:pt x="65" y="112"/>
                      <a:pt x="65" y="112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5" name="Freeform 10465"/>
              <p:cNvSpPr>
                <a:spLocks/>
              </p:cNvSpPr>
              <p:nvPr/>
            </p:nvSpPr>
            <p:spPr bwMode="auto">
              <a:xfrm>
                <a:off x="3691" y="2350"/>
                <a:ext cx="161" cy="263"/>
              </a:xfrm>
              <a:custGeom>
                <a:avLst/>
                <a:gdLst>
                  <a:gd name="T0" fmla="*/ 16 w 68"/>
                  <a:gd name="T1" fmla="*/ 0 h 111"/>
                  <a:gd name="T2" fmla="*/ 63 w 68"/>
                  <a:gd name="T3" fmla="*/ 97 h 111"/>
                  <a:gd name="T4" fmla="*/ 62 w 68"/>
                  <a:gd name="T5" fmla="*/ 111 h 111"/>
                  <a:gd name="T6" fmla="*/ 6 w 68"/>
                  <a:gd name="T7" fmla="*/ 56 h 111"/>
                  <a:gd name="T8" fmla="*/ 24 w 68"/>
                  <a:gd name="T9" fmla="*/ 40 h 111"/>
                  <a:gd name="T10" fmla="*/ 0 w 68"/>
                  <a:gd name="T11" fmla="*/ 40 h 111"/>
                  <a:gd name="T12" fmla="*/ 8 w 68"/>
                  <a:gd name="T13" fmla="*/ 4 h 111"/>
                  <a:gd name="T14" fmla="*/ 16 w 68"/>
                  <a:gd name="T15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8" h="111">
                    <a:moveTo>
                      <a:pt x="16" y="0"/>
                    </a:moveTo>
                    <a:cubicBezTo>
                      <a:pt x="16" y="0"/>
                      <a:pt x="68" y="100"/>
                      <a:pt x="63" y="97"/>
                    </a:cubicBezTo>
                    <a:cubicBezTo>
                      <a:pt x="62" y="111"/>
                      <a:pt x="62" y="111"/>
                      <a:pt x="62" y="111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6" name="Freeform 10466"/>
              <p:cNvSpPr>
                <a:spLocks/>
              </p:cNvSpPr>
              <p:nvPr/>
            </p:nvSpPr>
            <p:spPr bwMode="auto">
              <a:xfrm>
                <a:off x="3826" y="2357"/>
                <a:ext cx="166" cy="265"/>
              </a:xfrm>
              <a:custGeom>
                <a:avLst/>
                <a:gdLst>
                  <a:gd name="T0" fmla="*/ 54 w 70"/>
                  <a:gd name="T1" fmla="*/ 0 h 112"/>
                  <a:gd name="T2" fmla="*/ 5 w 70"/>
                  <a:gd name="T3" fmla="*/ 98 h 112"/>
                  <a:gd name="T4" fmla="*/ 5 w 70"/>
                  <a:gd name="T5" fmla="*/ 112 h 112"/>
                  <a:gd name="T6" fmla="*/ 66 w 70"/>
                  <a:gd name="T7" fmla="*/ 53 h 112"/>
                  <a:gd name="T8" fmla="*/ 52 w 70"/>
                  <a:gd name="T9" fmla="*/ 41 h 112"/>
                  <a:gd name="T10" fmla="*/ 70 w 70"/>
                  <a:gd name="T11" fmla="*/ 41 h 112"/>
                  <a:gd name="T12" fmla="*/ 63 w 70"/>
                  <a:gd name="T13" fmla="*/ 4 h 112"/>
                  <a:gd name="T14" fmla="*/ 54 w 70"/>
                  <a:gd name="T1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" h="112">
                    <a:moveTo>
                      <a:pt x="54" y="0"/>
                    </a:moveTo>
                    <a:cubicBezTo>
                      <a:pt x="54" y="0"/>
                      <a:pt x="0" y="101"/>
                      <a:pt x="5" y="98"/>
                    </a:cubicBezTo>
                    <a:cubicBezTo>
                      <a:pt x="5" y="112"/>
                      <a:pt x="5" y="112"/>
                      <a:pt x="5" y="112"/>
                    </a:cubicBezTo>
                    <a:cubicBezTo>
                      <a:pt x="66" y="53"/>
                      <a:pt x="66" y="53"/>
                      <a:pt x="66" y="53"/>
                    </a:cubicBezTo>
                    <a:cubicBezTo>
                      <a:pt x="52" y="41"/>
                      <a:pt x="52" y="41"/>
                      <a:pt x="52" y="41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63" y="4"/>
                      <a:pt x="63" y="4"/>
                      <a:pt x="63" y="4"/>
                    </a:cubicBez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7" name="Freeform 10467"/>
              <p:cNvSpPr>
                <a:spLocks/>
              </p:cNvSpPr>
              <p:nvPr/>
            </p:nvSpPr>
            <p:spPr bwMode="auto">
              <a:xfrm>
                <a:off x="3821" y="2350"/>
                <a:ext cx="161" cy="263"/>
              </a:xfrm>
              <a:custGeom>
                <a:avLst/>
                <a:gdLst>
                  <a:gd name="T0" fmla="*/ 53 w 68"/>
                  <a:gd name="T1" fmla="*/ 0 h 111"/>
                  <a:gd name="T2" fmla="*/ 5 w 68"/>
                  <a:gd name="T3" fmla="*/ 97 h 111"/>
                  <a:gd name="T4" fmla="*/ 7 w 68"/>
                  <a:gd name="T5" fmla="*/ 111 h 111"/>
                  <a:gd name="T6" fmla="*/ 63 w 68"/>
                  <a:gd name="T7" fmla="*/ 56 h 111"/>
                  <a:gd name="T8" fmla="*/ 44 w 68"/>
                  <a:gd name="T9" fmla="*/ 40 h 111"/>
                  <a:gd name="T10" fmla="*/ 68 w 68"/>
                  <a:gd name="T11" fmla="*/ 40 h 111"/>
                  <a:gd name="T12" fmla="*/ 61 w 68"/>
                  <a:gd name="T13" fmla="*/ 4 h 111"/>
                  <a:gd name="T14" fmla="*/ 53 w 68"/>
                  <a:gd name="T15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8" h="111">
                    <a:moveTo>
                      <a:pt x="53" y="0"/>
                    </a:moveTo>
                    <a:cubicBezTo>
                      <a:pt x="53" y="0"/>
                      <a:pt x="0" y="100"/>
                      <a:pt x="5" y="97"/>
                    </a:cubicBezTo>
                    <a:cubicBezTo>
                      <a:pt x="7" y="111"/>
                      <a:pt x="7" y="111"/>
                      <a:pt x="7" y="111"/>
                    </a:cubicBezTo>
                    <a:cubicBezTo>
                      <a:pt x="63" y="56"/>
                      <a:pt x="63" y="56"/>
                      <a:pt x="63" y="56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3" y="0"/>
                      <a:pt x="53" y="0"/>
                      <a:pt x="5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8" name="Freeform 10468"/>
              <p:cNvSpPr>
                <a:spLocks/>
              </p:cNvSpPr>
              <p:nvPr/>
            </p:nvSpPr>
            <p:spPr bwMode="auto">
              <a:xfrm>
                <a:off x="3710" y="2127"/>
                <a:ext cx="113" cy="45"/>
              </a:xfrm>
              <a:custGeom>
                <a:avLst/>
                <a:gdLst>
                  <a:gd name="T0" fmla="*/ 48 w 48"/>
                  <a:gd name="T1" fmla="*/ 15 h 19"/>
                  <a:gd name="T2" fmla="*/ 45 w 48"/>
                  <a:gd name="T3" fmla="*/ 19 h 19"/>
                  <a:gd name="T4" fmla="*/ 3 w 48"/>
                  <a:gd name="T5" fmla="*/ 19 h 19"/>
                  <a:gd name="T6" fmla="*/ 0 w 48"/>
                  <a:gd name="T7" fmla="*/ 15 h 19"/>
                  <a:gd name="T8" fmla="*/ 0 w 48"/>
                  <a:gd name="T9" fmla="*/ 5 h 19"/>
                  <a:gd name="T10" fmla="*/ 3 w 48"/>
                  <a:gd name="T11" fmla="*/ 0 h 19"/>
                  <a:gd name="T12" fmla="*/ 45 w 48"/>
                  <a:gd name="T13" fmla="*/ 0 h 19"/>
                  <a:gd name="T14" fmla="*/ 48 w 48"/>
                  <a:gd name="T15" fmla="*/ 5 h 19"/>
                  <a:gd name="T16" fmla="*/ 48 w 48"/>
                  <a:gd name="T17" fmla="*/ 1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9">
                    <a:moveTo>
                      <a:pt x="48" y="15"/>
                    </a:moveTo>
                    <a:cubicBezTo>
                      <a:pt x="48" y="17"/>
                      <a:pt x="47" y="19"/>
                      <a:pt x="45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1" y="19"/>
                      <a:pt x="0" y="17"/>
                      <a:pt x="0" y="1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1" y="0"/>
                      <a:pt x="3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7" y="0"/>
                      <a:pt x="48" y="2"/>
                      <a:pt x="48" y="5"/>
                    </a:cubicBezTo>
                    <a:cubicBezTo>
                      <a:pt x="48" y="15"/>
                      <a:pt x="48" y="15"/>
                      <a:pt x="48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9" name="Freeform 10469"/>
              <p:cNvSpPr>
                <a:spLocks noEditPoints="1"/>
              </p:cNvSpPr>
              <p:nvPr/>
            </p:nvSpPr>
            <p:spPr bwMode="auto">
              <a:xfrm>
                <a:off x="3705" y="2122"/>
                <a:ext cx="123" cy="55"/>
              </a:xfrm>
              <a:custGeom>
                <a:avLst/>
                <a:gdLst>
                  <a:gd name="T0" fmla="*/ 47 w 52"/>
                  <a:gd name="T1" fmla="*/ 23 h 23"/>
                  <a:gd name="T2" fmla="*/ 5 w 52"/>
                  <a:gd name="T3" fmla="*/ 23 h 23"/>
                  <a:gd name="T4" fmla="*/ 0 w 52"/>
                  <a:gd name="T5" fmla="*/ 17 h 23"/>
                  <a:gd name="T6" fmla="*/ 0 w 52"/>
                  <a:gd name="T7" fmla="*/ 7 h 23"/>
                  <a:gd name="T8" fmla="*/ 5 w 52"/>
                  <a:gd name="T9" fmla="*/ 0 h 23"/>
                  <a:gd name="T10" fmla="*/ 47 w 52"/>
                  <a:gd name="T11" fmla="*/ 0 h 23"/>
                  <a:gd name="T12" fmla="*/ 52 w 52"/>
                  <a:gd name="T13" fmla="*/ 7 h 23"/>
                  <a:gd name="T14" fmla="*/ 52 w 52"/>
                  <a:gd name="T15" fmla="*/ 17 h 23"/>
                  <a:gd name="T16" fmla="*/ 47 w 52"/>
                  <a:gd name="T17" fmla="*/ 23 h 23"/>
                  <a:gd name="T18" fmla="*/ 5 w 52"/>
                  <a:gd name="T19" fmla="*/ 4 h 23"/>
                  <a:gd name="T20" fmla="*/ 4 w 52"/>
                  <a:gd name="T21" fmla="*/ 7 h 23"/>
                  <a:gd name="T22" fmla="*/ 4 w 52"/>
                  <a:gd name="T23" fmla="*/ 17 h 23"/>
                  <a:gd name="T24" fmla="*/ 5 w 52"/>
                  <a:gd name="T25" fmla="*/ 19 h 23"/>
                  <a:gd name="T26" fmla="*/ 47 w 52"/>
                  <a:gd name="T27" fmla="*/ 19 h 23"/>
                  <a:gd name="T28" fmla="*/ 48 w 52"/>
                  <a:gd name="T29" fmla="*/ 17 h 23"/>
                  <a:gd name="T30" fmla="*/ 48 w 52"/>
                  <a:gd name="T31" fmla="*/ 7 h 23"/>
                  <a:gd name="T32" fmla="*/ 47 w 52"/>
                  <a:gd name="T33" fmla="*/ 4 h 23"/>
                  <a:gd name="T34" fmla="*/ 5 w 52"/>
                  <a:gd name="T35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2" h="23">
                    <a:moveTo>
                      <a:pt x="47" y="23"/>
                    </a:moveTo>
                    <a:cubicBezTo>
                      <a:pt x="5" y="23"/>
                      <a:pt x="5" y="23"/>
                      <a:pt x="5" y="23"/>
                    </a:cubicBezTo>
                    <a:cubicBezTo>
                      <a:pt x="2" y="23"/>
                      <a:pt x="0" y="20"/>
                      <a:pt x="0" y="1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0" y="0"/>
                      <a:pt x="52" y="3"/>
                      <a:pt x="52" y="7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2" y="20"/>
                      <a:pt x="50" y="23"/>
                      <a:pt x="47" y="23"/>
                    </a:cubicBezTo>
                    <a:moveTo>
                      <a:pt x="5" y="4"/>
                    </a:moveTo>
                    <a:cubicBezTo>
                      <a:pt x="5" y="4"/>
                      <a:pt x="4" y="5"/>
                      <a:pt x="4" y="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8"/>
                      <a:pt x="5" y="19"/>
                      <a:pt x="5" y="19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19"/>
                      <a:pt x="48" y="18"/>
                      <a:pt x="48" y="17"/>
                    </a:cubicBezTo>
                    <a:cubicBezTo>
                      <a:pt x="48" y="7"/>
                      <a:pt x="48" y="7"/>
                      <a:pt x="48" y="7"/>
                    </a:cubicBezTo>
                    <a:cubicBezTo>
                      <a:pt x="48" y="5"/>
                      <a:pt x="47" y="4"/>
                      <a:pt x="47" y="4"/>
                    </a:cubicBezTo>
                    <a:cubicBezTo>
                      <a:pt x="5" y="4"/>
                      <a:pt x="5" y="4"/>
                      <a:pt x="5" y="4"/>
                    </a:cubicBezTo>
                  </a:path>
                </a:pathLst>
              </a:custGeom>
              <a:solidFill>
                <a:srgbClr val="3A3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0" name="Freeform 10470"/>
              <p:cNvSpPr>
                <a:spLocks/>
              </p:cNvSpPr>
              <p:nvPr/>
            </p:nvSpPr>
            <p:spPr bwMode="auto">
              <a:xfrm>
                <a:off x="3857" y="2127"/>
                <a:ext cx="111" cy="45"/>
              </a:xfrm>
              <a:custGeom>
                <a:avLst/>
                <a:gdLst>
                  <a:gd name="T0" fmla="*/ 47 w 47"/>
                  <a:gd name="T1" fmla="*/ 15 h 19"/>
                  <a:gd name="T2" fmla="*/ 44 w 47"/>
                  <a:gd name="T3" fmla="*/ 19 h 19"/>
                  <a:gd name="T4" fmla="*/ 3 w 47"/>
                  <a:gd name="T5" fmla="*/ 19 h 19"/>
                  <a:gd name="T6" fmla="*/ 0 w 47"/>
                  <a:gd name="T7" fmla="*/ 15 h 19"/>
                  <a:gd name="T8" fmla="*/ 0 w 47"/>
                  <a:gd name="T9" fmla="*/ 5 h 19"/>
                  <a:gd name="T10" fmla="*/ 3 w 47"/>
                  <a:gd name="T11" fmla="*/ 0 h 19"/>
                  <a:gd name="T12" fmla="*/ 44 w 47"/>
                  <a:gd name="T13" fmla="*/ 0 h 19"/>
                  <a:gd name="T14" fmla="*/ 47 w 47"/>
                  <a:gd name="T15" fmla="*/ 5 h 19"/>
                  <a:gd name="T16" fmla="*/ 47 w 47"/>
                  <a:gd name="T17" fmla="*/ 1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9">
                    <a:moveTo>
                      <a:pt x="47" y="15"/>
                    </a:moveTo>
                    <a:cubicBezTo>
                      <a:pt x="47" y="17"/>
                      <a:pt x="46" y="19"/>
                      <a:pt x="44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1" y="19"/>
                      <a:pt x="0" y="17"/>
                      <a:pt x="0" y="1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1" y="0"/>
                      <a:pt x="3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6" y="0"/>
                      <a:pt x="47" y="2"/>
                      <a:pt x="47" y="5"/>
                    </a:cubicBezTo>
                    <a:lnTo>
                      <a:pt x="47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1" name="Freeform 10471"/>
              <p:cNvSpPr>
                <a:spLocks noEditPoints="1"/>
              </p:cNvSpPr>
              <p:nvPr/>
            </p:nvSpPr>
            <p:spPr bwMode="auto">
              <a:xfrm>
                <a:off x="3852" y="2122"/>
                <a:ext cx="121" cy="55"/>
              </a:xfrm>
              <a:custGeom>
                <a:avLst/>
                <a:gdLst>
                  <a:gd name="T0" fmla="*/ 46 w 51"/>
                  <a:gd name="T1" fmla="*/ 23 h 23"/>
                  <a:gd name="T2" fmla="*/ 5 w 51"/>
                  <a:gd name="T3" fmla="*/ 23 h 23"/>
                  <a:gd name="T4" fmla="*/ 0 w 51"/>
                  <a:gd name="T5" fmla="*/ 17 h 23"/>
                  <a:gd name="T6" fmla="*/ 0 w 51"/>
                  <a:gd name="T7" fmla="*/ 7 h 23"/>
                  <a:gd name="T8" fmla="*/ 5 w 51"/>
                  <a:gd name="T9" fmla="*/ 0 h 23"/>
                  <a:gd name="T10" fmla="*/ 46 w 51"/>
                  <a:gd name="T11" fmla="*/ 0 h 23"/>
                  <a:gd name="T12" fmla="*/ 51 w 51"/>
                  <a:gd name="T13" fmla="*/ 7 h 23"/>
                  <a:gd name="T14" fmla="*/ 51 w 51"/>
                  <a:gd name="T15" fmla="*/ 17 h 23"/>
                  <a:gd name="T16" fmla="*/ 46 w 51"/>
                  <a:gd name="T17" fmla="*/ 23 h 23"/>
                  <a:gd name="T18" fmla="*/ 47 w 51"/>
                  <a:gd name="T19" fmla="*/ 7 h 23"/>
                  <a:gd name="T20" fmla="*/ 46 w 51"/>
                  <a:gd name="T21" fmla="*/ 4 h 23"/>
                  <a:gd name="T22" fmla="*/ 5 w 51"/>
                  <a:gd name="T23" fmla="*/ 4 h 23"/>
                  <a:gd name="T24" fmla="*/ 3 w 51"/>
                  <a:gd name="T25" fmla="*/ 7 h 23"/>
                  <a:gd name="T26" fmla="*/ 3 w 51"/>
                  <a:gd name="T27" fmla="*/ 17 h 23"/>
                  <a:gd name="T28" fmla="*/ 5 w 51"/>
                  <a:gd name="T29" fmla="*/ 19 h 23"/>
                  <a:gd name="T30" fmla="*/ 46 w 51"/>
                  <a:gd name="T31" fmla="*/ 19 h 23"/>
                  <a:gd name="T32" fmla="*/ 47 w 51"/>
                  <a:gd name="T33" fmla="*/ 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1" h="23">
                    <a:moveTo>
                      <a:pt x="46" y="23"/>
                    </a:moveTo>
                    <a:cubicBezTo>
                      <a:pt x="5" y="23"/>
                      <a:pt x="5" y="23"/>
                      <a:pt x="5" y="23"/>
                    </a:cubicBezTo>
                    <a:cubicBezTo>
                      <a:pt x="2" y="23"/>
                      <a:pt x="0" y="20"/>
                      <a:pt x="0" y="1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9" y="0"/>
                      <a:pt x="51" y="3"/>
                      <a:pt x="51" y="7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1" y="20"/>
                      <a:pt x="49" y="23"/>
                      <a:pt x="46" y="23"/>
                    </a:cubicBezTo>
                    <a:close/>
                    <a:moveTo>
                      <a:pt x="47" y="7"/>
                    </a:moveTo>
                    <a:cubicBezTo>
                      <a:pt x="47" y="5"/>
                      <a:pt x="47" y="4"/>
                      <a:pt x="46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4"/>
                      <a:pt x="3" y="5"/>
                      <a:pt x="3" y="7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3" y="18"/>
                      <a:pt x="4" y="19"/>
                      <a:pt x="5" y="19"/>
                    </a:cubicBezTo>
                    <a:cubicBezTo>
                      <a:pt x="46" y="19"/>
                      <a:pt x="46" y="19"/>
                      <a:pt x="46" y="19"/>
                    </a:cubicBezTo>
                    <a:cubicBezTo>
                      <a:pt x="47" y="19"/>
                      <a:pt x="47" y="7"/>
                      <a:pt x="47" y="7"/>
                    </a:cubicBezTo>
                    <a:close/>
                  </a:path>
                </a:pathLst>
              </a:custGeom>
              <a:solidFill>
                <a:srgbClr val="3A3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2" name="Rectangle 10472"/>
              <p:cNvSpPr>
                <a:spLocks noChangeArrowheads="1"/>
              </p:cNvSpPr>
              <p:nvPr/>
            </p:nvSpPr>
            <p:spPr bwMode="auto">
              <a:xfrm>
                <a:off x="3826" y="2134"/>
                <a:ext cx="31" cy="14"/>
              </a:xfrm>
              <a:prstGeom prst="rect">
                <a:avLst/>
              </a:prstGeom>
              <a:solidFill>
                <a:srgbClr val="3A3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3" name="Rectangle 10473"/>
              <p:cNvSpPr>
                <a:spLocks noChangeArrowheads="1"/>
              </p:cNvSpPr>
              <p:nvPr/>
            </p:nvSpPr>
            <p:spPr bwMode="auto">
              <a:xfrm>
                <a:off x="3826" y="2134"/>
                <a:ext cx="31" cy="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4" name="Rectangle 10474"/>
              <p:cNvSpPr>
                <a:spLocks noChangeArrowheads="1"/>
              </p:cNvSpPr>
              <p:nvPr/>
            </p:nvSpPr>
            <p:spPr bwMode="auto">
              <a:xfrm>
                <a:off x="3665" y="2134"/>
                <a:ext cx="42" cy="14"/>
              </a:xfrm>
              <a:prstGeom prst="rect">
                <a:avLst/>
              </a:prstGeom>
              <a:solidFill>
                <a:srgbClr val="3A3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5" name="Rectangle 10475"/>
              <p:cNvSpPr>
                <a:spLocks noChangeArrowheads="1"/>
              </p:cNvSpPr>
              <p:nvPr/>
            </p:nvSpPr>
            <p:spPr bwMode="auto">
              <a:xfrm>
                <a:off x="3665" y="2134"/>
                <a:ext cx="42" cy="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6" name="Rectangle 10476"/>
              <p:cNvSpPr>
                <a:spLocks noChangeArrowheads="1"/>
              </p:cNvSpPr>
              <p:nvPr/>
            </p:nvSpPr>
            <p:spPr bwMode="auto">
              <a:xfrm>
                <a:off x="3968" y="2134"/>
                <a:ext cx="43" cy="14"/>
              </a:xfrm>
              <a:prstGeom prst="rect">
                <a:avLst/>
              </a:prstGeom>
              <a:solidFill>
                <a:srgbClr val="3A3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7" name="Freeform 10477"/>
              <p:cNvSpPr>
                <a:spLocks/>
              </p:cNvSpPr>
              <p:nvPr/>
            </p:nvSpPr>
            <p:spPr bwMode="auto">
              <a:xfrm>
                <a:off x="3164" y="1757"/>
                <a:ext cx="192" cy="296"/>
              </a:xfrm>
              <a:custGeom>
                <a:avLst/>
                <a:gdLst>
                  <a:gd name="T0" fmla="*/ 20 w 81"/>
                  <a:gd name="T1" fmla="*/ 0 h 125"/>
                  <a:gd name="T2" fmla="*/ 0 w 81"/>
                  <a:gd name="T3" fmla="*/ 20 h 125"/>
                  <a:gd name="T4" fmla="*/ 0 w 81"/>
                  <a:gd name="T5" fmla="*/ 105 h 125"/>
                  <a:gd name="T6" fmla="*/ 20 w 81"/>
                  <a:gd name="T7" fmla="*/ 125 h 125"/>
                  <a:gd name="T8" fmla="*/ 81 w 81"/>
                  <a:gd name="T9" fmla="*/ 125 h 125"/>
                  <a:gd name="T10" fmla="*/ 81 w 81"/>
                  <a:gd name="T11" fmla="*/ 0 h 125"/>
                  <a:gd name="T12" fmla="*/ 20 w 81"/>
                  <a:gd name="T1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125">
                    <a:moveTo>
                      <a:pt x="20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16"/>
                      <a:pt x="9" y="125"/>
                      <a:pt x="20" y="125"/>
                    </a:cubicBezTo>
                    <a:cubicBezTo>
                      <a:pt x="81" y="125"/>
                      <a:pt x="81" y="125"/>
                      <a:pt x="81" y="125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20" y="0"/>
                      <a:pt x="20" y="0"/>
                      <a:pt x="20" y="0"/>
                    </a:cubicBezTo>
                  </a:path>
                </a:pathLst>
              </a:custGeom>
              <a:solidFill>
                <a:srgbClr val="E344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8" name="Freeform 10478"/>
              <p:cNvSpPr>
                <a:spLocks/>
              </p:cNvSpPr>
              <p:nvPr/>
            </p:nvSpPr>
            <p:spPr bwMode="auto">
              <a:xfrm>
                <a:off x="3356" y="1757"/>
                <a:ext cx="190" cy="370"/>
              </a:xfrm>
              <a:custGeom>
                <a:avLst/>
                <a:gdLst>
                  <a:gd name="T0" fmla="*/ 61 w 80"/>
                  <a:gd name="T1" fmla="*/ 0 h 156"/>
                  <a:gd name="T2" fmla="*/ 0 w 80"/>
                  <a:gd name="T3" fmla="*/ 0 h 156"/>
                  <a:gd name="T4" fmla="*/ 0 w 80"/>
                  <a:gd name="T5" fmla="*/ 125 h 156"/>
                  <a:gd name="T6" fmla="*/ 19 w 80"/>
                  <a:gd name="T7" fmla="*/ 125 h 156"/>
                  <a:gd name="T8" fmla="*/ 71 w 80"/>
                  <a:gd name="T9" fmla="*/ 156 h 156"/>
                  <a:gd name="T10" fmla="*/ 65 w 80"/>
                  <a:gd name="T11" fmla="*/ 124 h 156"/>
                  <a:gd name="T12" fmla="*/ 80 w 80"/>
                  <a:gd name="T13" fmla="*/ 105 h 156"/>
                  <a:gd name="T14" fmla="*/ 80 w 80"/>
                  <a:gd name="T15" fmla="*/ 20 h 156"/>
                  <a:gd name="T16" fmla="*/ 61 w 80"/>
                  <a:gd name="T17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156">
                    <a:moveTo>
                      <a:pt x="6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5"/>
                      <a:pt x="0" y="125"/>
                      <a:pt x="0" y="125"/>
                    </a:cubicBezTo>
                    <a:cubicBezTo>
                      <a:pt x="19" y="125"/>
                      <a:pt x="19" y="125"/>
                      <a:pt x="19" y="125"/>
                    </a:cubicBezTo>
                    <a:cubicBezTo>
                      <a:pt x="71" y="156"/>
                      <a:pt x="71" y="156"/>
                      <a:pt x="71" y="156"/>
                    </a:cubicBezTo>
                    <a:cubicBezTo>
                      <a:pt x="65" y="124"/>
                      <a:pt x="65" y="124"/>
                      <a:pt x="65" y="124"/>
                    </a:cubicBezTo>
                    <a:cubicBezTo>
                      <a:pt x="74" y="122"/>
                      <a:pt x="80" y="114"/>
                      <a:pt x="80" y="105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9"/>
                      <a:pt x="71" y="0"/>
                      <a:pt x="61" y="0"/>
                    </a:cubicBezTo>
                    <a:close/>
                  </a:path>
                </a:pathLst>
              </a:custGeom>
              <a:solidFill>
                <a:srgbClr val="E344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9" name="Freeform 10479"/>
              <p:cNvSpPr>
                <a:spLocks/>
              </p:cNvSpPr>
              <p:nvPr/>
            </p:nvSpPr>
            <p:spPr bwMode="auto">
              <a:xfrm>
                <a:off x="4134" y="1667"/>
                <a:ext cx="192" cy="363"/>
              </a:xfrm>
              <a:custGeom>
                <a:avLst/>
                <a:gdLst>
                  <a:gd name="T0" fmla="*/ 19 w 81"/>
                  <a:gd name="T1" fmla="*/ 0 h 153"/>
                  <a:gd name="T2" fmla="*/ 0 w 81"/>
                  <a:gd name="T3" fmla="*/ 20 h 153"/>
                  <a:gd name="T4" fmla="*/ 0 w 81"/>
                  <a:gd name="T5" fmla="*/ 105 h 153"/>
                  <a:gd name="T6" fmla="*/ 15 w 81"/>
                  <a:gd name="T7" fmla="*/ 124 h 153"/>
                  <a:gd name="T8" fmla="*/ 6 w 81"/>
                  <a:gd name="T9" fmla="*/ 153 h 153"/>
                  <a:gd name="T10" fmla="*/ 61 w 81"/>
                  <a:gd name="T11" fmla="*/ 125 h 153"/>
                  <a:gd name="T12" fmla="*/ 81 w 81"/>
                  <a:gd name="T13" fmla="*/ 125 h 153"/>
                  <a:gd name="T14" fmla="*/ 81 w 81"/>
                  <a:gd name="T15" fmla="*/ 0 h 153"/>
                  <a:gd name="T16" fmla="*/ 19 w 81"/>
                  <a:gd name="T17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153">
                    <a:moveTo>
                      <a:pt x="19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14"/>
                      <a:pt x="6" y="122"/>
                      <a:pt x="15" y="124"/>
                    </a:cubicBezTo>
                    <a:cubicBezTo>
                      <a:pt x="6" y="153"/>
                      <a:pt x="6" y="153"/>
                      <a:pt x="6" y="153"/>
                    </a:cubicBezTo>
                    <a:cubicBezTo>
                      <a:pt x="61" y="125"/>
                      <a:pt x="61" y="125"/>
                      <a:pt x="61" y="125"/>
                    </a:cubicBezTo>
                    <a:cubicBezTo>
                      <a:pt x="81" y="125"/>
                      <a:pt x="81" y="125"/>
                      <a:pt x="81" y="125"/>
                    </a:cubicBezTo>
                    <a:cubicBezTo>
                      <a:pt x="81" y="0"/>
                      <a:pt x="81" y="0"/>
                      <a:pt x="81" y="0"/>
                    </a:cubicBez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E344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0" name="Freeform 10480"/>
              <p:cNvSpPr>
                <a:spLocks/>
              </p:cNvSpPr>
              <p:nvPr/>
            </p:nvSpPr>
            <p:spPr bwMode="auto">
              <a:xfrm>
                <a:off x="4326" y="1667"/>
                <a:ext cx="190" cy="296"/>
              </a:xfrm>
              <a:custGeom>
                <a:avLst/>
                <a:gdLst>
                  <a:gd name="T0" fmla="*/ 61 w 80"/>
                  <a:gd name="T1" fmla="*/ 0 h 125"/>
                  <a:gd name="T2" fmla="*/ 0 w 80"/>
                  <a:gd name="T3" fmla="*/ 0 h 125"/>
                  <a:gd name="T4" fmla="*/ 0 w 80"/>
                  <a:gd name="T5" fmla="*/ 125 h 125"/>
                  <a:gd name="T6" fmla="*/ 61 w 80"/>
                  <a:gd name="T7" fmla="*/ 125 h 125"/>
                  <a:gd name="T8" fmla="*/ 80 w 80"/>
                  <a:gd name="T9" fmla="*/ 105 h 125"/>
                  <a:gd name="T10" fmla="*/ 80 w 80"/>
                  <a:gd name="T11" fmla="*/ 20 h 125"/>
                  <a:gd name="T12" fmla="*/ 61 w 80"/>
                  <a:gd name="T1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125">
                    <a:moveTo>
                      <a:pt x="6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5"/>
                      <a:pt x="0" y="125"/>
                      <a:pt x="0" y="125"/>
                    </a:cubicBezTo>
                    <a:cubicBezTo>
                      <a:pt x="61" y="125"/>
                      <a:pt x="61" y="125"/>
                      <a:pt x="61" y="125"/>
                    </a:cubicBezTo>
                    <a:cubicBezTo>
                      <a:pt x="71" y="125"/>
                      <a:pt x="80" y="116"/>
                      <a:pt x="80" y="105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9"/>
                      <a:pt x="71" y="0"/>
                      <a:pt x="61" y="0"/>
                    </a:cubicBezTo>
                    <a:close/>
                  </a:path>
                </a:pathLst>
              </a:custGeom>
              <a:solidFill>
                <a:srgbClr val="E344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1" name="Freeform 10481"/>
              <p:cNvSpPr>
                <a:spLocks/>
              </p:cNvSpPr>
              <p:nvPr/>
            </p:nvSpPr>
            <p:spPr bwMode="auto">
              <a:xfrm>
                <a:off x="3593" y="1401"/>
                <a:ext cx="216" cy="335"/>
              </a:xfrm>
              <a:custGeom>
                <a:avLst/>
                <a:gdLst>
                  <a:gd name="T0" fmla="*/ 22 w 91"/>
                  <a:gd name="T1" fmla="*/ 0 h 141"/>
                  <a:gd name="T2" fmla="*/ 0 w 91"/>
                  <a:gd name="T3" fmla="*/ 23 h 141"/>
                  <a:gd name="T4" fmla="*/ 0 w 91"/>
                  <a:gd name="T5" fmla="*/ 119 h 141"/>
                  <a:gd name="T6" fmla="*/ 22 w 91"/>
                  <a:gd name="T7" fmla="*/ 141 h 141"/>
                  <a:gd name="T8" fmla="*/ 91 w 91"/>
                  <a:gd name="T9" fmla="*/ 141 h 141"/>
                  <a:gd name="T10" fmla="*/ 91 w 91"/>
                  <a:gd name="T11" fmla="*/ 0 h 141"/>
                  <a:gd name="T12" fmla="*/ 22 w 91"/>
                  <a:gd name="T13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141">
                    <a:moveTo>
                      <a:pt x="22" y="0"/>
                    </a:moveTo>
                    <a:cubicBezTo>
                      <a:pt x="10" y="0"/>
                      <a:pt x="0" y="10"/>
                      <a:pt x="0" y="23"/>
                    </a:cubicBez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31"/>
                      <a:pt x="10" y="141"/>
                      <a:pt x="22" y="141"/>
                    </a:cubicBezTo>
                    <a:cubicBezTo>
                      <a:pt x="91" y="141"/>
                      <a:pt x="91" y="141"/>
                      <a:pt x="91" y="141"/>
                    </a:cubicBezTo>
                    <a:cubicBezTo>
                      <a:pt x="91" y="0"/>
                      <a:pt x="91" y="0"/>
                      <a:pt x="91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E344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2" name="Freeform 10482"/>
              <p:cNvSpPr>
                <a:spLocks/>
              </p:cNvSpPr>
              <p:nvPr/>
            </p:nvSpPr>
            <p:spPr bwMode="auto">
              <a:xfrm>
                <a:off x="3802" y="1401"/>
                <a:ext cx="225" cy="406"/>
              </a:xfrm>
              <a:custGeom>
                <a:avLst/>
                <a:gdLst>
                  <a:gd name="T0" fmla="*/ 73 w 95"/>
                  <a:gd name="T1" fmla="*/ 0 h 171"/>
                  <a:gd name="T2" fmla="*/ 3 w 95"/>
                  <a:gd name="T3" fmla="*/ 0 h 171"/>
                  <a:gd name="T4" fmla="*/ 3 w 95"/>
                  <a:gd name="T5" fmla="*/ 141 h 171"/>
                  <a:gd name="T6" fmla="*/ 10 w 95"/>
                  <a:gd name="T7" fmla="*/ 141 h 171"/>
                  <a:gd name="T8" fmla="*/ 0 w 95"/>
                  <a:gd name="T9" fmla="*/ 171 h 171"/>
                  <a:gd name="T10" fmla="*/ 52 w 95"/>
                  <a:gd name="T11" fmla="*/ 141 h 171"/>
                  <a:gd name="T12" fmla="*/ 95 w 95"/>
                  <a:gd name="T13" fmla="*/ 119 h 171"/>
                  <a:gd name="T14" fmla="*/ 95 w 95"/>
                  <a:gd name="T15" fmla="*/ 23 h 171"/>
                  <a:gd name="T16" fmla="*/ 73 w 95"/>
                  <a:gd name="T17" fmla="*/ 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5" h="171">
                    <a:moveTo>
                      <a:pt x="73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141"/>
                      <a:pt x="3" y="141"/>
                      <a:pt x="3" y="141"/>
                    </a:cubicBezTo>
                    <a:cubicBezTo>
                      <a:pt x="10" y="141"/>
                      <a:pt x="10" y="141"/>
                      <a:pt x="10" y="141"/>
                    </a:cubicBezTo>
                    <a:cubicBezTo>
                      <a:pt x="0" y="171"/>
                      <a:pt x="0" y="171"/>
                      <a:pt x="0" y="171"/>
                    </a:cubicBezTo>
                    <a:cubicBezTo>
                      <a:pt x="52" y="141"/>
                      <a:pt x="52" y="141"/>
                      <a:pt x="52" y="141"/>
                    </a:cubicBezTo>
                    <a:cubicBezTo>
                      <a:pt x="78" y="141"/>
                      <a:pt x="95" y="130"/>
                      <a:pt x="95" y="119"/>
                    </a:cubicBezTo>
                    <a:cubicBezTo>
                      <a:pt x="95" y="23"/>
                      <a:pt x="95" y="23"/>
                      <a:pt x="95" y="23"/>
                    </a:cubicBezTo>
                    <a:cubicBezTo>
                      <a:pt x="95" y="10"/>
                      <a:pt x="85" y="0"/>
                      <a:pt x="73" y="0"/>
                    </a:cubicBezTo>
                    <a:close/>
                  </a:path>
                </a:pathLst>
              </a:custGeom>
              <a:solidFill>
                <a:srgbClr val="E344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3" name="Freeform 10483"/>
              <p:cNvSpPr>
                <a:spLocks/>
              </p:cNvSpPr>
              <p:nvPr/>
            </p:nvSpPr>
            <p:spPr bwMode="auto">
              <a:xfrm>
                <a:off x="3152" y="1747"/>
                <a:ext cx="192" cy="294"/>
              </a:xfrm>
              <a:custGeom>
                <a:avLst/>
                <a:gdLst>
                  <a:gd name="T0" fmla="*/ 20 w 81"/>
                  <a:gd name="T1" fmla="*/ 0 h 124"/>
                  <a:gd name="T2" fmla="*/ 0 w 81"/>
                  <a:gd name="T3" fmla="*/ 19 h 124"/>
                  <a:gd name="T4" fmla="*/ 0 w 81"/>
                  <a:gd name="T5" fmla="*/ 104 h 124"/>
                  <a:gd name="T6" fmla="*/ 20 w 81"/>
                  <a:gd name="T7" fmla="*/ 124 h 124"/>
                  <a:gd name="T8" fmla="*/ 81 w 81"/>
                  <a:gd name="T9" fmla="*/ 124 h 124"/>
                  <a:gd name="T10" fmla="*/ 81 w 81"/>
                  <a:gd name="T11" fmla="*/ 0 h 124"/>
                  <a:gd name="T12" fmla="*/ 20 w 81"/>
                  <a:gd name="T13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124">
                    <a:moveTo>
                      <a:pt x="20" y="0"/>
                    </a:moveTo>
                    <a:cubicBezTo>
                      <a:pt x="9" y="0"/>
                      <a:pt x="0" y="8"/>
                      <a:pt x="0" y="19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0" y="115"/>
                      <a:pt x="9" y="124"/>
                      <a:pt x="20" y="124"/>
                    </a:cubicBezTo>
                    <a:cubicBezTo>
                      <a:pt x="81" y="124"/>
                      <a:pt x="81" y="124"/>
                      <a:pt x="81" y="124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20" y="0"/>
                      <a:pt x="20" y="0"/>
                      <a:pt x="20" y="0"/>
                    </a:cubicBezTo>
                  </a:path>
                </a:pathLst>
              </a:custGeom>
              <a:solidFill>
                <a:srgbClr val="FF6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4" name="Freeform 10484"/>
              <p:cNvSpPr>
                <a:spLocks/>
              </p:cNvSpPr>
              <p:nvPr/>
            </p:nvSpPr>
            <p:spPr bwMode="auto">
              <a:xfrm>
                <a:off x="3344" y="1747"/>
                <a:ext cx="192" cy="368"/>
              </a:xfrm>
              <a:custGeom>
                <a:avLst/>
                <a:gdLst>
                  <a:gd name="T0" fmla="*/ 61 w 81"/>
                  <a:gd name="T1" fmla="*/ 0 h 155"/>
                  <a:gd name="T2" fmla="*/ 0 w 81"/>
                  <a:gd name="T3" fmla="*/ 0 h 155"/>
                  <a:gd name="T4" fmla="*/ 0 w 81"/>
                  <a:gd name="T5" fmla="*/ 124 h 155"/>
                  <a:gd name="T6" fmla="*/ 19 w 81"/>
                  <a:gd name="T7" fmla="*/ 124 h 155"/>
                  <a:gd name="T8" fmla="*/ 71 w 81"/>
                  <a:gd name="T9" fmla="*/ 155 h 155"/>
                  <a:gd name="T10" fmla="*/ 66 w 81"/>
                  <a:gd name="T11" fmla="*/ 123 h 155"/>
                  <a:gd name="T12" fmla="*/ 81 w 81"/>
                  <a:gd name="T13" fmla="*/ 104 h 155"/>
                  <a:gd name="T14" fmla="*/ 81 w 81"/>
                  <a:gd name="T15" fmla="*/ 19 h 155"/>
                  <a:gd name="T16" fmla="*/ 61 w 81"/>
                  <a:gd name="T17" fmla="*/ 0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155">
                    <a:moveTo>
                      <a:pt x="6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19" y="124"/>
                      <a:pt x="19" y="124"/>
                      <a:pt x="19" y="124"/>
                    </a:cubicBezTo>
                    <a:cubicBezTo>
                      <a:pt x="71" y="155"/>
                      <a:pt x="71" y="155"/>
                      <a:pt x="71" y="155"/>
                    </a:cubicBezTo>
                    <a:cubicBezTo>
                      <a:pt x="66" y="123"/>
                      <a:pt x="66" y="123"/>
                      <a:pt x="66" y="123"/>
                    </a:cubicBezTo>
                    <a:cubicBezTo>
                      <a:pt x="74" y="121"/>
                      <a:pt x="81" y="114"/>
                      <a:pt x="81" y="104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1" y="8"/>
                      <a:pt x="72" y="0"/>
                      <a:pt x="61" y="0"/>
                    </a:cubicBezTo>
                  </a:path>
                </a:pathLst>
              </a:custGeom>
              <a:solidFill>
                <a:srgbClr val="FF6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5" name="Freeform 10485"/>
              <p:cNvSpPr>
                <a:spLocks/>
              </p:cNvSpPr>
              <p:nvPr/>
            </p:nvSpPr>
            <p:spPr bwMode="auto">
              <a:xfrm>
                <a:off x="4122" y="1655"/>
                <a:ext cx="192" cy="370"/>
              </a:xfrm>
              <a:custGeom>
                <a:avLst/>
                <a:gdLst>
                  <a:gd name="T0" fmla="*/ 20 w 81"/>
                  <a:gd name="T1" fmla="*/ 0 h 156"/>
                  <a:gd name="T2" fmla="*/ 0 w 81"/>
                  <a:gd name="T3" fmla="*/ 20 h 156"/>
                  <a:gd name="T4" fmla="*/ 0 w 81"/>
                  <a:gd name="T5" fmla="*/ 105 h 156"/>
                  <a:gd name="T6" fmla="*/ 15 w 81"/>
                  <a:gd name="T7" fmla="*/ 125 h 156"/>
                  <a:gd name="T8" fmla="*/ 9 w 81"/>
                  <a:gd name="T9" fmla="*/ 156 h 156"/>
                  <a:gd name="T10" fmla="*/ 62 w 81"/>
                  <a:gd name="T11" fmla="*/ 125 h 156"/>
                  <a:gd name="T12" fmla="*/ 81 w 81"/>
                  <a:gd name="T13" fmla="*/ 125 h 156"/>
                  <a:gd name="T14" fmla="*/ 81 w 81"/>
                  <a:gd name="T15" fmla="*/ 0 h 156"/>
                  <a:gd name="T16" fmla="*/ 20 w 81"/>
                  <a:gd name="T17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156">
                    <a:moveTo>
                      <a:pt x="20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15"/>
                      <a:pt x="7" y="122"/>
                      <a:pt x="15" y="125"/>
                    </a:cubicBezTo>
                    <a:cubicBezTo>
                      <a:pt x="9" y="156"/>
                      <a:pt x="9" y="156"/>
                      <a:pt x="9" y="156"/>
                    </a:cubicBezTo>
                    <a:cubicBezTo>
                      <a:pt x="62" y="125"/>
                      <a:pt x="62" y="125"/>
                      <a:pt x="62" y="125"/>
                    </a:cubicBezTo>
                    <a:cubicBezTo>
                      <a:pt x="81" y="125"/>
                      <a:pt x="81" y="125"/>
                      <a:pt x="81" y="125"/>
                    </a:cubicBezTo>
                    <a:cubicBezTo>
                      <a:pt x="81" y="0"/>
                      <a:pt x="81" y="0"/>
                      <a:pt x="81" y="0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6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6" name="Freeform 10486"/>
              <p:cNvSpPr>
                <a:spLocks/>
              </p:cNvSpPr>
              <p:nvPr/>
            </p:nvSpPr>
            <p:spPr bwMode="auto">
              <a:xfrm>
                <a:off x="4314" y="1655"/>
                <a:ext cx="192" cy="296"/>
              </a:xfrm>
              <a:custGeom>
                <a:avLst/>
                <a:gdLst>
                  <a:gd name="T0" fmla="*/ 61 w 81"/>
                  <a:gd name="T1" fmla="*/ 0 h 125"/>
                  <a:gd name="T2" fmla="*/ 0 w 81"/>
                  <a:gd name="T3" fmla="*/ 0 h 125"/>
                  <a:gd name="T4" fmla="*/ 0 w 81"/>
                  <a:gd name="T5" fmla="*/ 125 h 125"/>
                  <a:gd name="T6" fmla="*/ 61 w 81"/>
                  <a:gd name="T7" fmla="*/ 125 h 125"/>
                  <a:gd name="T8" fmla="*/ 81 w 81"/>
                  <a:gd name="T9" fmla="*/ 105 h 125"/>
                  <a:gd name="T10" fmla="*/ 81 w 81"/>
                  <a:gd name="T11" fmla="*/ 20 h 125"/>
                  <a:gd name="T12" fmla="*/ 61 w 81"/>
                  <a:gd name="T1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125">
                    <a:moveTo>
                      <a:pt x="6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5"/>
                      <a:pt x="0" y="125"/>
                      <a:pt x="0" y="125"/>
                    </a:cubicBezTo>
                    <a:cubicBezTo>
                      <a:pt x="61" y="125"/>
                      <a:pt x="61" y="125"/>
                      <a:pt x="61" y="125"/>
                    </a:cubicBezTo>
                    <a:cubicBezTo>
                      <a:pt x="72" y="125"/>
                      <a:pt x="81" y="116"/>
                      <a:pt x="81" y="105"/>
                    </a:cubicBezTo>
                    <a:cubicBezTo>
                      <a:pt x="81" y="20"/>
                      <a:pt x="81" y="20"/>
                      <a:pt x="81" y="20"/>
                    </a:cubicBezTo>
                    <a:cubicBezTo>
                      <a:pt x="81" y="9"/>
                      <a:pt x="72" y="0"/>
                      <a:pt x="61" y="0"/>
                    </a:cubicBezTo>
                    <a:close/>
                  </a:path>
                </a:pathLst>
              </a:custGeom>
              <a:solidFill>
                <a:srgbClr val="FF6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7" name="Freeform 10487"/>
              <p:cNvSpPr>
                <a:spLocks/>
              </p:cNvSpPr>
              <p:nvPr/>
            </p:nvSpPr>
            <p:spPr bwMode="auto">
              <a:xfrm>
                <a:off x="3582" y="1389"/>
                <a:ext cx="215" cy="335"/>
              </a:xfrm>
              <a:custGeom>
                <a:avLst/>
                <a:gdLst>
                  <a:gd name="T0" fmla="*/ 22 w 91"/>
                  <a:gd name="T1" fmla="*/ 0 h 141"/>
                  <a:gd name="T2" fmla="*/ 0 w 91"/>
                  <a:gd name="T3" fmla="*/ 22 h 141"/>
                  <a:gd name="T4" fmla="*/ 0 w 91"/>
                  <a:gd name="T5" fmla="*/ 119 h 141"/>
                  <a:gd name="T6" fmla="*/ 22 w 91"/>
                  <a:gd name="T7" fmla="*/ 141 h 141"/>
                  <a:gd name="T8" fmla="*/ 91 w 91"/>
                  <a:gd name="T9" fmla="*/ 141 h 141"/>
                  <a:gd name="T10" fmla="*/ 91 w 91"/>
                  <a:gd name="T11" fmla="*/ 0 h 141"/>
                  <a:gd name="T12" fmla="*/ 22 w 91"/>
                  <a:gd name="T13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141">
                    <a:moveTo>
                      <a:pt x="22" y="0"/>
                    </a:moveTo>
                    <a:cubicBezTo>
                      <a:pt x="10" y="0"/>
                      <a:pt x="0" y="10"/>
                      <a:pt x="0" y="22"/>
                    </a:cubicBez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31"/>
                      <a:pt x="10" y="141"/>
                      <a:pt x="22" y="141"/>
                    </a:cubicBezTo>
                    <a:cubicBezTo>
                      <a:pt x="91" y="141"/>
                      <a:pt x="91" y="141"/>
                      <a:pt x="91" y="141"/>
                    </a:cubicBezTo>
                    <a:cubicBezTo>
                      <a:pt x="91" y="0"/>
                      <a:pt x="91" y="0"/>
                      <a:pt x="91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6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8" name="Freeform 10488"/>
              <p:cNvSpPr>
                <a:spLocks/>
              </p:cNvSpPr>
              <p:nvPr/>
            </p:nvSpPr>
            <p:spPr bwMode="auto">
              <a:xfrm>
                <a:off x="3797" y="1389"/>
                <a:ext cx="218" cy="413"/>
              </a:xfrm>
              <a:custGeom>
                <a:avLst/>
                <a:gdLst>
                  <a:gd name="T0" fmla="*/ 69 w 92"/>
                  <a:gd name="T1" fmla="*/ 0 h 174"/>
                  <a:gd name="T2" fmla="*/ 0 w 92"/>
                  <a:gd name="T3" fmla="*/ 0 h 174"/>
                  <a:gd name="T4" fmla="*/ 0 w 92"/>
                  <a:gd name="T5" fmla="*/ 141 h 174"/>
                  <a:gd name="T6" fmla="*/ 7 w 92"/>
                  <a:gd name="T7" fmla="*/ 141 h 174"/>
                  <a:gd name="T8" fmla="*/ 0 w 92"/>
                  <a:gd name="T9" fmla="*/ 174 h 174"/>
                  <a:gd name="T10" fmla="*/ 49 w 92"/>
                  <a:gd name="T11" fmla="*/ 141 h 174"/>
                  <a:gd name="T12" fmla="*/ 92 w 92"/>
                  <a:gd name="T13" fmla="*/ 119 h 174"/>
                  <a:gd name="T14" fmla="*/ 92 w 92"/>
                  <a:gd name="T15" fmla="*/ 22 h 174"/>
                  <a:gd name="T16" fmla="*/ 69 w 92"/>
                  <a:gd name="T17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" h="174">
                    <a:moveTo>
                      <a:pt x="6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41"/>
                      <a:pt x="0" y="141"/>
                      <a:pt x="0" y="141"/>
                    </a:cubicBezTo>
                    <a:cubicBezTo>
                      <a:pt x="7" y="141"/>
                      <a:pt x="7" y="141"/>
                      <a:pt x="7" y="141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49" y="141"/>
                      <a:pt x="49" y="141"/>
                      <a:pt x="49" y="141"/>
                    </a:cubicBezTo>
                    <a:cubicBezTo>
                      <a:pt x="75" y="141"/>
                      <a:pt x="92" y="129"/>
                      <a:pt x="92" y="119"/>
                    </a:cubicBezTo>
                    <a:cubicBezTo>
                      <a:pt x="92" y="22"/>
                      <a:pt x="92" y="22"/>
                      <a:pt x="92" y="22"/>
                    </a:cubicBezTo>
                    <a:cubicBezTo>
                      <a:pt x="92" y="10"/>
                      <a:pt x="82" y="0"/>
                      <a:pt x="69" y="0"/>
                    </a:cubicBezTo>
                    <a:close/>
                  </a:path>
                </a:pathLst>
              </a:custGeom>
              <a:solidFill>
                <a:srgbClr val="FF6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9" name="Freeform 10489"/>
              <p:cNvSpPr>
                <a:spLocks/>
              </p:cNvSpPr>
              <p:nvPr/>
            </p:nvSpPr>
            <p:spPr bwMode="auto">
              <a:xfrm>
                <a:off x="3702" y="1425"/>
                <a:ext cx="12" cy="12"/>
              </a:xfrm>
              <a:custGeom>
                <a:avLst/>
                <a:gdLst>
                  <a:gd name="T0" fmla="*/ 5 w 12"/>
                  <a:gd name="T1" fmla="*/ 0 h 12"/>
                  <a:gd name="T2" fmla="*/ 12 w 12"/>
                  <a:gd name="T3" fmla="*/ 12 h 12"/>
                  <a:gd name="T4" fmla="*/ 0 w 12"/>
                  <a:gd name="T5" fmla="*/ 12 h 12"/>
                  <a:gd name="T6" fmla="*/ 5 w 12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12">
                    <a:moveTo>
                      <a:pt x="5" y="0"/>
                    </a:moveTo>
                    <a:lnTo>
                      <a:pt x="12" y="12"/>
                    </a:lnTo>
                    <a:lnTo>
                      <a:pt x="0" y="12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0" name="Freeform 10490"/>
              <p:cNvSpPr>
                <a:spLocks/>
              </p:cNvSpPr>
              <p:nvPr/>
            </p:nvSpPr>
            <p:spPr bwMode="auto">
              <a:xfrm>
                <a:off x="3702" y="1425"/>
                <a:ext cx="12" cy="12"/>
              </a:xfrm>
              <a:custGeom>
                <a:avLst/>
                <a:gdLst>
                  <a:gd name="T0" fmla="*/ 0 w 5"/>
                  <a:gd name="T1" fmla="*/ 5 h 5"/>
                  <a:gd name="T2" fmla="*/ 2 w 5"/>
                  <a:gd name="T3" fmla="*/ 0 h 5"/>
                  <a:gd name="T4" fmla="*/ 5 w 5"/>
                  <a:gd name="T5" fmla="*/ 5 h 5"/>
                  <a:gd name="T6" fmla="*/ 0 w 5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0" y="5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3" y="5"/>
                      <a:pt x="2" y="5"/>
                      <a:pt x="0" y="5"/>
                    </a:cubicBezTo>
                    <a:close/>
                  </a:path>
                </a:pathLst>
              </a:custGeom>
              <a:solidFill>
                <a:srgbClr val="124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1" name="Freeform 10491"/>
              <p:cNvSpPr>
                <a:spLocks/>
              </p:cNvSpPr>
              <p:nvPr/>
            </p:nvSpPr>
            <p:spPr bwMode="auto">
              <a:xfrm>
                <a:off x="3693" y="1437"/>
                <a:ext cx="31" cy="33"/>
              </a:xfrm>
              <a:custGeom>
                <a:avLst/>
                <a:gdLst>
                  <a:gd name="T0" fmla="*/ 21 w 31"/>
                  <a:gd name="T1" fmla="*/ 2 h 33"/>
                  <a:gd name="T2" fmla="*/ 21 w 31"/>
                  <a:gd name="T3" fmla="*/ 0 h 33"/>
                  <a:gd name="T4" fmla="*/ 9 w 31"/>
                  <a:gd name="T5" fmla="*/ 0 h 33"/>
                  <a:gd name="T6" fmla="*/ 9 w 31"/>
                  <a:gd name="T7" fmla="*/ 2 h 33"/>
                  <a:gd name="T8" fmla="*/ 0 w 31"/>
                  <a:gd name="T9" fmla="*/ 33 h 33"/>
                  <a:gd name="T10" fmla="*/ 31 w 31"/>
                  <a:gd name="T11" fmla="*/ 33 h 33"/>
                  <a:gd name="T12" fmla="*/ 31 w 31"/>
                  <a:gd name="T13" fmla="*/ 31 h 33"/>
                  <a:gd name="T14" fmla="*/ 21 w 31"/>
                  <a:gd name="T15" fmla="*/ 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" h="33">
                    <a:moveTo>
                      <a:pt x="21" y="2"/>
                    </a:moveTo>
                    <a:lnTo>
                      <a:pt x="21" y="0"/>
                    </a:lnTo>
                    <a:lnTo>
                      <a:pt x="9" y="0"/>
                    </a:lnTo>
                    <a:lnTo>
                      <a:pt x="9" y="2"/>
                    </a:lnTo>
                    <a:lnTo>
                      <a:pt x="0" y="33"/>
                    </a:lnTo>
                    <a:lnTo>
                      <a:pt x="31" y="33"/>
                    </a:lnTo>
                    <a:lnTo>
                      <a:pt x="31" y="31"/>
                    </a:lnTo>
                    <a:lnTo>
                      <a:pt x="21" y="2"/>
                    </a:lnTo>
                    <a:close/>
                  </a:path>
                </a:pathLst>
              </a:custGeom>
              <a:solidFill>
                <a:srgbClr val="FF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2" name="Freeform 10492"/>
              <p:cNvSpPr>
                <a:spLocks/>
              </p:cNvSpPr>
              <p:nvPr/>
            </p:nvSpPr>
            <p:spPr bwMode="auto">
              <a:xfrm>
                <a:off x="3693" y="1437"/>
                <a:ext cx="14" cy="33"/>
              </a:xfrm>
              <a:custGeom>
                <a:avLst/>
                <a:gdLst>
                  <a:gd name="T0" fmla="*/ 4 w 6"/>
                  <a:gd name="T1" fmla="*/ 0 h 14"/>
                  <a:gd name="T2" fmla="*/ 0 w 6"/>
                  <a:gd name="T3" fmla="*/ 14 h 14"/>
                  <a:gd name="T4" fmla="*/ 3 w 6"/>
                  <a:gd name="T5" fmla="*/ 14 h 14"/>
                  <a:gd name="T6" fmla="*/ 6 w 6"/>
                  <a:gd name="T7" fmla="*/ 0 h 14"/>
                  <a:gd name="T8" fmla="*/ 4 w 6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4">
                    <a:moveTo>
                      <a:pt x="4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4" y="0"/>
                    </a:cubicBezTo>
                    <a:close/>
                  </a:path>
                </a:pathLst>
              </a:custGeom>
              <a:solidFill>
                <a:srgbClr val="FF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3" name="Freeform 10493"/>
              <p:cNvSpPr>
                <a:spLocks/>
              </p:cNvSpPr>
              <p:nvPr/>
            </p:nvSpPr>
            <p:spPr bwMode="auto">
              <a:xfrm>
                <a:off x="3710" y="1437"/>
                <a:ext cx="14" cy="33"/>
              </a:xfrm>
              <a:custGeom>
                <a:avLst/>
                <a:gdLst>
                  <a:gd name="T0" fmla="*/ 2 w 6"/>
                  <a:gd name="T1" fmla="*/ 0 h 14"/>
                  <a:gd name="T2" fmla="*/ 0 w 6"/>
                  <a:gd name="T3" fmla="*/ 2 h 14"/>
                  <a:gd name="T4" fmla="*/ 3 w 6"/>
                  <a:gd name="T5" fmla="*/ 14 h 14"/>
                  <a:gd name="T6" fmla="*/ 6 w 6"/>
                  <a:gd name="T7" fmla="*/ 14 h 14"/>
                  <a:gd name="T8" fmla="*/ 2 w 6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4">
                    <a:moveTo>
                      <a:pt x="2" y="0"/>
                    </a:moveTo>
                    <a:cubicBezTo>
                      <a:pt x="1" y="0"/>
                      <a:pt x="0" y="2"/>
                      <a:pt x="0" y="2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6" y="14"/>
                      <a:pt x="6" y="14"/>
                      <a:pt x="6" y="14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4" name="Freeform 10494"/>
              <p:cNvSpPr>
                <a:spLocks/>
              </p:cNvSpPr>
              <p:nvPr/>
            </p:nvSpPr>
            <p:spPr bwMode="auto">
              <a:xfrm>
                <a:off x="3700" y="1437"/>
                <a:ext cx="17" cy="35"/>
              </a:xfrm>
              <a:custGeom>
                <a:avLst/>
                <a:gdLst>
                  <a:gd name="T0" fmla="*/ 3 w 7"/>
                  <a:gd name="T1" fmla="*/ 0 h 15"/>
                  <a:gd name="T2" fmla="*/ 0 w 7"/>
                  <a:gd name="T3" fmla="*/ 15 h 15"/>
                  <a:gd name="T4" fmla="*/ 7 w 7"/>
                  <a:gd name="T5" fmla="*/ 15 h 15"/>
                  <a:gd name="T6" fmla="*/ 4 w 7"/>
                  <a:gd name="T7" fmla="*/ 0 h 15"/>
                  <a:gd name="T8" fmla="*/ 3 w 7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5">
                    <a:moveTo>
                      <a:pt x="3" y="0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rgbClr val="FF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5" name="Rectangle 10495"/>
              <p:cNvSpPr>
                <a:spLocks noChangeArrowheads="1"/>
              </p:cNvSpPr>
              <p:nvPr/>
            </p:nvSpPr>
            <p:spPr bwMode="auto">
              <a:xfrm>
                <a:off x="3693" y="1472"/>
                <a:ext cx="31" cy="214"/>
              </a:xfrm>
              <a:prstGeom prst="rect">
                <a:avLst/>
              </a:prstGeom>
              <a:solidFill>
                <a:srgbClr val="124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6" name="Freeform 10496"/>
              <p:cNvSpPr>
                <a:spLocks/>
              </p:cNvSpPr>
              <p:nvPr/>
            </p:nvSpPr>
            <p:spPr bwMode="auto">
              <a:xfrm>
                <a:off x="3714" y="1468"/>
                <a:ext cx="10" cy="215"/>
              </a:xfrm>
              <a:custGeom>
                <a:avLst/>
                <a:gdLst>
                  <a:gd name="T0" fmla="*/ 4 w 4"/>
                  <a:gd name="T1" fmla="*/ 1 h 91"/>
                  <a:gd name="T2" fmla="*/ 3 w 4"/>
                  <a:gd name="T3" fmla="*/ 0 h 91"/>
                  <a:gd name="T4" fmla="*/ 0 w 4"/>
                  <a:gd name="T5" fmla="*/ 1 h 91"/>
                  <a:gd name="T6" fmla="*/ 0 w 4"/>
                  <a:gd name="T7" fmla="*/ 1 h 91"/>
                  <a:gd name="T8" fmla="*/ 0 w 4"/>
                  <a:gd name="T9" fmla="*/ 91 h 91"/>
                  <a:gd name="T10" fmla="*/ 4 w 4"/>
                  <a:gd name="T11" fmla="*/ 91 h 91"/>
                  <a:gd name="T12" fmla="*/ 4 w 4"/>
                  <a:gd name="T13" fmla="*/ 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91">
                    <a:moveTo>
                      <a:pt x="4" y="1"/>
                    </a:moveTo>
                    <a:cubicBezTo>
                      <a:pt x="4" y="1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4" y="91"/>
                      <a:pt x="4" y="91"/>
                      <a:pt x="4" y="91"/>
                    </a:cubicBezTo>
                    <a:lnTo>
                      <a:pt x="4" y="1"/>
                    </a:lnTo>
                    <a:close/>
                  </a:path>
                </a:pathLst>
              </a:custGeom>
              <a:solidFill>
                <a:srgbClr val="124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7" name="Freeform 10497"/>
              <p:cNvSpPr>
                <a:spLocks/>
              </p:cNvSpPr>
              <p:nvPr/>
            </p:nvSpPr>
            <p:spPr bwMode="auto">
              <a:xfrm>
                <a:off x="3693" y="1468"/>
                <a:ext cx="9" cy="215"/>
              </a:xfrm>
              <a:custGeom>
                <a:avLst/>
                <a:gdLst>
                  <a:gd name="T0" fmla="*/ 0 w 4"/>
                  <a:gd name="T1" fmla="*/ 1 h 91"/>
                  <a:gd name="T2" fmla="*/ 1 w 4"/>
                  <a:gd name="T3" fmla="*/ 0 h 91"/>
                  <a:gd name="T4" fmla="*/ 4 w 4"/>
                  <a:gd name="T5" fmla="*/ 1 h 91"/>
                  <a:gd name="T6" fmla="*/ 4 w 4"/>
                  <a:gd name="T7" fmla="*/ 1 h 91"/>
                  <a:gd name="T8" fmla="*/ 4 w 4"/>
                  <a:gd name="T9" fmla="*/ 91 h 91"/>
                  <a:gd name="T10" fmla="*/ 0 w 4"/>
                  <a:gd name="T11" fmla="*/ 91 h 91"/>
                  <a:gd name="T12" fmla="*/ 0 w 4"/>
                  <a:gd name="T13" fmla="*/ 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9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2" y="0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91"/>
                      <a:pt x="4" y="91"/>
                      <a:pt x="4" y="91"/>
                    </a:cubicBezTo>
                    <a:cubicBezTo>
                      <a:pt x="0" y="91"/>
                      <a:pt x="0" y="91"/>
                      <a:pt x="0" y="9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24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8" name="Freeform 10498"/>
              <p:cNvSpPr>
                <a:spLocks/>
              </p:cNvSpPr>
              <p:nvPr/>
            </p:nvSpPr>
            <p:spPr bwMode="auto">
              <a:xfrm>
                <a:off x="3700" y="1468"/>
                <a:ext cx="14" cy="215"/>
              </a:xfrm>
              <a:custGeom>
                <a:avLst/>
                <a:gdLst>
                  <a:gd name="T0" fmla="*/ 3 w 6"/>
                  <a:gd name="T1" fmla="*/ 0 h 91"/>
                  <a:gd name="T2" fmla="*/ 0 w 6"/>
                  <a:gd name="T3" fmla="*/ 1 h 91"/>
                  <a:gd name="T4" fmla="*/ 0 w 6"/>
                  <a:gd name="T5" fmla="*/ 91 h 91"/>
                  <a:gd name="T6" fmla="*/ 6 w 6"/>
                  <a:gd name="T7" fmla="*/ 91 h 91"/>
                  <a:gd name="T8" fmla="*/ 6 w 6"/>
                  <a:gd name="T9" fmla="*/ 1 h 91"/>
                  <a:gd name="T10" fmla="*/ 3 w 6"/>
                  <a:gd name="T11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91">
                    <a:moveTo>
                      <a:pt x="3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6" y="91"/>
                      <a:pt x="6" y="91"/>
                      <a:pt x="6" y="9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5" y="0"/>
                      <a:pt x="3" y="0"/>
                    </a:cubicBezTo>
                    <a:close/>
                  </a:path>
                </a:pathLst>
              </a:custGeom>
              <a:solidFill>
                <a:srgbClr val="2E77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9" name="Freeform 10499"/>
              <p:cNvSpPr>
                <a:spLocks/>
              </p:cNvSpPr>
              <p:nvPr/>
            </p:nvSpPr>
            <p:spPr bwMode="auto">
              <a:xfrm>
                <a:off x="3693" y="1688"/>
                <a:ext cx="31" cy="7"/>
              </a:xfrm>
              <a:custGeom>
                <a:avLst/>
                <a:gdLst>
                  <a:gd name="T0" fmla="*/ 0 w 13"/>
                  <a:gd name="T1" fmla="*/ 3 h 3"/>
                  <a:gd name="T2" fmla="*/ 0 w 13"/>
                  <a:gd name="T3" fmla="*/ 0 h 3"/>
                  <a:gd name="T4" fmla="*/ 7 w 13"/>
                  <a:gd name="T5" fmla="*/ 0 h 3"/>
                  <a:gd name="T6" fmla="*/ 13 w 13"/>
                  <a:gd name="T7" fmla="*/ 0 h 3"/>
                  <a:gd name="T8" fmla="*/ 13 w 13"/>
                  <a:gd name="T9" fmla="*/ 3 h 3"/>
                  <a:gd name="T10" fmla="*/ 0 w 13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3">
                    <a:moveTo>
                      <a:pt x="0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2" y="0"/>
                      <a:pt x="7" y="0"/>
                    </a:cubicBezTo>
                    <a:cubicBezTo>
                      <a:pt x="11" y="0"/>
                      <a:pt x="13" y="0"/>
                      <a:pt x="13" y="0"/>
                    </a:cubicBezTo>
                    <a:cubicBezTo>
                      <a:pt x="13" y="3"/>
                      <a:pt x="13" y="3"/>
                      <a:pt x="13" y="3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124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0" name="Freeform 10500"/>
              <p:cNvSpPr>
                <a:spLocks/>
              </p:cNvSpPr>
              <p:nvPr/>
            </p:nvSpPr>
            <p:spPr bwMode="auto">
              <a:xfrm>
                <a:off x="3693" y="1683"/>
                <a:ext cx="31" cy="8"/>
              </a:xfrm>
              <a:custGeom>
                <a:avLst/>
                <a:gdLst>
                  <a:gd name="T0" fmla="*/ 0 w 13"/>
                  <a:gd name="T1" fmla="*/ 3 h 3"/>
                  <a:gd name="T2" fmla="*/ 0 w 13"/>
                  <a:gd name="T3" fmla="*/ 0 h 3"/>
                  <a:gd name="T4" fmla="*/ 7 w 13"/>
                  <a:gd name="T5" fmla="*/ 0 h 3"/>
                  <a:gd name="T6" fmla="*/ 13 w 13"/>
                  <a:gd name="T7" fmla="*/ 0 h 3"/>
                  <a:gd name="T8" fmla="*/ 13 w 13"/>
                  <a:gd name="T9" fmla="*/ 3 h 3"/>
                  <a:gd name="T10" fmla="*/ 0 w 13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3">
                    <a:moveTo>
                      <a:pt x="0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2" y="0"/>
                      <a:pt x="7" y="0"/>
                    </a:cubicBezTo>
                    <a:cubicBezTo>
                      <a:pt x="11" y="0"/>
                      <a:pt x="13" y="0"/>
                      <a:pt x="13" y="0"/>
                    </a:cubicBezTo>
                    <a:cubicBezTo>
                      <a:pt x="13" y="3"/>
                      <a:pt x="13" y="3"/>
                      <a:pt x="13" y="3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1" name="Oval 10501"/>
              <p:cNvSpPr>
                <a:spLocks noChangeArrowheads="1"/>
              </p:cNvSpPr>
              <p:nvPr/>
            </p:nvSpPr>
            <p:spPr bwMode="auto">
              <a:xfrm>
                <a:off x="3755" y="1679"/>
                <a:ext cx="28" cy="16"/>
              </a:xfrm>
              <a:prstGeom prst="ellipse">
                <a:avLst/>
              </a:prstGeom>
              <a:solidFill>
                <a:srgbClr val="FF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2" name="Freeform 10502"/>
              <p:cNvSpPr>
                <a:spLocks/>
              </p:cNvSpPr>
              <p:nvPr/>
            </p:nvSpPr>
            <p:spPr bwMode="auto">
              <a:xfrm>
                <a:off x="3755" y="1572"/>
                <a:ext cx="28" cy="107"/>
              </a:xfrm>
              <a:custGeom>
                <a:avLst/>
                <a:gdLst>
                  <a:gd name="T0" fmla="*/ 0 w 12"/>
                  <a:gd name="T1" fmla="*/ 45 h 45"/>
                  <a:gd name="T2" fmla="*/ 0 w 12"/>
                  <a:gd name="T3" fmla="*/ 0 h 45"/>
                  <a:gd name="T4" fmla="*/ 6 w 12"/>
                  <a:gd name="T5" fmla="*/ 0 h 45"/>
                  <a:gd name="T6" fmla="*/ 12 w 12"/>
                  <a:gd name="T7" fmla="*/ 0 h 45"/>
                  <a:gd name="T8" fmla="*/ 12 w 12"/>
                  <a:gd name="T9" fmla="*/ 45 h 45"/>
                  <a:gd name="T10" fmla="*/ 0 w 12"/>
                  <a:gd name="T11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5">
                    <a:moveTo>
                      <a:pt x="0" y="45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6" y="0"/>
                    </a:cubicBezTo>
                    <a:cubicBezTo>
                      <a:pt x="10" y="0"/>
                      <a:pt x="12" y="0"/>
                      <a:pt x="12" y="0"/>
                    </a:cubicBezTo>
                    <a:cubicBezTo>
                      <a:pt x="12" y="45"/>
                      <a:pt x="12" y="45"/>
                      <a:pt x="12" y="45"/>
                    </a:cubicBez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FF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3" name="Freeform 10503"/>
              <p:cNvSpPr>
                <a:spLocks/>
              </p:cNvSpPr>
              <p:nvPr/>
            </p:nvSpPr>
            <p:spPr bwMode="auto">
              <a:xfrm>
                <a:off x="3755" y="1579"/>
                <a:ext cx="28" cy="10"/>
              </a:xfrm>
              <a:custGeom>
                <a:avLst/>
                <a:gdLst>
                  <a:gd name="T0" fmla="*/ 0 w 12"/>
                  <a:gd name="T1" fmla="*/ 4 h 4"/>
                  <a:gd name="T2" fmla="*/ 0 w 12"/>
                  <a:gd name="T3" fmla="*/ 0 h 4"/>
                  <a:gd name="T4" fmla="*/ 6 w 12"/>
                  <a:gd name="T5" fmla="*/ 0 h 4"/>
                  <a:gd name="T6" fmla="*/ 12 w 12"/>
                  <a:gd name="T7" fmla="*/ 0 h 4"/>
                  <a:gd name="T8" fmla="*/ 12 w 12"/>
                  <a:gd name="T9" fmla="*/ 4 h 4"/>
                  <a:gd name="T10" fmla="*/ 0 w 12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">
                    <a:moveTo>
                      <a:pt x="0" y="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6" y="0"/>
                    </a:cubicBezTo>
                    <a:cubicBezTo>
                      <a:pt x="10" y="0"/>
                      <a:pt x="12" y="0"/>
                      <a:pt x="12" y="0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4" name="Freeform 10504"/>
              <p:cNvSpPr>
                <a:spLocks/>
              </p:cNvSpPr>
              <p:nvPr/>
            </p:nvSpPr>
            <p:spPr bwMode="auto">
              <a:xfrm>
                <a:off x="3762" y="1425"/>
                <a:ext cx="12" cy="14"/>
              </a:xfrm>
              <a:custGeom>
                <a:avLst/>
                <a:gdLst>
                  <a:gd name="T0" fmla="*/ 5 w 5"/>
                  <a:gd name="T1" fmla="*/ 6 h 6"/>
                  <a:gd name="T2" fmla="*/ 3 w 5"/>
                  <a:gd name="T3" fmla="*/ 0 h 6"/>
                  <a:gd name="T4" fmla="*/ 0 w 5"/>
                  <a:gd name="T5" fmla="*/ 6 h 6"/>
                  <a:gd name="T6" fmla="*/ 5 w 5"/>
                  <a:gd name="T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6">
                    <a:moveTo>
                      <a:pt x="5" y="6"/>
                    </a:moveTo>
                    <a:cubicBezTo>
                      <a:pt x="5" y="6"/>
                      <a:pt x="4" y="0"/>
                      <a:pt x="3" y="0"/>
                    </a:cubicBezTo>
                    <a:cubicBezTo>
                      <a:pt x="1" y="0"/>
                      <a:pt x="0" y="6"/>
                      <a:pt x="0" y="6"/>
                    </a:cubicBezTo>
                    <a:lnTo>
                      <a:pt x="5" y="6"/>
                    </a:lnTo>
                    <a:close/>
                  </a:path>
                </a:pathLst>
              </a:custGeom>
              <a:solidFill>
                <a:srgbClr val="124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5" name="Freeform 10505"/>
              <p:cNvSpPr>
                <a:spLocks/>
              </p:cNvSpPr>
              <p:nvPr/>
            </p:nvSpPr>
            <p:spPr bwMode="auto">
              <a:xfrm>
                <a:off x="3755" y="1437"/>
                <a:ext cx="28" cy="40"/>
              </a:xfrm>
              <a:custGeom>
                <a:avLst/>
                <a:gdLst>
                  <a:gd name="T0" fmla="*/ 8 w 12"/>
                  <a:gd name="T1" fmla="*/ 0 h 17"/>
                  <a:gd name="T2" fmla="*/ 5 w 12"/>
                  <a:gd name="T3" fmla="*/ 1 h 17"/>
                  <a:gd name="T4" fmla="*/ 5 w 12"/>
                  <a:gd name="T5" fmla="*/ 1 h 17"/>
                  <a:gd name="T6" fmla="*/ 3 w 12"/>
                  <a:gd name="T7" fmla="*/ 0 h 17"/>
                  <a:gd name="T8" fmla="*/ 0 w 12"/>
                  <a:gd name="T9" fmla="*/ 16 h 17"/>
                  <a:gd name="T10" fmla="*/ 6 w 12"/>
                  <a:gd name="T11" fmla="*/ 17 h 17"/>
                  <a:gd name="T12" fmla="*/ 12 w 12"/>
                  <a:gd name="T13" fmla="*/ 16 h 17"/>
                  <a:gd name="T14" fmla="*/ 8 w 12"/>
                  <a:gd name="T1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17">
                    <a:moveTo>
                      <a:pt x="8" y="0"/>
                    </a:moveTo>
                    <a:cubicBezTo>
                      <a:pt x="8" y="0"/>
                      <a:pt x="6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3" y="0"/>
                      <a:pt x="3" y="0"/>
                    </a:cubicBezTo>
                    <a:cubicBezTo>
                      <a:pt x="3" y="0"/>
                      <a:pt x="1" y="11"/>
                      <a:pt x="0" y="16"/>
                    </a:cubicBezTo>
                    <a:cubicBezTo>
                      <a:pt x="3" y="17"/>
                      <a:pt x="4" y="17"/>
                      <a:pt x="6" y="17"/>
                    </a:cubicBezTo>
                    <a:cubicBezTo>
                      <a:pt x="9" y="17"/>
                      <a:pt x="10" y="16"/>
                      <a:pt x="12" y="16"/>
                    </a:cubicBezTo>
                    <a:cubicBezTo>
                      <a:pt x="11" y="11"/>
                      <a:pt x="8" y="0"/>
                      <a:pt x="8" y="0"/>
                    </a:cubicBezTo>
                    <a:close/>
                  </a:path>
                </a:pathLst>
              </a:custGeom>
              <a:solidFill>
                <a:srgbClr val="FF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" name="Freeform 10506"/>
              <p:cNvSpPr>
                <a:spLocks/>
              </p:cNvSpPr>
              <p:nvPr/>
            </p:nvSpPr>
            <p:spPr bwMode="auto">
              <a:xfrm>
                <a:off x="3755" y="1472"/>
                <a:ext cx="28" cy="112"/>
              </a:xfrm>
              <a:custGeom>
                <a:avLst/>
                <a:gdLst>
                  <a:gd name="T0" fmla="*/ 0 w 12"/>
                  <a:gd name="T1" fmla="*/ 47 h 47"/>
                  <a:gd name="T2" fmla="*/ 1 w 12"/>
                  <a:gd name="T3" fmla="*/ 0 h 47"/>
                  <a:gd name="T4" fmla="*/ 6 w 12"/>
                  <a:gd name="T5" fmla="*/ 0 h 47"/>
                  <a:gd name="T6" fmla="*/ 11 w 12"/>
                  <a:gd name="T7" fmla="*/ 0 h 47"/>
                  <a:gd name="T8" fmla="*/ 12 w 12"/>
                  <a:gd name="T9" fmla="*/ 47 h 47"/>
                  <a:gd name="T10" fmla="*/ 0 w 12"/>
                  <a:gd name="T11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7">
                    <a:moveTo>
                      <a:pt x="0" y="47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6" y="0"/>
                    </a:cubicBezTo>
                    <a:cubicBezTo>
                      <a:pt x="10" y="0"/>
                      <a:pt x="11" y="0"/>
                      <a:pt x="11" y="0"/>
                    </a:cubicBezTo>
                    <a:cubicBezTo>
                      <a:pt x="12" y="47"/>
                      <a:pt x="12" y="47"/>
                      <a:pt x="12" y="47"/>
                    </a:cubicBez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FF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7" name="Freeform 10507"/>
              <p:cNvSpPr>
                <a:spLocks/>
              </p:cNvSpPr>
              <p:nvPr/>
            </p:nvSpPr>
            <p:spPr bwMode="auto">
              <a:xfrm>
                <a:off x="3755" y="1475"/>
                <a:ext cx="28" cy="104"/>
              </a:xfrm>
              <a:custGeom>
                <a:avLst/>
                <a:gdLst>
                  <a:gd name="T0" fmla="*/ 0 w 12"/>
                  <a:gd name="T1" fmla="*/ 44 h 44"/>
                  <a:gd name="T2" fmla="*/ 0 w 12"/>
                  <a:gd name="T3" fmla="*/ 0 h 44"/>
                  <a:gd name="T4" fmla="*/ 6 w 12"/>
                  <a:gd name="T5" fmla="*/ 0 h 44"/>
                  <a:gd name="T6" fmla="*/ 12 w 12"/>
                  <a:gd name="T7" fmla="*/ 0 h 44"/>
                  <a:gd name="T8" fmla="*/ 12 w 12"/>
                  <a:gd name="T9" fmla="*/ 44 h 44"/>
                  <a:gd name="T10" fmla="*/ 0 w 12"/>
                  <a:gd name="T11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4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6" y="0"/>
                    </a:cubicBezTo>
                    <a:cubicBezTo>
                      <a:pt x="10" y="0"/>
                      <a:pt x="12" y="0"/>
                      <a:pt x="12" y="0"/>
                    </a:cubicBezTo>
                    <a:cubicBezTo>
                      <a:pt x="12" y="44"/>
                      <a:pt x="12" y="44"/>
                      <a:pt x="12" y="44"/>
                    </a:cubicBez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F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8" name="Freeform 10508"/>
              <p:cNvSpPr>
                <a:spLocks/>
              </p:cNvSpPr>
              <p:nvPr/>
            </p:nvSpPr>
            <p:spPr bwMode="auto">
              <a:xfrm>
                <a:off x="3755" y="1475"/>
                <a:ext cx="28" cy="7"/>
              </a:xfrm>
              <a:custGeom>
                <a:avLst/>
                <a:gdLst>
                  <a:gd name="T0" fmla="*/ 0 w 12"/>
                  <a:gd name="T1" fmla="*/ 3 h 3"/>
                  <a:gd name="T2" fmla="*/ 0 w 12"/>
                  <a:gd name="T3" fmla="*/ 0 h 3"/>
                  <a:gd name="T4" fmla="*/ 6 w 12"/>
                  <a:gd name="T5" fmla="*/ 0 h 3"/>
                  <a:gd name="T6" fmla="*/ 12 w 12"/>
                  <a:gd name="T7" fmla="*/ 0 h 3"/>
                  <a:gd name="T8" fmla="*/ 12 w 12"/>
                  <a:gd name="T9" fmla="*/ 3 h 3"/>
                  <a:gd name="T10" fmla="*/ 0 w 12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3">
                    <a:moveTo>
                      <a:pt x="0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6" y="0"/>
                    </a:cubicBezTo>
                    <a:cubicBezTo>
                      <a:pt x="10" y="0"/>
                      <a:pt x="12" y="0"/>
                      <a:pt x="12" y="0"/>
                    </a:cubicBezTo>
                    <a:cubicBezTo>
                      <a:pt x="12" y="3"/>
                      <a:pt x="12" y="3"/>
                      <a:pt x="12" y="3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124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9" name="Freeform 10509"/>
              <p:cNvSpPr>
                <a:spLocks/>
              </p:cNvSpPr>
              <p:nvPr/>
            </p:nvSpPr>
            <p:spPr bwMode="auto">
              <a:xfrm>
                <a:off x="3759" y="1612"/>
                <a:ext cx="15" cy="74"/>
              </a:xfrm>
              <a:custGeom>
                <a:avLst/>
                <a:gdLst>
                  <a:gd name="T0" fmla="*/ 3 w 6"/>
                  <a:gd name="T1" fmla="*/ 30 h 31"/>
                  <a:gd name="T2" fmla="*/ 0 w 6"/>
                  <a:gd name="T3" fmla="*/ 30 h 31"/>
                  <a:gd name="T4" fmla="*/ 0 w 6"/>
                  <a:gd name="T5" fmla="*/ 2 h 31"/>
                  <a:gd name="T6" fmla="*/ 3 w 6"/>
                  <a:gd name="T7" fmla="*/ 0 h 31"/>
                  <a:gd name="T8" fmla="*/ 6 w 6"/>
                  <a:gd name="T9" fmla="*/ 2 h 31"/>
                  <a:gd name="T10" fmla="*/ 6 w 6"/>
                  <a:gd name="T11" fmla="*/ 30 h 31"/>
                  <a:gd name="T12" fmla="*/ 3 w 6"/>
                  <a:gd name="T13" fmla="*/ 3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31">
                    <a:moveTo>
                      <a:pt x="3" y="30"/>
                    </a:moveTo>
                    <a:cubicBezTo>
                      <a:pt x="1" y="30"/>
                      <a:pt x="0" y="31"/>
                      <a:pt x="0" y="3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6" y="1"/>
                      <a:pt x="6" y="2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31"/>
                      <a:pt x="4" y="30"/>
                      <a:pt x="3" y="30"/>
                    </a:cubicBezTo>
                    <a:close/>
                  </a:path>
                </a:pathLst>
              </a:custGeom>
              <a:solidFill>
                <a:srgbClr val="FF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0" name="Freeform 10510"/>
              <p:cNvSpPr>
                <a:spLocks/>
              </p:cNvSpPr>
              <p:nvPr/>
            </p:nvSpPr>
            <p:spPr bwMode="auto">
              <a:xfrm>
                <a:off x="3755" y="1676"/>
                <a:ext cx="28" cy="10"/>
              </a:xfrm>
              <a:custGeom>
                <a:avLst/>
                <a:gdLst>
                  <a:gd name="T0" fmla="*/ 0 w 12"/>
                  <a:gd name="T1" fmla="*/ 4 h 4"/>
                  <a:gd name="T2" fmla="*/ 0 w 12"/>
                  <a:gd name="T3" fmla="*/ 0 h 4"/>
                  <a:gd name="T4" fmla="*/ 6 w 12"/>
                  <a:gd name="T5" fmla="*/ 0 h 4"/>
                  <a:gd name="T6" fmla="*/ 12 w 12"/>
                  <a:gd name="T7" fmla="*/ 0 h 4"/>
                  <a:gd name="T8" fmla="*/ 12 w 12"/>
                  <a:gd name="T9" fmla="*/ 4 h 4"/>
                  <a:gd name="T10" fmla="*/ 0 w 12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">
                    <a:moveTo>
                      <a:pt x="0" y="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6" y="0"/>
                    </a:cubicBezTo>
                    <a:cubicBezTo>
                      <a:pt x="10" y="0"/>
                      <a:pt x="12" y="0"/>
                      <a:pt x="12" y="0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124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1" name="Freeform 10511"/>
              <p:cNvSpPr>
                <a:spLocks/>
              </p:cNvSpPr>
              <p:nvPr/>
            </p:nvSpPr>
            <p:spPr bwMode="auto">
              <a:xfrm>
                <a:off x="3764" y="1596"/>
                <a:ext cx="12" cy="95"/>
              </a:xfrm>
              <a:custGeom>
                <a:avLst/>
                <a:gdLst>
                  <a:gd name="T0" fmla="*/ 2 w 5"/>
                  <a:gd name="T1" fmla="*/ 39 h 40"/>
                  <a:gd name="T2" fmla="*/ 0 w 5"/>
                  <a:gd name="T3" fmla="*/ 39 h 40"/>
                  <a:gd name="T4" fmla="*/ 0 w 5"/>
                  <a:gd name="T5" fmla="*/ 2 h 40"/>
                  <a:gd name="T6" fmla="*/ 2 w 5"/>
                  <a:gd name="T7" fmla="*/ 0 h 40"/>
                  <a:gd name="T8" fmla="*/ 5 w 5"/>
                  <a:gd name="T9" fmla="*/ 2 h 40"/>
                  <a:gd name="T10" fmla="*/ 5 w 5"/>
                  <a:gd name="T11" fmla="*/ 39 h 40"/>
                  <a:gd name="T12" fmla="*/ 2 w 5"/>
                  <a:gd name="T13" fmla="*/ 39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0">
                    <a:moveTo>
                      <a:pt x="2" y="39"/>
                    </a:moveTo>
                    <a:cubicBezTo>
                      <a:pt x="1" y="39"/>
                      <a:pt x="0" y="40"/>
                      <a:pt x="0" y="3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40"/>
                      <a:pt x="4" y="39"/>
                      <a:pt x="2" y="39"/>
                    </a:cubicBezTo>
                    <a:close/>
                  </a:path>
                </a:pathLst>
              </a:custGeom>
              <a:solidFill>
                <a:srgbClr val="124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2" name="Freeform 10512"/>
              <p:cNvSpPr>
                <a:spLocks noEditPoints="1"/>
              </p:cNvSpPr>
              <p:nvPr/>
            </p:nvSpPr>
            <p:spPr bwMode="auto">
              <a:xfrm>
                <a:off x="3819" y="1425"/>
                <a:ext cx="140" cy="270"/>
              </a:xfrm>
              <a:custGeom>
                <a:avLst/>
                <a:gdLst>
                  <a:gd name="T0" fmla="*/ 0 w 140"/>
                  <a:gd name="T1" fmla="*/ 270 h 270"/>
                  <a:gd name="T2" fmla="*/ 140 w 140"/>
                  <a:gd name="T3" fmla="*/ 123 h 270"/>
                  <a:gd name="T4" fmla="*/ 0 w 140"/>
                  <a:gd name="T5" fmla="*/ 0 h 270"/>
                  <a:gd name="T6" fmla="*/ 0 w 140"/>
                  <a:gd name="T7" fmla="*/ 270 h 270"/>
                  <a:gd name="T8" fmla="*/ 40 w 140"/>
                  <a:gd name="T9" fmla="*/ 164 h 270"/>
                  <a:gd name="T10" fmla="*/ 40 w 140"/>
                  <a:gd name="T11" fmla="*/ 92 h 270"/>
                  <a:gd name="T12" fmla="*/ 78 w 140"/>
                  <a:gd name="T13" fmla="*/ 126 h 270"/>
                  <a:gd name="T14" fmla="*/ 40 w 140"/>
                  <a:gd name="T15" fmla="*/ 164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" h="270">
                    <a:moveTo>
                      <a:pt x="0" y="270"/>
                    </a:moveTo>
                    <a:lnTo>
                      <a:pt x="140" y="123"/>
                    </a:lnTo>
                    <a:lnTo>
                      <a:pt x="0" y="0"/>
                    </a:lnTo>
                    <a:lnTo>
                      <a:pt x="0" y="270"/>
                    </a:lnTo>
                    <a:close/>
                    <a:moveTo>
                      <a:pt x="40" y="164"/>
                    </a:moveTo>
                    <a:lnTo>
                      <a:pt x="40" y="92"/>
                    </a:lnTo>
                    <a:lnTo>
                      <a:pt x="78" y="126"/>
                    </a:lnTo>
                    <a:lnTo>
                      <a:pt x="40" y="164"/>
                    </a:lnTo>
                    <a:close/>
                  </a:path>
                </a:pathLst>
              </a:custGeom>
              <a:solidFill>
                <a:srgbClr val="3A3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3" name="Rectangle 10513"/>
              <p:cNvSpPr>
                <a:spLocks noChangeArrowheads="1"/>
              </p:cNvSpPr>
              <p:nvPr/>
            </p:nvSpPr>
            <p:spPr bwMode="auto">
              <a:xfrm>
                <a:off x="3821" y="1660"/>
                <a:ext cx="17" cy="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4" name="Rectangle 10514"/>
              <p:cNvSpPr>
                <a:spLocks noChangeArrowheads="1"/>
              </p:cNvSpPr>
              <p:nvPr/>
            </p:nvSpPr>
            <p:spPr bwMode="auto">
              <a:xfrm>
                <a:off x="3821" y="1650"/>
                <a:ext cx="17" cy="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5" name="Rectangle 10515"/>
              <p:cNvSpPr>
                <a:spLocks noChangeArrowheads="1"/>
              </p:cNvSpPr>
              <p:nvPr/>
            </p:nvSpPr>
            <p:spPr bwMode="auto">
              <a:xfrm>
                <a:off x="3821" y="1641"/>
                <a:ext cx="26" cy="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6" name="Rectangle 10516"/>
              <p:cNvSpPr>
                <a:spLocks noChangeArrowheads="1"/>
              </p:cNvSpPr>
              <p:nvPr/>
            </p:nvSpPr>
            <p:spPr bwMode="auto">
              <a:xfrm>
                <a:off x="3821" y="1631"/>
                <a:ext cx="17" cy="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7" name="Rectangle 10517"/>
              <p:cNvSpPr>
                <a:spLocks noChangeArrowheads="1"/>
              </p:cNvSpPr>
              <p:nvPr/>
            </p:nvSpPr>
            <p:spPr bwMode="auto">
              <a:xfrm>
                <a:off x="3821" y="1622"/>
                <a:ext cx="17" cy="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8" name="Rectangle 10518"/>
              <p:cNvSpPr>
                <a:spLocks noChangeArrowheads="1"/>
              </p:cNvSpPr>
              <p:nvPr/>
            </p:nvSpPr>
            <p:spPr bwMode="auto">
              <a:xfrm>
                <a:off x="3821" y="1610"/>
                <a:ext cx="26" cy="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9" name="Rectangle 10519"/>
              <p:cNvSpPr>
                <a:spLocks noChangeArrowheads="1"/>
              </p:cNvSpPr>
              <p:nvPr/>
            </p:nvSpPr>
            <p:spPr bwMode="auto">
              <a:xfrm>
                <a:off x="3821" y="1600"/>
                <a:ext cx="17" cy="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0" name="Rectangle 10520"/>
              <p:cNvSpPr>
                <a:spLocks noChangeArrowheads="1"/>
              </p:cNvSpPr>
              <p:nvPr/>
            </p:nvSpPr>
            <p:spPr bwMode="auto">
              <a:xfrm>
                <a:off x="3821" y="1591"/>
                <a:ext cx="17" cy="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1" name="Rectangle 10521"/>
              <p:cNvSpPr>
                <a:spLocks noChangeArrowheads="1"/>
              </p:cNvSpPr>
              <p:nvPr/>
            </p:nvSpPr>
            <p:spPr bwMode="auto">
              <a:xfrm>
                <a:off x="3821" y="1579"/>
                <a:ext cx="24" cy="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2" name="Rectangle 10522"/>
              <p:cNvSpPr>
                <a:spLocks noChangeArrowheads="1"/>
              </p:cNvSpPr>
              <p:nvPr/>
            </p:nvSpPr>
            <p:spPr bwMode="auto">
              <a:xfrm>
                <a:off x="3821" y="1570"/>
                <a:ext cx="17" cy="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3" name="Rectangle 10523"/>
              <p:cNvSpPr>
                <a:spLocks noChangeArrowheads="1"/>
              </p:cNvSpPr>
              <p:nvPr/>
            </p:nvSpPr>
            <p:spPr bwMode="auto">
              <a:xfrm>
                <a:off x="3821" y="1560"/>
                <a:ext cx="17" cy="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4" name="Rectangle 10524"/>
              <p:cNvSpPr>
                <a:spLocks noChangeArrowheads="1"/>
              </p:cNvSpPr>
              <p:nvPr/>
            </p:nvSpPr>
            <p:spPr bwMode="auto">
              <a:xfrm>
                <a:off x="3821" y="1551"/>
                <a:ext cx="24" cy="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5" name="Rectangle 10525"/>
              <p:cNvSpPr>
                <a:spLocks noChangeArrowheads="1"/>
              </p:cNvSpPr>
              <p:nvPr/>
            </p:nvSpPr>
            <p:spPr bwMode="auto">
              <a:xfrm>
                <a:off x="3821" y="1541"/>
                <a:ext cx="17" cy="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6" name="Rectangle 10526"/>
              <p:cNvSpPr>
                <a:spLocks noChangeArrowheads="1"/>
              </p:cNvSpPr>
              <p:nvPr/>
            </p:nvSpPr>
            <p:spPr bwMode="auto">
              <a:xfrm>
                <a:off x="3821" y="1532"/>
                <a:ext cx="17" cy="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7" name="Rectangle 10527"/>
              <p:cNvSpPr>
                <a:spLocks noChangeArrowheads="1"/>
              </p:cNvSpPr>
              <p:nvPr/>
            </p:nvSpPr>
            <p:spPr bwMode="auto">
              <a:xfrm>
                <a:off x="3821" y="1520"/>
                <a:ext cx="24" cy="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8" name="Rectangle 10528"/>
              <p:cNvSpPr>
                <a:spLocks noChangeArrowheads="1"/>
              </p:cNvSpPr>
              <p:nvPr/>
            </p:nvSpPr>
            <p:spPr bwMode="auto">
              <a:xfrm>
                <a:off x="3821" y="1510"/>
                <a:ext cx="17" cy="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9" name="Rectangle 10529"/>
              <p:cNvSpPr>
                <a:spLocks noChangeArrowheads="1"/>
              </p:cNvSpPr>
              <p:nvPr/>
            </p:nvSpPr>
            <p:spPr bwMode="auto">
              <a:xfrm>
                <a:off x="3821" y="1501"/>
                <a:ext cx="17" cy="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0" name="Rectangle 10530"/>
              <p:cNvSpPr>
                <a:spLocks noChangeArrowheads="1"/>
              </p:cNvSpPr>
              <p:nvPr/>
            </p:nvSpPr>
            <p:spPr bwMode="auto">
              <a:xfrm>
                <a:off x="3821" y="1491"/>
                <a:ext cx="24" cy="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1" name="Rectangle 10531"/>
              <p:cNvSpPr>
                <a:spLocks noChangeArrowheads="1"/>
              </p:cNvSpPr>
              <p:nvPr/>
            </p:nvSpPr>
            <p:spPr bwMode="auto">
              <a:xfrm>
                <a:off x="3821" y="1482"/>
                <a:ext cx="17" cy="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2" name="Rectangle 10532"/>
              <p:cNvSpPr>
                <a:spLocks noChangeArrowheads="1"/>
              </p:cNvSpPr>
              <p:nvPr/>
            </p:nvSpPr>
            <p:spPr bwMode="auto">
              <a:xfrm>
                <a:off x="3821" y="1472"/>
                <a:ext cx="17" cy="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3" name="Rectangle 10533"/>
              <p:cNvSpPr>
                <a:spLocks noChangeArrowheads="1"/>
              </p:cNvSpPr>
              <p:nvPr/>
            </p:nvSpPr>
            <p:spPr bwMode="auto">
              <a:xfrm>
                <a:off x="3821" y="1461"/>
                <a:ext cx="24" cy="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4" name="Rectangle 10534"/>
              <p:cNvSpPr>
                <a:spLocks noChangeArrowheads="1"/>
              </p:cNvSpPr>
              <p:nvPr/>
            </p:nvSpPr>
            <p:spPr bwMode="auto">
              <a:xfrm>
                <a:off x="3821" y="1451"/>
                <a:ext cx="14" cy="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5" name="Rectangle 10535"/>
              <p:cNvSpPr>
                <a:spLocks noChangeArrowheads="1"/>
              </p:cNvSpPr>
              <p:nvPr/>
            </p:nvSpPr>
            <p:spPr bwMode="auto">
              <a:xfrm>
                <a:off x="3207" y="1826"/>
                <a:ext cx="270" cy="156"/>
              </a:xfrm>
              <a:prstGeom prst="rect">
                <a:avLst/>
              </a:pr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6" name="Rectangle 10536"/>
              <p:cNvSpPr>
                <a:spLocks noChangeArrowheads="1"/>
              </p:cNvSpPr>
              <p:nvPr/>
            </p:nvSpPr>
            <p:spPr bwMode="auto">
              <a:xfrm>
                <a:off x="3207" y="1826"/>
                <a:ext cx="270" cy="1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7" name="Freeform 10537"/>
              <p:cNvSpPr>
                <a:spLocks/>
              </p:cNvSpPr>
              <p:nvPr/>
            </p:nvSpPr>
            <p:spPr bwMode="auto">
              <a:xfrm>
                <a:off x="3216" y="1807"/>
                <a:ext cx="124" cy="159"/>
              </a:xfrm>
              <a:custGeom>
                <a:avLst/>
                <a:gdLst>
                  <a:gd name="T0" fmla="*/ 51 w 52"/>
                  <a:gd name="T1" fmla="*/ 67 h 67"/>
                  <a:gd name="T2" fmla="*/ 0 w 52"/>
                  <a:gd name="T3" fmla="*/ 67 h 67"/>
                  <a:gd name="T4" fmla="*/ 0 w 52"/>
                  <a:gd name="T5" fmla="*/ 6 h 67"/>
                  <a:gd name="T6" fmla="*/ 52 w 52"/>
                  <a:gd name="T7" fmla="*/ 7 h 67"/>
                  <a:gd name="T8" fmla="*/ 51 w 52"/>
                  <a:gd name="T9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67">
                    <a:moveTo>
                      <a:pt x="51" y="67"/>
                    </a:moveTo>
                    <a:cubicBezTo>
                      <a:pt x="34" y="60"/>
                      <a:pt x="17" y="60"/>
                      <a:pt x="0" y="67"/>
                    </a:cubicBezTo>
                    <a:cubicBezTo>
                      <a:pt x="0" y="49"/>
                      <a:pt x="0" y="25"/>
                      <a:pt x="0" y="6"/>
                    </a:cubicBezTo>
                    <a:cubicBezTo>
                      <a:pt x="18" y="0"/>
                      <a:pt x="34" y="0"/>
                      <a:pt x="52" y="7"/>
                    </a:cubicBezTo>
                    <a:cubicBezTo>
                      <a:pt x="51" y="25"/>
                      <a:pt x="51" y="49"/>
                      <a:pt x="51" y="6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8" name="Freeform 10538"/>
              <p:cNvSpPr>
                <a:spLocks/>
              </p:cNvSpPr>
              <p:nvPr/>
            </p:nvSpPr>
            <p:spPr bwMode="auto">
              <a:xfrm>
                <a:off x="3212" y="1807"/>
                <a:ext cx="260" cy="166"/>
              </a:xfrm>
              <a:custGeom>
                <a:avLst/>
                <a:gdLst>
                  <a:gd name="T0" fmla="*/ 109 w 110"/>
                  <a:gd name="T1" fmla="*/ 5 h 70"/>
                  <a:gd name="T2" fmla="*/ 82 w 110"/>
                  <a:gd name="T3" fmla="*/ 0 h 70"/>
                  <a:gd name="T4" fmla="*/ 56 w 110"/>
                  <a:gd name="T5" fmla="*/ 5 h 70"/>
                  <a:gd name="T6" fmla="*/ 55 w 110"/>
                  <a:gd name="T7" fmla="*/ 5 h 70"/>
                  <a:gd name="T8" fmla="*/ 54 w 110"/>
                  <a:gd name="T9" fmla="*/ 5 h 70"/>
                  <a:gd name="T10" fmla="*/ 28 w 110"/>
                  <a:gd name="T11" fmla="*/ 0 h 70"/>
                  <a:gd name="T12" fmla="*/ 2 w 110"/>
                  <a:gd name="T13" fmla="*/ 5 h 70"/>
                  <a:gd name="T14" fmla="*/ 0 w 110"/>
                  <a:gd name="T15" fmla="*/ 5 h 70"/>
                  <a:gd name="T16" fmla="*/ 0 w 110"/>
                  <a:gd name="T17" fmla="*/ 70 h 70"/>
                  <a:gd name="T18" fmla="*/ 3 w 110"/>
                  <a:gd name="T19" fmla="*/ 69 h 70"/>
                  <a:gd name="T20" fmla="*/ 28 w 110"/>
                  <a:gd name="T21" fmla="*/ 64 h 70"/>
                  <a:gd name="T22" fmla="*/ 53 w 110"/>
                  <a:gd name="T23" fmla="*/ 69 h 70"/>
                  <a:gd name="T24" fmla="*/ 55 w 110"/>
                  <a:gd name="T25" fmla="*/ 70 h 70"/>
                  <a:gd name="T26" fmla="*/ 55 w 110"/>
                  <a:gd name="T27" fmla="*/ 70 h 70"/>
                  <a:gd name="T28" fmla="*/ 55 w 110"/>
                  <a:gd name="T29" fmla="*/ 70 h 70"/>
                  <a:gd name="T30" fmla="*/ 55 w 110"/>
                  <a:gd name="T31" fmla="*/ 70 h 70"/>
                  <a:gd name="T32" fmla="*/ 55 w 110"/>
                  <a:gd name="T33" fmla="*/ 70 h 70"/>
                  <a:gd name="T34" fmla="*/ 57 w 110"/>
                  <a:gd name="T35" fmla="*/ 69 h 70"/>
                  <a:gd name="T36" fmla="*/ 82 w 110"/>
                  <a:gd name="T37" fmla="*/ 64 h 70"/>
                  <a:gd name="T38" fmla="*/ 107 w 110"/>
                  <a:gd name="T39" fmla="*/ 69 h 70"/>
                  <a:gd name="T40" fmla="*/ 110 w 110"/>
                  <a:gd name="T41" fmla="*/ 70 h 70"/>
                  <a:gd name="T42" fmla="*/ 110 w 110"/>
                  <a:gd name="T43" fmla="*/ 6 h 70"/>
                  <a:gd name="T44" fmla="*/ 109 w 110"/>
                  <a:gd name="T4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10" h="70">
                    <a:moveTo>
                      <a:pt x="109" y="5"/>
                    </a:moveTo>
                    <a:cubicBezTo>
                      <a:pt x="100" y="2"/>
                      <a:pt x="91" y="0"/>
                      <a:pt x="82" y="0"/>
                    </a:cubicBezTo>
                    <a:cubicBezTo>
                      <a:pt x="74" y="0"/>
                      <a:pt x="65" y="1"/>
                      <a:pt x="56" y="5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45" y="1"/>
                      <a:pt x="37" y="0"/>
                      <a:pt x="28" y="0"/>
                    </a:cubicBezTo>
                    <a:cubicBezTo>
                      <a:pt x="19" y="0"/>
                      <a:pt x="11" y="1"/>
                      <a:pt x="2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3" y="69"/>
                      <a:pt x="3" y="69"/>
                      <a:pt x="3" y="69"/>
                    </a:cubicBezTo>
                    <a:cubicBezTo>
                      <a:pt x="11" y="65"/>
                      <a:pt x="19" y="64"/>
                      <a:pt x="28" y="64"/>
                    </a:cubicBezTo>
                    <a:cubicBezTo>
                      <a:pt x="36" y="64"/>
                      <a:pt x="44" y="66"/>
                      <a:pt x="53" y="69"/>
                    </a:cubicBezTo>
                    <a:cubicBezTo>
                      <a:pt x="55" y="70"/>
                      <a:pt x="55" y="70"/>
                      <a:pt x="55" y="70"/>
                    </a:cubicBezTo>
                    <a:cubicBezTo>
                      <a:pt x="55" y="70"/>
                      <a:pt x="55" y="70"/>
                      <a:pt x="55" y="70"/>
                    </a:cubicBezTo>
                    <a:cubicBezTo>
                      <a:pt x="55" y="70"/>
                      <a:pt x="55" y="70"/>
                      <a:pt x="55" y="70"/>
                    </a:cubicBezTo>
                    <a:cubicBezTo>
                      <a:pt x="55" y="70"/>
                      <a:pt x="55" y="70"/>
                      <a:pt x="55" y="70"/>
                    </a:cubicBezTo>
                    <a:cubicBezTo>
                      <a:pt x="55" y="70"/>
                      <a:pt x="55" y="70"/>
                      <a:pt x="55" y="70"/>
                    </a:cubicBezTo>
                    <a:cubicBezTo>
                      <a:pt x="57" y="69"/>
                      <a:pt x="57" y="69"/>
                      <a:pt x="57" y="69"/>
                    </a:cubicBezTo>
                    <a:cubicBezTo>
                      <a:pt x="66" y="66"/>
                      <a:pt x="74" y="64"/>
                      <a:pt x="82" y="64"/>
                    </a:cubicBezTo>
                    <a:cubicBezTo>
                      <a:pt x="90" y="64"/>
                      <a:pt x="99" y="66"/>
                      <a:pt x="107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0" y="6"/>
                      <a:pt x="110" y="6"/>
                      <a:pt x="110" y="6"/>
                    </a:cubicBezTo>
                    <a:cubicBezTo>
                      <a:pt x="109" y="5"/>
                      <a:pt x="109" y="5"/>
                      <a:pt x="109" y="5"/>
                    </a:cubicBezTo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9" name="Freeform 10539"/>
              <p:cNvSpPr>
                <a:spLocks/>
              </p:cNvSpPr>
              <p:nvPr/>
            </p:nvSpPr>
            <p:spPr bwMode="auto">
              <a:xfrm>
                <a:off x="3216" y="1809"/>
                <a:ext cx="124" cy="159"/>
              </a:xfrm>
              <a:custGeom>
                <a:avLst/>
                <a:gdLst>
                  <a:gd name="T0" fmla="*/ 51 w 52"/>
                  <a:gd name="T1" fmla="*/ 67 h 67"/>
                  <a:gd name="T2" fmla="*/ 0 w 52"/>
                  <a:gd name="T3" fmla="*/ 67 h 67"/>
                  <a:gd name="T4" fmla="*/ 0 w 52"/>
                  <a:gd name="T5" fmla="*/ 6 h 67"/>
                  <a:gd name="T6" fmla="*/ 52 w 52"/>
                  <a:gd name="T7" fmla="*/ 7 h 67"/>
                  <a:gd name="T8" fmla="*/ 51 w 52"/>
                  <a:gd name="T9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67">
                    <a:moveTo>
                      <a:pt x="51" y="67"/>
                    </a:moveTo>
                    <a:cubicBezTo>
                      <a:pt x="34" y="60"/>
                      <a:pt x="17" y="60"/>
                      <a:pt x="0" y="67"/>
                    </a:cubicBezTo>
                    <a:cubicBezTo>
                      <a:pt x="0" y="49"/>
                      <a:pt x="0" y="24"/>
                      <a:pt x="0" y="6"/>
                    </a:cubicBezTo>
                    <a:cubicBezTo>
                      <a:pt x="18" y="0"/>
                      <a:pt x="34" y="0"/>
                      <a:pt x="52" y="7"/>
                    </a:cubicBezTo>
                    <a:cubicBezTo>
                      <a:pt x="51" y="25"/>
                      <a:pt x="51" y="49"/>
                      <a:pt x="51" y="6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0" name="Freeform 10540"/>
              <p:cNvSpPr>
                <a:spLocks/>
              </p:cNvSpPr>
              <p:nvPr/>
            </p:nvSpPr>
            <p:spPr bwMode="auto">
              <a:xfrm>
                <a:off x="3344" y="1809"/>
                <a:ext cx="124" cy="159"/>
              </a:xfrm>
              <a:custGeom>
                <a:avLst/>
                <a:gdLst>
                  <a:gd name="T0" fmla="*/ 0 w 52"/>
                  <a:gd name="T1" fmla="*/ 67 h 67"/>
                  <a:gd name="T2" fmla="*/ 52 w 52"/>
                  <a:gd name="T3" fmla="*/ 67 h 67"/>
                  <a:gd name="T4" fmla="*/ 52 w 52"/>
                  <a:gd name="T5" fmla="*/ 7 h 67"/>
                  <a:gd name="T6" fmla="*/ 1 w 52"/>
                  <a:gd name="T7" fmla="*/ 7 h 67"/>
                  <a:gd name="T8" fmla="*/ 0 w 52"/>
                  <a:gd name="T9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67">
                    <a:moveTo>
                      <a:pt x="0" y="67"/>
                    </a:moveTo>
                    <a:cubicBezTo>
                      <a:pt x="18" y="61"/>
                      <a:pt x="34" y="61"/>
                      <a:pt x="52" y="67"/>
                    </a:cubicBezTo>
                    <a:cubicBezTo>
                      <a:pt x="52" y="49"/>
                      <a:pt x="52" y="25"/>
                      <a:pt x="52" y="7"/>
                    </a:cubicBezTo>
                    <a:cubicBezTo>
                      <a:pt x="35" y="0"/>
                      <a:pt x="18" y="0"/>
                      <a:pt x="1" y="7"/>
                    </a:cubicBezTo>
                    <a:cubicBezTo>
                      <a:pt x="1" y="25"/>
                      <a:pt x="1" y="49"/>
                      <a:pt x="0" y="6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1" name="Freeform 10541"/>
              <p:cNvSpPr>
                <a:spLocks/>
              </p:cNvSpPr>
              <p:nvPr/>
            </p:nvSpPr>
            <p:spPr bwMode="auto">
              <a:xfrm>
                <a:off x="3228" y="1828"/>
                <a:ext cx="100" cy="19"/>
              </a:xfrm>
              <a:custGeom>
                <a:avLst/>
                <a:gdLst>
                  <a:gd name="T0" fmla="*/ 42 w 42"/>
                  <a:gd name="T1" fmla="*/ 8 h 8"/>
                  <a:gd name="T2" fmla="*/ 0 w 42"/>
                  <a:gd name="T3" fmla="*/ 8 h 8"/>
                  <a:gd name="T4" fmla="*/ 0 w 42"/>
                  <a:gd name="T5" fmla="*/ 7 h 8"/>
                  <a:gd name="T6" fmla="*/ 0 w 42"/>
                  <a:gd name="T7" fmla="*/ 5 h 8"/>
                  <a:gd name="T8" fmla="*/ 42 w 42"/>
                  <a:gd name="T9" fmla="*/ 5 h 8"/>
                  <a:gd name="T10" fmla="*/ 42 w 42"/>
                  <a:gd name="T11" fmla="*/ 7 h 8"/>
                  <a:gd name="T12" fmla="*/ 42 w 42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" h="8">
                    <a:moveTo>
                      <a:pt x="42" y="8"/>
                    </a:moveTo>
                    <a:cubicBezTo>
                      <a:pt x="24" y="3"/>
                      <a:pt x="17" y="3"/>
                      <a:pt x="0" y="8"/>
                    </a:cubicBezTo>
                    <a:cubicBezTo>
                      <a:pt x="0" y="6"/>
                      <a:pt x="0" y="6"/>
                      <a:pt x="0" y="7"/>
                    </a:cubicBezTo>
                    <a:cubicBezTo>
                      <a:pt x="0" y="7"/>
                      <a:pt x="0" y="7"/>
                      <a:pt x="0" y="5"/>
                    </a:cubicBezTo>
                    <a:cubicBezTo>
                      <a:pt x="17" y="0"/>
                      <a:pt x="24" y="0"/>
                      <a:pt x="42" y="5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7"/>
                      <a:pt x="42" y="7"/>
                      <a:pt x="42" y="8"/>
                    </a:cubicBezTo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2" name="Freeform 10542"/>
              <p:cNvSpPr>
                <a:spLocks/>
              </p:cNvSpPr>
              <p:nvPr/>
            </p:nvSpPr>
            <p:spPr bwMode="auto">
              <a:xfrm>
                <a:off x="3356" y="1828"/>
                <a:ext cx="100" cy="21"/>
              </a:xfrm>
              <a:custGeom>
                <a:avLst/>
                <a:gdLst>
                  <a:gd name="T0" fmla="*/ 0 w 42"/>
                  <a:gd name="T1" fmla="*/ 8 h 9"/>
                  <a:gd name="T2" fmla="*/ 42 w 42"/>
                  <a:gd name="T3" fmla="*/ 8 h 9"/>
                  <a:gd name="T4" fmla="*/ 42 w 42"/>
                  <a:gd name="T5" fmla="*/ 5 h 9"/>
                  <a:gd name="T6" fmla="*/ 0 w 42"/>
                  <a:gd name="T7" fmla="*/ 5 h 9"/>
                  <a:gd name="T8" fmla="*/ 0 w 42"/>
                  <a:gd name="T9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9">
                    <a:moveTo>
                      <a:pt x="0" y="8"/>
                    </a:moveTo>
                    <a:cubicBezTo>
                      <a:pt x="18" y="3"/>
                      <a:pt x="25" y="3"/>
                      <a:pt x="42" y="8"/>
                    </a:cubicBezTo>
                    <a:cubicBezTo>
                      <a:pt x="42" y="5"/>
                      <a:pt x="42" y="9"/>
                      <a:pt x="42" y="5"/>
                    </a:cubicBezTo>
                    <a:cubicBezTo>
                      <a:pt x="25" y="0"/>
                      <a:pt x="18" y="0"/>
                      <a:pt x="0" y="5"/>
                    </a:cubicBezTo>
                    <a:cubicBezTo>
                      <a:pt x="0" y="9"/>
                      <a:pt x="0" y="4"/>
                      <a:pt x="0" y="8"/>
                    </a:cubicBezTo>
                    <a:close/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3" name="Freeform 10543"/>
              <p:cNvSpPr>
                <a:spLocks/>
              </p:cNvSpPr>
              <p:nvPr/>
            </p:nvSpPr>
            <p:spPr bwMode="auto">
              <a:xfrm>
                <a:off x="3228" y="1852"/>
                <a:ext cx="100" cy="19"/>
              </a:xfrm>
              <a:custGeom>
                <a:avLst/>
                <a:gdLst>
                  <a:gd name="T0" fmla="*/ 42 w 42"/>
                  <a:gd name="T1" fmla="*/ 8 h 8"/>
                  <a:gd name="T2" fmla="*/ 0 w 42"/>
                  <a:gd name="T3" fmla="*/ 8 h 8"/>
                  <a:gd name="T4" fmla="*/ 0 w 42"/>
                  <a:gd name="T5" fmla="*/ 7 h 8"/>
                  <a:gd name="T6" fmla="*/ 0 w 42"/>
                  <a:gd name="T7" fmla="*/ 5 h 8"/>
                  <a:gd name="T8" fmla="*/ 42 w 42"/>
                  <a:gd name="T9" fmla="*/ 5 h 8"/>
                  <a:gd name="T10" fmla="*/ 42 w 42"/>
                  <a:gd name="T11" fmla="*/ 7 h 8"/>
                  <a:gd name="T12" fmla="*/ 42 w 42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" h="8">
                    <a:moveTo>
                      <a:pt x="42" y="8"/>
                    </a:moveTo>
                    <a:cubicBezTo>
                      <a:pt x="24" y="3"/>
                      <a:pt x="17" y="3"/>
                      <a:pt x="0" y="8"/>
                    </a:cubicBezTo>
                    <a:cubicBezTo>
                      <a:pt x="0" y="6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5"/>
                    </a:cubicBezTo>
                    <a:cubicBezTo>
                      <a:pt x="17" y="0"/>
                      <a:pt x="24" y="0"/>
                      <a:pt x="42" y="5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7"/>
                      <a:pt x="42" y="7"/>
                      <a:pt x="42" y="8"/>
                    </a:cubicBezTo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4" name="Freeform 10544"/>
              <p:cNvSpPr>
                <a:spLocks/>
              </p:cNvSpPr>
              <p:nvPr/>
            </p:nvSpPr>
            <p:spPr bwMode="auto">
              <a:xfrm>
                <a:off x="3356" y="1852"/>
                <a:ext cx="100" cy="23"/>
              </a:xfrm>
              <a:custGeom>
                <a:avLst/>
                <a:gdLst>
                  <a:gd name="T0" fmla="*/ 0 w 42"/>
                  <a:gd name="T1" fmla="*/ 8 h 10"/>
                  <a:gd name="T2" fmla="*/ 42 w 42"/>
                  <a:gd name="T3" fmla="*/ 9 h 10"/>
                  <a:gd name="T4" fmla="*/ 42 w 42"/>
                  <a:gd name="T5" fmla="*/ 5 h 10"/>
                  <a:gd name="T6" fmla="*/ 0 w 42"/>
                  <a:gd name="T7" fmla="*/ 5 h 10"/>
                  <a:gd name="T8" fmla="*/ 0 w 42"/>
                  <a:gd name="T9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10">
                    <a:moveTo>
                      <a:pt x="0" y="8"/>
                    </a:moveTo>
                    <a:cubicBezTo>
                      <a:pt x="18" y="3"/>
                      <a:pt x="25" y="3"/>
                      <a:pt x="42" y="9"/>
                    </a:cubicBezTo>
                    <a:cubicBezTo>
                      <a:pt x="42" y="5"/>
                      <a:pt x="42" y="10"/>
                      <a:pt x="42" y="5"/>
                    </a:cubicBezTo>
                    <a:cubicBezTo>
                      <a:pt x="25" y="0"/>
                      <a:pt x="18" y="0"/>
                      <a:pt x="0" y="5"/>
                    </a:cubicBezTo>
                    <a:cubicBezTo>
                      <a:pt x="0" y="9"/>
                      <a:pt x="0" y="4"/>
                      <a:pt x="0" y="8"/>
                    </a:cubicBezTo>
                    <a:close/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5" name="Freeform 10545"/>
              <p:cNvSpPr>
                <a:spLocks/>
              </p:cNvSpPr>
              <p:nvPr/>
            </p:nvSpPr>
            <p:spPr bwMode="auto">
              <a:xfrm>
                <a:off x="3228" y="1875"/>
                <a:ext cx="100" cy="22"/>
              </a:xfrm>
              <a:custGeom>
                <a:avLst/>
                <a:gdLst>
                  <a:gd name="T0" fmla="*/ 42 w 42"/>
                  <a:gd name="T1" fmla="*/ 9 h 9"/>
                  <a:gd name="T2" fmla="*/ 0 w 42"/>
                  <a:gd name="T3" fmla="*/ 8 h 9"/>
                  <a:gd name="T4" fmla="*/ 0 w 42"/>
                  <a:gd name="T5" fmla="*/ 7 h 9"/>
                  <a:gd name="T6" fmla="*/ 0 w 42"/>
                  <a:gd name="T7" fmla="*/ 5 h 9"/>
                  <a:gd name="T8" fmla="*/ 42 w 42"/>
                  <a:gd name="T9" fmla="*/ 5 h 9"/>
                  <a:gd name="T10" fmla="*/ 42 w 42"/>
                  <a:gd name="T11" fmla="*/ 7 h 9"/>
                  <a:gd name="T12" fmla="*/ 42 w 42"/>
                  <a:gd name="T1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" h="9">
                    <a:moveTo>
                      <a:pt x="42" y="9"/>
                    </a:moveTo>
                    <a:cubicBezTo>
                      <a:pt x="24" y="3"/>
                      <a:pt x="17" y="3"/>
                      <a:pt x="0" y="8"/>
                    </a:cubicBezTo>
                    <a:cubicBezTo>
                      <a:pt x="0" y="6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5"/>
                    </a:cubicBezTo>
                    <a:cubicBezTo>
                      <a:pt x="17" y="0"/>
                      <a:pt x="24" y="0"/>
                      <a:pt x="42" y="5"/>
                    </a:cubicBezTo>
                    <a:cubicBezTo>
                      <a:pt x="42" y="8"/>
                      <a:pt x="42" y="7"/>
                      <a:pt x="42" y="7"/>
                    </a:cubicBezTo>
                    <a:cubicBezTo>
                      <a:pt x="42" y="7"/>
                      <a:pt x="42" y="7"/>
                      <a:pt x="42" y="9"/>
                    </a:cubicBezTo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6" name="Freeform 10546"/>
              <p:cNvSpPr>
                <a:spLocks/>
              </p:cNvSpPr>
              <p:nvPr/>
            </p:nvSpPr>
            <p:spPr bwMode="auto">
              <a:xfrm>
                <a:off x="3356" y="1875"/>
                <a:ext cx="100" cy="24"/>
              </a:xfrm>
              <a:custGeom>
                <a:avLst/>
                <a:gdLst>
                  <a:gd name="T0" fmla="*/ 0 w 42"/>
                  <a:gd name="T1" fmla="*/ 9 h 10"/>
                  <a:gd name="T2" fmla="*/ 42 w 42"/>
                  <a:gd name="T3" fmla="*/ 9 h 10"/>
                  <a:gd name="T4" fmla="*/ 42 w 42"/>
                  <a:gd name="T5" fmla="*/ 6 h 10"/>
                  <a:gd name="T6" fmla="*/ 0 w 42"/>
                  <a:gd name="T7" fmla="*/ 5 h 10"/>
                  <a:gd name="T8" fmla="*/ 0 w 42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10">
                    <a:moveTo>
                      <a:pt x="0" y="9"/>
                    </a:moveTo>
                    <a:cubicBezTo>
                      <a:pt x="18" y="3"/>
                      <a:pt x="25" y="3"/>
                      <a:pt x="42" y="9"/>
                    </a:cubicBezTo>
                    <a:cubicBezTo>
                      <a:pt x="42" y="5"/>
                      <a:pt x="42" y="10"/>
                      <a:pt x="42" y="6"/>
                    </a:cubicBezTo>
                    <a:cubicBezTo>
                      <a:pt x="25" y="0"/>
                      <a:pt x="18" y="0"/>
                      <a:pt x="0" y="5"/>
                    </a:cubicBezTo>
                    <a:cubicBezTo>
                      <a:pt x="0" y="9"/>
                      <a:pt x="0" y="4"/>
                      <a:pt x="0" y="9"/>
                    </a:cubicBezTo>
                    <a:close/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7" name="Freeform 10547"/>
              <p:cNvSpPr>
                <a:spLocks/>
              </p:cNvSpPr>
              <p:nvPr/>
            </p:nvSpPr>
            <p:spPr bwMode="auto">
              <a:xfrm>
                <a:off x="3228" y="1899"/>
                <a:ext cx="100" cy="22"/>
              </a:xfrm>
              <a:custGeom>
                <a:avLst/>
                <a:gdLst>
                  <a:gd name="T0" fmla="*/ 42 w 42"/>
                  <a:gd name="T1" fmla="*/ 9 h 9"/>
                  <a:gd name="T2" fmla="*/ 0 w 42"/>
                  <a:gd name="T3" fmla="*/ 9 h 9"/>
                  <a:gd name="T4" fmla="*/ 0 w 42"/>
                  <a:gd name="T5" fmla="*/ 7 h 9"/>
                  <a:gd name="T6" fmla="*/ 0 w 42"/>
                  <a:gd name="T7" fmla="*/ 5 h 9"/>
                  <a:gd name="T8" fmla="*/ 42 w 42"/>
                  <a:gd name="T9" fmla="*/ 6 h 9"/>
                  <a:gd name="T10" fmla="*/ 42 w 42"/>
                  <a:gd name="T11" fmla="*/ 7 h 9"/>
                  <a:gd name="T12" fmla="*/ 42 w 42"/>
                  <a:gd name="T1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" h="9">
                    <a:moveTo>
                      <a:pt x="42" y="9"/>
                    </a:moveTo>
                    <a:cubicBezTo>
                      <a:pt x="24" y="3"/>
                      <a:pt x="17" y="3"/>
                      <a:pt x="0" y="9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5"/>
                    </a:cubicBezTo>
                    <a:cubicBezTo>
                      <a:pt x="17" y="0"/>
                      <a:pt x="24" y="0"/>
                      <a:pt x="42" y="6"/>
                    </a:cubicBezTo>
                    <a:cubicBezTo>
                      <a:pt x="42" y="8"/>
                      <a:pt x="42" y="8"/>
                      <a:pt x="42" y="7"/>
                    </a:cubicBezTo>
                    <a:cubicBezTo>
                      <a:pt x="42" y="7"/>
                      <a:pt x="42" y="7"/>
                      <a:pt x="42" y="9"/>
                    </a:cubicBezTo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8" name="Freeform 10548"/>
              <p:cNvSpPr>
                <a:spLocks/>
              </p:cNvSpPr>
              <p:nvPr/>
            </p:nvSpPr>
            <p:spPr bwMode="auto">
              <a:xfrm>
                <a:off x="3356" y="1899"/>
                <a:ext cx="100" cy="24"/>
              </a:xfrm>
              <a:custGeom>
                <a:avLst/>
                <a:gdLst>
                  <a:gd name="T0" fmla="*/ 0 w 42"/>
                  <a:gd name="T1" fmla="*/ 9 h 10"/>
                  <a:gd name="T2" fmla="*/ 42 w 42"/>
                  <a:gd name="T3" fmla="*/ 9 h 10"/>
                  <a:gd name="T4" fmla="*/ 42 w 42"/>
                  <a:gd name="T5" fmla="*/ 6 h 10"/>
                  <a:gd name="T6" fmla="*/ 0 w 42"/>
                  <a:gd name="T7" fmla="*/ 6 h 10"/>
                  <a:gd name="T8" fmla="*/ 0 w 42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10">
                    <a:moveTo>
                      <a:pt x="0" y="9"/>
                    </a:moveTo>
                    <a:cubicBezTo>
                      <a:pt x="18" y="3"/>
                      <a:pt x="25" y="3"/>
                      <a:pt x="42" y="9"/>
                    </a:cubicBezTo>
                    <a:cubicBezTo>
                      <a:pt x="42" y="5"/>
                      <a:pt x="42" y="10"/>
                      <a:pt x="42" y="6"/>
                    </a:cubicBezTo>
                    <a:cubicBezTo>
                      <a:pt x="25" y="0"/>
                      <a:pt x="18" y="0"/>
                      <a:pt x="0" y="6"/>
                    </a:cubicBezTo>
                    <a:cubicBezTo>
                      <a:pt x="0" y="9"/>
                      <a:pt x="0" y="4"/>
                      <a:pt x="0" y="9"/>
                    </a:cubicBezTo>
                    <a:close/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9" name="Freeform 10549"/>
              <p:cNvSpPr>
                <a:spLocks/>
              </p:cNvSpPr>
              <p:nvPr/>
            </p:nvSpPr>
            <p:spPr bwMode="auto">
              <a:xfrm>
                <a:off x="3228" y="1923"/>
                <a:ext cx="100" cy="21"/>
              </a:xfrm>
              <a:custGeom>
                <a:avLst/>
                <a:gdLst>
                  <a:gd name="T0" fmla="*/ 42 w 42"/>
                  <a:gd name="T1" fmla="*/ 9 h 9"/>
                  <a:gd name="T2" fmla="*/ 0 w 42"/>
                  <a:gd name="T3" fmla="*/ 9 h 9"/>
                  <a:gd name="T4" fmla="*/ 0 w 42"/>
                  <a:gd name="T5" fmla="*/ 7 h 9"/>
                  <a:gd name="T6" fmla="*/ 0 w 42"/>
                  <a:gd name="T7" fmla="*/ 6 h 9"/>
                  <a:gd name="T8" fmla="*/ 42 w 42"/>
                  <a:gd name="T9" fmla="*/ 6 h 9"/>
                  <a:gd name="T10" fmla="*/ 42 w 42"/>
                  <a:gd name="T11" fmla="*/ 8 h 9"/>
                  <a:gd name="T12" fmla="*/ 42 w 42"/>
                  <a:gd name="T1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" h="9">
                    <a:moveTo>
                      <a:pt x="42" y="9"/>
                    </a:moveTo>
                    <a:cubicBezTo>
                      <a:pt x="24" y="3"/>
                      <a:pt x="17" y="3"/>
                      <a:pt x="0" y="9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6"/>
                    </a:cubicBezTo>
                    <a:cubicBezTo>
                      <a:pt x="17" y="0"/>
                      <a:pt x="24" y="0"/>
                      <a:pt x="42" y="6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42" y="7"/>
                      <a:pt x="42" y="7"/>
                      <a:pt x="42" y="9"/>
                    </a:cubicBezTo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0" name="Freeform 10550"/>
              <p:cNvSpPr>
                <a:spLocks/>
              </p:cNvSpPr>
              <p:nvPr/>
            </p:nvSpPr>
            <p:spPr bwMode="auto">
              <a:xfrm>
                <a:off x="3356" y="1923"/>
                <a:ext cx="100" cy="24"/>
              </a:xfrm>
              <a:custGeom>
                <a:avLst/>
                <a:gdLst>
                  <a:gd name="T0" fmla="*/ 0 w 42"/>
                  <a:gd name="T1" fmla="*/ 9 h 10"/>
                  <a:gd name="T2" fmla="*/ 42 w 42"/>
                  <a:gd name="T3" fmla="*/ 9 h 10"/>
                  <a:gd name="T4" fmla="*/ 42 w 42"/>
                  <a:gd name="T5" fmla="*/ 6 h 10"/>
                  <a:gd name="T6" fmla="*/ 0 w 42"/>
                  <a:gd name="T7" fmla="*/ 6 h 10"/>
                  <a:gd name="T8" fmla="*/ 0 w 42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10">
                    <a:moveTo>
                      <a:pt x="0" y="9"/>
                    </a:moveTo>
                    <a:cubicBezTo>
                      <a:pt x="18" y="4"/>
                      <a:pt x="25" y="4"/>
                      <a:pt x="42" y="9"/>
                    </a:cubicBezTo>
                    <a:cubicBezTo>
                      <a:pt x="42" y="5"/>
                      <a:pt x="42" y="10"/>
                      <a:pt x="42" y="6"/>
                    </a:cubicBezTo>
                    <a:cubicBezTo>
                      <a:pt x="25" y="0"/>
                      <a:pt x="18" y="0"/>
                      <a:pt x="0" y="6"/>
                    </a:cubicBezTo>
                    <a:cubicBezTo>
                      <a:pt x="0" y="9"/>
                      <a:pt x="0" y="4"/>
                      <a:pt x="0" y="9"/>
                    </a:cubicBezTo>
                    <a:close/>
                  </a:path>
                </a:pathLst>
              </a:custGeom>
              <a:solidFill>
                <a:srgbClr val="353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1" name="Rectangle 10551"/>
              <p:cNvSpPr>
                <a:spLocks noChangeArrowheads="1"/>
              </p:cNvSpPr>
              <p:nvPr/>
            </p:nvSpPr>
            <p:spPr bwMode="auto">
              <a:xfrm>
                <a:off x="4307" y="1887"/>
                <a:ext cx="10" cy="24"/>
              </a:xfrm>
              <a:prstGeom prst="rect">
                <a:avLst/>
              </a:prstGeom>
              <a:solidFill>
                <a:srgbClr val="D633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2" name="Freeform 10552"/>
              <p:cNvSpPr>
                <a:spLocks/>
              </p:cNvSpPr>
              <p:nvPr/>
            </p:nvSpPr>
            <p:spPr bwMode="auto">
              <a:xfrm>
                <a:off x="4262" y="1904"/>
                <a:ext cx="100" cy="21"/>
              </a:xfrm>
              <a:custGeom>
                <a:avLst/>
                <a:gdLst>
                  <a:gd name="T0" fmla="*/ 42 w 42"/>
                  <a:gd name="T1" fmla="*/ 9 h 9"/>
                  <a:gd name="T2" fmla="*/ 0 w 42"/>
                  <a:gd name="T3" fmla="*/ 9 h 9"/>
                  <a:gd name="T4" fmla="*/ 21 w 42"/>
                  <a:gd name="T5" fmla="*/ 0 h 9"/>
                  <a:gd name="T6" fmla="*/ 42 w 42"/>
                  <a:gd name="T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2" h="9">
                    <a:moveTo>
                      <a:pt x="42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2" y="0"/>
                      <a:pt x="21" y="0"/>
                    </a:cubicBezTo>
                    <a:cubicBezTo>
                      <a:pt x="41" y="0"/>
                      <a:pt x="42" y="9"/>
                      <a:pt x="42" y="9"/>
                    </a:cubicBezTo>
                    <a:close/>
                  </a:path>
                </a:pathLst>
              </a:custGeom>
              <a:solidFill>
                <a:srgbClr val="D633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3" name="Freeform 10553"/>
              <p:cNvSpPr>
                <a:spLocks/>
              </p:cNvSpPr>
              <p:nvPr/>
            </p:nvSpPr>
            <p:spPr bwMode="auto">
              <a:xfrm>
                <a:off x="4264" y="1683"/>
                <a:ext cx="102" cy="197"/>
              </a:xfrm>
              <a:custGeom>
                <a:avLst/>
                <a:gdLst>
                  <a:gd name="T0" fmla="*/ 102 w 102"/>
                  <a:gd name="T1" fmla="*/ 192 h 197"/>
                  <a:gd name="T2" fmla="*/ 93 w 102"/>
                  <a:gd name="T3" fmla="*/ 197 h 197"/>
                  <a:gd name="T4" fmla="*/ 0 w 102"/>
                  <a:gd name="T5" fmla="*/ 5 h 197"/>
                  <a:gd name="T6" fmla="*/ 10 w 102"/>
                  <a:gd name="T7" fmla="*/ 0 h 197"/>
                  <a:gd name="T8" fmla="*/ 102 w 102"/>
                  <a:gd name="T9" fmla="*/ 192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97">
                    <a:moveTo>
                      <a:pt x="102" y="192"/>
                    </a:moveTo>
                    <a:lnTo>
                      <a:pt x="93" y="197"/>
                    </a:lnTo>
                    <a:lnTo>
                      <a:pt x="0" y="5"/>
                    </a:lnTo>
                    <a:lnTo>
                      <a:pt x="10" y="0"/>
                    </a:lnTo>
                    <a:lnTo>
                      <a:pt x="102" y="192"/>
                    </a:lnTo>
                    <a:close/>
                  </a:path>
                </a:pathLst>
              </a:custGeom>
              <a:solidFill>
                <a:srgbClr val="D633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4" name="Freeform 10554"/>
              <p:cNvSpPr>
                <a:spLocks/>
              </p:cNvSpPr>
              <p:nvPr/>
            </p:nvSpPr>
            <p:spPr bwMode="auto">
              <a:xfrm>
                <a:off x="4196" y="1681"/>
                <a:ext cx="170" cy="223"/>
              </a:xfrm>
              <a:custGeom>
                <a:avLst/>
                <a:gdLst>
                  <a:gd name="T0" fmla="*/ 72 w 72"/>
                  <a:gd name="T1" fmla="*/ 83 h 94"/>
                  <a:gd name="T2" fmla="*/ 11 w 72"/>
                  <a:gd name="T3" fmla="*/ 62 h 94"/>
                  <a:gd name="T4" fmla="*/ 32 w 72"/>
                  <a:gd name="T5" fmla="*/ 0 h 94"/>
                  <a:gd name="T6" fmla="*/ 34 w 72"/>
                  <a:gd name="T7" fmla="*/ 4 h 94"/>
                  <a:gd name="T8" fmla="*/ 15 w 72"/>
                  <a:gd name="T9" fmla="*/ 60 h 94"/>
                  <a:gd name="T10" fmla="*/ 70 w 72"/>
                  <a:gd name="T11" fmla="*/ 79 h 94"/>
                  <a:gd name="T12" fmla="*/ 72 w 72"/>
                  <a:gd name="T13" fmla="*/ 8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94">
                    <a:moveTo>
                      <a:pt x="72" y="83"/>
                    </a:moveTo>
                    <a:cubicBezTo>
                      <a:pt x="50" y="94"/>
                      <a:pt x="22" y="84"/>
                      <a:pt x="11" y="62"/>
                    </a:cubicBezTo>
                    <a:cubicBezTo>
                      <a:pt x="0" y="39"/>
                      <a:pt x="9" y="11"/>
                      <a:pt x="32" y="0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14" y="14"/>
                      <a:pt x="5" y="39"/>
                      <a:pt x="15" y="60"/>
                    </a:cubicBezTo>
                    <a:cubicBezTo>
                      <a:pt x="25" y="80"/>
                      <a:pt x="50" y="89"/>
                      <a:pt x="70" y="79"/>
                    </a:cubicBezTo>
                    <a:lnTo>
                      <a:pt x="72" y="83"/>
                    </a:lnTo>
                    <a:close/>
                  </a:path>
                </a:pathLst>
              </a:custGeom>
              <a:solidFill>
                <a:srgbClr val="D633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5" name="Freeform 10555"/>
              <p:cNvSpPr>
                <a:spLocks/>
              </p:cNvSpPr>
              <p:nvPr/>
            </p:nvSpPr>
            <p:spPr bwMode="auto">
              <a:xfrm>
                <a:off x="4219" y="1676"/>
                <a:ext cx="207" cy="207"/>
              </a:xfrm>
              <a:custGeom>
                <a:avLst/>
                <a:gdLst>
                  <a:gd name="T0" fmla="*/ 60 w 87"/>
                  <a:gd name="T1" fmla="*/ 77 h 87"/>
                  <a:gd name="T2" fmla="*/ 9 w 87"/>
                  <a:gd name="T3" fmla="*/ 60 h 87"/>
                  <a:gd name="T4" fmla="*/ 27 w 87"/>
                  <a:gd name="T5" fmla="*/ 9 h 87"/>
                  <a:gd name="T6" fmla="*/ 77 w 87"/>
                  <a:gd name="T7" fmla="*/ 26 h 87"/>
                  <a:gd name="T8" fmla="*/ 60 w 87"/>
                  <a:gd name="T9" fmla="*/ 7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87">
                    <a:moveTo>
                      <a:pt x="60" y="77"/>
                    </a:moveTo>
                    <a:cubicBezTo>
                      <a:pt x="41" y="87"/>
                      <a:pt x="18" y="79"/>
                      <a:pt x="9" y="60"/>
                    </a:cubicBezTo>
                    <a:cubicBezTo>
                      <a:pt x="0" y="41"/>
                      <a:pt x="8" y="18"/>
                      <a:pt x="27" y="9"/>
                    </a:cubicBezTo>
                    <a:cubicBezTo>
                      <a:pt x="45" y="0"/>
                      <a:pt x="68" y="7"/>
                      <a:pt x="77" y="26"/>
                    </a:cubicBezTo>
                    <a:cubicBezTo>
                      <a:pt x="87" y="45"/>
                      <a:pt x="79" y="68"/>
                      <a:pt x="60" y="77"/>
                    </a:cubicBezTo>
                    <a:close/>
                  </a:path>
                </a:pathLst>
              </a:custGeom>
              <a:solidFill>
                <a:srgbClr val="2A57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6" name="Freeform 10556"/>
              <p:cNvSpPr>
                <a:spLocks/>
              </p:cNvSpPr>
              <p:nvPr/>
            </p:nvSpPr>
            <p:spPr bwMode="auto">
              <a:xfrm>
                <a:off x="4231" y="1688"/>
                <a:ext cx="180" cy="180"/>
              </a:xfrm>
              <a:custGeom>
                <a:avLst/>
                <a:gdLst>
                  <a:gd name="T0" fmla="*/ 68 w 76"/>
                  <a:gd name="T1" fmla="*/ 24 h 76"/>
                  <a:gd name="T2" fmla="*/ 53 w 76"/>
                  <a:gd name="T3" fmla="*/ 68 h 76"/>
                  <a:gd name="T4" fmla="*/ 8 w 76"/>
                  <a:gd name="T5" fmla="*/ 53 h 76"/>
                  <a:gd name="T6" fmla="*/ 24 w 76"/>
                  <a:gd name="T7" fmla="*/ 8 h 76"/>
                  <a:gd name="T8" fmla="*/ 68 w 76"/>
                  <a:gd name="T9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76">
                    <a:moveTo>
                      <a:pt x="68" y="24"/>
                    </a:moveTo>
                    <a:cubicBezTo>
                      <a:pt x="76" y="40"/>
                      <a:pt x="69" y="60"/>
                      <a:pt x="53" y="68"/>
                    </a:cubicBezTo>
                    <a:cubicBezTo>
                      <a:pt x="36" y="76"/>
                      <a:pt x="16" y="69"/>
                      <a:pt x="8" y="53"/>
                    </a:cubicBezTo>
                    <a:cubicBezTo>
                      <a:pt x="0" y="36"/>
                      <a:pt x="7" y="16"/>
                      <a:pt x="24" y="8"/>
                    </a:cubicBezTo>
                    <a:cubicBezTo>
                      <a:pt x="40" y="0"/>
                      <a:pt x="60" y="7"/>
                      <a:pt x="68" y="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7" name="Rectangle 10557"/>
              <p:cNvSpPr>
                <a:spLocks noChangeArrowheads="1"/>
              </p:cNvSpPr>
              <p:nvPr/>
            </p:nvSpPr>
            <p:spPr bwMode="auto">
              <a:xfrm>
                <a:off x="4388" y="1766"/>
                <a:ext cx="1" cy="1"/>
              </a:xfrm>
              <a:prstGeom prst="rect">
                <a:avLst/>
              </a:prstGeom>
              <a:solidFill>
                <a:srgbClr val="1491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8" name="Rectangle 10558"/>
              <p:cNvSpPr>
                <a:spLocks noChangeArrowheads="1"/>
              </p:cNvSpPr>
              <p:nvPr/>
            </p:nvSpPr>
            <p:spPr bwMode="auto">
              <a:xfrm>
                <a:off x="4253" y="1747"/>
                <a:ext cx="1" cy="1"/>
              </a:xfrm>
              <a:prstGeom prst="rect">
                <a:avLst/>
              </a:prstGeom>
              <a:solidFill>
                <a:srgbClr val="1491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9" name="Rectangle 10559"/>
              <p:cNvSpPr>
                <a:spLocks noChangeArrowheads="1"/>
              </p:cNvSpPr>
              <p:nvPr/>
            </p:nvSpPr>
            <p:spPr bwMode="auto">
              <a:xfrm>
                <a:off x="4253" y="1747"/>
                <a:ext cx="1" cy="1"/>
              </a:xfrm>
              <a:prstGeom prst="rect">
                <a:avLst/>
              </a:prstGeom>
              <a:solidFill>
                <a:srgbClr val="1491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0" name="Freeform 10560"/>
              <p:cNvSpPr>
                <a:spLocks noEditPoints="1"/>
              </p:cNvSpPr>
              <p:nvPr/>
            </p:nvSpPr>
            <p:spPr bwMode="auto">
              <a:xfrm>
                <a:off x="4302" y="1705"/>
                <a:ext cx="83" cy="121"/>
              </a:xfrm>
              <a:custGeom>
                <a:avLst/>
                <a:gdLst>
                  <a:gd name="T0" fmla="*/ 34 w 35"/>
                  <a:gd name="T1" fmla="*/ 26 h 51"/>
                  <a:gd name="T2" fmla="*/ 33 w 35"/>
                  <a:gd name="T3" fmla="*/ 23 h 51"/>
                  <a:gd name="T4" fmla="*/ 32 w 35"/>
                  <a:gd name="T5" fmla="*/ 18 h 51"/>
                  <a:gd name="T6" fmla="*/ 30 w 35"/>
                  <a:gd name="T7" fmla="*/ 13 h 51"/>
                  <a:gd name="T8" fmla="*/ 29 w 35"/>
                  <a:gd name="T9" fmla="*/ 11 h 51"/>
                  <a:gd name="T10" fmla="*/ 27 w 35"/>
                  <a:gd name="T11" fmla="*/ 10 h 51"/>
                  <a:gd name="T12" fmla="*/ 28 w 35"/>
                  <a:gd name="T13" fmla="*/ 10 h 51"/>
                  <a:gd name="T14" fmla="*/ 24 w 35"/>
                  <a:gd name="T15" fmla="*/ 5 h 51"/>
                  <a:gd name="T16" fmla="*/ 20 w 35"/>
                  <a:gd name="T17" fmla="*/ 3 h 51"/>
                  <a:gd name="T18" fmla="*/ 19 w 35"/>
                  <a:gd name="T19" fmla="*/ 2 h 51"/>
                  <a:gd name="T20" fmla="*/ 16 w 35"/>
                  <a:gd name="T21" fmla="*/ 0 h 51"/>
                  <a:gd name="T22" fmla="*/ 16 w 35"/>
                  <a:gd name="T23" fmla="*/ 0 h 51"/>
                  <a:gd name="T24" fmla="*/ 15 w 35"/>
                  <a:gd name="T25" fmla="*/ 0 h 51"/>
                  <a:gd name="T26" fmla="*/ 14 w 35"/>
                  <a:gd name="T27" fmla="*/ 0 h 51"/>
                  <a:gd name="T28" fmla="*/ 14 w 35"/>
                  <a:gd name="T29" fmla="*/ 0 h 51"/>
                  <a:gd name="T30" fmla="*/ 13 w 35"/>
                  <a:gd name="T31" fmla="*/ 1 h 51"/>
                  <a:gd name="T32" fmla="*/ 13 w 35"/>
                  <a:gd name="T33" fmla="*/ 2 h 51"/>
                  <a:gd name="T34" fmla="*/ 12 w 35"/>
                  <a:gd name="T35" fmla="*/ 2 h 51"/>
                  <a:gd name="T36" fmla="*/ 12 w 35"/>
                  <a:gd name="T37" fmla="*/ 3 h 51"/>
                  <a:gd name="T38" fmla="*/ 8 w 35"/>
                  <a:gd name="T39" fmla="*/ 3 h 51"/>
                  <a:gd name="T40" fmla="*/ 5 w 35"/>
                  <a:gd name="T41" fmla="*/ 3 h 51"/>
                  <a:gd name="T42" fmla="*/ 8 w 35"/>
                  <a:gd name="T43" fmla="*/ 3 h 51"/>
                  <a:gd name="T44" fmla="*/ 9 w 35"/>
                  <a:gd name="T45" fmla="*/ 3 h 51"/>
                  <a:gd name="T46" fmla="*/ 9 w 35"/>
                  <a:gd name="T47" fmla="*/ 5 h 51"/>
                  <a:gd name="T48" fmla="*/ 10 w 35"/>
                  <a:gd name="T49" fmla="*/ 6 h 51"/>
                  <a:gd name="T50" fmla="*/ 6 w 35"/>
                  <a:gd name="T51" fmla="*/ 6 h 51"/>
                  <a:gd name="T52" fmla="*/ 6 w 35"/>
                  <a:gd name="T53" fmla="*/ 9 h 51"/>
                  <a:gd name="T54" fmla="*/ 8 w 35"/>
                  <a:gd name="T55" fmla="*/ 11 h 51"/>
                  <a:gd name="T56" fmla="*/ 7 w 35"/>
                  <a:gd name="T57" fmla="*/ 11 h 51"/>
                  <a:gd name="T58" fmla="*/ 3 w 35"/>
                  <a:gd name="T59" fmla="*/ 12 h 51"/>
                  <a:gd name="T60" fmla="*/ 0 w 35"/>
                  <a:gd name="T61" fmla="*/ 18 h 51"/>
                  <a:gd name="T62" fmla="*/ 4 w 35"/>
                  <a:gd name="T63" fmla="*/ 18 h 51"/>
                  <a:gd name="T64" fmla="*/ 5 w 35"/>
                  <a:gd name="T65" fmla="*/ 19 h 51"/>
                  <a:gd name="T66" fmla="*/ 4 w 35"/>
                  <a:gd name="T67" fmla="*/ 20 h 51"/>
                  <a:gd name="T68" fmla="*/ 2 w 35"/>
                  <a:gd name="T69" fmla="*/ 22 h 51"/>
                  <a:gd name="T70" fmla="*/ 1 w 35"/>
                  <a:gd name="T71" fmla="*/ 24 h 51"/>
                  <a:gd name="T72" fmla="*/ 0 w 35"/>
                  <a:gd name="T73" fmla="*/ 28 h 51"/>
                  <a:gd name="T74" fmla="*/ 5 w 35"/>
                  <a:gd name="T75" fmla="*/ 25 h 51"/>
                  <a:gd name="T76" fmla="*/ 8 w 35"/>
                  <a:gd name="T77" fmla="*/ 25 h 51"/>
                  <a:gd name="T78" fmla="*/ 10 w 35"/>
                  <a:gd name="T79" fmla="*/ 25 h 51"/>
                  <a:gd name="T80" fmla="*/ 13 w 35"/>
                  <a:gd name="T81" fmla="*/ 28 h 51"/>
                  <a:gd name="T82" fmla="*/ 7 w 35"/>
                  <a:gd name="T83" fmla="*/ 29 h 51"/>
                  <a:gd name="T84" fmla="*/ 2 w 35"/>
                  <a:gd name="T85" fmla="*/ 35 h 51"/>
                  <a:gd name="T86" fmla="*/ 4 w 35"/>
                  <a:gd name="T87" fmla="*/ 42 h 51"/>
                  <a:gd name="T88" fmla="*/ 10 w 35"/>
                  <a:gd name="T89" fmla="*/ 41 h 51"/>
                  <a:gd name="T90" fmla="*/ 13 w 35"/>
                  <a:gd name="T91" fmla="*/ 43 h 51"/>
                  <a:gd name="T92" fmla="*/ 23 w 35"/>
                  <a:gd name="T93" fmla="*/ 50 h 51"/>
                  <a:gd name="T94" fmla="*/ 22 w 35"/>
                  <a:gd name="T95" fmla="*/ 38 h 51"/>
                  <a:gd name="T96" fmla="*/ 23 w 35"/>
                  <a:gd name="T97" fmla="*/ 32 h 51"/>
                  <a:gd name="T98" fmla="*/ 20 w 35"/>
                  <a:gd name="T99" fmla="*/ 32 h 51"/>
                  <a:gd name="T100" fmla="*/ 15 w 35"/>
                  <a:gd name="T101" fmla="*/ 28 h 51"/>
                  <a:gd name="T102" fmla="*/ 21 w 35"/>
                  <a:gd name="T103" fmla="*/ 32 h 51"/>
                  <a:gd name="T104" fmla="*/ 23 w 35"/>
                  <a:gd name="T105" fmla="*/ 27 h 51"/>
                  <a:gd name="T106" fmla="*/ 21 w 35"/>
                  <a:gd name="T107" fmla="*/ 26 h 51"/>
                  <a:gd name="T108" fmla="*/ 20 w 35"/>
                  <a:gd name="T109" fmla="*/ 25 h 51"/>
                  <a:gd name="T110" fmla="*/ 23 w 35"/>
                  <a:gd name="T111" fmla="*/ 24 h 51"/>
                  <a:gd name="T112" fmla="*/ 28 w 35"/>
                  <a:gd name="T113" fmla="*/ 26 h 51"/>
                  <a:gd name="T114" fmla="*/ 30 w 35"/>
                  <a:gd name="T115" fmla="*/ 27 h 51"/>
                  <a:gd name="T116" fmla="*/ 30 w 35"/>
                  <a:gd name="T117" fmla="*/ 21 h 51"/>
                  <a:gd name="T118" fmla="*/ 6 w 35"/>
                  <a:gd name="T119" fmla="*/ 18 h 51"/>
                  <a:gd name="T120" fmla="*/ 9 w 35"/>
                  <a:gd name="T121" fmla="*/ 7 h 51"/>
                  <a:gd name="T122" fmla="*/ 6 w 35"/>
                  <a:gd name="T123" fmla="*/ 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5" h="51">
                    <a:moveTo>
                      <a:pt x="31" y="22"/>
                    </a:moveTo>
                    <a:cubicBezTo>
                      <a:pt x="32" y="22"/>
                      <a:pt x="32" y="22"/>
                      <a:pt x="33" y="24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5" y="26"/>
                      <a:pt x="35" y="26"/>
                      <a:pt x="35" y="26"/>
                    </a:cubicBezTo>
                    <a:cubicBezTo>
                      <a:pt x="35" y="26"/>
                      <a:pt x="35" y="26"/>
                      <a:pt x="35" y="26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5"/>
                      <a:pt x="33" y="24"/>
                      <a:pt x="33" y="24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4" y="23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4" y="21"/>
                      <a:pt x="32" y="19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5"/>
                      <a:pt x="31" y="15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0" y="13"/>
                      <a:pt x="30" y="13"/>
                      <a:pt x="30" y="13"/>
                    </a:cubicBezTo>
                    <a:cubicBezTo>
                      <a:pt x="30" y="13"/>
                      <a:pt x="30" y="13"/>
                      <a:pt x="30" y="13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1"/>
                      <a:pt x="30" y="11"/>
                      <a:pt x="29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7" y="8"/>
                      <a:pt x="27" y="8"/>
                      <a:pt x="27" y="8"/>
                    </a:cubicBezTo>
                    <a:cubicBezTo>
                      <a:pt x="27" y="8"/>
                      <a:pt x="27" y="8"/>
                      <a:pt x="27" y="8"/>
                    </a:cubicBezTo>
                    <a:cubicBezTo>
                      <a:pt x="27" y="8"/>
                      <a:pt x="26" y="7"/>
                      <a:pt x="25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5"/>
                      <a:pt x="22" y="5"/>
                      <a:pt x="22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3"/>
                      <a:pt x="21" y="3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2"/>
                      <a:pt x="19" y="2"/>
                      <a:pt x="19" y="1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3" y="4"/>
                      <a:pt x="23" y="4"/>
                      <a:pt x="24" y="4"/>
                    </a:cubicBezTo>
                    <a:cubicBezTo>
                      <a:pt x="24" y="4"/>
                      <a:pt x="23" y="3"/>
                      <a:pt x="21" y="2"/>
                    </a:cubicBezTo>
                    <a:cubicBezTo>
                      <a:pt x="19" y="1"/>
                      <a:pt x="18" y="1"/>
                      <a:pt x="17" y="1"/>
                    </a:cubicBezTo>
                    <a:cubicBezTo>
                      <a:pt x="17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0" y="3"/>
                      <a:pt x="10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8" y="3"/>
                    </a:cubicBezTo>
                    <a:cubicBezTo>
                      <a:pt x="8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6" y="3"/>
                      <a:pt x="6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6" y="3"/>
                      <a:pt x="6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9" y="6"/>
                      <a:pt x="9" y="6"/>
                      <a:pt x="10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8" y="6"/>
                      <a:pt x="7" y="6"/>
                      <a:pt x="7" y="6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6"/>
                      <a:pt x="6" y="6"/>
                      <a:pt x="5" y="7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6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5" y="11"/>
                      <a:pt x="4" y="12"/>
                      <a:pt x="4" y="12"/>
                    </a:cubicBezTo>
                    <a:cubicBezTo>
                      <a:pt x="4" y="12"/>
                      <a:pt x="3" y="12"/>
                      <a:pt x="3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5"/>
                      <a:pt x="1" y="16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1" y="20"/>
                      <a:pt x="1" y="20"/>
                    </a:cubicBezTo>
                    <a:cubicBezTo>
                      <a:pt x="1" y="20"/>
                      <a:pt x="2" y="20"/>
                      <a:pt x="2" y="19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3" y="19"/>
                      <a:pt x="3" y="20"/>
                      <a:pt x="3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0"/>
                      <a:pt x="4" y="18"/>
                      <a:pt x="4" y="18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6"/>
                      <a:pt x="4" y="17"/>
                      <a:pt x="4" y="17"/>
                    </a:cubicBezTo>
                    <a:cubicBezTo>
                      <a:pt x="4" y="17"/>
                      <a:pt x="4" y="17"/>
                      <a:pt x="5" y="17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3" y="21"/>
                      <a:pt x="3" y="21"/>
                      <a:pt x="3" y="20"/>
                    </a:cubicBezTo>
                    <a:cubicBezTo>
                      <a:pt x="3" y="20"/>
                      <a:pt x="3" y="19"/>
                      <a:pt x="2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2" y="26"/>
                      <a:pt x="2" y="26"/>
                      <a:pt x="2" y="27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2" y="31"/>
                      <a:pt x="2" y="31"/>
                      <a:pt x="3" y="30"/>
                    </a:cubicBezTo>
                    <a:cubicBezTo>
                      <a:pt x="3" y="30"/>
                      <a:pt x="3" y="30"/>
                      <a:pt x="3" y="30"/>
                    </a:cubicBezTo>
                    <a:cubicBezTo>
                      <a:pt x="4" y="29"/>
                      <a:pt x="3" y="28"/>
                      <a:pt x="3" y="27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4" y="26"/>
                      <a:pt x="4" y="26"/>
                      <a:pt x="5" y="25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6" y="26"/>
                      <a:pt x="6" y="26"/>
                      <a:pt x="7" y="26"/>
                    </a:cubicBezTo>
                    <a:cubicBezTo>
                      <a:pt x="7" y="26"/>
                      <a:pt x="7" y="27"/>
                      <a:pt x="8" y="27"/>
                    </a:cubicBezTo>
                    <a:cubicBezTo>
                      <a:pt x="8" y="27"/>
                      <a:pt x="8" y="26"/>
                      <a:pt x="8" y="26"/>
                    </a:cubicBezTo>
                    <a:cubicBezTo>
                      <a:pt x="8" y="25"/>
                      <a:pt x="6" y="26"/>
                      <a:pt x="6" y="25"/>
                    </a:cubicBezTo>
                    <a:cubicBezTo>
                      <a:pt x="6" y="24"/>
                      <a:pt x="6" y="24"/>
                      <a:pt x="8" y="25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9" y="26"/>
                      <a:pt x="9" y="25"/>
                      <a:pt x="9" y="26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1" y="25"/>
                      <a:pt x="11" y="26"/>
                      <a:pt x="12" y="26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5"/>
                      <a:pt x="12" y="25"/>
                      <a:pt x="13" y="25"/>
                    </a:cubicBezTo>
                    <a:cubicBezTo>
                      <a:pt x="14" y="25"/>
                      <a:pt x="14" y="26"/>
                      <a:pt x="14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0" y="28"/>
                      <a:pt x="10" y="29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5" y="29"/>
                      <a:pt x="4" y="29"/>
                    </a:cubicBezTo>
                    <a:cubicBezTo>
                      <a:pt x="4" y="30"/>
                      <a:pt x="4" y="30"/>
                      <a:pt x="3" y="30"/>
                    </a:cubicBezTo>
                    <a:cubicBezTo>
                      <a:pt x="3" y="31"/>
                      <a:pt x="2" y="30"/>
                      <a:pt x="2" y="31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2" y="33"/>
                      <a:pt x="2" y="34"/>
                      <a:pt x="2" y="35"/>
                    </a:cubicBezTo>
                    <a:cubicBezTo>
                      <a:pt x="1" y="35"/>
                      <a:pt x="1" y="35"/>
                      <a:pt x="1" y="37"/>
                    </a:cubicBezTo>
                    <a:cubicBezTo>
                      <a:pt x="1" y="37"/>
                      <a:pt x="2" y="38"/>
                      <a:pt x="2" y="38"/>
                    </a:cubicBezTo>
                    <a:cubicBezTo>
                      <a:pt x="2" y="38"/>
                      <a:pt x="2" y="39"/>
                      <a:pt x="2" y="39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4"/>
                      <a:pt x="15" y="44"/>
                      <a:pt x="16" y="45"/>
                    </a:cubicBezTo>
                    <a:cubicBezTo>
                      <a:pt x="16" y="45"/>
                      <a:pt x="15" y="47"/>
                      <a:pt x="17" y="48"/>
                    </a:cubicBezTo>
                    <a:cubicBezTo>
                      <a:pt x="17" y="48"/>
                      <a:pt x="18" y="49"/>
                      <a:pt x="18" y="49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20" y="51"/>
                      <a:pt x="20" y="51"/>
                      <a:pt x="21" y="51"/>
                    </a:cubicBezTo>
                    <a:cubicBezTo>
                      <a:pt x="23" y="50"/>
                      <a:pt x="23" y="50"/>
                      <a:pt x="23" y="50"/>
                    </a:cubicBezTo>
                    <a:cubicBezTo>
                      <a:pt x="24" y="46"/>
                      <a:pt x="23" y="45"/>
                      <a:pt x="23" y="45"/>
                    </a:cubicBezTo>
                    <a:cubicBezTo>
                      <a:pt x="23" y="45"/>
                      <a:pt x="23" y="45"/>
                      <a:pt x="23" y="45"/>
                    </a:cubicBezTo>
                    <a:cubicBezTo>
                      <a:pt x="23" y="44"/>
                      <a:pt x="24" y="44"/>
                      <a:pt x="24" y="43"/>
                    </a:cubicBezTo>
                    <a:cubicBezTo>
                      <a:pt x="24" y="43"/>
                      <a:pt x="24" y="43"/>
                      <a:pt x="24" y="42"/>
                    </a:cubicBezTo>
                    <a:cubicBezTo>
                      <a:pt x="24" y="41"/>
                      <a:pt x="23" y="41"/>
                      <a:pt x="22" y="40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22" y="38"/>
                      <a:pt x="23" y="36"/>
                      <a:pt x="23" y="36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3"/>
                      <a:pt x="23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23" y="31"/>
                      <a:pt x="23" y="31"/>
                      <a:pt x="23" y="31"/>
                    </a:cubicBezTo>
                    <a:cubicBezTo>
                      <a:pt x="23" y="31"/>
                      <a:pt x="23" y="31"/>
                      <a:pt x="23" y="31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22" y="32"/>
                      <a:pt x="21" y="33"/>
                      <a:pt x="21" y="33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7" y="30"/>
                      <a:pt x="17" y="30"/>
                    </a:cubicBezTo>
                    <a:cubicBezTo>
                      <a:pt x="17" y="29"/>
                      <a:pt x="16" y="29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6" y="28"/>
                      <a:pt x="16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8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21" y="32"/>
                      <a:pt x="22" y="31"/>
                      <a:pt x="22" y="30"/>
                    </a:cubicBezTo>
                    <a:cubicBezTo>
                      <a:pt x="22" y="30"/>
                      <a:pt x="22" y="30"/>
                      <a:pt x="22" y="30"/>
                    </a:cubicBezTo>
                    <a:cubicBezTo>
                      <a:pt x="22" y="30"/>
                      <a:pt x="22" y="30"/>
                      <a:pt x="22" y="30"/>
                    </a:cubicBezTo>
                    <a:cubicBezTo>
                      <a:pt x="23" y="29"/>
                      <a:pt x="23" y="28"/>
                      <a:pt x="23" y="28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6"/>
                      <a:pt x="19" y="25"/>
                      <a:pt x="19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20" y="25"/>
                      <a:pt x="20" y="25"/>
                      <a:pt x="20" y="25"/>
                    </a:cubicBezTo>
                    <a:cubicBezTo>
                      <a:pt x="20" y="25"/>
                      <a:pt x="20" y="25"/>
                      <a:pt x="20" y="25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4" y="24"/>
                      <a:pt x="24" y="24"/>
                      <a:pt x="24" y="23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7" y="25"/>
                      <a:pt x="27" y="26"/>
                      <a:pt x="28" y="26"/>
                    </a:cubicBezTo>
                    <a:cubicBezTo>
                      <a:pt x="28" y="27"/>
                      <a:pt x="29" y="27"/>
                      <a:pt x="29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7"/>
                      <a:pt x="30" y="27"/>
                      <a:pt x="30" y="27"/>
                    </a:cubicBezTo>
                    <a:cubicBezTo>
                      <a:pt x="30" y="27"/>
                      <a:pt x="30" y="27"/>
                      <a:pt x="30" y="27"/>
                    </a:cubicBezTo>
                    <a:cubicBezTo>
                      <a:pt x="30" y="27"/>
                      <a:pt x="30" y="27"/>
                      <a:pt x="30" y="27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24"/>
                      <a:pt x="29" y="24"/>
                      <a:pt x="29" y="23"/>
                    </a:cubicBezTo>
                    <a:cubicBezTo>
                      <a:pt x="29" y="23"/>
                      <a:pt x="29" y="22"/>
                      <a:pt x="29" y="21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lose/>
                    <a:moveTo>
                      <a:pt x="6" y="18"/>
                    </a:moveTo>
                    <a:cubicBezTo>
                      <a:pt x="6" y="18"/>
                      <a:pt x="6" y="18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lose/>
                    <a:moveTo>
                      <a:pt x="11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0" y="8"/>
                      <a:pt x="10" y="7"/>
                      <a:pt x="9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9" y="7"/>
                      <a:pt x="10" y="8"/>
                      <a:pt x="11" y="8"/>
                    </a:cubicBezTo>
                    <a:close/>
                    <a:moveTo>
                      <a:pt x="6" y="9"/>
                    </a:move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lose/>
                  </a:path>
                </a:pathLst>
              </a:custGeom>
              <a:solidFill>
                <a:srgbClr val="1491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1" name="Freeform 10561"/>
              <p:cNvSpPr>
                <a:spLocks noEditPoints="1"/>
              </p:cNvSpPr>
              <p:nvPr/>
            </p:nvSpPr>
            <p:spPr bwMode="auto">
              <a:xfrm>
                <a:off x="4245" y="1731"/>
                <a:ext cx="74" cy="121"/>
              </a:xfrm>
              <a:custGeom>
                <a:avLst/>
                <a:gdLst>
                  <a:gd name="T0" fmla="*/ 27 w 31"/>
                  <a:gd name="T1" fmla="*/ 47 h 51"/>
                  <a:gd name="T2" fmla="*/ 26 w 31"/>
                  <a:gd name="T3" fmla="*/ 39 h 51"/>
                  <a:gd name="T4" fmla="*/ 12 w 31"/>
                  <a:gd name="T5" fmla="*/ 35 h 51"/>
                  <a:gd name="T6" fmla="*/ 7 w 31"/>
                  <a:gd name="T7" fmla="*/ 31 h 51"/>
                  <a:gd name="T8" fmla="*/ 6 w 31"/>
                  <a:gd name="T9" fmla="*/ 28 h 51"/>
                  <a:gd name="T10" fmla="*/ 8 w 31"/>
                  <a:gd name="T11" fmla="*/ 30 h 51"/>
                  <a:gd name="T12" fmla="*/ 10 w 31"/>
                  <a:gd name="T13" fmla="*/ 22 h 51"/>
                  <a:gd name="T14" fmla="*/ 11 w 31"/>
                  <a:gd name="T15" fmla="*/ 17 h 51"/>
                  <a:gd name="T16" fmla="*/ 6 w 31"/>
                  <a:gd name="T17" fmla="*/ 17 h 51"/>
                  <a:gd name="T18" fmla="*/ 6 w 31"/>
                  <a:gd name="T19" fmla="*/ 12 h 51"/>
                  <a:gd name="T20" fmla="*/ 7 w 31"/>
                  <a:gd name="T21" fmla="*/ 11 h 51"/>
                  <a:gd name="T22" fmla="*/ 9 w 31"/>
                  <a:gd name="T23" fmla="*/ 12 h 51"/>
                  <a:gd name="T24" fmla="*/ 10 w 31"/>
                  <a:gd name="T25" fmla="*/ 11 h 51"/>
                  <a:gd name="T26" fmla="*/ 10 w 31"/>
                  <a:gd name="T27" fmla="*/ 9 h 51"/>
                  <a:gd name="T28" fmla="*/ 9 w 31"/>
                  <a:gd name="T29" fmla="*/ 7 h 51"/>
                  <a:gd name="T30" fmla="*/ 8 w 31"/>
                  <a:gd name="T31" fmla="*/ 6 h 51"/>
                  <a:gd name="T32" fmla="*/ 10 w 31"/>
                  <a:gd name="T33" fmla="*/ 3 h 51"/>
                  <a:gd name="T34" fmla="*/ 12 w 31"/>
                  <a:gd name="T35" fmla="*/ 1 h 51"/>
                  <a:gd name="T36" fmla="*/ 12 w 31"/>
                  <a:gd name="T37" fmla="*/ 0 h 51"/>
                  <a:gd name="T38" fmla="*/ 11 w 31"/>
                  <a:gd name="T39" fmla="*/ 1 h 51"/>
                  <a:gd name="T40" fmla="*/ 10 w 31"/>
                  <a:gd name="T41" fmla="*/ 1 h 51"/>
                  <a:gd name="T42" fmla="*/ 10 w 31"/>
                  <a:gd name="T43" fmla="*/ 2 h 51"/>
                  <a:gd name="T44" fmla="*/ 9 w 31"/>
                  <a:gd name="T45" fmla="*/ 3 h 51"/>
                  <a:gd name="T46" fmla="*/ 9 w 31"/>
                  <a:gd name="T47" fmla="*/ 3 h 51"/>
                  <a:gd name="T48" fmla="*/ 9 w 31"/>
                  <a:gd name="T49" fmla="*/ 3 h 51"/>
                  <a:gd name="T50" fmla="*/ 8 w 31"/>
                  <a:gd name="T51" fmla="*/ 3 h 51"/>
                  <a:gd name="T52" fmla="*/ 7 w 31"/>
                  <a:gd name="T53" fmla="*/ 3 h 51"/>
                  <a:gd name="T54" fmla="*/ 6 w 31"/>
                  <a:gd name="T55" fmla="*/ 4 h 51"/>
                  <a:gd name="T56" fmla="*/ 6 w 31"/>
                  <a:gd name="T57" fmla="*/ 5 h 51"/>
                  <a:gd name="T58" fmla="*/ 6 w 31"/>
                  <a:gd name="T59" fmla="*/ 4 h 51"/>
                  <a:gd name="T60" fmla="*/ 5 w 31"/>
                  <a:gd name="T61" fmla="*/ 5 h 51"/>
                  <a:gd name="T62" fmla="*/ 4 w 31"/>
                  <a:gd name="T63" fmla="*/ 7 h 51"/>
                  <a:gd name="T64" fmla="*/ 4 w 31"/>
                  <a:gd name="T65" fmla="*/ 7 h 51"/>
                  <a:gd name="T66" fmla="*/ 3 w 31"/>
                  <a:gd name="T67" fmla="*/ 6 h 51"/>
                  <a:gd name="T68" fmla="*/ 4 w 31"/>
                  <a:gd name="T69" fmla="*/ 5 h 51"/>
                  <a:gd name="T70" fmla="*/ 3 w 31"/>
                  <a:gd name="T71" fmla="*/ 7 h 51"/>
                  <a:gd name="T72" fmla="*/ 3 w 31"/>
                  <a:gd name="T73" fmla="*/ 7 h 51"/>
                  <a:gd name="T74" fmla="*/ 3 w 31"/>
                  <a:gd name="T75" fmla="*/ 7 h 51"/>
                  <a:gd name="T76" fmla="*/ 2 w 31"/>
                  <a:gd name="T77" fmla="*/ 8 h 51"/>
                  <a:gd name="T78" fmla="*/ 2 w 31"/>
                  <a:gd name="T79" fmla="*/ 9 h 51"/>
                  <a:gd name="T80" fmla="*/ 1 w 31"/>
                  <a:gd name="T81" fmla="*/ 12 h 51"/>
                  <a:gd name="T82" fmla="*/ 1 w 31"/>
                  <a:gd name="T83" fmla="*/ 12 h 51"/>
                  <a:gd name="T84" fmla="*/ 1 w 31"/>
                  <a:gd name="T85" fmla="*/ 13 h 51"/>
                  <a:gd name="T86" fmla="*/ 1 w 31"/>
                  <a:gd name="T87" fmla="*/ 12 h 51"/>
                  <a:gd name="T88" fmla="*/ 7 w 31"/>
                  <a:gd name="T89" fmla="*/ 34 h 51"/>
                  <a:gd name="T90" fmla="*/ 14 w 31"/>
                  <a:gd name="T91" fmla="*/ 41 h 51"/>
                  <a:gd name="T92" fmla="*/ 31 w 31"/>
                  <a:gd name="T93" fmla="*/ 51 h 51"/>
                  <a:gd name="T94" fmla="*/ 8 w 31"/>
                  <a:gd name="T95" fmla="*/ 9 h 51"/>
                  <a:gd name="T96" fmla="*/ 8 w 31"/>
                  <a:gd name="T97" fmla="*/ 8 h 51"/>
                  <a:gd name="T98" fmla="*/ 7 w 31"/>
                  <a:gd name="T99" fmla="*/ 8 h 51"/>
                  <a:gd name="T100" fmla="*/ 9 w 31"/>
                  <a:gd name="T101" fmla="*/ 9 h 51"/>
                  <a:gd name="T102" fmla="*/ 7 w 31"/>
                  <a:gd name="T103" fmla="*/ 6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1" h="51">
                    <a:moveTo>
                      <a:pt x="27" y="48"/>
                    </a:moveTo>
                    <a:cubicBezTo>
                      <a:pt x="27" y="48"/>
                      <a:pt x="27" y="48"/>
                      <a:pt x="26" y="47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6"/>
                      <a:pt x="27" y="46"/>
                      <a:pt x="27" y="46"/>
                    </a:cubicBezTo>
                    <a:cubicBezTo>
                      <a:pt x="27" y="46"/>
                      <a:pt x="26" y="45"/>
                      <a:pt x="26" y="45"/>
                    </a:cubicBezTo>
                    <a:cubicBezTo>
                      <a:pt x="26" y="44"/>
                      <a:pt x="27" y="44"/>
                      <a:pt x="27" y="44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5" y="37"/>
                      <a:pt x="20" y="38"/>
                      <a:pt x="20" y="38"/>
                    </a:cubicBezTo>
                    <a:cubicBezTo>
                      <a:pt x="20" y="37"/>
                      <a:pt x="20" y="36"/>
                      <a:pt x="14" y="35"/>
                    </a:cubicBezTo>
                    <a:cubicBezTo>
                      <a:pt x="14" y="35"/>
                      <a:pt x="14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0" y="35"/>
                      <a:pt x="10" y="34"/>
                      <a:pt x="9" y="34"/>
                    </a:cubicBezTo>
                    <a:cubicBezTo>
                      <a:pt x="8" y="33"/>
                      <a:pt x="8" y="32"/>
                      <a:pt x="7" y="31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7" y="32"/>
                      <a:pt x="4" y="31"/>
                      <a:pt x="5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8"/>
                      <a:pt x="7" y="28"/>
                      <a:pt x="8" y="30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7" y="28"/>
                      <a:pt x="7" y="27"/>
                    </a:cubicBezTo>
                    <a:cubicBezTo>
                      <a:pt x="7" y="26"/>
                      <a:pt x="8" y="26"/>
                      <a:pt x="8" y="25"/>
                    </a:cubicBezTo>
                    <a:cubicBezTo>
                      <a:pt x="8" y="24"/>
                      <a:pt x="9" y="23"/>
                      <a:pt x="9" y="21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1"/>
                      <a:pt x="11" y="20"/>
                      <a:pt x="11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9" y="19"/>
                      <a:pt x="10" y="19"/>
                      <a:pt x="10" y="18"/>
                    </a:cubicBezTo>
                    <a:cubicBezTo>
                      <a:pt x="10" y="18"/>
                      <a:pt x="10" y="18"/>
                      <a:pt x="11" y="17"/>
                    </a:cubicBezTo>
                    <a:cubicBezTo>
                      <a:pt x="11" y="17"/>
                      <a:pt x="9" y="13"/>
                      <a:pt x="9" y="13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6" y="12"/>
                      <a:pt x="6" y="16"/>
                      <a:pt x="6" y="17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4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0" y="12"/>
                      <a:pt x="10" y="11"/>
                      <a:pt x="10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8"/>
                      <a:pt x="9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9" y="6"/>
                      <a:pt x="9" y="5"/>
                      <a:pt x="9" y="5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10" y="1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3" y="5"/>
                      <a:pt x="3" y="6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9"/>
                      <a:pt x="2" y="10"/>
                      <a:pt x="1" y="10"/>
                    </a:cubicBezTo>
                    <a:cubicBezTo>
                      <a:pt x="1" y="11"/>
                      <a:pt x="1" y="11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9"/>
                      <a:pt x="0" y="26"/>
                      <a:pt x="3" y="30"/>
                    </a:cubicBezTo>
                    <a:cubicBezTo>
                      <a:pt x="3" y="30"/>
                      <a:pt x="3" y="30"/>
                      <a:pt x="3" y="29"/>
                    </a:cubicBezTo>
                    <a:cubicBezTo>
                      <a:pt x="5" y="33"/>
                      <a:pt x="5" y="33"/>
                      <a:pt x="7" y="34"/>
                    </a:cubicBezTo>
                    <a:cubicBezTo>
                      <a:pt x="7" y="33"/>
                      <a:pt x="9" y="36"/>
                      <a:pt x="9" y="36"/>
                    </a:cubicBezTo>
                    <a:cubicBezTo>
                      <a:pt x="10" y="37"/>
                      <a:pt x="11" y="37"/>
                      <a:pt x="12" y="38"/>
                    </a:cubicBezTo>
                    <a:cubicBezTo>
                      <a:pt x="13" y="39"/>
                      <a:pt x="13" y="40"/>
                      <a:pt x="13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6" y="43"/>
                      <a:pt x="19" y="44"/>
                      <a:pt x="21" y="46"/>
                    </a:cubicBezTo>
                    <a:cubicBezTo>
                      <a:pt x="23" y="48"/>
                      <a:pt x="26" y="50"/>
                      <a:pt x="30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1" y="50"/>
                      <a:pt x="31" y="50"/>
                      <a:pt x="31" y="50"/>
                    </a:cubicBezTo>
                    <a:cubicBezTo>
                      <a:pt x="28" y="50"/>
                      <a:pt x="27" y="49"/>
                      <a:pt x="27" y="48"/>
                    </a:cubicBezTo>
                    <a:close/>
                    <a:moveTo>
                      <a:pt x="8" y="9"/>
                    </a:moveTo>
                    <a:cubicBezTo>
                      <a:pt x="8" y="9"/>
                      <a:pt x="8" y="9"/>
                      <a:pt x="8" y="9"/>
                    </a:cubicBezTo>
                    <a:cubicBezTo>
                      <a:pt x="8" y="8"/>
                      <a:pt x="8" y="8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8"/>
                    </a:cubicBezTo>
                    <a:lnTo>
                      <a:pt x="8" y="9"/>
                    </a:lnTo>
                    <a:close/>
                    <a:moveTo>
                      <a:pt x="7" y="8"/>
                    </a:move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lose/>
                    <a:moveTo>
                      <a:pt x="8" y="9"/>
                    </a:moveTo>
                    <a:cubicBezTo>
                      <a:pt x="8" y="9"/>
                      <a:pt x="8" y="9"/>
                      <a:pt x="8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9" y="10"/>
                      <a:pt x="9" y="10"/>
                      <a:pt x="8" y="9"/>
                    </a:cubicBezTo>
                    <a:close/>
                    <a:moveTo>
                      <a:pt x="7" y="6"/>
                    </a:moveTo>
                    <a:cubicBezTo>
                      <a:pt x="7" y="6"/>
                      <a:pt x="7" y="6"/>
                      <a:pt x="7" y="6"/>
                    </a:cubicBezTo>
                    <a:cubicBezTo>
                      <a:pt x="8" y="6"/>
                      <a:pt x="8" y="6"/>
                      <a:pt x="8" y="6"/>
                    </a:cubicBezTo>
                    <a:lnTo>
                      <a:pt x="7" y="6"/>
                    </a:lnTo>
                    <a:close/>
                  </a:path>
                </a:pathLst>
              </a:custGeom>
              <a:solidFill>
                <a:srgbClr val="1491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2" name="Freeform 10562"/>
              <p:cNvSpPr>
                <a:spLocks/>
              </p:cNvSpPr>
              <p:nvPr/>
            </p:nvSpPr>
            <p:spPr bwMode="auto">
              <a:xfrm>
                <a:off x="4269" y="1728"/>
                <a:ext cx="19" cy="31"/>
              </a:xfrm>
              <a:custGeom>
                <a:avLst/>
                <a:gdLst>
                  <a:gd name="T0" fmla="*/ 7 w 8"/>
                  <a:gd name="T1" fmla="*/ 7 h 13"/>
                  <a:gd name="T2" fmla="*/ 7 w 8"/>
                  <a:gd name="T3" fmla="*/ 6 h 13"/>
                  <a:gd name="T4" fmla="*/ 6 w 8"/>
                  <a:gd name="T5" fmla="*/ 6 h 13"/>
                  <a:gd name="T6" fmla="*/ 6 w 8"/>
                  <a:gd name="T7" fmla="*/ 6 h 13"/>
                  <a:gd name="T8" fmla="*/ 7 w 8"/>
                  <a:gd name="T9" fmla="*/ 6 h 13"/>
                  <a:gd name="T10" fmla="*/ 7 w 8"/>
                  <a:gd name="T11" fmla="*/ 6 h 13"/>
                  <a:gd name="T12" fmla="*/ 7 w 8"/>
                  <a:gd name="T13" fmla="*/ 6 h 13"/>
                  <a:gd name="T14" fmla="*/ 7 w 8"/>
                  <a:gd name="T15" fmla="*/ 5 h 13"/>
                  <a:gd name="T16" fmla="*/ 7 w 8"/>
                  <a:gd name="T17" fmla="*/ 5 h 13"/>
                  <a:gd name="T18" fmla="*/ 7 w 8"/>
                  <a:gd name="T19" fmla="*/ 4 h 13"/>
                  <a:gd name="T20" fmla="*/ 8 w 8"/>
                  <a:gd name="T21" fmla="*/ 3 h 13"/>
                  <a:gd name="T22" fmla="*/ 7 w 8"/>
                  <a:gd name="T23" fmla="*/ 2 h 13"/>
                  <a:gd name="T24" fmla="*/ 8 w 8"/>
                  <a:gd name="T25" fmla="*/ 1 h 13"/>
                  <a:gd name="T26" fmla="*/ 8 w 8"/>
                  <a:gd name="T27" fmla="*/ 0 h 13"/>
                  <a:gd name="T28" fmla="*/ 7 w 8"/>
                  <a:gd name="T29" fmla="*/ 1 h 13"/>
                  <a:gd name="T30" fmla="*/ 7 w 8"/>
                  <a:gd name="T31" fmla="*/ 1 h 13"/>
                  <a:gd name="T32" fmla="*/ 6 w 8"/>
                  <a:gd name="T33" fmla="*/ 1 h 13"/>
                  <a:gd name="T34" fmla="*/ 7 w 8"/>
                  <a:gd name="T35" fmla="*/ 0 h 13"/>
                  <a:gd name="T36" fmla="*/ 6 w 8"/>
                  <a:gd name="T37" fmla="*/ 0 h 13"/>
                  <a:gd name="T38" fmla="*/ 6 w 8"/>
                  <a:gd name="T39" fmla="*/ 0 h 13"/>
                  <a:gd name="T40" fmla="*/ 6 w 8"/>
                  <a:gd name="T41" fmla="*/ 0 h 13"/>
                  <a:gd name="T42" fmla="*/ 5 w 8"/>
                  <a:gd name="T43" fmla="*/ 1 h 13"/>
                  <a:gd name="T44" fmla="*/ 5 w 8"/>
                  <a:gd name="T45" fmla="*/ 1 h 13"/>
                  <a:gd name="T46" fmla="*/ 4 w 8"/>
                  <a:gd name="T47" fmla="*/ 1 h 13"/>
                  <a:gd name="T48" fmla="*/ 4 w 8"/>
                  <a:gd name="T49" fmla="*/ 2 h 13"/>
                  <a:gd name="T50" fmla="*/ 4 w 8"/>
                  <a:gd name="T51" fmla="*/ 2 h 13"/>
                  <a:gd name="T52" fmla="*/ 4 w 8"/>
                  <a:gd name="T53" fmla="*/ 1 h 13"/>
                  <a:gd name="T54" fmla="*/ 3 w 8"/>
                  <a:gd name="T55" fmla="*/ 2 h 13"/>
                  <a:gd name="T56" fmla="*/ 3 w 8"/>
                  <a:gd name="T57" fmla="*/ 2 h 13"/>
                  <a:gd name="T58" fmla="*/ 3 w 8"/>
                  <a:gd name="T59" fmla="*/ 2 h 13"/>
                  <a:gd name="T60" fmla="*/ 3 w 8"/>
                  <a:gd name="T61" fmla="*/ 2 h 13"/>
                  <a:gd name="T62" fmla="*/ 3 w 8"/>
                  <a:gd name="T63" fmla="*/ 2 h 13"/>
                  <a:gd name="T64" fmla="*/ 3 w 8"/>
                  <a:gd name="T65" fmla="*/ 2 h 13"/>
                  <a:gd name="T66" fmla="*/ 2 w 8"/>
                  <a:gd name="T67" fmla="*/ 2 h 13"/>
                  <a:gd name="T68" fmla="*/ 2 w 8"/>
                  <a:gd name="T69" fmla="*/ 2 h 13"/>
                  <a:gd name="T70" fmla="*/ 2 w 8"/>
                  <a:gd name="T71" fmla="*/ 3 h 13"/>
                  <a:gd name="T72" fmla="*/ 1 w 8"/>
                  <a:gd name="T73" fmla="*/ 4 h 13"/>
                  <a:gd name="T74" fmla="*/ 0 w 8"/>
                  <a:gd name="T75" fmla="*/ 5 h 13"/>
                  <a:gd name="T76" fmla="*/ 0 w 8"/>
                  <a:gd name="T77" fmla="*/ 5 h 13"/>
                  <a:gd name="T78" fmla="*/ 0 w 8"/>
                  <a:gd name="T79" fmla="*/ 6 h 13"/>
                  <a:gd name="T80" fmla="*/ 1 w 8"/>
                  <a:gd name="T81" fmla="*/ 6 h 13"/>
                  <a:gd name="T82" fmla="*/ 1 w 8"/>
                  <a:gd name="T83" fmla="*/ 6 h 13"/>
                  <a:gd name="T84" fmla="*/ 1 w 8"/>
                  <a:gd name="T85" fmla="*/ 6 h 13"/>
                  <a:gd name="T86" fmla="*/ 2 w 8"/>
                  <a:gd name="T87" fmla="*/ 6 h 13"/>
                  <a:gd name="T88" fmla="*/ 2 w 8"/>
                  <a:gd name="T89" fmla="*/ 7 h 13"/>
                  <a:gd name="T90" fmla="*/ 2 w 8"/>
                  <a:gd name="T91" fmla="*/ 8 h 13"/>
                  <a:gd name="T92" fmla="*/ 2 w 8"/>
                  <a:gd name="T93" fmla="*/ 8 h 13"/>
                  <a:gd name="T94" fmla="*/ 2 w 8"/>
                  <a:gd name="T95" fmla="*/ 8 h 13"/>
                  <a:gd name="T96" fmla="*/ 2 w 8"/>
                  <a:gd name="T97" fmla="*/ 9 h 13"/>
                  <a:gd name="T98" fmla="*/ 2 w 8"/>
                  <a:gd name="T99" fmla="*/ 9 h 13"/>
                  <a:gd name="T100" fmla="*/ 2 w 8"/>
                  <a:gd name="T101" fmla="*/ 11 h 13"/>
                  <a:gd name="T102" fmla="*/ 2 w 8"/>
                  <a:gd name="T103" fmla="*/ 13 h 13"/>
                  <a:gd name="T104" fmla="*/ 3 w 8"/>
                  <a:gd name="T105" fmla="*/ 13 h 13"/>
                  <a:gd name="T106" fmla="*/ 3 w 8"/>
                  <a:gd name="T107" fmla="*/ 13 h 13"/>
                  <a:gd name="T108" fmla="*/ 3 w 8"/>
                  <a:gd name="T109" fmla="*/ 13 h 13"/>
                  <a:gd name="T110" fmla="*/ 4 w 8"/>
                  <a:gd name="T111" fmla="*/ 12 h 13"/>
                  <a:gd name="T112" fmla="*/ 5 w 8"/>
                  <a:gd name="T113" fmla="*/ 10 h 13"/>
                  <a:gd name="T114" fmla="*/ 5 w 8"/>
                  <a:gd name="T115" fmla="*/ 9 h 13"/>
                  <a:gd name="T116" fmla="*/ 6 w 8"/>
                  <a:gd name="T117" fmla="*/ 8 h 13"/>
                  <a:gd name="T118" fmla="*/ 7 w 8"/>
                  <a:gd name="T119" fmla="*/ 7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8" h="13">
                    <a:moveTo>
                      <a:pt x="7" y="7"/>
                    </a:moveTo>
                    <a:cubicBezTo>
                      <a:pt x="7" y="6"/>
                      <a:pt x="7" y="6"/>
                      <a:pt x="7" y="6"/>
                    </a:cubicBezTo>
                    <a:cubicBezTo>
                      <a:pt x="7" y="6"/>
                      <a:pt x="7" y="6"/>
                      <a:pt x="6" y="6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7" y="5"/>
                      <a:pt x="7" y="4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7" y="2"/>
                      <a:pt x="7" y="2"/>
                    </a:cubicBezTo>
                    <a:cubicBezTo>
                      <a:pt x="7" y="1"/>
                      <a:pt x="8" y="1"/>
                      <a:pt x="8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7" y="0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5" y="0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10"/>
                      <a:pt x="1" y="10"/>
                      <a:pt x="2" y="11"/>
                    </a:cubicBezTo>
                    <a:cubicBezTo>
                      <a:pt x="2" y="12"/>
                      <a:pt x="2" y="12"/>
                      <a:pt x="2" y="13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4" y="12"/>
                      <a:pt x="4" y="10"/>
                      <a:pt x="5" y="10"/>
                    </a:cubicBezTo>
                    <a:cubicBezTo>
                      <a:pt x="5" y="10"/>
                      <a:pt x="5" y="10"/>
                      <a:pt x="5" y="9"/>
                    </a:cubicBezTo>
                    <a:cubicBezTo>
                      <a:pt x="6" y="8"/>
                      <a:pt x="6" y="8"/>
                      <a:pt x="6" y="8"/>
                    </a:cubicBezTo>
                    <a:lnTo>
                      <a:pt x="7" y="7"/>
                    </a:lnTo>
                    <a:close/>
                  </a:path>
                </a:pathLst>
              </a:custGeom>
              <a:solidFill>
                <a:srgbClr val="1491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3" name="Freeform 10563"/>
              <p:cNvSpPr>
                <a:spLocks/>
              </p:cNvSpPr>
              <p:nvPr/>
            </p:nvSpPr>
            <p:spPr bwMode="auto">
              <a:xfrm>
                <a:off x="4357" y="1717"/>
                <a:ext cx="7" cy="4"/>
              </a:xfrm>
              <a:custGeom>
                <a:avLst/>
                <a:gdLst>
                  <a:gd name="T0" fmla="*/ 0 w 3"/>
                  <a:gd name="T1" fmla="*/ 0 h 2"/>
                  <a:gd name="T2" fmla="*/ 0 w 3"/>
                  <a:gd name="T3" fmla="*/ 0 h 2"/>
                  <a:gd name="T4" fmla="*/ 1 w 3"/>
                  <a:gd name="T5" fmla="*/ 0 h 2"/>
                  <a:gd name="T6" fmla="*/ 2 w 3"/>
                  <a:gd name="T7" fmla="*/ 1 h 2"/>
                  <a:gd name="T8" fmla="*/ 2 w 3"/>
                  <a:gd name="T9" fmla="*/ 1 h 2"/>
                  <a:gd name="T10" fmla="*/ 3 w 3"/>
                  <a:gd name="T11" fmla="*/ 2 h 2"/>
                  <a:gd name="T12" fmla="*/ 3 w 3"/>
                  <a:gd name="T13" fmla="*/ 1 h 2"/>
                  <a:gd name="T14" fmla="*/ 2 w 3"/>
                  <a:gd name="T15" fmla="*/ 1 h 2"/>
                  <a:gd name="T16" fmla="*/ 1 w 3"/>
                  <a:gd name="T17" fmla="*/ 0 h 2"/>
                  <a:gd name="T18" fmla="*/ 0 w 3"/>
                  <a:gd name="T1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2" y="1"/>
                    </a:cubicBezTo>
                    <a:cubicBezTo>
                      <a:pt x="2" y="0"/>
                      <a:pt x="2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491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4" name="Freeform 10564"/>
              <p:cNvSpPr>
                <a:spLocks/>
              </p:cNvSpPr>
              <p:nvPr/>
            </p:nvSpPr>
            <p:spPr bwMode="auto">
              <a:xfrm>
                <a:off x="4319" y="184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491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5" name="Freeform 10565"/>
              <p:cNvSpPr>
                <a:spLocks/>
              </p:cNvSpPr>
              <p:nvPr/>
            </p:nvSpPr>
            <p:spPr bwMode="auto">
              <a:xfrm>
                <a:off x="4378" y="1750"/>
                <a:ext cx="3" cy="0"/>
              </a:xfrm>
              <a:custGeom>
                <a:avLst/>
                <a:gdLst>
                  <a:gd name="T0" fmla="*/ 0 w 1"/>
                  <a:gd name="T1" fmla="*/ 0 w 1"/>
                  <a:gd name="T2" fmla="*/ 0 w 1"/>
                  <a:gd name="T3" fmla="*/ 1 w 1"/>
                  <a:gd name="T4" fmla="*/ 1 w 1"/>
                  <a:gd name="T5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491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6" name="Freeform 10566"/>
              <p:cNvSpPr>
                <a:spLocks/>
              </p:cNvSpPr>
              <p:nvPr/>
            </p:nvSpPr>
            <p:spPr bwMode="auto">
              <a:xfrm>
                <a:off x="4264" y="1736"/>
                <a:ext cx="0" cy="2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  <a:gd name="T3" fmla="*/ 2 h 2"/>
                  <a:gd name="T4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1491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7" name="Rectangle 10567"/>
              <p:cNvSpPr>
                <a:spLocks noChangeArrowheads="1"/>
              </p:cNvSpPr>
              <p:nvPr/>
            </p:nvSpPr>
            <p:spPr bwMode="auto">
              <a:xfrm>
                <a:off x="4262" y="1759"/>
                <a:ext cx="1" cy="3"/>
              </a:xfrm>
              <a:prstGeom prst="rect">
                <a:avLst/>
              </a:prstGeom>
              <a:solidFill>
                <a:srgbClr val="1491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8" name="Freeform 10568"/>
              <p:cNvSpPr>
                <a:spLocks noEditPoints="1"/>
              </p:cNvSpPr>
              <p:nvPr/>
            </p:nvSpPr>
            <p:spPr bwMode="auto">
              <a:xfrm>
                <a:off x="3536" y="1928"/>
                <a:ext cx="249" cy="628"/>
              </a:xfrm>
              <a:custGeom>
                <a:avLst/>
                <a:gdLst>
                  <a:gd name="T0" fmla="*/ 13 w 105"/>
                  <a:gd name="T1" fmla="*/ 213 h 265"/>
                  <a:gd name="T2" fmla="*/ 13 w 105"/>
                  <a:gd name="T3" fmla="*/ 213 h 265"/>
                  <a:gd name="T4" fmla="*/ 0 w 105"/>
                  <a:gd name="T5" fmla="*/ 265 h 265"/>
                  <a:gd name="T6" fmla="*/ 13 w 105"/>
                  <a:gd name="T7" fmla="*/ 213 h 265"/>
                  <a:gd name="T8" fmla="*/ 13 w 105"/>
                  <a:gd name="T9" fmla="*/ 213 h 265"/>
                  <a:gd name="T10" fmla="*/ 81 w 105"/>
                  <a:gd name="T11" fmla="*/ 178 h 265"/>
                  <a:gd name="T12" fmla="*/ 73 w 105"/>
                  <a:gd name="T13" fmla="*/ 182 h 265"/>
                  <a:gd name="T14" fmla="*/ 72 w 105"/>
                  <a:gd name="T15" fmla="*/ 183 h 265"/>
                  <a:gd name="T16" fmla="*/ 72 w 105"/>
                  <a:gd name="T17" fmla="*/ 183 h 265"/>
                  <a:gd name="T18" fmla="*/ 73 w 105"/>
                  <a:gd name="T19" fmla="*/ 182 h 265"/>
                  <a:gd name="T20" fmla="*/ 81 w 105"/>
                  <a:gd name="T21" fmla="*/ 178 h 265"/>
                  <a:gd name="T22" fmla="*/ 81 w 105"/>
                  <a:gd name="T23" fmla="*/ 178 h 265"/>
                  <a:gd name="T24" fmla="*/ 81 w 105"/>
                  <a:gd name="T25" fmla="*/ 178 h 265"/>
                  <a:gd name="T26" fmla="*/ 96 w 105"/>
                  <a:gd name="T27" fmla="*/ 161 h 265"/>
                  <a:gd name="T28" fmla="*/ 81 w 105"/>
                  <a:gd name="T29" fmla="*/ 179 h 265"/>
                  <a:gd name="T30" fmla="*/ 81 w 105"/>
                  <a:gd name="T31" fmla="*/ 179 h 265"/>
                  <a:gd name="T32" fmla="*/ 96 w 105"/>
                  <a:gd name="T33" fmla="*/ 161 h 265"/>
                  <a:gd name="T34" fmla="*/ 96 w 105"/>
                  <a:gd name="T35" fmla="*/ 161 h 265"/>
                  <a:gd name="T36" fmla="*/ 92 w 105"/>
                  <a:gd name="T37" fmla="*/ 158 h 265"/>
                  <a:gd name="T38" fmla="*/ 92 w 105"/>
                  <a:gd name="T39" fmla="*/ 158 h 265"/>
                  <a:gd name="T40" fmla="*/ 92 w 105"/>
                  <a:gd name="T41" fmla="*/ 158 h 265"/>
                  <a:gd name="T42" fmla="*/ 92 w 105"/>
                  <a:gd name="T43" fmla="*/ 158 h 265"/>
                  <a:gd name="T44" fmla="*/ 105 w 105"/>
                  <a:gd name="T45" fmla="*/ 0 h 265"/>
                  <a:gd name="T46" fmla="*/ 92 w 105"/>
                  <a:gd name="T47" fmla="*/ 3 h 265"/>
                  <a:gd name="T48" fmla="*/ 49 w 105"/>
                  <a:gd name="T49" fmla="*/ 67 h 265"/>
                  <a:gd name="T50" fmla="*/ 92 w 105"/>
                  <a:gd name="T51" fmla="*/ 3 h 265"/>
                  <a:gd name="T52" fmla="*/ 105 w 105"/>
                  <a:gd name="T53" fmla="*/ 0 h 265"/>
                  <a:gd name="T54" fmla="*/ 105 w 105"/>
                  <a:gd name="T55" fmla="*/ 0 h 265"/>
                  <a:gd name="T56" fmla="*/ 105 w 105"/>
                  <a:gd name="T57" fmla="*/ 0 h 265"/>
                  <a:gd name="T58" fmla="*/ 105 w 105"/>
                  <a:gd name="T59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5" h="265">
                    <a:moveTo>
                      <a:pt x="13" y="213"/>
                    </a:moveTo>
                    <a:cubicBezTo>
                      <a:pt x="13" y="213"/>
                      <a:pt x="13" y="213"/>
                      <a:pt x="13" y="213"/>
                    </a:cubicBezTo>
                    <a:cubicBezTo>
                      <a:pt x="2" y="224"/>
                      <a:pt x="0" y="244"/>
                      <a:pt x="0" y="265"/>
                    </a:cubicBezTo>
                    <a:cubicBezTo>
                      <a:pt x="0" y="244"/>
                      <a:pt x="2" y="224"/>
                      <a:pt x="13" y="213"/>
                    </a:cubicBezTo>
                    <a:cubicBezTo>
                      <a:pt x="13" y="213"/>
                      <a:pt x="13" y="213"/>
                      <a:pt x="13" y="213"/>
                    </a:cubicBezTo>
                    <a:moveTo>
                      <a:pt x="81" y="178"/>
                    </a:moveTo>
                    <a:cubicBezTo>
                      <a:pt x="73" y="182"/>
                      <a:pt x="73" y="182"/>
                      <a:pt x="73" y="182"/>
                    </a:cubicBezTo>
                    <a:cubicBezTo>
                      <a:pt x="72" y="183"/>
                      <a:pt x="72" y="183"/>
                      <a:pt x="72" y="183"/>
                    </a:cubicBezTo>
                    <a:cubicBezTo>
                      <a:pt x="72" y="183"/>
                      <a:pt x="72" y="183"/>
                      <a:pt x="72" y="183"/>
                    </a:cubicBezTo>
                    <a:cubicBezTo>
                      <a:pt x="73" y="182"/>
                      <a:pt x="73" y="182"/>
                      <a:pt x="73" y="182"/>
                    </a:cubicBezTo>
                    <a:cubicBezTo>
                      <a:pt x="81" y="178"/>
                      <a:pt x="81" y="178"/>
                      <a:pt x="81" y="178"/>
                    </a:cubicBezTo>
                    <a:cubicBezTo>
                      <a:pt x="81" y="178"/>
                      <a:pt x="81" y="178"/>
                      <a:pt x="81" y="178"/>
                    </a:cubicBezTo>
                    <a:cubicBezTo>
                      <a:pt x="81" y="178"/>
                      <a:pt x="81" y="178"/>
                      <a:pt x="81" y="178"/>
                    </a:cubicBezTo>
                    <a:moveTo>
                      <a:pt x="96" y="161"/>
                    </a:moveTo>
                    <a:cubicBezTo>
                      <a:pt x="92" y="169"/>
                      <a:pt x="86" y="175"/>
                      <a:pt x="81" y="179"/>
                    </a:cubicBezTo>
                    <a:cubicBezTo>
                      <a:pt x="81" y="179"/>
                      <a:pt x="81" y="179"/>
                      <a:pt x="81" y="179"/>
                    </a:cubicBezTo>
                    <a:cubicBezTo>
                      <a:pt x="86" y="175"/>
                      <a:pt x="92" y="169"/>
                      <a:pt x="96" y="161"/>
                    </a:cubicBezTo>
                    <a:cubicBezTo>
                      <a:pt x="96" y="161"/>
                      <a:pt x="96" y="161"/>
                      <a:pt x="96" y="161"/>
                    </a:cubicBezTo>
                    <a:moveTo>
                      <a:pt x="92" y="158"/>
                    </a:moveTo>
                    <a:cubicBezTo>
                      <a:pt x="92" y="158"/>
                      <a:pt x="92" y="158"/>
                      <a:pt x="92" y="158"/>
                    </a:cubicBezTo>
                    <a:cubicBezTo>
                      <a:pt x="92" y="158"/>
                      <a:pt x="92" y="158"/>
                      <a:pt x="92" y="158"/>
                    </a:cubicBezTo>
                    <a:cubicBezTo>
                      <a:pt x="92" y="158"/>
                      <a:pt x="92" y="158"/>
                      <a:pt x="92" y="158"/>
                    </a:cubicBezTo>
                    <a:moveTo>
                      <a:pt x="105" y="0"/>
                    </a:moveTo>
                    <a:cubicBezTo>
                      <a:pt x="101" y="1"/>
                      <a:pt x="97" y="2"/>
                      <a:pt x="92" y="3"/>
                    </a:cubicBezTo>
                    <a:cubicBezTo>
                      <a:pt x="62" y="13"/>
                      <a:pt x="49" y="39"/>
                      <a:pt x="49" y="67"/>
                    </a:cubicBezTo>
                    <a:cubicBezTo>
                      <a:pt x="49" y="39"/>
                      <a:pt x="62" y="13"/>
                      <a:pt x="92" y="3"/>
                    </a:cubicBezTo>
                    <a:cubicBezTo>
                      <a:pt x="97" y="2"/>
                      <a:pt x="101" y="1"/>
                      <a:pt x="105" y="0"/>
                    </a:cubicBezTo>
                    <a:moveTo>
                      <a:pt x="105" y="0"/>
                    </a:moveTo>
                    <a:cubicBezTo>
                      <a:pt x="105" y="0"/>
                      <a:pt x="105" y="0"/>
                      <a:pt x="105" y="0"/>
                    </a:cubicBezTo>
                    <a:cubicBezTo>
                      <a:pt x="105" y="0"/>
                      <a:pt x="105" y="0"/>
                      <a:pt x="105" y="0"/>
                    </a:cubicBezTo>
                  </a:path>
                </a:pathLst>
              </a:custGeom>
              <a:solidFill>
                <a:srgbClr val="5289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9" name="Freeform 10569"/>
              <p:cNvSpPr>
                <a:spLocks/>
              </p:cNvSpPr>
              <p:nvPr/>
            </p:nvSpPr>
            <p:spPr bwMode="auto">
              <a:xfrm>
                <a:off x="3617" y="1928"/>
                <a:ext cx="216" cy="374"/>
              </a:xfrm>
              <a:custGeom>
                <a:avLst/>
                <a:gdLst>
                  <a:gd name="T0" fmla="*/ 76 w 91"/>
                  <a:gd name="T1" fmla="*/ 0 h 158"/>
                  <a:gd name="T2" fmla="*/ 71 w 91"/>
                  <a:gd name="T3" fmla="*/ 0 h 158"/>
                  <a:gd name="T4" fmla="*/ 71 w 91"/>
                  <a:gd name="T5" fmla="*/ 0 h 158"/>
                  <a:gd name="T6" fmla="*/ 71 w 91"/>
                  <a:gd name="T7" fmla="*/ 0 h 158"/>
                  <a:gd name="T8" fmla="*/ 58 w 91"/>
                  <a:gd name="T9" fmla="*/ 3 h 158"/>
                  <a:gd name="T10" fmla="*/ 15 w 91"/>
                  <a:gd name="T11" fmla="*/ 67 h 158"/>
                  <a:gd name="T12" fmla="*/ 16 w 91"/>
                  <a:gd name="T13" fmla="*/ 82 h 158"/>
                  <a:gd name="T14" fmla="*/ 18 w 91"/>
                  <a:gd name="T15" fmla="*/ 107 h 158"/>
                  <a:gd name="T16" fmla="*/ 0 w 91"/>
                  <a:gd name="T17" fmla="*/ 158 h 158"/>
                  <a:gd name="T18" fmla="*/ 58 w 91"/>
                  <a:gd name="T19" fmla="*/ 158 h 158"/>
                  <a:gd name="T20" fmla="*/ 58 w 91"/>
                  <a:gd name="T21" fmla="*/ 158 h 158"/>
                  <a:gd name="T22" fmla="*/ 58 w 91"/>
                  <a:gd name="T23" fmla="*/ 158 h 158"/>
                  <a:gd name="T24" fmla="*/ 30 w 91"/>
                  <a:gd name="T25" fmla="*/ 116 h 158"/>
                  <a:gd name="T26" fmla="*/ 30 w 91"/>
                  <a:gd name="T27" fmla="*/ 116 h 158"/>
                  <a:gd name="T28" fmla="*/ 19 w 91"/>
                  <a:gd name="T29" fmla="*/ 101 h 158"/>
                  <a:gd name="T30" fmla="*/ 20 w 91"/>
                  <a:gd name="T31" fmla="*/ 93 h 158"/>
                  <a:gd name="T32" fmla="*/ 20 w 91"/>
                  <a:gd name="T33" fmla="*/ 93 h 158"/>
                  <a:gd name="T34" fmla="*/ 20 w 91"/>
                  <a:gd name="T35" fmla="*/ 87 h 158"/>
                  <a:gd name="T36" fmla="*/ 25 w 91"/>
                  <a:gd name="T37" fmla="*/ 87 h 158"/>
                  <a:gd name="T38" fmla="*/ 25 w 91"/>
                  <a:gd name="T39" fmla="*/ 87 h 158"/>
                  <a:gd name="T40" fmla="*/ 25 w 91"/>
                  <a:gd name="T41" fmla="*/ 85 h 158"/>
                  <a:gd name="T42" fmla="*/ 25 w 91"/>
                  <a:gd name="T43" fmla="*/ 79 h 158"/>
                  <a:gd name="T44" fmla="*/ 91 w 91"/>
                  <a:gd name="T45" fmla="*/ 20 h 158"/>
                  <a:gd name="T46" fmla="*/ 91 w 91"/>
                  <a:gd name="T47" fmla="*/ 2 h 158"/>
                  <a:gd name="T48" fmla="*/ 76 w 91"/>
                  <a:gd name="T49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1" h="158">
                    <a:moveTo>
                      <a:pt x="76" y="0"/>
                    </a:moveTo>
                    <a:cubicBezTo>
                      <a:pt x="75" y="0"/>
                      <a:pt x="73" y="0"/>
                      <a:pt x="7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67" y="1"/>
                      <a:pt x="63" y="2"/>
                      <a:pt x="58" y="3"/>
                    </a:cubicBezTo>
                    <a:cubicBezTo>
                      <a:pt x="28" y="13"/>
                      <a:pt x="15" y="39"/>
                      <a:pt x="15" y="67"/>
                    </a:cubicBezTo>
                    <a:cubicBezTo>
                      <a:pt x="15" y="72"/>
                      <a:pt x="15" y="77"/>
                      <a:pt x="16" y="82"/>
                    </a:cubicBezTo>
                    <a:cubicBezTo>
                      <a:pt x="17" y="91"/>
                      <a:pt x="18" y="100"/>
                      <a:pt x="18" y="107"/>
                    </a:cubicBezTo>
                    <a:cubicBezTo>
                      <a:pt x="18" y="147"/>
                      <a:pt x="0" y="158"/>
                      <a:pt x="0" y="158"/>
                    </a:cubicBezTo>
                    <a:cubicBezTo>
                      <a:pt x="58" y="158"/>
                      <a:pt x="58" y="158"/>
                      <a:pt x="58" y="158"/>
                    </a:cubicBezTo>
                    <a:cubicBezTo>
                      <a:pt x="58" y="158"/>
                      <a:pt x="58" y="158"/>
                      <a:pt x="58" y="158"/>
                    </a:cubicBezTo>
                    <a:cubicBezTo>
                      <a:pt x="58" y="158"/>
                      <a:pt x="58" y="158"/>
                      <a:pt x="58" y="158"/>
                    </a:cubicBezTo>
                    <a:cubicBezTo>
                      <a:pt x="45" y="147"/>
                      <a:pt x="36" y="131"/>
                      <a:pt x="30" y="116"/>
                    </a:cubicBezTo>
                    <a:cubicBezTo>
                      <a:pt x="30" y="116"/>
                      <a:pt x="30" y="116"/>
                      <a:pt x="30" y="116"/>
                    </a:cubicBezTo>
                    <a:cubicBezTo>
                      <a:pt x="23" y="116"/>
                      <a:pt x="19" y="109"/>
                      <a:pt x="19" y="101"/>
                    </a:cubicBezTo>
                    <a:cubicBezTo>
                      <a:pt x="19" y="98"/>
                      <a:pt x="19" y="95"/>
                      <a:pt x="20" y="93"/>
                    </a:cubicBezTo>
                    <a:cubicBezTo>
                      <a:pt x="20" y="93"/>
                      <a:pt x="20" y="93"/>
                      <a:pt x="20" y="93"/>
                    </a:cubicBezTo>
                    <a:cubicBezTo>
                      <a:pt x="20" y="87"/>
                      <a:pt x="20" y="87"/>
                      <a:pt x="20" y="87"/>
                    </a:cubicBezTo>
                    <a:cubicBezTo>
                      <a:pt x="25" y="87"/>
                      <a:pt x="25" y="87"/>
                      <a:pt x="25" y="87"/>
                    </a:cubicBezTo>
                    <a:cubicBezTo>
                      <a:pt x="25" y="87"/>
                      <a:pt x="25" y="87"/>
                      <a:pt x="25" y="87"/>
                    </a:cubicBezTo>
                    <a:cubicBezTo>
                      <a:pt x="25" y="86"/>
                      <a:pt x="25" y="86"/>
                      <a:pt x="25" y="85"/>
                    </a:cubicBezTo>
                    <a:cubicBezTo>
                      <a:pt x="25" y="83"/>
                      <a:pt x="25" y="81"/>
                      <a:pt x="25" y="79"/>
                    </a:cubicBezTo>
                    <a:cubicBezTo>
                      <a:pt x="21" y="68"/>
                      <a:pt x="8" y="20"/>
                      <a:pt x="91" y="20"/>
                    </a:cubicBezTo>
                    <a:cubicBezTo>
                      <a:pt x="91" y="2"/>
                      <a:pt x="91" y="2"/>
                      <a:pt x="91" y="2"/>
                    </a:cubicBezTo>
                    <a:cubicBezTo>
                      <a:pt x="87" y="1"/>
                      <a:pt x="81" y="0"/>
                      <a:pt x="76" y="0"/>
                    </a:cubicBezTo>
                  </a:path>
                </a:pathLst>
              </a:custGeom>
              <a:solidFill>
                <a:srgbClr val="CF9D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0" name="Freeform 10570"/>
              <p:cNvSpPr>
                <a:spLocks/>
              </p:cNvSpPr>
              <p:nvPr/>
            </p:nvSpPr>
            <p:spPr bwMode="auto">
              <a:xfrm>
                <a:off x="3729" y="2309"/>
                <a:ext cx="40" cy="45"/>
              </a:xfrm>
              <a:custGeom>
                <a:avLst/>
                <a:gdLst>
                  <a:gd name="T0" fmla="*/ 15 w 17"/>
                  <a:gd name="T1" fmla="*/ 0 h 19"/>
                  <a:gd name="T2" fmla="*/ 15 w 17"/>
                  <a:gd name="T3" fmla="*/ 0 h 19"/>
                  <a:gd name="T4" fmla="*/ 0 w 17"/>
                  <a:gd name="T5" fmla="*/ 18 h 19"/>
                  <a:gd name="T6" fmla="*/ 1 w 17"/>
                  <a:gd name="T7" fmla="*/ 19 h 19"/>
                  <a:gd name="T8" fmla="*/ 17 w 17"/>
                  <a:gd name="T9" fmla="*/ 1 h 19"/>
                  <a:gd name="T10" fmla="*/ 15 w 17"/>
                  <a:gd name="T1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19">
                    <a:moveTo>
                      <a:pt x="15" y="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11" y="8"/>
                      <a:pt x="5" y="14"/>
                      <a:pt x="0" y="18"/>
                    </a:cubicBezTo>
                    <a:cubicBezTo>
                      <a:pt x="1" y="18"/>
                      <a:pt x="1" y="19"/>
                      <a:pt x="1" y="19"/>
                    </a:cubicBezTo>
                    <a:cubicBezTo>
                      <a:pt x="7" y="15"/>
                      <a:pt x="12" y="9"/>
                      <a:pt x="17" y="1"/>
                    </a:cubicBezTo>
                    <a:cubicBezTo>
                      <a:pt x="16" y="1"/>
                      <a:pt x="15" y="1"/>
                      <a:pt x="15" y="0"/>
                    </a:cubicBezTo>
                  </a:path>
                </a:pathLst>
              </a:custGeom>
              <a:solidFill>
                <a:srgbClr val="B8A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1" name="Freeform 10571"/>
              <p:cNvSpPr>
                <a:spLocks/>
              </p:cNvSpPr>
              <p:nvPr/>
            </p:nvSpPr>
            <p:spPr bwMode="auto">
              <a:xfrm>
                <a:off x="3731" y="2312"/>
                <a:ext cx="102" cy="246"/>
              </a:xfrm>
              <a:custGeom>
                <a:avLst/>
                <a:gdLst>
                  <a:gd name="T0" fmla="*/ 16 w 43"/>
                  <a:gd name="T1" fmla="*/ 0 h 104"/>
                  <a:gd name="T2" fmla="*/ 0 w 43"/>
                  <a:gd name="T3" fmla="*/ 18 h 104"/>
                  <a:gd name="T4" fmla="*/ 43 w 43"/>
                  <a:gd name="T5" fmla="*/ 104 h 104"/>
                  <a:gd name="T6" fmla="*/ 43 w 43"/>
                  <a:gd name="T7" fmla="*/ 10 h 104"/>
                  <a:gd name="T8" fmla="*/ 16 w 43"/>
                  <a:gd name="T9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04">
                    <a:moveTo>
                      <a:pt x="16" y="0"/>
                    </a:moveTo>
                    <a:cubicBezTo>
                      <a:pt x="11" y="8"/>
                      <a:pt x="6" y="14"/>
                      <a:pt x="0" y="18"/>
                    </a:cubicBezTo>
                    <a:cubicBezTo>
                      <a:pt x="7" y="31"/>
                      <a:pt x="34" y="83"/>
                      <a:pt x="43" y="104"/>
                    </a:cubicBezTo>
                    <a:cubicBezTo>
                      <a:pt x="43" y="10"/>
                      <a:pt x="43" y="10"/>
                      <a:pt x="43" y="10"/>
                    </a:cubicBezTo>
                    <a:cubicBezTo>
                      <a:pt x="33" y="10"/>
                      <a:pt x="24" y="6"/>
                      <a:pt x="16" y="0"/>
                    </a:cubicBezTo>
                  </a:path>
                </a:pathLst>
              </a:custGeom>
              <a:solidFill>
                <a:srgbClr val="B8A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2" name="Freeform 10572"/>
              <p:cNvSpPr>
                <a:spLocks/>
              </p:cNvSpPr>
              <p:nvPr/>
            </p:nvSpPr>
            <p:spPr bwMode="auto">
              <a:xfrm>
                <a:off x="3536" y="2362"/>
                <a:ext cx="297" cy="291"/>
              </a:xfrm>
              <a:custGeom>
                <a:avLst/>
                <a:gdLst>
                  <a:gd name="T0" fmla="*/ 72 w 125"/>
                  <a:gd name="T1" fmla="*/ 0 h 123"/>
                  <a:gd name="T2" fmla="*/ 72 w 125"/>
                  <a:gd name="T3" fmla="*/ 0 h 123"/>
                  <a:gd name="T4" fmla="*/ 72 w 125"/>
                  <a:gd name="T5" fmla="*/ 0 h 123"/>
                  <a:gd name="T6" fmla="*/ 13 w 125"/>
                  <a:gd name="T7" fmla="*/ 30 h 123"/>
                  <a:gd name="T8" fmla="*/ 13 w 125"/>
                  <a:gd name="T9" fmla="*/ 30 h 123"/>
                  <a:gd name="T10" fmla="*/ 0 w 125"/>
                  <a:gd name="T11" fmla="*/ 82 h 123"/>
                  <a:gd name="T12" fmla="*/ 1 w 125"/>
                  <a:gd name="T13" fmla="*/ 123 h 123"/>
                  <a:gd name="T14" fmla="*/ 125 w 125"/>
                  <a:gd name="T15" fmla="*/ 123 h 123"/>
                  <a:gd name="T16" fmla="*/ 125 w 125"/>
                  <a:gd name="T17" fmla="*/ 109 h 123"/>
                  <a:gd name="T18" fmla="*/ 65 w 125"/>
                  <a:gd name="T19" fmla="*/ 51 h 123"/>
                  <a:gd name="T20" fmla="*/ 80 w 125"/>
                  <a:gd name="T21" fmla="*/ 39 h 123"/>
                  <a:gd name="T22" fmla="*/ 61 w 125"/>
                  <a:gd name="T23" fmla="*/ 39 h 123"/>
                  <a:gd name="T24" fmla="*/ 69 w 125"/>
                  <a:gd name="T25" fmla="*/ 2 h 123"/>
                  <a:gd name="T26" fmla="*/ 72 w 125"/>
                  <a:gd name="T27" fmla="*/ 1 h 123"/>
                  <a:gd name="T28" fmla="*/ 72 w 125"/>
                  <a:gd name="T29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5" h="123">
                    <a:moveTo>
                      <a:pt x="72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36" y="9"/>
                      <a:pt x="23" y="20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2" y="41"/>
                      <a:pt x="0" y="61"/>
                      <a:pt x="0" y="82"/>
                    </a:cubicBezTo>
                    <a:cubicBezTo>
                      <a:pt x="0" y="97"/>
                      <a:pt x="1" y="112"/>
                      <a:pt x="1" y="123"/>
                    </a:cubicBezTo>
                    <a:cubicBezTo>
                      <a:pt x="125" y="123"/>
                      <a:pt x="125" y="123"/>
                      <a:pt x="125" y="123"/>
                    </a:cubicBezTo>
                    <a:cubicBezTo>
                      <a:pt x="125" y="109"/>
                      <a:pt x="125" y="109"/>
                      <a:pt x="125" y="109"/>
                    </a:cubicBezTo>
                    <a:cubicBezTo>
                      <a:pt x="65" y="51"/>
                      <a:pt x="65" y="51"/>
                      <a:pt x="65" y="51"/>
                    </a:cubicBezTo>
                    <a:cubicBezTo>
                      <a:pt x="80" y="39"/>
                      <a:pt x="80" y="39"/>
                      <a:pt x="80" y="39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69" y="2"/>
                      <a:pt x="69" y="2"/>
                      <a:pt x="69" y="2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72" y="0"/>
                      <a:pt x="72" y="0"/>
                      <a:pt x="72" y="0"/>
                    </a:cubicBezTo>
                  </a:path>
                </a:pathLst>
              </a:custGeom>
              <a:solidFill>
                <a:srgbClr val="3054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3" name="Freeform 10573"/>
              <p:cNvSpPr>
                <a:spLocks noEditPoints="1"/>
              </p:cNvSpPr>
              <p:nvPr/>
            </p:nvSpPr>
            <p:spPr bwMode="auto">
              <a:xfrm>
                <a:off x="3672" y="2079"/>
                <a:ext cx="161" cy="247"/>
              </a:xfrm>
              <a:custGeom>
                <a:avLst/>
                <a:gdLst>
                  <a:gd name="T0" fmla="*/ 68 w 68"/>
                  <a:gd name="T1" fmla="*/ 29 h 104"/>
                  <a:gd name="T2" fmla="*/ 66 w 68"/>
                  <a:gd name="T3" fmla="*/ 29 h 104"/>
                  <a:gd name="T4" fmla="*/ 66 w 68"/>
                  <a:gd name="T5" fmla="*/ 35 h 104"/>
                  <a:gd name="T6" fmla="*/ 61 w 68"/>
                  <a:gd name="T7" fmla="*/ 41 h 104"/>
                  <a:gd name="T8" fmla="*/ 19 w 68"/>
                  <a:gd name="T9" fmla="*/ 41 h 104"/>
                  <a:gd name="T10" fmla="*/ 14 w 68"/>
                  <a:gd name="T11" fmla="*/ 35 h 104"/>
                  <a:gd name="T12" fmla="*/ 14 w 68"/>
                  <a:gd name="T13" fmla="*/ 29 h 104"/>
                  <a:gd name="T14" fmla="*/ 2 w 68"/>
                  <a:gd name="T15" fmla="*/ 29 h 104"/>
                  <a:gd name="T16" fmla="*/ 0 w 68"/>
                  <a:gd name="T17" fmla="*/ 37 h 104"/>
                  <a:gd name="T18" fmla="*/ 7 w 68"/>
                  <a:gd name="T19" fmla="*/ 48 h 104"/>
                  <a:gd name="T20" fmla="*/ 8 w 68"/>
                  <a:gd name="T21" fmla="*/ 48 h 104"/>
                  <a:gd name="T22" fmla="*/ 10 w 68"/>
                  <a:gd name="T23" fmla="*/ 47 h 104"/>
                  <a:gd name="T24" fmla="*/ 11 w 68"/>
                  <a:gd name="T25" fmla="*/ 49 h 104"/>
                  <a:gd name="T26" fmla="*/ 68 w 68"/>
                  <a:gd name="T27" fmla="*/ 104 h 104"/>
                  <a:gd name="T28" fmla="*/ 68 w 68"/>
                  <a:gd name="T29" fmla="*/ 29 h 104"/>
                  <a:gd name="T30" fmla="*/ 68 w 68"/>
                  <a:gd name="T31" fmla="*/ 0 h 104"/>
                  <a:gd name="T32" fmla="*/ 53 w 68"/>
                  <a:gd name="T33" fmla="*/ 8 h 104"/>
                  <a:gd name="T34" fmla="*/ 6 w 68"/>
                  <a:gd name="T35" fmla="*/ 17 h 104"/>
                  <a:gd name="T36" fmla="*/ 6 w 68"/>
                  <a:gd name="T37" fmla="*/ 21 h 104"/>
                  <a:gd name="T38" fmla="*/ 6 w 68"/>
                  <a:gd name="T39" fmla="*/ 23 h 104"/>
                  <a:gd name="T40" fmla="*/ 14 w 68"/>
                  <a:gd name="T41" fmla="*/ 23 h 104"/>
                  <a:gd name="T42" fmla="*/ 19 w 68"/>
                  <a:gd name="T43" fmla="*/ 18 h 104"/>
                  <a:gd name="T44" fmla="*/ 61 w 68"/>
                  <a:gd name="T45" fmla="*/ 18 h 104"/>
                  <a:gd name="T46" fmla="*/ 66 w 68"/>
                  <a:gd name="T47" fmla="*/ 23 h 104"/>
                  <a:gd name="T48" fmla="*/ 68 w 68"/>
                  <a:gd name="T49" fmla="*/ 23 h 104"/>
                  <a:gd name="T50" fmla="*/ 68 w 68"/>
                  <a:gd name="T51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8" h="104">
                    <a:moveTo>
                      <a:pt x="68" y="29"/>
                    </a:moveTo>
                    <a:cubicBezTo>
                      <a:pt x="66" y="29"/>
                      <a:pt x="66" y="29"/>
                      <a:pt x="66" y="29"/>
                    </a:cubicBezTo>
                    <a:cubicBezTo>
                      <a:pt x="66" y="35"/>
                      <a:pt x="66" y="35"/>
                      <a:pt x="66" y="35"/>
                    </a:cubicBezTo>
                    <a:cubicBezTo>
                      <a:pt x="66" y="38"/>
                      <a:pt x="64" y="41"/>
                      <a:pt x="61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6" y="41"/>
                      <a:pt x="14" y="38"/>
                      <a:pt x="14" y="35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0" y="31"/>
                      <a:pt x="0" y="34"/>
                      <a:pt x="0" y="37"/>
                    </a:cubicBezTo>
                    <a:cubicBezTo>
                      <a:pt x="0" y="43"/>
                      <a:pt x="3" y="48"/>
                      <a:pt x="7" y="48"/>
                    </a:cubicBezTo>
                    <a:cubicBezTo>
                      <a:pt x="7" y="48"/>
                      <a:pt x="8" y="48"/>
                      <a:pt x="8" y="48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9" y="75"/>
                      <a:pt x="41" y="103"/>
                      <a:pt x="68" y="104"/>
                    </a:cubicBezTo>
                    <a:cubicBezTo>
                      <a:pt x="68" y="29"/>
                      <a:pt x="68" y="29"/>
                      <a:pt x="68" y="29"/>
                    </a:cubicBezTo>
                    <a:moveTo>
                      <a:pt x="68" y="0"/>
                    </a:moveTo>
                    <a:cubicBezTo>
                      <a:pt x="64" y="3"/>
                      <a:pt x="59" y="5"/>
                      <a:pt x="53" y="8"/>
                    </a:cubicBezTo>
                    <a:cubicBezTo>
                      <a:pt x="40" y="15"/>
                      <a:pt x="15" y="17"/>
                      <a:pt x="6" y="17"/>
                    </a:cubicBezTo>
                    <a:cubicBezTo>
                      <a:pt x="6" y="19"/>
                      <a:pt x="6" y="20"/>
                      <a:pt x="6" y="21"/>
                    </a:cubicBezTo>
                    <a:cubicBezTo>
                      <a:pt x="6" y="22"/>
                      <a:pt x="6" y="22"/>
                      <a:pt x="6" y="23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5" y="20"/>
                      <a:pt x="17" y="18"/>
                      <a:pt x="19" y="18"/>
                    </a:cubicBezTo>
                    <a:cubicBezTo>
                      <a:pt x="61" y="18"/>
                      <a:pt x="61" y="18"/>
                      <a:pt x="61" y="18"/>
                    </a:cubicBezTo>
                    <a:cubicBezTo>
                      <a:pt x="63" y="18"/>
                      <a:pt x="65" y="20"/>
                      <a:pt x="66" y="23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68" y="0"/>
                      <a:pt x="68" y="0"/>
                      <a:pt x="68" y="0"/>
                    </a:cubicBezTo>
                  </a:path>
                </a:pathLst>
              </a:custGeom>
              <a:solidFill>
                <a:srgbClr val="CFBA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4" name="Freeform 10574"/>
              <p:cNvSpPr>
                <a:spLocks noEditPoints="1"/>
              </p:cNvSpPr>
              <p:nvPr/>
            </p:nvSpPr>
            <p:spPr bwMode="auto">
              <a:xfrm>
                <a:off x="3662" y="2115"/>
                <a:ext cx="171" cy="220"/>
              </a:xfrm>
              <a:custGeom>
                <a:avLst/>
                <a:gdLst>
                  <a:gd name="T0" fmla="*/ 6 w 72"/>
                  <a:gd name="T1" fmla="*/ 14 h 93"/>
                  <a:gd name="T2" fmla="*/ 1 w 72"/>
                  <a:gd name="T3" fmla="*/ 14 h 93"/>
                  <a:gd name="T4" fmla="*/ 0 w 72"/>
                  <a:gd name="T5" fmla="*/ 22 h 93"/>
                  <a:gd name="T6" fmla="*/ 11 w 72"/>
                  <a:gd name="T7" fmla="*/ 37 h 93"/>
                  <a:gd name="T8" fmla="*/ 11 w 72"/>
                  <a:gd name="T9" fmla="*/ 37 h 93"/>
                  <a:gd name="T10" fmla="*/ 39 w 72"/>
                  <a:gd name="T11" fmla="*/ 79 h 93"/>
                  <a:gd name="T12" fmla="*/ 39 w 72"/>
                  <a:gd name="T13" fmla="*/ 79 h 93"/>
                  <a:gd name="T14" fmla="*/ 43 w 72"/>
                  <a:gd name="T15" fmla="*/ 82 h 93"/>
                  <a:gd name="T16" fmla="*/ 43 w 72"/>
                  <a:gd name="T17" fmla="*/ 82 h 93"/>
                  <a:gd name="T18" fmla="*/ 43 w 72"/>
                  <a:gd name="T19" fmla="*/ 82 h 93"/>
                  <a:gd name="T20" fmla="*/ 45 w 72"/>
                  <a:gd name="T21" fmla="*/ 83 h 93"/>
                  <a:gd name="T22" fmla="*/ 72 w 72"/>
                  <a:gd name="T23" fmla="*/ 93 h 93"/>
                  <a:gd name="T24" fmla="*/ 72 w 72"/>
                  <a:gd name="T25" fmla="*/ 89 h 93"/>
                  <a:gd name="T26" fmla="*/ 15 w 72"/>
                  <a:gd name="T27" fmla="*/ 34 h 93"/>
                  <a:gd name="T28" fmla="*/ 14 w 72"/>
                  <a:gd name="T29" fmla="*/ 32 h 93"/>
                  <a:gd name="T30" fmla="*/ 12 w 72"/>
                  <a:gd name="T31" fmla="*/ 33 h 93"/>
                  <a:gd name="T32" fmla="*/ 11 w 72"/>
                  <a:gd name="T33" fmla="*/ 33 h 93"/>
                  <a:gd name="T34" fmla="*/ 4 w 72"/>
                  <a:gd name="T35" fmla="*/ 22 h 93"/>
                  <a:gd name="T36" fmla="*/ 6 w 72"/>
                  <a:gd name="T37" fmla="*/ 14 h 93"/>
                  <a:gd name="T38" fmla="*/ 6 w 72"/>
                  <a:gd name="T39" fmla="*/ 0 h 93"/>
                  <a:gd name="T40" fmla="*/ 6 w 72"/>
                  <a:gd name="T41" fmla="*/ 6 h 93"/>
                  <a:gd name="T42" fmla="*/ 6 w 72"/>
                  <a:gd name="T43" fmla="*/ 8 h 93"/>
                  <a:gd name="T44" fmla="*/ 6 w 72"/>
                  <a:gd name="T45" fmla="*/ 8 h 93"/>
                  <a:gd name="T46" fmla="*/ 10 w 72"/>
                  <a:gd name="T47" fmla="*/ 8 h 93"/>
                  <a:gd name="T48" fmla="*/ 10 w 72"/>
                  <a:gd name="T49" fmla="*/ 6 h 93"/>
                  <a:gd name="T50" fmla="*/ 10 w 72"/>
                  <a:gd name="T51" fmla="*/ 2 h 93"/>
                  <a:gd name="T52" fmla="*/ 7 w 72"/>
                  <a:gd name="T53" fmla="*/ 3 h 93"/>
                  <a:gd name="T54" fmla="*/ 6 w 72"/>
                  <a:gd name="T55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2" h="93">
                    <a:moveTo>
                      <a:pt x="6" y="14"/>
                    </a:moveTo>
                    <a:cubicBezTo>
                      <a:pt x="1" y="14"/>
                      <a:pt x="1" y="14"/>
                      <a:pt x="1" y="14"/>
                    </a:cubicBezTo>
                    <a:cubicBezTo>
                      <a:pt x="0" y="16"/>
                      <a:pt x="0" y="19"/>
                      <a:pt x="0" y="22"/>
                    </a:cubicBezTo>
                    <a:cubicBezTo>
                      <a:pt x="0" y="30"/>
                      <a:pt x="4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7" y="52"/>
                      <a:pt x="26" y="68"/>
                      <a:pt x="39" y="79"/>
                    </a:cubicBezTo>
                    <a:cubicBezTo>
                      <a:pt x="39" y="79"/>
                      <a:pt x="39" y="79"/>
                      <a:pt x="39" y="79"/>
                    </a:cubicBezTo>
                    <a:cubicBezTo>
                      <a:pt x="41" y="80"/>
                      <a:pt x="42" y="81"/>
                      <a:pt x="43" y="82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4" y="83"/>
                      <a:pt x="45" y="83"/>
                    </a:cubicBezTo>
                    <a:cubicBezTo>
                      <a:pt x="53" y="89"/>
                      <a:pt x="62" y="93"/>
                      <a:pt x="72" y="93"/>
                    </a:cubicBezTo>
                    <a:cubicBezTo>
                      <a:pt x="72" y="89"/>
                      <a:pt x="72" y="89"/>
                      <a:pt x="72" y="89"/>
                    </a:cubicBezTo>
                    <a:cubicBezTo>
                      <a:pt x="45" y="88"/>
                      <a:pt x="23" y="60"/>
                      <a:pt x="15" y="34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2" y="33"/>
                      <a:pt x="12" y="33"/>
                      <a:pt x="12" y="33"/>
                    </a:cubicBezTo>
                    <a:cubicBezTo>
                      <a:pt x="12" y="33"/>
                      <a:pt x="11" y="33"/>
                      <a:pt x="11" y="33"/>
                    </a:cubicBezTo>
                    <a:cubicBezTo>
                      <a:pt x="7" y="33"/>
                      <a:pt x="4" y="28"/>
                      <a:pt x="4" y="22"/>
                    </a:cubicBezTo>
                    <a:cubicBezTo>
                      <a:pt x="4" y="19"/>
                      <a:pt x="4" y="16"/>
                      <a:pt x="6" y="14"/>
                    </a:cubicBezTo>
                    <a:moveTo>
                      <a:pt x="6" y="0"/>
                    </a:moveTo>
                    <a:cubicBezTo>
                      <a:pt x="6" y="2"/>
                      <a:pt x="6" y="4"/>
                      <a:pt x="6" y="6"/>
                    </a:cubicBezTo>
                    <a:cubicBezTo>
                      <a:pt x="6" y="7"/>
                      <a:pt x="6" y="7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7"/>
                      <a:pt x="10" y="7"/>
                      <a:pt x="10" y="6"/>
                    </a:cubicBezTo>
                    <a:cubicBezTo>
                      <a:pt x="10" y="5"/>
                      <a:pt x="10" y="4"/>
                      <a:pt x="10" y="2"/>
                    </a:cubicBezTo>
                    <a:cubicBezTo>
                      <a:pt x="8" y="3"/>
                      <a:pt x="7" y="3"/>
                      <a:pt x="7" y="3"/>
                    </a:cubicBezTo>
                    <a:cubicBezTo>
                      <a:pt x="7" y="3"/>
                      <a:pt x="7" y="2"/>
                      <a:pt x="6" y="0"/>
                    </a:cubicBezTo>
                  </a:path>
                </a:pathLst>
              </a:custGeom>
              <a:solidFill>
                <a:srgbClr val="B8A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5" name="Freeform 10575"/>
              <p:cNvSpPr>
                <a:spLocks/>
              </p:cNvSpPr>
              <p:nvPr/>
            </p:nvSpPr>
            <p:spPr bwMode="auto">
              <a:xfrm>
                <a:off x="3636" y="1975"/>
                <a:ext cx="197" cy="147"/>
              </a:xfrm>
              <a:custGeom>
                <a:avLst/>
                <a:gdLst>
                  <a:gd name="T0" fmla="*/ 83 w 83"/>
                  <a:gd name="T1" fmla="*/ 0 h 62"/>
                  <a:gd name="T2" fmla="*/ 17 w 83"/>
                  <a:gd name="T3" fmla="*/ 59 h 62"/>
                  <a:gd name="T4" fmla="*/ 18 w 83"/>
                  <a:gd name="T5" fmla="*/ 62 h 62"/>
                  <a:gd name="T6" fmla="*/ 21 w 83"/>
                  <a:gd name="T7" fmla="*/ 61 h 62"/>
                  <a:gd name="T8" fmla="*/ 68 w 83"/>
                  <a:gd name="T9" fmla="*/ 52 h 62"/>
                  <a:gd name="T10" fmla="*/ 83 w 83"/>
                  <a:gd name="T11" fmla="*/ 44 h 62"/>
                  <a:gd name="T12" fmla="*/ 83 w 83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62">
                    <a:moveTo>
                      <a:pt x="83" y="0"/>
                    </a:moveTo>
                    <a:cubicBezTo>
                      <a:pt x="0" y="0"/>
                      <a:pt x="13" y="48"/>
                      <a:pt x="17" y="59"/>
                    </a:cubicBezTo>
                    <a:cubicBezTo>
                      <a:pt x="18" y="61"/>
                      <a:pt x="18" y="62"/>
                      <a:pt x="18" y="62"/>
                    </a:cubicBezTo>
                    <a:cubicBezTo>
                      <a:pt x="18" y="62"/>
                      <a:pt x="19" y="62"/>
                      <a:pt x="21" y="61"/>
                    </a:cubicBezTo>
                    <a:cubicBezTo>
                      <a:pt x="30" y="61"/>
                      <a:pt x="55" y="59"/>
                      <a:pt x="68" y="52"/>
                    </a:cubicBezTo>
                    <a:cubicBezTo>
                      <a:pt x="74" y="49"/>
                      <a:pt x="79" y="47"/>
                      <a:pt x="83" y="44"/>
                    </a:cubicBezTo>
                    <a:cubicBezTo>
                      <a:pt x="83" y="0"/>
                      <a:pt x="83" y="0"/>
                      <a:pt x="83" y="0"/>
                    </a:cubicBezTo>
                  </a:path>
                </a:pathLst>
              </a:custGeom>
              <a:solidFill>
                <a:srgbClr val="CF9D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6" name="Freeform 10576"/>
              <p:cNvSpPr>
                <a:spLocks/>
              </p:cNvSpPr>
              <p:nvPr/>
            </p:nvSpPr>
            <p:spPr bwMode="auto">
              <a:xfrm>
                <a:off x="3681" y="2364"/>
                <a:ext cx="152" cy="256"/>
              </a:xfrm>
              <a:custGeom>
                <a:avLst/>
                <a:gdLst>
                  <a:gd name="T0" fmla="*/ 26 w 152"/>
                  <a:gd name="T1" fmla="*/ 0 h 256"/>
                  <a:gd name="T2" fmla="*/ 19 w 152"/>
                  <a:gd name="T3" fmla="*/ 2 h 256"/>
                  <a:gd name="T4" fmla="*/ 0 w 152"/>
                  <a:gd name="T5" fmla="*/ 90 h 256"/>
                  <a:gd name="T6" fmla="*/ 45 w 152"/>
                  <a:gd name="T7" fmla="*/ 90 h 256"/>
                  <a:gd name="T8" fmla="*/ 10 w 152"/>
                  <a:gd name="T9" fmla="*/ 118 h 256"/>
                  <a:gd name="T10" fmla="*/ 152 w 152"/>
                  <a:gd name="T11" fmla="*/ 256 h 256"/>
                  <a:gd name="T12" fmla="*/ 152 w 152"/>
                  <a:gd name="T13" fmla="*/ 247 h 256"/>
                  <a:gd name="T14" fmla="*/ 24 w 152"/>
                  <a:gd name="T15" fmla="*/ 118 h 256"/>
                  <a:gd name="T16" fmla="*/ 67 w 152"/>
                  <a:gd name="T17" fmla="*/ 81 h 256"/>
                  <a:gd name="T18" fmla="*/ 10 w 152"/>
                  <a:gd name="T19" fmla="*/ 81 h 256"/>
                  <a:gd name="T20" fmla="*/ 26 w 152"/>
                  <a:gd name="T21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2" h="256">
                    <a:moveTo>
                      <a:pt x="26" y="0"/>
                    </a:moveTo>
                    <a:lnTo>
                      <a:pt x="19" y="2"/>
                    </a:lnTo>
                    <a:lnTo>
                      <a:pt x="0" y="90"/>
                    </a:lnTo>
                    <a:lnTo>
                      <a:pt x="45" y="90"/>
                    </a:lnTo>
                    <a:lnTo>
                      <a:pt x="10" y="118"/>
                    </a:lnTo>
                    <a:lnTo>
                      <a:pt x="152" y="256"/>
                    </a:lnTo>
                    <a:lnTo>
                      <a:pt x="152" y="247"/>
                    </a:lnTo>
                    <a:lnTo>
                      <a:pt x="24" y="118"/>
                    </a:lnTo>
                    <a:lnTo>
                      <a:pt x="67" y="81"/>
                    </a:lnTo>
                    <a:lnTo>
                      <a:pt x="10" y="81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7" name="Freeform 10577"/>
              <p:cNvSpPr>
                <a:spLocks/>
              </p:cNvSpPr>
              <p:nvPr/>
            </p:nvSpPr>
            <p:spPr bwMode="auto">
              <a:xfrm>
                <a:off x="3681" y="2364"/>
                <a:ext cx="152" cy="256"/>
              </a:xfrm>
              <a:custGeom>
                <a:avLst/>
                <a:gdLst>
                  <a:gd name="T0" fmla="*/ 26 w 152"/>
                  <a:gd name="T1" fmla="*/ 0 h 256"/>
                  <a:gd name="T2" fmla="*/ 19 w 152"/>
                  <a:gd name="T3" fmla="*/ 2 h 256"/>
                  <a:gd name="T4" fmla="*/ 0 w 152"/>
                  <a:gd name="T5" fmla="*/ 90 h 256"/>
                  <a:gd name="T6" fmla="*/ 45 w 152"/>
                  <a:gd name="T7" fmla="*/ 90 h 256"/>
                  <a:gd name="T8" fmla="*/ 10 w 152"/>
                  <a:gd name="T9" fmla="*/ 118 h 256"/>
                  <a:gd name="T10" fmla="*/ 152 w 152"/>
                  <a:gd name="T11" fmla="*/ 256 h 256"/>
                  <a:gd name="T12" fmla="*/ 152 w 152"/>
                  <a:gd name="T13" fmla="*/ 247 h 256"/>
                  <a:gd name="T14" fmla="*/ 24 w 152"/>
                  <a:gd name="T15" fmla="*/ 118 h 256"/>
                  <a:gd name="T16" fmla="*/ 67 w 152"/>
                  <a:gd name="T17" fmla="*/ 81 h 256"/>
                  <a:gd name="T18" fmla="*/ 10 w 152"/>
                  <a:gd name="T19" fmla="*/ 81 h 256"/>
                  <a:gd name="T20" fmla="*/ 26 w 152"/>
                  <a:gd name="T21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2" h="256">
                    <a:moveTo>
                      <a:pt x="26" y="0"/>
                    </a:moveTo>
                    <a:lnTo>
                      <a:pt x="19" y="2"/>
                    </a:lnTo>
                    <a:lnTo>
                      <a:pt x="0" y="90"/>
                    </a:lnTo>
                    <a:lnTo>
                      <a:pt x="45" y="90"/>
                    </a:lnTo>
                    <a:lnTo>
                      <a:pt x="10" y="118"/>
                    </a:lnTo>
                    <a:lnTo>
                      <a:pt x="152" y="256"/>
                    </a:lnTo>
                    <a:lnTo>
                      <a:pt x="152" y="247"/>
                    </a:lnTo>
                    <a:lnTo>
                      <a:pt x="24" y="118"/>
                    </a:lnTo>
                    <a:lnTo>
                      <a:pt x="67" y="81"/>
                    </a:lnTo>
                    <a:lnTo>
                      <a:pt x="10" y="81"/>
                    </a:lnTo>
                    <a:lnTo>
                      <a:pt x="2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8" name="Freeform 10578"/>
              <p:cNvSpPr>
                <a:spLocks/>
              </p:cNvSpPr>
              <p:nvPr/>
            </p:nvSpPr>
            <p:spPr bwMode="auto">
              <a:xfrm>
                <a:off x="3691" y="2350"/>
                <a:ext cx="142" cy="261"/>
              </a:xfrm>
              <a:custGeom>
                <a:avLst/>
                <a:gdLst>
                  <a:gd name="T0" fmla="*/ 16 w 60"/>
                  <a:gd name="T1" fmla="*/ 0 h 110"/>
                  <a:gd name="T2" fmla="*/ 8 w 60"/>
                  <a:gd name="T3" fmla="*/ 4 h 110"/>
                  <a:gd name="T4" fmla="*/ 7 w 60"/>
                  <a:gd name="T5" fmla="*/ 5 h 110"/>
                  <a:gd name="T6" fmla="*/ 7 w 60"/>
                  <a:gd name="T7" fmla="*/ 6 h 110"/>
                  <a:gd name="T8" fmla="*/ 0 w 60"/>
                  <a:gd name="T9" fmla="*/ 40 h 110"/>
                  <a:gd name="T10" fmla="*/ 24 w 60"/>
                  <a:gd name="T11" fmla="*/ 40 h 110"/>
                  <a:gd name="T12" fmla="*/ 6 w 60"/>
                  <a:gd name="T13" fmla="*/ 56 h 110"/>
                  <a:gd name="T14" fmla="*/ 60 w 60"/>
                  <a:gd name="T15" fmla="*/ 110 h 110"/>
                  <a:gd name="T16" fmla="*/ 60 w 60"/>
                  <a:gd name="T17" fmla="*/ 98 h 110"/>
                  <a:gd name="T18" fmla="*/ 60 w 60"/>
                  <a:gd name="T19" fmla="*/ 97 h 110"/>
                  <a:gd name="T20" fmla="*/ 60 w 60"/>
                  <a:gd name="T21" fmla="*/ 97 h 110"/>
                  <a:gd name="T22" fmla="*/ 60 w 60"/>
                  <a:gd name="T23" fmla="*/ 95 h 110"/>
                  <a:gd name="T24" fmla="*/ 60 w 60"/>
                  <a:gd name="T25" fmla="*/ 88 h 110"/>
                  <a:gd name="T26" fmla="*/ 17 w 60"/>
                  <a:gd name="T27" fmla="*/ 2 h 110"/>
                  <a:gd name="T28" fmla="*/ 16 w 60"/>
                  <a:gd name="T29" fmla="*/ 1 h 110"/>
                  <a:gd name="T30" fmla="*/ 16 w 60"/>
                  <a:gd name="T31" fmla="*/ 1 h 110"/>
                  <a:gd name="T32" fmla="*/ 16 w 60"/>
                  <a:gd name="T33" fmla="*/ 1 h 110"/>
                  <a:gd name="T34" fmla="*/ 16 w 60"/>
                  <a:gd name="T35" fmla="*/ 0 h 110"/>
                  <a:gd name="T36" fmla="*/ 16 w 60"/>
                  <a:gd name="T37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0" h="110">
                    <a:moveTo>
                      <a:pt x="16" y="0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60" y="110"/>
                      <a:pt x="60" y="110"/>
                      <a:pt x="60" y="110"/>
                    </a:cubicBezTo>
                    <a:cubicBezTo>
                      <a:pt x="60" y="98"/>
                      <a:pt x="60" y="98"/>
                      <a:pt x="60" y="98"/>
                    </a:cubicBezTo>
                    <a:cubicBezTo>
                      <a:pt x="60" y="97"/>
                      <a:pt x="60" y="97"/>
                      <a:pt x="60" y="97"/>
                    </a:cubicBezTo>
                    <a:cubicBezTo>
                      <a:pt x="60" y="97"/>
                      <a:pt x="60" y="97"/>
                      <a:pt x="60" y="97"/>
                    </a:cubicBezTo>
                    <a:cubicBezTo>
                      <a:pt x="60" y="97"/>
                      <a:pt x="60" y="96"/>
                      <a:pt x="60" y="95"/>
                    </a:cubicBezTo>
                    <a:cubicBezTo>
                      <a:pt x="60" y="88"/>
                      <a:pt x="60" y="88"/>
                      <a:pt x="60" y="88"/>
                    </a:cubicBezTo>
                    <a:cubicBezTo>
                      <a:pt x="51" y="67"/>
                      <a:pt x="24" y="15"/>
                      <a:pt x="17" y="2"/>
                    </a:cubicBezTo>
                    <a:cubicBezTo>
                      <a:pt x="17" y="2"/>
                      <a:pt x="17" y="1"/>
                      <a:pt x="16" y="1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9" name="Freeform 10579"/>
              <p:cNvSpPr>
                <a:spLocks/>
              </p:cNvSpPr>
              <p:nvPr/>
            </p:nvSpPr>
            <p:spPr bwMode="auto">
              <a:xfrm>
                <a:off x="3833" y="2575"/>
                <a:ext cx="0" cy="7"/>
              </a:xfrm>
              <a:custGeom>
                <a:avLst/>
                <a:gdLst>
                  <a:gd name="T0" fmla="*/ 0 h 3"/>
                  <a:gd name="T1" fmla="*/ 2 h 3"/>
                  <a:gd name="T2" fmla="*/ 2 h 3"/>
                  <a:gd name="T3" fmla="*/ 3 h 3"/>
                  <a:gd name="T4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cubicBezTo>
                      <a:pt x="0" y="1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0" name="Freeform 10580"/>
              <p:cNvSpPr>
                <a:spLocks/>
              </p:cNvSpPr>
              <p:nvPr/>
            </p:nvSpPr>
            <p:spPr bwMode="auto">
              <a:xfrm>
                <a:off x="3714" y="2132"/>
                <a:ext cx="105" cy="35"/>
              </a:xfrm>
              <a:custGeom>
                <a:avLst/>
                <a:gdLst>
                  <a:gd name="T0" fmla="*/ 43 w 44"/>
                  <a:gd name="T1" fmla="*/ 0 h 15"/>
                  <a:gd name="T2" fmla="*/ 1 w 44"/>
                  <a:gd name="T3" fmla="*/ 0 h 15"/>
                  <a:gd name="T4" fmla="*/ 0 w 44"/>
                  <a:gd name="T5" fmla="*/ 3 h 15"/>
                  <a:gd name="T6" fmla="*/ 0 w 44"/>
                  <a:gd name="T7" fmla="*/ 13 h 15"/>
                  <a:gd name="T8" fmla="*/ 1 w 44"/>
                  <a:gd name="T9" fmla="*/ 15 h 15"/>
                  <a:gd name="T10" fmla="*/ 43 w 44"/>
                  <a:gd name="T11" fmla="*/ 15 h 15"/>
                  <a:gd name="T12" fmla="*/ 44 w 44"/>
                  <a:gd name="T13" fmla="*/ 13 h 15"/>
                  <a:gd name="T14" fmla="*/ 44 w 44"/>
                  <a:gd name="T15" fmla="*/ 3 h 15"/>
                  <a:gd name="T16" fmla="*/ 43 w 44"/>
                  <a:gd name="T1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15">
                    <a:moveTo>
                      <a:pt x="43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4"/>
                      <a:pt x="1" y="15"/>
                      <a:pt x="1" y="15"/>
                    </a:cubicBezTo>
                    <a:cubicBezTo>
                      <a:pt x="43" y="15"/>
                      <a:pt x="43" y="15"/>
                      <a:pt x="43" y="15"/>
                    </a:cubicBezTo>
                    <a:cubicBezTo>
                      <a:pt x="43" y="15"/>
                      <a:pt x="44" y="14"/>
                      <a:pt x="44" y="13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44" y="1"/>
                      <a:pt x="43" y="0"/>
                      <a:pt x="43" y="0"/>
                    </a:cubicBezTo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1" name="Freeform 10581"/>
              <p:cNvSpPr>
                <a:spLocks noEditPoints="1"/>
              </p:cNvSpPr>
              <p:nvPr/>
            </p:nvSpPr>
            <p:spPr bwMode="auto">
              <a:xfrm>
                <a:off x="3705" y="2122"/>
                <a:ext cx="123" cy="55"/>
              </a:xfrm>
              <a:custGeom>
                <a:avLst/>
                <a:gdLst>
                  <a:gd name="T0" fmla="*/ 5 w 52"/>
                  <a:gd name="T1" fmla="*/ 19 h 23"/>
                  <a:gd name="T2" fmla="*/ 4 w 52"/>
                  <a:gd name="T3" fmla="*/ 17 h 23"/>
                  <a:gd name="T4" fmla="*/ 4 w 52"/>
                  <a:gd name="T5" fmla="*/ 7 h 23"/>
                  <a:gd name="T6" fmla="*/ 5 w 52"/>
                  <a:gd name="T7" fmla="*/ 4 h 23"/>
                  <a:gd name="T8" fmla="*/ 47 w 52"/>
                  <a:gd name="T9" fmla="*/ 4 h 23"/>
                  <a:gd name="T10" fmla="*/ 48 w 52"/>
                  <a:gd name="T11" fmla="*/ 7 h 23"/>
                  <a:gd name="T12" fmla="*/ 48 w 52"/>
                  <a:gd name="T13" fmla="*/ 17 h 23"/>
                  <a:gd name="T14" fmla="*/ 47 w 52"/>
                  <a:gd name="T15" fmla="*/ 19 h 23"/>
                  <a:gd name="T16" fmla="*/ 5 w 52"/>
                  <a:gd name="T17" fmla="*/ 19 h 23"/>
                  <a:gd name="T18" fmla="*/ 47 w 52"/>
                  <a:gd name="T19" fmla="*/ 0 h 23"/>
                  <a:gd name="T20" fmla="*/ 5 w 52"/>
                  <a:gd name="T21" fmla="*/ 0 h 23"/>
                  <a:gd name="T22" fmla="*/ 0 w 52"/>
                  <a:gd name="T23" fmla="*/ 5 h 23"/>
                  <a:gd name="T24" fmla="*/ 1 w 52"/>
                  <a:gd name="T25" fmla="*/ 5 h 23"/>
                  <a:gd name="T26" fmla="*/ 1 w 52"/>
                  <a:gd name="T27" fmla="*/ 11 h 23"/>
                  <a:gd name="T28" fmla="*/ 0 w 52"/>
                  <a:gd name="T29" fmla="*/ 11 h 23"/>
                  <a:gd name="T30" fmla="*/ 0 w 52"/>
                  <a:gd name="T31" fmla="*/ 17 h 23"/>
                  <a:gd name="T32" fmla="*/ 5 w 52"/>
                  <a:gd name="T33" fmla="*/ 23 h 23"/>
                  <a:gd name="T34" fmla="*/ 47 w 52"/>
                  <a:gd name="T35" fmla="*/ 23 h 23"/>
                  <a:gd name="T36" fmla="*/ 52 w 52"/>
                  <a:gd name="T37" fmla="*/ 17 h 23"/>
                  <a:gd name="T38" fmla="*/ 52 w 52"/>
                  <a:gd name="T39" fmla="*/ 11 h 23"/>
                  <a:gd name="T40" fmla="*/ 51 w 52"/>
                  <a:gd name="T41" fmla="*/ 11 h 23"/>
                  <a:gd name="T42" fmla="*/ 51 w 52"/>
                  <a:gd name="T43" fmla="*/ 5 h 23"/>
                  <a:gd name="T44" fmla="*/ 52 w 52"/>
                  <a:gd name="T45" fmla="*/ 5 h 23"/>
                  <a:gd name="T46" fmla="*/ 47 w 52"/>
                  <a:gd name="T4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2" h="23">
                    <a:moveTo>
                      <a:pt x="5" y="19"/>
                    </a:moveTo>
                    <a:cubicBezTo>
                      <a:pt x="5" y="19"/>
                      <a:pt x="4" y="18"/>
                      <a:pt x="4" y="1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5" y="4"/>
                      <a:pt x="5" y="4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47" y="4"/>
                      <a:pt x="48" y="5"/>
                      <a:pt x="48" y="7"/>
                    </a:cubicBezTo>
                    <a:cubicBezTo>
                      <a:pt x="48" y="17"/>
                      <a:pt x="48" y="17"/>
                      <a:pt x="48" y="17"/>
                    </a:cubicBezTo>
                    <a:cubicBezTo>
                      <a:pt x="48" y="18"/>
                      <a:pt x="47" y="19"/>
                      <a:pt x="47" y="19"/>
                    </a:cubicBezTo>
                    <a:cubicBezTo>
                      <a:pt x="5" y="19"/>
                      <a:pt x="5" y="19"/>
                      <a:pt x="5" y="19"/>
                    </a:cubicBezTo>
                    <a:moveTo>
                      <a:pt x="47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1" y="2"/>
                      <a:pt x="0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2" y="23"/>
                      <a:pt x="5" y="23"/>
                    </a:cubicBezTo>
                    <a:cubicBezTo>
                      <a:pt x="47" y="23"/>
                      <a:pt x="47" y="23"/>
                      <a:pt x="47" y="23"/>
                    </a:cubicBezTo>
                    <a:cubicBezTo>
                      <a:pt x="50" y="23"/>
                      <a:pt x="52" y="20"/>
                      <a:pt x="52" y="17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1" y="11"/>
                      <a:pt x="51" y="11"/>
                      <a:pt x="51" y="11"/>
                    </a:cubicBezTo>
                    <a:cubicBezTo>
                      <a:pt x="51" y="5"/>
                      <a:pt x="51" y="5"/>
                      <a:pt x="51" y="5"/>
                    </a:cubicBezTo>
                    <a:cubicBezTo>
                      <a:pt x="52" y="5"/>
                      <a:pt x="52" y="5"/>
                      <a:pt x="52" y="5"/>
                    </a:cubicBezTo>
                    <a:cubicBezTo>
                      <a:pt x="51" y="2"/>
                      <a:pt x="49" y="0"/>
                      <a:pt x="47" y="0"/>
                    </a:cubicBezTo>
                  </a:path>
                </a:pathLst>
              </a:custGeom>
              <a:solidFill>
                <a:srgbClr val="2F32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2" name="Freeform 10582"/>
              <p:cNvSpPr>
                <a:spLocks/>
              </p:cNvSpPr>
              <p:nvPr/>
            </p:nvSpPr>
            <p:spPr bwMode="auto">
              <a:xfrm>
                <a:off x="3826" y="2134"/>
                <a:ext cx="7" cy="14"/>
              </a:xfrm>
              <a:custGeom>
                <a:avLst/>
                <a:gdLst>
                  <a:gd name="T0" fmla="*/ 7 w 7"/>
                  <a:gd name="T1" fmla="*/ 0 h 14"/>
                  <a:gd name="T2" fmla="*/ 2 w 7"/>
                  <a:gd name="T3" fmla="*/ 0 h 14"/>
                  <a:gd name="T4" fmla="*/ 0 w 7"/>
                  <a:gd name="T5" fmla="*/ 0 h 14"/>
                  <a:gd name="T6" fmla="*/ 0 w 7"/>
                  <a:gd name="T7" fmla="*/ 14 h 14"/>
                  <a:gd name="T8" fmla="*/ 2 w 7"/>
                  <a:gd name="T9" fmla="*/ 14 h 14"/>
                  <a:gd name="T10" fmla="*/ 7 w 7"/>
                  <a:gd name="T11" fmla="*/ 14 h 14"/>
                  <a:gd name="T12" fmla="*/ 7 w 7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4">
                    <a:moveTo>
                      <a:pt x="7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2" y="14"/>
                    </a:lnTo>
                    <a:lnTo>
                      <a:pt x="7" y="14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2F32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3" name="Freeform 10583"/>
              <p:cNvSpPr>
                <a:spLocks/>
              </p:cNvSpPr>
              <p:nvPr/>
            </p:nvSpPr>
            <p:spPr bwMode="auto">
              <a:xfrm>
                <a:off x="3826" y="2134"/>
                <a:ext cx="7" cy="14"/>
              </a:xfrm>
              <a:custGeom>
                <a:avLst/>
                <a:gdLst>
                  <a:gd name="T0" fmla="*/ 7 w 7"/>
                  <a:gd name="T1" fmla="*/ 0 h 14"/>
                  <a:gd name="T2" fmla="*/ 2 w 7"/>
                  <a:gd name="T3" fmla="*/ 0 h 14"/>
                  <a:gd name="T4" fmla="*/ 0 w 7"/>
                  <a:gd name="T5" fmla="*/ 0 h 14"/>
                  <a:gd name="T6" fmla="*/ 0 w 7"/>
                  <a:gd name="T7" fmla="*/ 14 h 14"/>
                  <a:gd name="T8" fmla="*/ 2 w 7"/>
                  <a:gd name="T9" fmla="*/ 14 h 14"/>
                  <a:gd name="T10" fmla="*/ 7 w 7"/>
                  <a:gd name="T11" fmla="*/ 14 h 14"/>
                  <a:gd name="T12" fmla="*/ 7 w 7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4">
                    <a:moveTo>
                      <a:pt x="7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2" y="14"/>
                    </a:lnTo>
                    <a:lnTo>
                      <a:pt x="7" y="14"/>
                    </a:lnTo>
                    <a:lnTo>
                      <a:pt x="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4" name="Freeform 10584"/>
              <p:cNvSpPr>
                <a:spLocks/>
              </p:cNvSpPr>
              <p:nvPr/>
            </p:nvSpPr>
            <p:spPr bwMode="auto">
              <a:xfrm>
                <a:off x="3665" y="2134"/>
                <a:ext cx="42" cy="14"/>
              </a:xfrm>
              <a:custGeom>
                <a:avLst/>
                <a:gdLst>
                  <a:gd name="T0" fmla="*/ 42 w 42"/>
                  <a:gd name="T1" fmla="*/ 0 h 14"/>
                  <a:gd name="T2" fmla="*/ 40 w 42"/>
                  <a:gd name="T3" fmla="*/ 0 h 14"/>
                  <a:gd name="T4" fmla="*/ 21 w 42"/>
                  <a:gd name="T5" fmla="*/ 0 h 14"/>
                  <a:gd name="T6" fmla="*/ 11 w 42"/>
                  <a:gd name="T7" fmla="*/ 0 h 14"/>
                  <a:gd name="T8" fmla="*/ 0 w 42"/>
                  <a:gd name="T9" fmla="*/ 0 h 14"/>
                  <a:gd name="T10" fmla="*/ 0 w 42"/>
                  <a:gd name="T11" fmla="*/ 14 h 14"/>
                  <a:gd name="T12" fmla="*/ 0 w 42"/>
                  <a:gd name="T13" fmla="*/ 14 h 14"/>
                  <a:gd name="T14" fmla="*/ 11 w 42"/>
                  <a:gd name="T15" fmla="*/ 14 h 14"/>
                  <a:gd name="T16" fmla="*/ 40 w 42"/>
                  <a:gd name="T17" fmla="*/ 14 h 14"/>
                  <a:gd name="T18" fmla="*/ 42 w 42"/>
                  <a:gd name="T19" fmla="*/ 14 h 14"/>
                  <a:gd name="T20" fmla="*/ 42 w 42"/>
                  <a:gd name="T2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" h="14">
                    <a:moveTo>
                      <a:pt x="42" y="0"/>
                    </a:moveTo>
                    <a:lnTo>
                      <a:pt x="40" y="0"/>
                    </a:lnTo>
                    <a:lnTo>
                      <a:pt x="21" y="0"/>
                    </a:lnTo>
                    <a:lnTo>
                      <a:pt x="11" y="0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11" y="14"/>
                    </a:lnTo>
                    <a:lnTo>
                      <a:pt x="40" y="14"/>
                    </a:lnTo>
                    <a:lnTo>
                      <a:pt x="42" y="14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2F32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5" name="Freeform 10585"/>
              <p:cNvSpPr>
                <a:spLocks/>
              </p:cNvSpPr>
              <p:nvPr/>
            </p:nvSpPr>
            <p:spPr bwMode="auto">
              <a:xfrm>
                <a:off x="3665" y="2134"/>
                <a:ext cx="42" cy="14"/>
              </a:xfrm>
              <a:custGeom>
                <a:avLst/>
                <a:gdLst>
                  <a:gd name="T0" fmla="*/ 42 w 42"/>
                  <a:gd name="T1" fmla="*/ 0 h 14"/>
                  <a:gd name="T2" fmla="*/ 40 w 42"/>
                  <a:gd name="T3" fmla="*/ 0 h 14"/>
                  <a:gd name="T4" fmla="*/ 21 w 42"/>
                  <a:gd name="T5" fmla="*/ 0 h 14"/>
                  <a:gd name="T6" fmla="*/ 11 w 42"/>
                  <a:gd name="T7" fmla="*/ 0 h 14"/>
                  <a:gd name="T8" fmla="*/ 0 w 42"/>
                  <a:gd name="T9" fmla="*/ 0 h 14"/>
                  <a:gd name="T10" fmla="*/ 0 w 42"/>
                  <a:gd name="T11" fmla="*/ 14 h 14"/>
                  <a:gd name="T12" fmla="*/ 0 w 42"/>
                  <a:gd name="T13" fmla="*/ 14 h 14"/>
                  <a:gd name="T14" fmla="*/ 11 w 42"/>
                  <a:gd name="T15" fmla="*/ 14 h 14"/>
                  <a:gd name="T16" fmla="*/ 40 w 42"/>
                  <a:gd name="T17" fmla="*/ 14 h 14"/>
                  <a:gd name="T18" fmla="*/ 42 w 42"/>
                  <a:gd name="T19" fmla="*/ 14 h 14"/>
                  <a:gd name="T20" fmla="*/ 42 w 42"/>
                  <a:gd name="T2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" h="14">
                    <a:moveTo>
                      <a:pt x="42" y="0"/>
                    </a:moveTo>
                    <a:lnTo>
                      <a:pt x="40" y="0"/>
                    </a:lnTo>
                    <a:lnTo>
                      <a:pt x="21" y="0"/>
                    </a:lnTo>
                    <a:lnTo>
                      <a:pt x="11" y="0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11" y="14"/>
                    </a:lnTo>
                    <a:lnTo>
                      <a:pt x="40" y="14"/>
                    </a:lnTo>
                    <a:lnTo>
                      <a:pt x="42" y="14"/>
                    </a:lnTo>
                    <a:lnTo>
                      <a:pt x="4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6" name="Freeform 10586"/>
              <p:cNvSpPr>
                <a:spLocks/>
              </p:cNvSpPr>
              <p:nvPr/>
            </p:nvSpPr>
            <p:spPr bwMode="auto">
              <a:xfrm>
                <a:off x="3212" y="1807"/>
                <a:ext cx="130" cy="12"/>
              </a:xfrm>
              <a:custGeom>
                <a:avLst/>
                <a:gdLst>
                  <a:gd name="T0" fmla="*/ 28 w 55"/>
                  <a:gd name="T1" fmla="*/ 0 h 5"/>
                  <a:gd name="T2" fmla="*/ 2 w 55"/>
                  <a:gd name="T3" fmla="*/ 5 h 5"/>
                  <a:gd name="T4" fmla="*/ 0 w 55"/>
                  <a:gd name="T5" fmla="*/ 5 h 5"/>
                  <a:gd name="T6" fmla="*/ 2 w 55"/>
                  <a:gd name="T7" fmla="*/ 5 h 5"/>
                  <a:gd name="T8" fmla="*/ 28 w 55"/>
                  <a:gd name="T9" fmla="*/ 0 h 5"/>
                  <a:gd name="T10" fmla="*/ 28 w 55"/>
                  <a:gd name="T11" fmla="*/ 0 h 5"/>
                  <a:gd name="T12" fmla="*/ 54 w 55"/>
                  <a:gd name="T13" fmla="*/ 5 h 5"/>
                  <a:gd name="T14" fmla="*/ 55 w 55"/>
                  <a:gd name="T15" fmla="*/ 5 h 5"/>
                  <a:gd name="T16" fmla="*/ 55 w 55"/>
                  <a:gd name="T17" fmla="*/ 5 h 5"/>
                  <a:gd name="T18" fmla="*/ 54 w 55"/>
                  <a:gd name="T19" fmla="*/ 5 h 5"/>
                  <a:gd name="T20" fmla="*/ 28 w 55"/>
                  <a:gd name="T21" fmla="*/ 0 h 5"/>
                  <a:gd name="T22" fmla="*/ 28 w 55"/>
                  <a:gd name="T2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5" h="5">
                    <a:moveTo>
                      <a:pt x="28" y="0"/>
                    </a:moveTo>
                    <a:cubicBezTo>
                      <a:pt x="19" y="0"/>
                      <a:pt x="10" y="1"/>
                      <a:pt x="2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0" y="1"/>
                      <a:pt x="19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37" y="0"/>
                      <a:pt x="45" y="1"/>
                      <a:pt x="54" y="5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45" y="1"/>
                      <a:pt x="37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</a:path>
                </a:pathLst>
              </a:custGeom>
              <a:solidFill>
                <a:srgbClr val="D954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7" name="Freeform 10587"/>
              <p:cNvSpPr>
                <a:spLocks/>
              </p:cNvSpPr>
              <p:nvPr/>
            </p:nvSpPr>
            <p:spPr bwMode="auto">
              <a:xfrm>
                <a:off x="3207" y="1826"/>
                <a:ext cx="135" cy="156"/>
              </a:xfrm>
              <a:custGeom>
                <a:avLst/>
                <a:gdLst>
                  <a:gd name="T0" fmla="*/ 2 w 57"/>
                  <a:gd name="T1" fmla="*/ 0 h 66"/>
                  <a:gd name="T2" fmla="*/ 0 w 57"/>
                  <a:gd name="T3" fmla="*/ 0 h 66"/>
                  <a:gd name="T4" fmla="*/ 0 w 57"/>
                  <a:gd name="T5" fmla="*/ 66 h 66"/>
                  <a:gd name="T6" fmla="*/ 57 w 57"/>
                  <a:gd name="T7" fmla="*/ 66 h 66"/>
                  <a:gd name="T8" fmla="*/ 57 w 57"/>
                  <a:gd name="T9" fmla="*/ 62 h 66"/>
                  <a:gd name="T10" fmla="*/ 55 w 57"/>
                  <a:gd name="T11" fmla="*/ 61 h 66"/>
                  <a:gd name="T12" fmla="*/ 30 w 57"/>
                  <a:gd name="T13" fmla="*/ 56 h 66"/>
                  <a:gd name="T14" fmla="*/ 29 w 57"/>
                  <a:gd name="T15" fmla="*/ 56 h 66"/>
                  <a:gd name="T16" fmla="*/ 5 w 57"/>
                  <a:gd name="T17" fmla="*/ 61 h 66"/>
                  <a:gd name="T18" fmla="*/ 2 w 57"/>
                  <a:gd name="T19" fmla="*/ 62 h 66"/>
                  <a:gd name="T20" fmla="*/ 2 w 57"/>
                  <a:gd name="T21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7" h="66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57" y="66"/>
                      <a:pt x="57" y="66"/>
                      <a:pt x="57" y="66"/>
                    </a:cubicBezTo>
                    <a:cubicBezTo>
                      <a:pt x="57" y="62"/>
                      <a:pt x="57" y="62"/>
                      <a:pt x="57" y="62"/>
                    </a:cubicBezTo>
                    <a:cubicBezTo>
                      <a:pt x="55" y="61"/>
                      <a:pt x="55" y="61"/>
                      <a:pt x="55" y="61"/>
                    </a:cubicBezTo>
                    <a:cubicBezTo>
                      <a:pt x="46" y="58"/>
                      <a:pt x="38" y="56"/>
                      <a:pt x="30" y="56"/>
                    </a:cubicBezTo>
                    <a:cubicBezTo>
                      <a:pt x="30" y="56"/>
                      <a:pt x="30" y="56"/>
                      <a:pt x="29" y="56"/>
                    </a:cubicBezTo>
                    <a:cubicBezTo>
                      <a:pt x="21" y="56"/>
                      <a:pt x="13" y="57"/>
                      <a:pt x="5" y="61"/>
                    </a:cubicBezTo>
                    <a:cubicBezTo>
                      <a:pt x="2" y="62"/>
                      <a:pt x="2" y="62"/>
                      <a:pt x="2" y="62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2D3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8" name="Freeform 10588"/>
              <p:cNvSpPr>
                <a:spLocks noEditPoints="1"/>
              </p:cNvSpPr>
              <p:nvPr/>
            </p:nvSpPr>
            <p:spPr bwMode="auto">
              <a:xfrm>
                <a:off x="3212" y="1807"/>
                <a:ext cx="130" cy="166"/>
              </a:xfrm>
              <a:custGeom>
                <a:avLst/>
                <a:gdLst>
                  <a:gd name="T0" fmla="*/ 2 w 55"/>
                  <a:gd name="T1" fmla="*/ 68 h 70"/>
                  <a:gd name="T2" fmla="*/ 2 w 55"/>
                  <a:gd name="T3" fmla="*/ 7 h 70"/>
                  <a:gd name="T4" fmla="*/ 28 w 55"/>
                  <a:gd name="T5" fmla="*/ 3 h 70"/>
                  <a:gd name="T6" fmla="*/ 54 w 55"/>
                  <a:gd name="T7" fmla="*/ 8 h 70"/>
                  <a:gd name="T8" fmla="*/ 53 w 55"/>
                  <a:gd name="T9" fmla="*/ 68 h 70"/>
                  <a:gd name="T10" fmla="*/ 27 w 55"/>
                  <a:gd name="T11" fmla="*/ 63 h 70"/>
                  <a:gd name="T12" fmla="*/ 2 w 55"/>
                  <a:gd name="T13" fmla="*/ 68 h 70"/>
                  <a:gd name="T14" fmla="*/ 28 w 55"/>
                  <a:gd name="T15" fmla="*/ 0 h 70"/>
                  <a:gd name="T16" fmla="*/ 2 w 55"/>
                  <a:gd name="T17" fmla="*/ 5 h 70"/>
                  <a:gd name="T18" fmla="*/ 0 w 55"/>
                  <a:gd name="T19" fmla="*/ 5 h 70"/>
                  <a:gd name="T20" fmla="*/ 0 w 55"/>
                  <a:gd name="T21" fmla="*/ 8 h 70"/>
                  <a:gd name="T22" fmla="*/ 0 w 55"/>
                  <a:gd name="T23" fmla="*/ 8 h 70"/>
                  <a:gd name="T24" fmla="*/ 0 w 55"/>
                  <a:gd name="T25" fmla="*/ 70 h 70"/>
                  <a:gd name="T26" fmla="*/ 3 w 55"/>
                  <a:gd name="T27" fmla="*/ 69 h 70"/>
                  <a:gd name="T28" fmla="*/ 27 w 55"/>
                  <a:gd name="T29" fmla="*/ 64 h 70"/>
                  <a:gd name="T30" fmla="*/ 28 w 55"/>
                  <a:gd name="T31" fmla="*/ 64 h 70"/>
                  <a:gd name="T32" fmla="*/ 53 w 55"/>
                  <a:gd name="T33" fmla="*/ 69 h 70"/>
                  <a:gd name="T34" fmla="*/ 55 w 55"/>
                  <a:gd name="T35" fmla="*/ 70 h 70"/>
                  <a:gd name="T36" fmla="*/ 55 w 55"/>
                  <a:gd name="T37" fmla="*/ 5 h 70"/>
                  <a:gd name="T38" fmla="*/ 54 w 55"/>
                  <a:gd name="T39" fmla="*/ 5 h 70"/>
                  <a:gd name="T40" fmla="*/ 28 w 55"/>
                  <a:gd name="T41" fmla="*/ 0 h 70"/>
                  <a:gd name="T42" fmla="*/ 28 w 55"/>
                  <a:gd name="T43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5" h="70">
                    <a:moveTo>
                      <a:pt x="2" y="68"/>
                    </a:moveTo>
                    <a:cubicBezTo>
                      <a:pt x="2" y="50"/>
                      <a:pt x="2" y="25"/>
                      <a:pt x="2" y="7"/>
                    </a:cubicBezTo>
                    <a:cubicBezTo>
                      <a:pt x="11" y="4"/>
                      <a:pt x="19" y="3"/>
                      <a:pt x="28" y="3"/>
                    </a:cubicBezTo>
                    <a:cubicBezTo>
                      <a:pt x="36" y="3"/>
                      <a:pt x="45" y="4"/>
                      <a:pt x="54" y="8"/>
                    </a:cubicBezTo>
                    <a:cubicBezTo>
                      <a:pt x="53" y="26"/>
                      <a:pt x="53" y="50"/>
                      <a:pt x="53" y="68"/>
                    </a:cubicBezTo>
                    <a:cubicBezTo>
                      <a:pt x="45" y="65"/>
                      <a:pt x="36" y="63"/>
                      <a:pt x="27" y="63"/>
                    </a:cubicBezTo>
                    <a:cubicBezTo>
                      <a:pt x="19" y="63"/>
                      <a:pt x="11" y="65"/>
                      <a:pt x="2" y="68"/>
                    </a:cubicBezTo>
                    <a:moveTo>
                      <a:pt x="28" y="0"/>
                    </a:moveTo>
                    <a:cubicBezTo>
                      <a:pt x="19" y="0"/>
                      <a:pt x="10" y="1"/>
                      <a:pt x="2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3" y="69"/>
                      <a:pt x="3" y="69"/>
                      <a:pt x="3" y="69"/>
                    </a:cubicBezTo>
                    <a:cubicBezTo>
                      <a:pt x="11" y="65"/>
                      <a:pt x="19" y="64"/>
                      <a:pt x="27" y="64"/>
                    </a:cubicBezTo>
                    <a:cubicBezTo>
                      <a:pt x="28" y="64"/>
                      <a:pt x="28" y="64"/>
                      <a:pt x="28" y="64"/>
                    </a:cubicBezTo>
                    <a:cubicBezTo>
                      <a:pt x="36" y="64"/>
                      <a:pt x="44" y="66"/>
                      <a:pt x="53" y="69"/>
                    </a:cubicBezTo>
                    <a:cubicBezTo>
                      <a:pt x="55" y="70"/>
                      <a:pt x="55" y="70"/>
                      <a:pt x="55" y="70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45" y="1"/>
                      <a:pt x="37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</a:path>
                </a:pathLst>
              </a:custGeom>
              <a:solidFill>
                <a:srgbClr val="2D3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9" name="Freeform 10589"/>
              <p:cNvSpPr>
                <a:spLocks noEditPoints="1"/>
              </p:cNvSpPr>
              <p:nvPr/>
            </p:nvSpPr>
            <p:spPr bwMode="auto">
              <a:xfrm>
                <a:off x="3216" y="1814"/>
                <a:ext cx="124" cy="154"/>
              </a:xfrm>
              <a:custGeom>
                <a:avLst/>
                <a:gdLst>
                  <a:gd name="T0" fmla="*/ 5 w 52"/>
                  <a:gd name="T1" fmla="*/ 52 h 65"/>
                  <a:gd name="T2" fmla="*/ 47 w 52"/>
                  <a:gd name="T3" fmla="*/ 52 h 65"/>
                  <a:gd name="T4" fmla="*/ 47 w 52"/>
                  <a:gd name="T5" fmla="*/ 54 h 65"/>
                  <a:gd name="T6" fmla="*/ 47 w 52"/>
                  <a:gd name="T7" fmla="*/ 55 h 65"/>
                  <a:gd name="T8" fmla="*/ 5 w 52"/>
                  <a:gd name="T9" fmla="*/ 55 h 65"/>
                  <a:gd name="T10" fmla="*/ 5 w 52"/>
                  <a:gd name="T11" fmla="*/ 53 h 65"/>
                  <a:gd name="T12" fmla="*/ 5 w 52"/>
                  <a:gd name="T13" fmla="*/ 43 h 65"/>
                  <a:gd name="T14" fmla="*/ 26 w 52"/>
                  <a:gd name="T15" fmla="*/ 37 h 65"/>
                  <a:gd name="T16" fmla="*/ 47 w 52"/>
                  <a:gd name="T17" fmla="*/ 43 h 65"/>
                  <a:gd name="T18" fmla="*/ 47 w 52"/>
                  <a:gd name="T19" fmla="*/ 43 h 65"/>
                  <a:gd name="T20" fmla="*/ 26 w 52"/>
                  <a:gd name="T21" fmla="*/ 41 h 65"/>
                  <a:gd name="T22" fmla="*/ 5 w 52"/>
                  <a:gd name="T23" fmla="*/ 43 h 65"/>
                  <a:gd name="T24" fmla="*/ 5 w 52"/>
                  <a:gd name="T25" fmla="*/ 43 h 65"/>
                  <a:gd name="T26" fmla="*/ 5 w 52"/>
                  <a:gd name="T27" fmla="*/ 31 h 65"/>
                  <a:gd name="T28" fmla="*/ 47 w 52"/>
                  <a:gd name="T29" fmla="*/ 31 h 65"/>
                  <a:gd name="T30" fmla="*/ 47 w 52"/>
                  <a:gd name="T31" fmla="*/ 33 h 65"/>
                  <a:gd name="T32" fmla="*/ 47 w 52"/>
                  <a:gd name="T33" fmla="*/ 35 h 65"/>
                  <a:gd name="T34" fmla="*/ 5 w 52"/>
                  <a:gd name="T35" fmla="*/ 34 h 65"/>
                  <a:gd name="T36" fmla="*/ 5 w 52"/>
                  <a:gd name="T37" fmla="*/ 33 h 65"/>
                  <a:gd name="T38" fmla="*/ 5 w 52"/>
                  <a:gd name="T39" fmla="*/ 23 h 65"/>
                  <a:gd name="T40" fmla="*/ 26 w 52"/>
                  <a:gd name="T41" fmla="*/ 17 h 65"/>
                  <a:gd name="T42" fmla="*/ 47 w 52"/>
                  <a:gd name="T43" fmla="*/ 23 h 65"/>
                  <a:gd name="T44" fmla="*/ 47 w 52"/>
                  <a:gd name="T45" fmla="*/ 23 h 65"/>
                  <a:gd name="T46" fmla="*/ 26 w 52"/>
                  <a:gd name="T47" fmla="*/ 20 h 65"/>
                  <a:gd name="T48" fmla="*/ 5 w 52"/>
                  <a:gd name="T49" fmla="*/ 23 h 65"/>
                  <a:gd name="T50" fmla="*/ 5 w 52"/>
                  <a:gd name="T51" fmla="*/ 23 h 65"/>
                  <a:gd name="T52" fmla="*/ 5 w 52"/>
                  <a:gd name="T53" fmla="*/ 11 h 65"/>
                  <a:gd name="T54" fmla="*/ 47 w 52"/>
                  <a:gd name="T55" fmla="*/ 11 h 65"/>
                  <a:gd name="T56" fmla="*/ 47 w 52"/>
                  <a:gd name="T57" fmla="*/ 13 h 65"/>
                  <a:gd name="T58" fmla="*/ 47 w 52"/>
                  <a:gd name="T59" fmla="*/ 14 h 65"/>
                  <a:gd name="T60" fmla="*/ 5 w 52"/>
                  <a:gd name="T61" fmla="*/ 14 h 65"/>
                  <a:gd name="T62" fmla="*/ 5 w 52"/>
                  <a:gd name="T63" fmla="*/ 13 h 65"/>
                  <a:gd name="T64" fmla="*/ 26 w 52"/>
                  <a:gd name="T65" fmla="*/ 0 h 65"/>
                  <a:gd name="T66" fmla="*/ 0 w 52"/>
                  <a:gd name="T67" fmla="*/ 65 h 65"/>
                  <a:gd name="T68" fmla="*/ 51 w 52"/>
                  <a:gd name="T69" fmla="*/ 65 h 65"/>
                  <a:gd name="T70" fmla="*/ 26 w 52"/>
                  <a:gd name="T71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2" h="65">
                    <a:moveTo>
                      <a:pt x="5" y="53"/>
                    </a:moveTo>
                    <a:cubicBezTo>
                      <a:pt x="5" y="53"/>
                      <a:pt x="5" y="53"/>
                      <a:pt x="5" y="52"/>
                    </a:cubicBezTo>
                    <a:cubicBezTo>
                      <a:pt x="13" y="49"/>
                      <a:pt x="20" y="48"/>
                      <a:pt x="26" y="48"/>
                    </a:cubicBezTo>
                    <a:cubicBezTo>
                      <a:pt x="32" y="48"/>
                      <a:pt x="38" y="49"/>
                      <a:pt x="47" y="52"/>
                    </a:cubicBezTo>
                    <a:cubicBezTo>
                      <a:pt x="47" y="53"/>
                      <a:pt x="47" y="54"/>
                      <a:pt x="47" y="54"/>
                    </a:cubicBezTo>
                    <a:cubicBezTo>
                      <a:pt x="47" y="54"/>
                      <a:pt x="47" y="54"/>
                      <a:pt x="47" y="54"/>
                    </a:cubicBezTo>
                    <a:cubicBezTo>
                      <a:pt x="47" y="54"/>
                      <a:pt x="47" y="53"/>
                      <a:pt x="47" y="53"/>
                    </a:cubicBezTo>
                    <a:cubicBezTo>
                      <a:pt x="47" y="53"/>
                      <a:pt x="47" y="54"/>
                      <a:pt x="47" y="55"/>
                    </a:cubicBezTo>
                    <a:cubicBezTo>
                      <a:pt x="38" y="52"/>
                      <a:pt x="32" y="51"/>
                      <a:pt x="26" y="51"/>
                    </a:cubicBezTo>
                    <a:cubicBezTo>
                      <a:pt x="20" y="51"/>
                      <a:pt x="13" y="52"/>
                      <a:pt x="5" y="55"/>
                    </a:cubicBezTo>
                    <a:cubicBezTo>
                      <a:pt x="5" y="53"/>
                      <a:pt x="5" y="53"/>
                      <a:pt x="5" y="53"/>
                    </a:cubicBezTo>
                    <a:cubicBezTo>
                      <a:pt x="5" y="53"/>
                      <a:pt x="5" y="53"/>
                      <a:pt x="5" y="53"/>
                    </a:cubicBezTo>
                    <a:cubicBezTo>
                      <a:pt x="5" y="53"/>
                      <a:pt x="5" y="53"/>
                      <a:pt x="5" y="53"/>
                    </a:cubicBezTo>
                    <a:moveTo>
                      <a:pt x="5" y="43"/>
                    </a:moveTo>
                    <a:cubicBezTo>
                      <a:pt x="5" y="43"/>
                      <a:pt x="5" y="43"/>
                      <a:pt x="5" y="41"/>
                    </a:cubicBezTo>
                    <a:cubicBezTo>
                      <a:pt x="13" y="39"/>
                      <a:pt x="20" y="37"/>
                      <a:pt x="26" y="37"/>
                    </a:cubicBezTo>
                    <a:cubicBezTo>
                      <a:pt x="32" y="37"/>
                      <a:pt x="38" y="39"/>
                      <a:pt x="47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4"/>
                      <a:pt x="47" y="45"/>
                    </a:cubicBezTo>
                    <a:cubicBezTo>
                      <a:pt x="38" y="42"/>
                      <a:pt x="32" y="41"/>
                      <a:pt x="26" y="41"/>
                    </a:cubicBezTo>
                    <a:cubicBezTo>
                      <a:pt x="20" y="41"/>
                      <a:pt x="13" y="42"/>
                      <a:pt x="5" y="45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5" y="43"/>
                      <a:pt x="5" y="43"/>
                      <a:pt x="5" y="43"/>
                    </a:cubicBezTo>
                    <a:moveTo>
                      <a:pt x="5" y="33"/>
                    </a:moveTo>
                    <a:cubicBezTo>
                      <a:pt x="5" y="33"/>
                      <a:pt x="5" y="33"/>
                      <a:pt x="5" y="31"/>
                    </a:cubicBezTo>
                    <a:cubicBezTo>
                      <a:pt x="13" y="29"/>
                      <a:pt x="20" y="27"/>
                      <a:pt x="26" y="27"/>
                    </a:cubicBezTo>
                    <a:cubicBezTo>
                      <a:pt x="32" y="27"/>
                      <a:pt x="38" y="29"/>
                      <a:pt x="47" y="31"/>
                    </a:cubicBezTo>
                    <a:cubicBezTo>
                      <a:pt x="47" y="33"/>
                      <a:pt x="47" y="33"/>
                      <a:pt x="47" y="33"/>
                    </a:cubicBezTo>
                    <a:cubicBezTo>
                      <a:pt x="47" y="33"/>
                      <a:pt x="47" y="33"/>
                      <a:pt x="47" y="33"/>
                    </a:cubicBezTo>
                    <a:cubicBezTo>
                      <a:pt x="47" y="33"/>
                      <a:pt x="47" y="33"/>
                      <a:pt x="47" y="33"/>
                    </a:cubicBezTo>
                    <a:cubicBezTo>
                      <a:pt x="47" y="33"/>
                      <a:pt x="47" y="33"/>
                      <a:pt x="47" y="35"/>
                    </a:cubicBezTo>
                    <a:cubicBezTo>
                      <a:pt x="38" y="32"/>
                      <a:pt x="32" y="30"/>
                      <a:pt x="26" y="30"/>
                    </a:cubicBezTo>
                    <a:cubicBezTo>
                      <a:pt x="20" y="30"/>
                      <a:pt x="13" y="32"/>
                      <a:pt x="5" y="34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5" y="33"/>
                      <a:pt x="5" y="33"/>
                      <a:pt x="5" y="33"/>
                    </a:cubicBezTo>
                    <a:moveTo>
                      <a:pt x="5" y="23"/>
                    </a:moveTo>
                    <a:cubicBezTo>
                      <a:pt x="5" y="23"/>
                      <a:pt x="5" y="23"/>
                      <a:pt x="5" y="21"/>
                    </a:cubicBezTo>
                    <a:cubicBezTo>
                      <a:pt x="13" y="19"/>
                      <a:pt x="20" y="17"/>
                      <a:pt x="26" y="17"/>
                    </a:cubicBezTo>
                    <a:cubicBezTo>
                      <a:pt x="32" y="17"/>
                      <a:pt x="38" y="19"/>
                      <a:pt x="47" y="21"/>
                    </a:cubicBezTo>
                    <a:cubicBezTo>
                      <a:pt x="47" y="23"/>
                      <a:pt x="47" y="23"/>
                      <a:pt x="47" y="23"/>
                    </a:cubicBezTo>
                    <a:cubicBezTo>
                      <a:pt x="47" y="23"/>
                      <a:pt x="47" y="23"/>
                      <a:pt x="47" y="23"/>
                    </a:cubicBezTo>
                    <a:cubicBezTo>
                      <a:pt x="47" y="23"/>
                      <a:pt x="47" y="23"/>
                      <a:pt x="47" y="23"/>
                    </a:cubicBezTo>
                    <a:cubicBezTo>
                      <a:pt x="47" y="23"/>
                      <a:pt x="47" y="23"/>
                      <a:pt x="47" y="24"/>
                    </a:cubicBezTo>
                    <a:cubicBezTo>
                      <a:pt x="38" y="22"/>
                      <a:pt x="32" y="20"/>
                      <a:pt x="26" y="20"/>
                    </a:cubicBezTo>
                    <a:cubicBezTo>
                      <a:pt x="20" y="20"/>
                      <a:pt x="13" y="22"/>
                      <a:pt x="5" y="24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5" y="23"/>
                      <a:pt x="5" y="23"/>
                      <a:pt x="5" y="23"/>
                    </a:cubicBezTo>
                    <a:moveTo>
                      <a:pt x="5" y="13"/>
                    </a:moveTo>
                    <a:cubicBezTo>
                      <a:pt x="5" y="13"/>
                      <a:pt x="5" y="12"/>
                      <a:pt x="5" y="11"/>
                    </a:cubicBezTo>
                    <a:cubicBezTo>
                      <a:pt x="13" y="8"/>
                      <a:pt x="20" y="7"/>
                      <a:pt x="26" y="7"/>
                    </a:cubicBezTo>
                    <a:cubicBezTo>
                      <a:pt x="32" y="7"/>
                      <a:pt x="38" y="8"/>
                      <a:pt x="47" y="11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4"/>
                    </a:cubicBezTo>
                    <a:cubicBezTo>
                      <a:pt x="38" y="12"/>
                      <a:pt x="32" y="10"/>
                      <a:pt x="26" y="10"/>
                    </a:cubicBezTo>
                    <a:cubicBezTo>
                      <a:pt x="20" y="10"/>
                      <a:pt x="13" y="11"/>
                      <a:pt x="5" y="14"/>
                    </a:cubicBezTo>
                    <a:cubicBezTo>
                      <a:pt x="5" y="13"/>
                      <a:pt x="5" y="12"/>
                      <a:pt x="5" y="12"/>
                    </a:cubicBezTo>
                    <a:cubicBezTo>
                      <a:pt x="5" y="12"/>
                      <a:pt x="5" y="13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moveTo>
                      <a:pt x="26" y="0"/>
                    </a:moveTo>
                    <a:cubicBezTo>
                      <a:pt x="17" y="0"/>
                      <a:pt x="9" y="1"/>
                      <a:pt x="0" y="4"/>
                    </a:cubicBezTo>
                    <a:cubicBezTo>
                      <a:pt x="0" y="22"/>
                      <a:pt x="0" y="47"/>
                      <a:pt x="0" y="65"/>
                    </a:cubicBezTo>
                    <a:cubicBezTo>
                      <a:pt x="9" y="62"/>
                      <a:pt x="17" y="60"/>
                      <a:pt x="25" y="60"/>
                    </a:cubicBezTo>
                    <a:cubicBezTo>
                      <a:pt x="34" y="60"/>
                      <a:pt x="43" y="62"/>
                      <a:pt x="51" y="65"/>
                    </a:cubicBezTo>
                    <a:cubicBezTo>
                      <a:pt x="51" y="47"/>
                      <a:pt x="51" y="23"/>
                      <a:pt x="52" y="5"/>
                    </a:cubicBezTo>
                    <a:cubicBezTo>
                      <a:pt x="43" y="1"/>
                      <a:pt x="34" y="0"/>
                      <a:pt x="26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0" name="Freeform 10590"/>
              <p:cNvSpPr>
                <a:spLocks/>
              </p:cNvSpPr>
              <p:nvPr/>
            </p:nvSpPr>
            <p:spPr bwMode="auto">
              <a:xfrm>
                <a:off x="3228" y="1830"/>
                <a:ext cx="100" cy="17"/>
              </a:xfrm>
              <a:custGeom>
                <a:avLst/>
                <a:gdLst>
                  <a:gd name="T0" fmla="*/ 21 w 42"/>
                  <a:gd name="T1" fmla="*/ 0 h 7"/>
                  <a:gd name="T2" fmla="*/ 0 w 42"/>
                  <a:gd name="T3" fmla="*/ 4 h 7"/>
                  <a:gd name="T4" fmla="*/ 0 w 42"/>
                  <a:gd name="T5" fmla="*/ 6 h 7"/>
                  <a:gd name="T6" fmla="*/ 0 w 42"/>
                  <a:gd name="T7" fmla="*/ 6 h 7"/>
                  <a:gd name="T8" fmla="*/ 0 w 42"/>
                  <a:gd name="T9" fmla="*/ 5 h 7"/>
                  <a:gd name="T10" fmla="*/ 0 w 42"/>
                  <a:gd name="T11" fmla="*/ 7 h 7"/>
                  <a:gd name="T12" fmla="*/ 21 w 42"/>
                  <a:gd name="T13" fmla="*/ 3 h 7"/>
                  <a:gd name="T14" fmla="*/ 42 w 42"/>
                  <a:gd name="T15" fmla="*/ 7 h 7"/>
                  <a:gd name="T16" fmla="*/ 42 w 42"/>
                  <a:gd name="T17" fmla="*/ 6 h 7"/>
                  <a:gd name="T18" fmla="*/ 42 w 42"/>
                  <a:gd name="T19" fmla="*/ 6 h 7"/>
                  <a:gd name="T20" fmla="*/ 42 w 42"/>
                  <a:gd name="T21" fmla="*/ 6 h 7"/>
                  <a:gd name="T22" fmla="*/ 42 w 42"/>
                  <a:gd name="T23" fmla="*/ 4 h 7"/>
                  <a:gd name="T24" fmla="*/ 21 w 42"/>
                  <a:gd name="T2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7">
                    <a:moveTo>
                      <a:pt x="21" y="0"/>
                    </a:moveTo>
                    <a:cubicBezTo>
                      <a:pt x="15" y="0"/>
                      <a:pt x="8" y="1"/>
                      <a:pt x="0" y="4"/>
                    </a:cubicBezTo>
                    <a:cubicBezTo>
                      <a:pt x="0" y="5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5"/>
                    </a:cubicBezTo>
                    <a:cubicBezTo>
                      <a:pt x="0" y="5"/>
                      <a:pt x="0" y="6"/>
                      <a:pt x="0" y="7"/>
                    </a:cubicBezTo>
                    <a:cubicBezTo>
                      <a:pt x="8" y="4"/>
                      <a:pt x="15" y="3"/>
                      <a:pt x="21" y="3"/>
                    </a:cubicBezTo>
                    <a:cubicBezTo>
                      <a:pt x="27" y="3"/>
                      <a:pt x="33" y="5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6"/>
                      <a:pt x="42" y="6"/>
                      <a:pt x="42" y="4"/>
                    </a:cubicBezTo>
                    <a:cubicBezTo>
                      <a:pt x="33" y="1"/>
                      <a:pt x="27" y="0"/>
                      <a:pt x="21" y="0"/>
                    </a:cubicBezTo>
                  </a:path>
                </a:pathLst>
              </a:custGeom>
              <a:solidFill>
                <a:srgbClr val="2D3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1" name="Freeform 10591"/>
              <p:cNvSpPr>
                <a:spLocks/>
              </p:cNvSpPr>
              <p:nvPr/>
            </p:nvSpPr>
            <p:spPr bwMode="auto">
              <a:xfrm>
                <a:off x="3228" y="1854"/>
                <a:ext cx="100" cy="17"/>
              </a:xfrm>
              <a:custGeom>
                <a:avLst/>
                <a:gdLst>
                  <a:gd name="T0" fmla="*/ 21 w 42"/>
                  <a:gd name="T1" fmla="*/ 0 h 7"/>
                  <a:gd name="T2" fmla="*/ 0 w 42"/>
                  <a:gd name="T3" fmla="*/ 4 h 7"/>
                  <a:gd name="T4" fmla="*/ 0 w 42"/>
                  <a:gd name="T5" fmla="*/ 6 h 7"/>
                  <a:gd name="T6" fmla="*/ 0 w 42"/>
                  <a:gd name="T7" fmla="*/ 6 h 7"/>
                  <a:gd name="T8" fmla="*/ 0 w 42"/>
                  <a:gd name="T9" fmla="*/ 6 h 7"/>
                  <a:gd name="T10" fmla="*/ 0 w 42"/>
                  <a:gd name="T11" fmla="*/ 7 h 7"/>
                  <a:gd name="T12" fmla="*/ 21 w 42"/>
                  <a:gd name="T13" fmla="*/ 3 h 7"/>
                  <a:gd name="T14" fmla="*/ 42 w 42"/>
                  <a:gd name="T15" fmla="*/ 7 h 7"/>
                  <a:gd name="T16" fmla="*/ 42 w 42"/>
                  <a:gd name="T17" fmla="*/ 6 h 7"/>
                  <a:gd name="T18" fmla="*/ 42 w 42"/>
                  <a:gd name="T19" fmla="*/ 6 h 7"/>
                  <a:gd name="T20" fmla="*/ 42 w 42"/>
                  <a:gd name="T21" fmla="*/ 6 h 7"/>
                  <a:gd name="T22" fmla="*/ 42 w 42"/>
                  <a:gd name="T23" fmla="*/ 4 h 7"/>
                  <a:gd name="T24" fmla="*/ 21 w 42"/>
                  <a:gd name="T2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7">
                    <a:moveTo>
                      <a:pt x="21" y="0"/>
                    </a:moveTo>
                    <a:cubicBezTo>
                      <a:pt x="15" y="0"/>
                      <a:pt x="8" y="2"/>
                      <a:pt x="0" y="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7"/>
                    </a:cubicBezTo>
                    <a:cubicBezTo>
                      <a:pt x="8" y="5"/>
                      <a:pt x="15" y="3"/>
                      <a:pt x="21" y="3"/>
                    </a:cubicBezTo>
                    <a:cubicBezTo>
                      <a:pt x="27" y="3"/>
                      <a:pt x="33" y="5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6"/>
                      <a:pt x="42" y="6"/>
                      <a:pt x="42" y="4"/>
                    </a:cubicBezTo>
                    <a:cubicBezTo>
                      <a:pt x="33" y="2"/>
                      <a:pt x="27" y="0"/>
                      <a:pt x="21" y="0"/>
                    </a:cubicBezTo>
                  </a:path>
                </a:pathLst>
              </a:custGeom>
              <a:solidFill>
                <a:srgbClr val="2D3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2" name="Freeform 10592"/>
              <p:cNvSpPr>
                <a:spLocks/>
              </p:cNvSpPr>
              <p:nvPr/>
            </p:nvSpPr>
            <p:spPr bwMode="auto">
              <a:xfrm>
                <a:off x="3228" y="1878"/>
                <a:ext cx="100" cy="19"/>
              </a:xfrm>
              <a:custGeom>
                <a:avLst/>
                <a:gdLst>
                  <a:gd name="T0" fmla="*/ 21 w 42"/>
                  <a:gd name="T1" fmla="*/ 0 h 8"/>
                  <a:gd name="T2" fmla="*/ 0 w 42"/>
                  <a:gd name="T3" fmla="*/ 4 h 8"/>
                  <a:gd name="T4" fmla="*/ 0 w 42"/>
                  <a:gd name="T5" fmla="*/ 6 h 8"/>
                  <a:gd name="T6" fmla="*/ 0 w 42"/>
                  <a:gd name="T7" fmla="*/ 6 h 8"/>
                  <a:gd name="T8" fmla="*/ 0 w 42"/>
                  <a:gd name="T9" fmla="*/ 6 h 8"/>
                  <a:gd name="T10" fmla="*/ 0 w 42"/>
                  <a:gd name="T11" fmla="*/ 7 h 8"/>
                  <a:gd name="T12" fmla="*/ 21 w 42"/>
                  <a:gd name="T13" fmla="*/ 3 h 8"/>
                  <a:gd name="T14" fmla="*/ 42 w 42"/>
                  <a:gd name="T15" fmla="*/ 8 h 8"/>
                  <a:gd name="T16" fmla="*/ 42 w 42"/>
                  <a:gd name="T17" fmla="*/ 6 h 8"/>
                  <a:gd name="T18" fmla="*/ 42 w 42"/>
                  <a:gd name="T19" fmla="*/ 6 h 8"/>
                  <a:gd name="T20" fmla="*/ 42 w 42"/>
                  <a:gd name="T21" fmla="*/ 6 h 8"/>
                  <a:gd name="T22" fmla="*/ 42 w 42"/>
                  <a:gd name="T23" fmla="*/ 4 h 8"/>
                  <a:gd name="T24" fmla="*/ 21 w 42"/>
                  <a:gd name="T2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">
                    <a:moveTo>
                      <a:pt x="21" y="0"/>
                    </a:moveTo>
                    <a:cubicBezTo>
                      <a:pt x="15" y="0"/>
                      <a:pt x="8" y="2"/>
                      <a:pt x="0" y="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7"/>
                    </a:cubicBezTo>
                    <a:cubicBezTo>
                      <a:pt x="8" y="5"/>
                      <a:pt x="15" y="3"/>
                      <a:pt x="21" y="3"/>
                    </a:cubicBezTo>
                    <a:cubicBezTo>
                      <a:pt x="27" y="3"/>
                      <a:pt x="33" y="5"/>
                      <a:pt x="42" y="8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6"/>
                      <a:pt x="42" y="6"/>
                      <a:pt x="42" y="4"/>
                    </a:cubicBezTo>
                    <a:cubicBezTo>
                      <a:pt x="33" y="2"/>
                      <a:pt x="27" y="0"/>
                      <a:pt x="21" y="0"/>
                    </a:cubicBezTo>
                  </a:path>
                </a:pathLst>
              </a:custGeom>
              <a:solidFill>
                <a:srgbClr val="2D3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3" name="Freeform 10593"/>
              <p:cNvSpPr>
                <a:spLocks/>
              </p:cNvSpPr>
              <p:nvPr/>
            </p:nvSpPr>
            <p:spPr bwMode="auto">
              <a:xfrm>
                <a:off x="3228" y="1902"/>
                <a:ext cx="100" cy="19"/>
              </a:xfrm>
              <a:custGeom>
                <a:avLst/>
                <a:gdLst>
                  <a:gd name="T0" fmla="*/ 21 w 42"/>
                  <a:gd name="T1" fmla="*/ 0 h 8"/>
                  <a:gd name="T2" fmla="*/ 0 w 42"/>
                  <a:gd name="T3" fmla="*/ 4 h 8"/>
                  <a:gd name="T4" fmla="*/ 0 w 42"/>
                  <a:gd name="T5" fmla="*/ 6 h 8"/>
                  <a:gd name="T6" fmla="*/ 0 w 42"/>
                  <a:gd name="T7" fmla="*/ 6 h 8"/>
                  <a:gd name="T8" fmla="*/ 0 w 42"/>
                  <a:gd name="T9" fmla="*/ 6 h 8"/>
                  <a:gd name="T10" fmla="*/ 0 w 42"/>
                  <a:gd name="T11" fmla="*/ 8 h 8"/>
                  <a:gd name="T12" fmla="*/ 21 w 42"/>
                  <a:gd name="T13" fmla="*/ 4 h 8"/>
                  <a:gd name="T14" fmla="*/ 42 w 42"/>
                  <a:gd name="T15" fmla="*/ 8 h 8"/>
                  <a:gd name="T16" fmla="*/ 42 w 42"/>
                  <a:gd name="T17" fmla="*/ 6 h 8"/>
                  <a:gd name="T18" fmla="*/ 42 w 42"/>
                  <a:gd name="T19" fmla="*/ 6 h 8"/>
                  <a:gd name="T20" fmla="*/ 42 w 42"/>
                  <a:gd name="T21" fmla="*/ 6 h 8"/>
                  <a:gd name="T22" fmla="*/ 42 w 42"/>
                  <a:gd name="T23" fmla="*/ 5 h 8"/>
                  <a:gd name="T24" fmla="*/ 21 w 42"/>
                  <a:gd name="T2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">
                    <a:moveTo>
                      <a:pt x="21" y="0"/>
                    </a:moveTo>
                    <a:cubicBezTo>
                      <a:pt x="15" y="0"/>
                      <a:pt x="8" y="2"/>
                      <a:pt x="0" y="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8"/>
                    </a:cubicBezTo>
                    <a:cubicBezTo>
                      <a:pt x="8" y="5"/>
                      <a:pt x="15" y="4"/>
                      <a:pt x="21" y="4"/>
                    </a:cubicBezTo>
                    <a:cubicBezTo>
                      <a:pt x="27" y="4"/>
                      <a:pt x="33" y="5"/>
                      <a:pt x="42" y="8"/>
                    </a:cubicBezTo>
                    <a:cubicBezTo>
                      <a:pt x="42" y="7"/>
                      <a:pt x="42" y="6"/>
                      <a:pt x="42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6"/>
                      <a:pt x="42" y="6"/>
                      <a:pt x="42" y="5"/>
                    </a:cubicBezTo>
                    <a:cubicBezTo>
                      <a:pt x="33" y="2"/>
                      <a:pt x="27" y="0"/>
                      <a:pt x="21" y="0"/>
                    </a:cubicBezTo>
                  </a:path>
                </a:pathLst>
              </a:custGeom>
              <a:solidFill>
                <a:srgbClr val="2D3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4" name="Freeform 10594"/>
              <p:cNvSpPr>
                <a:spLocks/>
              </p:cNvSpPr>
              <p:nvPr/>
            </p:nvSpPr>
            <p:spPr bwMode="auto">
              <a:xfrm>
                <a:off x="3228" y="1928"/>
                <a:ext cx="100" cy="16"/>
              </a:xfrm>
              <a:custGeom>
                <a:avLst/>
                <a:gdLst>
                  <a:gd name="T0" fmla="*/ 21 w 42"/>
                  <a:gd name="T1" fmla="*/ 0 h 7"/>
                  <a:gd name="T2" fmla="*/ 0 w 42"/>
                  <a:gd name="T3" fmla="*/ 4 h 7"/>
                  <a:gd name="T4" fmla="*/ 0 w 42"/>
                  <a:gd name="T5" fmla="*/ 5 h 7"/>
                  <a:gd name="T6" fmla="*/ 0 w 42"/>
                  <a:gd name="T7" fmla="*/ 5 h 7"/>
                  <a:gd name="T8" fmla="*/ 0 w 42"/>
                  <a:gd name="T9" fmla="*/ 5 h 7"/>
                  <a:gd name="T10" fmla="*/ 0 w 42"/>
                  <a:gd name="T11" fmla="*/ 7 h 7"/>
                  <a:gd name="T12" fmla="*/ 21 w 42"/>
                  <a:gd name="T13" fmla="*/ 3 h 7"/>
                  <a:gd name="T14" fmla="*/ 42 w 42"/>
                  <a:gd name="T15" fmla="*/ 7 h 7"/>
                  <a:gd name="T16" fmla="*/ 42 w 42"/>
                  <a:gd name="T17" fmla="*/ 5 h 7"/>
                  <a:gd name="T18" fmla="*/ 42 w 42"/>
                  <a:gd name="T19" fmla="*/ 6 h 7"/>
                  <a:gd name="T20" fmla="*/ 42 w 42"/>
                  <a:gd name="T21" fmla="*/ 6 h 7"/>
                  <a:gd name="T22" fmla="*/ 42 w 42"/>
                  <a:gd name="T23" fmla="*/ 4 h 7"/>
                  <a:gd name="T24" fmla="*/ 21 w 42"/>
                  <a:gd name="T2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7">
                    <a:moveTo>
                      <a:pt x="21" y="0"/>
                    </a:moveTo>
                    <a:cubicBezTo>
                      <a:pt x="15" y="0"/>
                      <a:pt x="8" y="1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7"/>
                    </a:cubicBezTo>
                    <a:cubicBezTo>
                      <a:pt x="8" y="4"/>
                      <a:pt x="15" y="3"/>
                      <a:pt x="21" y="3"/>
                    </a:cubicBezTo>
                    <a:cubicBezTo>
                      <a:pt x="27" y="3"/>
                      <a:pt x="33" y="4"/>
                      <a:pt x="42" y="7"/>
                    </a:cubicBezTo>
                    <a:cubicBezTo>
                      <a:pt x="42" y="6"/>
                      <a:pt x="42" y="5"/>
                      <a:pt x="42" y="5"/>
                    </a:cubicBezTo>
                    <a:cubicBezTo>
                      <a:pt x="42" y="5"/>
                      <a:pt x="42" y="6"/>
                      <a:pt x="42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6"/>
                      <a:pt x="42" y="5"/>
                      <a:pt x="42" y="4"/>
                    </a:cubicBezTo>
                    <a:cubicBezTo>
                      <a:pt x="33" y="1"/>
                      <a:pt x="27" y="0"/>
                      <a:pt x="21" y="0"/>
                    </a:cubicBezTo>
                  </a:path>
                </a:pathLst>
              </a:custGeom>
              <a:solidFill>
                <a:srgbClr val="2D3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5" name="Freeform 10595"/>
              <p:cNvSpPr>
                <a:spLocks noEditPoints="1"/>
              </p:cNvSpPr>
              <p:nvPr/>
            </p:nvSpPr>
            <p:spPr bwMode="auto">
              <a:xfrm>
                <a:off x="4416" y="2032"/>
                <a:ext cx="166" cy="263"/>
              </a:xfrm>
              <a:custGeom>
                <a:avLst/>
                <a:gdLst>
                  <a:gd name="T0" fmla="*/ 54 w 70"/>
                  <a:gd name="T1" fmla="*/ 49 h 111"/>
                  <a:gd name="T2" fmla="*/ 53 w 70"/>
                  <a:gd name="T3" fmla="*/ 45 h 111"/>
                  <a:gd name="T4" fmla="*/ 53 w 70"/>
                  <a:gd name="T5" fmla="*/ 13 h 111"/>
                  <a:gd name="T6" fmla="*/ 57 w 70"/>
                  <a:gd name="T7" fmla="*/ 7 h 111"/>
                  <a:gd name="T8" fmla="*/ 51 w 70"/>
                  <a:gd name="T9" fmla="*/ 0 h 111"/>
                  <a:gd name="T10" fmla="*/ 19 w 70"/>
                  <a:gd name="T11" fmla="*/ 0 h 111"/>
                  <a:gd name="T12" fmla="*/ 12 w 70"/>
                  <a:gd name="T13" fmla="*/ 7 h 111"/>
                  <a:gd name="T14" fmla="*/ 17 w 70"/>
                  <a:gd name="T15" fmla="*/ 13 h 111"/>
                  <a:gd name="T16" fmla="*/ 17 w 70"/>
                  <a:gd name="T17" fmla="*/ 45 h 111"/>
                  <a:gd name="T18" fmla="*/ 16 w 70"/>
                  <a:gd name="T19" fmla="*/ 49 h 111"/>
                  <a:gd name="T20" fmla="*/ 0 w 70"/>
                  <a:gd name="T21" fmla="*/ 102 h 111"/>
                  <a:gd name="T22" fmla="*/ 18 w 70"/>
                  <a:gd name="T23" fmla="*/ 111 h 111"/>
                  <a:gd name="T24" fmla="*/ 25 w 70"/>
                  <a:gd name="T25" fmla="*/ 111 h 111"/>
                  <a:gd name="T26" fmla="*/ 25 w 70"/>
                  <a:gd name="T27" fmla="*/ 111 h 111"/>
                  <a:gd name="T28" fmla="*/ 35 w 70"/>
                  <a:gd name="T29" fmla="*/ 111 h 111"/>
                  <a:gd name="T30" fmla="*/ 44 w 70"/>
                  <a:gd name="T31" fmla="*/ 111 h 111"/>
                  <a:gd name="T32" fmla="*/ 45 w 70"/>
                  <a:gd name="T33" fmla="*/ 111 h 111"/>
                  <a:gd name="T34" fmla="*/ 52 w 70"/>
                  <a:gd name="T35" fmla="*/ 111 h 111"/>
                  <a:gd name="T36" fmla="*/ 70 w 70"/>
                  <a:gd name="T37" fmla="*/ 102 h 111"/>
                  <a:gd name="T38" fmla="*/ 54 w 70"/>
                  <a:gd name="T39" fmla="*/ 49 h 111"/>
                  <a:gd name="T40" fmla="*/ 52 w 70"/>
                  <a:gd name="T41" fmla="*/ 108 h 111"/>
                  <a:gd name="T42" fmla="*/ 45 w 70"/>
                  <a:gd name="T43" fmla="*/ 108 h 111"/>
                  <a:gd name="T44" fmla="*/ 44 w 70"/>
                  <a:gd name="T45" fmla="*/ 108 h 111"/>
                  <a:gd name="T46" fmla="*/ 35 w 70"/>
                  <a:gd name="T47" fmla="*/ 108 h 111"/>
                  <a:gd name="T48" fmla="*/ 25 w 70"/>
                  <a:gd name="T49" fmla="*/ 108 h 111"/>
                  <a:gd name="T50" fmla="*/ 25 w 70"/>
                  <a:gd name="T51" fmla="*/ 108 h 111"/>
                  <a:gd name="T52" fmla="*/ 18 w 70"/>
                  <a:gd name="T53" fmla="*/ 108 h 111"/>
                  <a:gd name="T54" fmla="*/ 3 w 70"/>
                  <a:gd name="T55" fmla="*/ 102 h 111"/>
                  <a:gd name="T56" fmla="*/ 20 w 70"/>
                  <a:gd name="T57" fmla="*/ 46 h 111"/>
                  <a:gd name="T58" fmla="*/ 20 w 70"/>
                  <a:gd name="T59" fmla="*/ 46 h 111"/>
                  <a:gd name="T60" fmla="*/ 20 w 70"/>
                  <a:gd name="T61" fmla="*/ 15 h 111"/>
                  <a:gd name="T62" fmla="*/ 50 w 70"/>
                  <a:gd name="T63" fmla="*/ 15 h 111"/>
                  <a:gd name="T64" fmla="*/ 50 w 70"/>
                  <a:gd name="T65" fmla="*/ 45 h 111"/>
                  <a:gd name="T66" fmla="*/ 50 w 70"/>
                  <a:gd name="T67" fmla="*/ 46 h 111"/>
                  <a:gd name="T68" fmla="*/ 50 w 70"/>
                  <a:gd name="T69" fmla="*/ 46 h 111"/>
                  <a:gd name="T70" fmla="*/ 67 w 70"/>
                  <a:gd name="T71" fmla="*/ 102 h 111"/>
                  <a:gd name="T72" fmla="*/ 52 w 70"/>
                  <a:gd name="T73" fmla="*/ 108 h 111"/>
                  <a:gd name="T74" fmla="*/ 19 w 70"/>
                  <a:gd name="T75" fmla="*/ 3 h 111"/>
                  <a:gd name="T76" fmla="*/ 51 w 70"/>
                  <a:gd name="T77" fmla="*/ 3 h 111"/>
                  <a:gd name="T78" fmla="*/ 54 w 70"/>
                  <a:gd name="T79" fmla="*/ 7 h 111"/>
                  <a:gd name="T80" fmla="*/ 51 w 70"/>
                  <a:gd name="T81" fmla="*/ 11 h 111"/>
                  <a:gd name="T82" fmla="*/ 19 w 70"/>
                  <a:gd name="T83" fmla="*/ 11 h 111"/>
                  <a:gd name="T84" fmla="*/ 16 w 70"/>
                  <a:gd name="T85" fmla="*/ 7 h 111"/>
                  <a:gd name="T86" fmla="*/ 19 w 70"/>
                  <a:gd name="T87" fmla="*/ 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0" h="111">
                    <a:moveTo>
                      <a:pt x="54" y="49"/>
                    </a:moveTo>
                    <a:cubicBezTo>
                      <a:pt x="53" y="47"/>
                      <a:pt x="53" y="45"/>
                      <a:pt x="53" y="45"/>
                    </a:cubicBezTo>
                    <a:cubicBezTo>
                      <a:pt x="53" y="13"/>
                      <a:pt x="53" y="13"/>
                      <a:pt x="53" y="13"/>
                    </a:cubicBezTo>
                    <a:cubicBezTo>
                      <a:pt x="56" y="13"/>
                      <a:pt x="57" y="10"/>
                      <a:pt x="57" y="7"/>
                    </a:cubicBezTo>
                    <a:cubicBezTo>
                      <a:pt x="57" y="3"/>
                      <a:pt x="55" y="0"/>
                      <a:pt x="51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2" y="3"/>
                      <a:pt x="12" y="7"/>
                    </a:cubicBezTo>
                    <a:cubicBezTo>
                      <a:pt x="12" y="10"/>
                      <a:pt x="14" y="13"/>
                      <a:pt x="17" y="13"/>
                    </a:cubicBezTo>
                    <a:cubicBezTo>
                      <a:pt x="17" y="45"/>
                      <a:pt x="17" y="45"/>
                      <a:pt x="17" y="45"/>
                    </a:cubicBezTo>
                    <a:cubicBezTo>
                      <a:pt x="17" y="45"/>
                      <a:pt x="16" y="47"/>
                      <a:pt x="16" y="49"/>
                    </a:cubicBezTo>
                    <a:cubicBezTo>
                      <a:pt x="11" y="60"/>
                      <a:pt x="0" y="90"/>
                      <a:pt x="0" y="102"/>
                    </a:cubicBezTo>
                    <a:cubicBezTo>
                      <a:pt x="0" y="111"/>
                      <a:pt x="9" y="111"/>
                      <a:pt x="18" y="111"/>
                    </a:cubicBezTo>
                    <a:cubicBezTo>
                      <a:pt x="20" y="111"/>
                      <a:pt x="22" y="111"/>
                      <a:pt x="25" y="111"/>
                    </a:cubicBezTo>
                    <a:cubicBezTo>
                      <a:pt x="25" y="111"/>
                      <a:pt x="25" y="111"/>
                      <a:pt x="25" y="111"/>
                    </a:cubicBezTo>
                    <a:cubicBezTo>
                      <a:pt x="28" y="111"/>
                      <a:pt x="31" y="111"/>
                      <a:pt x="35" y="111"/>
                    </a:cubicBezTo>
                    <a:cubicBezTo>
                      <a:pt x="38" y="111"/>
                      <a:pt x="41" y="111"/>
                      <a:pt x="44" y="111"/>
                    </a:cubicBezTo>
                    <a:cubicBezTo>
                      <a:pt x="45" y="111"/>
                      <a:pt x="45" y="111"/>
                      <a:pt x="45" y="111"/>
                    </a:cubicBezTo>
                    <a:cubicBezTo>
                      <a:pt x="47" y="111"/>
                      <a:pt x="50" y="111"/>
                      <a:pt x="52" y="111"/>
                    </a:cubicBezTo>
                    <a:cubicBezTo>
                      <a:pt x="60" y="111"/>
                      <a:pt x="70" y="111"/>
                      <a:pt x="70" y="102"/>
                    </a:cubicBezTo>
                    <a:cubicBezTo>
                      <a:pt x="70" y="90"/>
                      <a:pt x="59" y="60"/>
                      <a:pt x="54" y="49"/>
                    </a:cubicBezTo>
                    <a:close/>
                    <a:moveTo>
                      <a:pt x="52" y="108"/>
                    </a:moveTo>
                    <a:cubicBezTo>
                      <a:pt x="50" y="108"/>
                      <a:pt x="47" y="108"/>
                      <a:pt x="45" y="108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41" y="108"/>
                      <a:pt x="38" y="108"/>
                      <a:pt x="35" y="108"/>
                    </a:cubicBezTo>
                    <a:cubicBezTo>
                      <a:pt x="31" y="108"/>
                      <a:pt x="28" y="108"/>
                      <a:pt x="25" y="108"/>
                    </a:cubicBezTo>
                    <a:cubicBezTo>
                      <a:pt x="25" y="108"/>
                      <a:pt x="25" y="108"/>
                      <a:pt x="25" y="108"/>
                    </a:cubicBezTo>
                    <a:cubicBezTo>
                      <a:pt x="22" y="108"/>
                      <a:pt x="20" y="108"/>
                      <a:pt x="18" y="108"/>
                    </a:cubicBezTo>
                    <a:cubicBezTo>
                      <a:pt x="6" y="108"/>
                      <a:pt x="3" y="107"/>
                      <a:pt x="3" y="102"/>
                    </a:cubicBezTo>
                    <a:cubicBezTo>
                      <a:pt x="3" y="91"/>
                      <a:pt x="15" y="59"/>
                      <a:pt x="20" y="46"/>
                    </a:cubicBezTo>
                    <a:cubicBezTo>
                      <a:pt x="20" y="46"/>
                      <a:pt x="20" y="46"/>
                      <a:pt x="20" y="46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0" y="46"/>
                      <a:pt x="50" y="46"/>
                      <a:pt x="50" y="46"/>
                    </a:cubicBezTo>
                    <a:cubicBezTo>
                      <a:pt x="50" y="46"/>
                      <a:pt x="50" y="46"/>
                      <a:pt x="50" y="46"/>
                    </a:cubicBezTo>
                    <a:cubicBezTo>
                      <a:pt x="55" y="59"/>
                      <a:pt x="67" y="91"/>
                      <a:pt x="67" y="102"/>
                    </a:cubicBezTo>
                    <a:cubicBezTo>
                      <a:pt x="67" y="107"/>
                      <a:pt x="64" y="108"/>
                      <a:pt x="52" y="108"/>
                    </a:cubicBezTo>
                    <a:close/>
                    <a:moveTo>
                      <a:pt x="19" y="3"/>
                    </a:moveTo>
                    <a:cubicBezTo>
                      <a:pt x="51" y="3"/>
                      <a:pt x="51" y="3"/>
                      <a:pt x="51" y="3"/>
                    </a:cubicBezTo>
                    <a:cubicBezTo>
                      <a:pt x="54" y="3"/>
                      <a:pt x="54" y="6"/>
                      <a:pt x="54" y="7"/>
                    </a:cubicBezTo>
                    <a:cubicBezTo>
                      <a:pt x="54" y="7"/>
                      <a:pt x="54" y="11"/>
                      <a:pt x="51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6" y="11"/>
                      <a:pt x="16" y="7"/>
                      <a:pt x="16" y="7"/>
                    </a:cubicBezTo>
                    <a:cubicBezTo>
                      <a:pt x="16" y="6"/>
                      <a:pt x="16" y="3"/>
                      <a:pt x="19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6" name="Oval 10596"/>
              <p:cNvSpPr>
                <a:spLocks noChangeArrowheads="1"/>
              </p:cNvSpPr>
              <p:nvPr/>
            </p:nvSpPr>
            <p:spPr bwMode="auto">
              <a:xfrm>
                <a:off x="4478" y="2165"/>
                <a:ext cx="33" cy="3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7" name="Oval 10597"/>
              <p:cNvSpPr>
                <a:spLocks noChangeArrowheads="1"/>
              </p:cNvSpPr>
              <p:nvPr/>
            </p:nvSpPr>
            <p:spPr bwMode="auto">
              <a:xfrm>
                <a:off x="4499" y="2127"/>
                <a:ext cx="22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8" name="Oval 10598"/>
              <p:cNvSpPr>
                <a:spLocks noChangeArrowheads="1"/>
              </p:cNvSpPr>
              <p:nvPr/>
            </p:nvSpPr>
            <p:spPr bwMode="auto">
              <a:xfrm>
                <a:off x="4492" y="2098"/>
                <a:ext cx="14" cy="1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9" name="Freeform 10599"/>
              <p:cNvSpPr>
                <a:spLocks noEditPoints="1"/>
              </p:cNvSpPr>
              <p:nvPr/>
            </p:nvSpPr>
            <p:spPr bwMode="auto">
              <a:xfrm>
                <a:off x="4428" y="2212"/>
                <a:ext cx="140" cy="69"/>
              </a:xfrm>
              <a:custGeom>
                <a:avLst/>
                <a:gdLst>
                  <a:gd name="T0" fmla="*/ 7 w 59"/>
                  <a:gd name="T1" fmla="*/ 0 h 29"/>
                  <a:gd name="T2" fmla="*/ 0 w 59"/>
                  <a:gd name="T3" fmla="*/ 26 h 29"/>
                  <a:gd name="T4" fmla="*/ 13 w 59"/>
                  <a:gd name="T5" fmla="*/ 29 h 29"/>
                  <a:gd name="T6" fmla="*/ 20 w 59"/>
                  <a:gd name="T7" fmla="*/ 29 h 29"/>
                  <a:gd name="T8" fmla="*/ 30 w 59"/>
                  <a:gd name="T9" fmla="*/ 29 h 29"/>
                  <a:gd name="T10" fmla="*/ 40 w 59"/>
                  <a:gd name="T11" fmla="*/ 29 h 29"/>
                  <a:gd name="T12" fmla="*/ 47 w 59"/>
                  <a:gd name="T13" fmla="*/ 29 h 29"/>
                  <a:gd name="T14" fmla="*/ 59 w 59"/>
                  <a:gd name="T15" fmla="*/ 26 h 29"/>
                  <a:gd name="T16" fmla="*/ 53 w 59"/>
                  <a:gd name="T17" fmla="*/ 0 h 29"/>
                  <a:gd name="T18" fmla="*/ 7 w 59"/>
                  <a:gd name="T19" fmla="*/ 0 h 29"/>
                  <a:gd name="T20" fmla="*/ 36 w 59"/>
                  <a:gd name="T21" fmla="*/ 12 h 29"/>
                  <a:gd name="T22" fmla="*/ 34 w 59"/>
                  <a:gd name="T23" fmla="*/ 9 h 29"/>
                  <a:gd name="T24" fmla="*/ 36 w 59"/>
                  <a:gd name="T25" fmla="*/ 6 h 29"/>
                  <a:gd name="T26" fmla="*/ 39 w 59"/>
                  <a:gd name="T27" fmla="*/ 9 h 29"/>
                  <a:gd name="T28" fmla="*/ 36 w 59"/>
                  <a:gd name="T29" fmla="*/ 1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9" h="29">
                    <a:moveTo>
                      <a:pt x="7" y="0"/>
                    </a:moveTo>
                    <a:cubicBezTo>
                      <a:pt x="3" y="12"/>
                      <a:pt x="0" y="21"/>
                      <a:pt x="0" y="26"/>
                    </a:cubicBezTo>
                    <a:cubicBezTo>
                      <a:pt x="0" y="28"/>
                      <a:pt x="0" y="29"/>
                      <a:pt x="13" y="29"/>
                    </a:cubicBezTo>
                    <a:cubicBezTo>
                      <a:pt x="15" y="29"/>
                      <a:pt x="17" y="29"/>
                      <a:pt x="20" y="29"/>
                    </a:cubicBezTo>
                    <a:cubicBezTo>
                      <a:pt x="23" y="29"/>
                      <a:pt x="26" y="29"/>
                      <a:pt x="30" y="29"/>
                    </a:cubicBezTo>
                    <a:cubicBezTo>
                      <a:pt x="33" y="29"/>
                      <a:pt x="37" y="29"/>
                      <a:pt x="40" y="29"/>
                    </a:cubicBezTo>
                    <a:cubicBezTo>
                      <a:pt x="42" y="29"/>
                      <a:pt x="45" y="29"/>
                      <a:pt x="47" y="29"/>
                    </a:cubicBezTo>
                    <a:cubicBezTo>
                      <a:pt x="59" y="29"/>
                      <a:pt x="59" y="28"/>
                      <a:pt x="59" y="26"/>
                    </a:cubicBezTo>
                    <a:cubicBezTo>
                      <a:pt x="59" y="21"/>
                      <a:pt x="57" y="12"/>
                      <a:pt x="53" y="0"/>
                    </a:cubicBezTo>
                    <a:lnTo>
                      <a:pt x="7" y="0"/>
                    </a:lnTo>
                    <a:close/>
                    <a:moveTo>
                      <a:pt x="36" y="12"/>
                    </a:moveTo>
                    <a:cubicBezTo>
                      <a:pt x="35" y="12"/>
                      <a:pt x="34" y="10"/>
                      <a:pt x="34" y="9"/>
                    </a:cubicBezTo>
                    <a:cubicBezTo>
                      <a:pt x="34" y="7"/>
                      <a:pt x="35" y="6"/>
                      <a:pt x="36" y="6"/>
                    </a:cubicBezTo>
                    <a:cubicBezTo>
                      <a:pt x="38" y="6"/>
                      <a:pt x="39" y="7"/>
                      <a:pt x="39" y="9"/>
                    </a:cubicBezTo>
                    <a:cubicBezTo>
                      <a:pt x="39" y="10"/>
                      <a:pt x="38" y="12"/>
                      <a:pt x="36" y="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0" name="Freeform 10600"/>
              <p:cNvSpPr>
                <a:spLocks/>
              </p:cNvSpPr>
              <p:nvPr/>
            </p:nvSpPr>
            <p:spPr bwMode="auto">
              <a:xfrm>
                <a:off x="3159" y="2298"/>
                <a:ext cx="8" cy="2"/>
              </a:xfrm>
              <a:custGeom>
                <a:avLst/>
                <a:gdLst>
                  <a:gd name="T0" fmla="*/ 0 w 3"/>
                  <a:gd name="T1" fmla="*/ 1 h 1"/>
                  <a:gd name="T2" fmla="*/ 0 w 3"/>
                  <a:gd name="T3" fmla="*/ 1 h 1"/>
                  <a:gd name="T4" fmla="*/ 1 w 3"/>
                  <a:gd name="T5" fmla="*/ 1 h 1"/>
                  <a:gd name="T6" fmla="*/ 3 w 3"/>
                  <a:gd name="T7" fmla="*/ 1 h 1"/>
                  <a:gd name="T8" fmla="*/ 3 w 3"/>
                  <a:gd name="T9" fmla="*/ 0 h 1"/>
                  <a:gd name="T10" fmla="*/ 3 w 3"/>
                  <a:gd name="T11" fmla="*/ 0 h 1"/>
                  <a:gd name="T12" fmla="*/ 3 w 3"/>
                  <a:gd name="T13" fmla="*/ 0 h 1"/>
                  <a:gd name="T14" fmla="*/ 3 w 3"/>
                  <a:gd name="T15" fmla="*/ 0 h 1"/>
                  <a:gd name="T16" fmla="*/ 3 w 3"/>
                  <a:gd name="T17" fmla="*/ 0 h 1"/>
                  <a:gd name="T18" fmla="*/ 2 w 3"/>
                  <a:gd name="T19" fmla="*/ 0 h 1"/>
                  <a:gd name="T20" fmla="*/ 2 w 3"/>
                  <a:gd name="T21" fmla="*/ 0 h 1"/>
                  <a:gd name="T22" fmla="*/ 1 w 3"/>
                  <a:gd name="T23" fmla="*/ 0 h 1"/>
                  <a:gd name="T24" fmla="*/ 1 w 3"/>
                  <a:gd name="T25" fmla="*/ 0 h 1"/>
                  <a:gd name="T26" fmla="*/ 1 w 3"/>
                  <a:gd name="T27" fmla="*/ 0 h 1"/>
                  <a:gd name="T28" fmla="*/ 0 w 3"/>
                  <a:gd name="T29" fmla="*/ 0 h 1"/>
                  <a:gd name="T30" fmla="*/ 0 w 3"/>
                  <a:gd name="T31" fmla="*/ 0 h 1"/>
                  <a:gd name="T32" fmla="*/ 0 w 3"/>
                  <a:gd name="T33" fmla="*/ 0 h 1"/>
                  <a:gd name="T34" fmla="*/ 0 w 3"/>
                  <a:gd name="T35" fmla="*/ 0 h 1"/>
                  <a:gd name="T36" fmla="*/ 0 w 3"/>
                  <a:gd name="T3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1" name="Freeform 10601"/>
              <p:cNvSpPr>
                <a:spLocks/>
              </p:cNvSpPr>
              <p:nvPr/>
            </p:nvSpPr>
            <p:spPr bwMode="auto">
              <a:xfrm>
                <a:off x="3145" y="2257"/>
                <a:ext cx="36" cy="38"/>
              </a:xfrm>
              <a:custGeom>
                <a:avLst/>
                <a:gdLst>
                  <a:gd name="T0" fmla="*/ 6 w 15"/>
                  <a:gd name="T1" fmla="*/ 0 h 16"/>
                  <a:gd name="T2" fmla="*/ 5 w 15"/>
                  <a:gd name="T3" fmla="*/ 0 h 16"/>
                  <a:gd name="T4" fmla="*/ 3 w 15"/>
                  <a:gd name="T5" fmla="*/ 0 h 16"/>
                  <a:gd name="T6" fmla="*/ 0 w 15"/>
                  <a:gd name="T7" fmla="*/ 0 h 16"/>
                  <a:gd name="T8" fmla="*/ 5 w 15"/>
                  <a:gd name="T9" fmla="*/ 16 h 16"/>
                  <a:gd name="T10" fmla="*/ 6 w 15"/>
                  <a:gd name="T11" fmla="*/ 8 h 16"/>
                  <a:gd name="T12" fmla="*/ 5 w 15"/>
                  <a:gd name="T13" fmla="*/ 7 h 16"/>
                  <a:gd name="T14" fmla="*/ 7 w 15"/>
                  <a:gd name="T15" fmla="*/ 6 h 16"/>
                  <a:gd name="T16" fmla="*/ 7 w 15"/>
                  <a:gd name="T17" fmla="*/ 6 h 16"/>
                  <a:gd name="T18" fmla="*/ 7 w 15"/>
                  <a:gd name="T19" fmla="*/ 6 h 16"/>
                  <a:gd name="T20" fmla="*/ 7 w 15"/>
                  <a:gd name="T21" fmla="*/ 6 h 16"/>
                  <a:gd name="T22" fmla="*/ 8 w 15"/>
                  <a:gd name="T23" fmla="*/ 6 h 16"/>
                  <a:gd name="T24" fmla="*/ 8 w 15"/>
                  <a:gd name="T25" fmla="*/ 6 h 16"/>
                  <a:gd name="T26" fmla="*/ 8 w 15"/>
                  <a:gd name="T27" fmla="*/ 6 h 16"/>
                  <a:gd name="T28" fmla="*/ 10 w 15"/>
                  <a:gd name="T29" fmla="*/ 7 h 16"/>
                  <a:gd name="T30" fmla="*/ 9 w 15"/>
                  <a:gd name="T31" fmla="*/ 8 h 16"/>
                  <a:gd name="T32" fmla="*/ 9 w 15"/>
                  <a:gd name="T33" fmla="*/ 15 h 16"/>
                  <a:gd name="T34" fmla="*/ 14 w 15"/>
                  <a:gd name="T35" fmla="*/ 0 h 16"/>
                  <a:gd name="T36" fmla="*/ 11 w 15"/>
                  <a:gd name="T37" fmla="*/ 0 h 16"/>
                  <a:gd name="T38" fmla="*/ 9 w 15"/>
                  <a:gd name="T39" fmla="*/ 0 h 16"/>
                  <a:gd name="T40" fmla="*/ 8 w 15"/>
                  <a:gd name="T41" fmla="*/ 0 h 16"/>
                  <a:gd name="T42" fmla="*/ 8 w 15"/>
                  <a:gd name="T43" fmla="*/ 0 h 16"/>
                  <a:gd name="T44" fmla="*/ 8 w 15"/>
                  <a:gd name="T45" fmla="*/ 0 h 16"/>
                  <a:gd name="T46" fmla="*/ 7 w 15"/>
                  <a:gd name="T47" fmla="*/ 0 h 16"/>
                  <a:gd name="T48" fmla="*/ 7 w 15"/>
                  <a:gd name="T49" fmla="*/ 0 h 16"/>
                  <a:gd name="T50" fmla="*/ 7 w 15"/>
                  <a:gd name="T51" fmla="*/ 0 h 16"/>
                  <a:gd name="T52" fmla="*/ 6 w 15"/>
                  <a:gd name="T53" fmla="*/ 0 h 16"/>
                  <a:gd name="T54" fmla="*/ 6 w 15"/>
                  <a:gd name="T5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5" h="16">
                    <a:moveTo>
                      <a:pt x="6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4" y="0"/>
                      <a:pt x="3" y="0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2"/>
                      <a:pt x="3" y="11"/>
                      <a:pt x="5" y="16"/>
                    </a:cubicBezTo>
                    <a:cubicBezTo>
                      <a:pt x="6" y="14"/>
                      <a:pt x="6" y="11"/>
                      <a:pt x="6" y="8"/>
                    </a:cubicBezTo>
                    <a:cubicBezTo>
                      <a:pt x="5" y="8"/>
                      <a:pt x="5" y="7"/>
                      <a:pt x="5" y="7"/>
                    </a:cubicBezTo>
                    <a:cubicBezTo>
                      <a:pt x="5" y="6"/>
                      <a:pt x="5" y="6"/>
                      <a:pt x="7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9" y="6"/>
                      <a:pt x="10" y="6"/>
                      <a:pt x="10" y="7"/>
                    </a:cubicBezTo>
                    <a:cubicBezTo>
                      <a:pt x="10" y="7"/>
                      <a:pt x="10" y="8"/>
                      <a:pt x="9" y="8"/>
                    </a:cubicBezTo>
                    <a:cubicBezTo>
                      <a:pt x="9" y="11"/>
                      <a:pt x="9" y="14"/>
                      <a:pt x="9" y="15"/>
                    </a:cubicBezTo>
                    <a:cubicBezTo>
                      <a:pt x="11" y="12"/>
                      <a:pt x="15" y="2"/>
                      <a:pt x="14" y="0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10" y="0"/>
                      <a:pt x="9" y="0"/>
                      <a:pt x="9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2" name="Freeform 10602"/>
              <p:cNvSpPr>
                <a:spLocks/>
              </p:cNvSpPr>
              <p:nvPr/>
            </p:nvSpPr>
            <p:spPr bwMode="auto">
              <a:xfrm>
                <a:off x="3159" y="2274"/>
                <a:ext cx="8" cy="19"/>
              </a:xfrm>
              <a:custGeom>
                <a:avLst/>
                <a:gdLst>
                  <a:gd name="T0" fmla="*/ 2 w 3"/>
                  <a:gd name="T1" fmla="*/ 0 h 8"/>
                  <a:gd name="T2" fmla="*/ 2 w 3"/>
                  <a:gd name="T3" fmla="*/ 0 h 8"/>
                  <a:gd name="T4" fmla="*/ 3 w 3"/>
                  <a:gd name="T5" fmla="*/ 0 h 8"/>
                  <a:gd name="T6" fmla="*/ 1 w 3"/>
                  <a:gd name="T7" fmla="*/ 0 h 8"/>
                  <a:gd name="T8" fmla="*/ 0 w 3"/>
                  <a:gd name="T9" fmla="*/ 0 h 8"/>
                  <a:gd name="T10" fmla="*/ 0 w 3"/>
                  <a:gd name="T11" fmla="*/ 0 h 8"/>
                  <a:gd name="T12" fmla="*/ 1 w 3"/>
                  <a:gd name="T13" fmla="*/ 0 h 8"/>
                  <a:gd name="T14" fmla="*/ 1 w 3"/>
                  <a:gd name="T15" fmla="*/ 0 h 8"/>
                  <a:gd name="T16" fmla="*/ 1 w 3"/>
                  <a:gd name="T17" fmla="*/ 8 h 8"/>
                  <a:gd name="T18" fmla="*/ 1 w 3"/>
                  <a:gd name="T19" fmla="*/ 8 h 8"/>
                  <a:gd name="T20" fmla="*/ 2 w 3"/>
                  <a:gd name="T21" fmla="*/ 8 h 8"/>
                  <a:gd name="T22" fmla="*/ 2 w 3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7"/>
                      <a:pt x="1" y="3"/>
                      <a:pt x="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3" name="Freeform 10603"/>
              <p:cNvSpPr>
                <a:spLocks/>
              </p:cNvSpPr>
              <p:nvPr/>
            </p:nvSpPr>
            <p:spPr bwMode="auto">
              <a:xfrm>
                <a:off x="3164" y="2302"/>
                <a:ext cx="5" cy="14"/>
              </a:xfrm>
              <a:custGeom>
                <a:avLst/>
                <a:gdLst>
                  <a:gd name="T0" fmla="*/ 1 w 2"/>
                  <a:gd name="T1" fmla="*/ 6 h 6"/>
                  <a:gd name="T2" fmla="*/ 1 w 2"/>
                  <a:gd name="T3" fmla="*/ 0 h 6"/>
                  <a:gd name="T4" fmla="*/ 0 w 2"/>
                  <a:gd name="T5" fmla="*/ 0 h 6"/>
                  <a:gd name="T6" fmla="*/ 0 w 2"/>
                  <a:gd name="T7" fmla="*/ 6 h 6"/>
                  <a:gd name="T8" fmla="*/ 1 w 2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6">
                    <a:moveTo>
                      <a:pt x="1" y="6"/>
                    </a:moveTo>
                    <a:cubicBezTo>
                      <a:pt x="2" y="5"/>
                      <a:pt x="2" y="2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1" y="6"/>
                      <a:pt x="1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4" name="Freeform 10604"/>
              <p:cNvSpPr>
                <a:spLocks/>
              </p:cNvSpPr>
              <p:nvPr/>
            </p:nvSpPr>
            <p:spPr bwMode="auto">
              <a:xfrm>
                <a:off x="3157" y="2302"/>
                <a:ext cx="2" cy="14"/>
              </a:xfrm>
              <a:custGeom>
                <a:avLst/>
                <a:gdLst>
                  <a:gd name="T0" fmla="*/ 0 w 1"/>
                  <a:gd name="T1" fmla="*/ 6 h 6"/>
                  <a:gd name="T2" fmla="*/ 1 w 1"/>
                  <a:gd name="T3" fmla="*/ 6 h 6"/>
                  <a:gd name="T4" fmla="*/ 1 w 1"/>
                  <a:gd name="T5" fmla="*/ 0 h 6"/>
                  <a:gd name="T6" fmla="*/ 0 w 1"/>
                  <a:gd name="T7" fmla="*/ 0 h 6"/>
                  <a:gd name="T8" fmla="*/ 0 w 1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6">
                    <a:moveTo>
                      <a:pt x="0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4"/>
                      <a:pt x="0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5" name="Freeform 10605"/>
              <p:cNvSpPr>
                <a:spLocks/>
              </p:cNvSpPr>
              <p:nvPr/>
            </p:nvSpPr>
            <p:spPr bwMode="auto">
              <a:xfrm>
                <a:off x="3100" y="2184"/>
                <a:ext cx="126" cy="132"/>
              </a:xfrm>
              <a:custGeom>
                <a:avLst/>
                <a:gdLst>
                  <a:gd name="T0" fmla="*/ 30 w 53"/>
                  <a:gd name="T1" fmla="*/ 0 h 56"/>
                  <a:gd name="T2" fmla="*/ 26 w 53"/>
                  <a:gd name="T3" fmla="*/ 0 h 56"/>
                  <a:gd name="T4" fmla="*/ 22 w 53"/>
                  <a:gd name="T5" fmla="*/ 0 h 56"/>
                  <a:gd name="T6" fmla="*/ 4 w 53"/>
                  <a:gd name="T7" fmla="*/ 29 h 56"/>
                  <a:gd name="T8" fmla="*/ 9 w 53"/>
                  <a:gd name="T9" fmla="*/ 38 h 56"/>
                  <a:gd name="T10" fmla="*/ 13 w 53"/>
                  <a:gd name="T11" fmla="*/ 51 h 56"/>
                  <a:gd name="T12" fmla="*/ 14 w 53"/>
                  <a:gd name="T13" fmla="*/ 56 h 56"/>
                  <a:gd name="T14" fmla="*/ 23 w 53"/>
                  <a:gd name="T15" fmla="*/ 56 h 56"/>
                  <a:gd name="T16" fmla="*/ 24 w 53"/>
                  <a:gd name="T17" fmla="*/ 56 h 56"/>
                  <a:gd name="T18" fmla="*/ 23 w 53"/>
                  <a:gd name="T19" fmla="*/ 56 h 56"/>
                  <a:gd name="T20" fmla="*/ 23 w 53"/>
                  <a:gd name="T21" fmla="*/ 48 h 56"/>
                  <a:gd name="T22" fmla="*/ 23 w 53"/>
                  <a:gd name="T23" fmla="*/ 48 h 56"/>
                  <a:gd name="T24" fmla="*/ 24 w 53"/>
                  <a:gd name="T25" fmla="*/ 48 h 56"/>
                  <a:gd name="T26" fmla="*/ 18 w 53"/>
                  <a:gd name="T27" fmla="*/ 31 h 56"/>
                  <a:gd name="T28" fmla="*/ 19 w 53"/>
                  <a:gd name="T29" fmla="*/ 30 h 56"/>
                  <a:gd name="T30" fmla="*/ 22 w 53"/>
                  <a:gd name="T31" fmla="*/ 30 h 56"/>
                  <a:gd name="T32" fmla="*/ 24 w 53"/>
                  <a:gd name="T33" fmla="*/ 30 h 56"/>
                  <a:gd name="T34" fmla="*/ 26 w 53"/>
                  <a:gd name="T35" fmla="*/ 30 h 56"/>
                  <a:gd name="T36" fmla="*/ 28 w 53"/>
                  <a:gd name="T37" fmla="*/ 30 h 56"/>
                  <a:gd name="T38" fmla="*/ 30 w 53"/>
                  <a:gd name="T39" fmla="*/ 30 h 56"/>
                  <a:gd name="T40" fmla="*/ 33 w 53"/>
                  <a:gd name="T41" fmla="*/ 30 h 56"/>
                  <a:gd name="T42" fmla="*/ 34 w 53"/>
                  <a:gd name="T43" fmla="*/ 31 h 56"/>
                  <a:gd name="T44" fmla="*/ 29 w 53"/>
                  <a:gd name="T45" fmla="*/ 48 h 56"/>
                  <a:gd name="T46" fmla="*/ 30 w 53"/>
                  <a:gd name="T47" fmla="*/ 56 h 56"/>
                  <a:gd name="T48" fmla="*/ 38 w 53"/>
                  <a:gd name="T49" fmla="*/ 56 h 56"/>
                  <a:gd name="T50" fmla="*/ 39 w 53"/>
                  <a:gd name="T51" fmla="*/ 51 h 56"/>
                  <a:gd name="T52" fmla="*/ 43 w 53"/>
                  <a:gd name="T53" fmla="*/ 38 h 56"/>
                  <a:gd name="T54" fmla="*/ 48 w 53"/>
                  <a:gd name="T55" fmla="*/ 29 h 56"/>
                  <a:gd name="T56" fmla="*/ 30 w 53"/>
                  <a:gd name="T5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53" h="56">
                    <a:moveTo>
                      <a:pt x="30" y="0"/>
                    </a:moveTo>
                    <a:cubicBezTo>
                      <a:pt x="29" y="0"/>
                      <a:pt x="28" y="0"/>
                      <a:pt x="26" y="0"/>
                    </a:cubicBezTo>
                    <a:cubicBezTo>
                      <a:pt x="25" y="0"/>
                      <a:pt x="24" y="0"/>
                      <a:pt x="22" y="0"/>
                    </a:cubicBezTo>
                    <a:cubicBezTo>
                      <a:pt x="9" y="2"/>
                      <a:pt x="0" y="16"/>
                      <a:pt x="4" y="29"/>
                    </a:cubicBezTo>
                    <a:cubicBezTo>
                      <a:pt x="6" y="32"/>
                      <a:pt x="7" y="35"/>
                      <a:pt x="9" y="38"/>
                    </a:cubicBezTo>
                    <a:cubicBezTo>
                      <a:pt x="11" y="42"/>
                      <a:pt x="13" y="46"/>
                      <a:pt x="13" y="51"/>
                    </a:cubicBezTo>
                    <a:cubicBezTo>
                      <a:pt x="14" y="53"/>
                      <a:pt x="14" y="54"/>
                      <a:pt x="1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3" y="54"/>
                      <a:pt x="23" y="51"/>
                      <a:pt x="23" y="48"/>
                    </a:cubicBezTo>
                    <a:cubicBezTo>
                      <a:pt x="23" y="48"/>
                      <a:pt x="23" y="48"/>
                      <a:pt x="23" y="48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23" y="45"/>
                      <a:pt x="17" y="33"/>
                      <a:pt x="18" y="31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20" y="30"/>
                      <a:pt x="21" y="30"/>
                      <a:pt x="22" y="30"/>
                    </a:cubicBezTo>
                    <a:cubicBezTo>
                      <a:pt x="23" y="30"/>
                      <a:pt x="24" y="30"/>
                      <a:pt x="24" y="30"/>
                    </a:cubicBezTo>
                    <a:cubicBezTo>
                      <a:pt x="25" y="30"/>
                      <a:pt x="25" y="30"/>
                      <a:pt x="26" y="30"/>
                    </a:cubicBezTo>
                    <a:cubicBezTo>
                      <a:pt x="27" y="30"/>
                      <a:pt x="27" y="30"/>
                      <a:pt x="28" y="30"/>
                    </a:cubicBezTo>
                    <a:cubicBezTo>
                      <a:pt x="28" y="30"/>
                      <a:pt x="29" y="30"/>
                      <a:pt x="30" y="30"/>
                    </a:cubicBezTo>
                    <a:cubicBezTo>
                      <a:pt x="31" y="30"/>
                      <a:pt x="32" y="30"/>
                      <a:pt x="33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5" y="33"/>
                      <a:pt x="30" y="46"/>
                      <a:pt x="29" y="48"/>
                    </a:cubicBezTo>
                    <a:cubicBezTo>
                      <a:pt x="30" y="50"/>
                      <a:pt x="30" y="56"/>
                      <a:pt x="30" y="56"/>
                    </a:cubicBezTo>
                    <a:cubicBezTo>
                      <a:pt x="38" y="56"/>
                      <a:pt x="38" y="56"/>
                      <a:pt x="38" y="56"/>
                    </a:cubicBezTo>
                    <a:cubicBezTo>
                      <a:pt x="39" y="54"/>
                      <a:pt x="39" y="53"/>
                      <a:pt x="39" y="51"/>
                    </a:cubicBezTo>
                    <a:cubicBezTo>
                      <a:pt x="40" y="46"/>
                      <a:pt x="41" y="42"/>
                      <a:pt x="43" y="38"/>
                    </a:cubicBezTo>
                    <a:cubicBezTo>
                      <a:pt x="45" y="35"/>
                      <a:pt x="47" y="32"/>
                      <a:pt x="48" y="29"/>
                    </a:cubicBezTo>
                    <a:cubicBezTo>
                      <a:pt x="53" y="16"/>
                      <a:pt x="44" y="2"/>
                      <a:pt x="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6" name="Freeform 10606"/>
              <p:cNvSpPr>
                <a:spLocks/>
              </p:cNvSpPr>
              <p:nvPr/>
            </p:nvSpPr>
            <p:spPr bwMode="auto">
              <a:xfrm>
                <a:off x="3133" y="2319"/>
                <a:ext cx="60" cy="9"/>
              </a:xfrm>
              <a:custGeom>
                <a:avLst/>
                <a:gdLst>
                  <a:gd name="T0" fmla="*/ 24 w 25"/>
                  <a:gd name="T1" fmla="*/ 0 h 4"/>
                  <a:gd name="T2" fmla="*/ 0 w 25"/>
                  <a:gd name="T3" fmla="*/ 0 h 4"/>
                  <a:gd name="T4" fmla="*/ 0 w 25"/>
                  <a:gd name="T5" fmla="*/ 3 h 4"/>
                  <a:gd name="T6" fmla="*/ 1 w 25"/>
                  <a:gd name="T7" fmla="*/ 4 h 4"/>
                  <a:gd name="T8" fmla="*/ 24 w 25"/>
                  <a:gd name="T9" fmla="*/ 3 h 4"/>
                  <a:gd name="T10" fmla="*/ 25 w 25"/>
                  <a:gd name="T11" fmla="*/ 1 h 4"/>
                  <a:gd name="T12" fmla="*/ 24 w 25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4">
                    <a:moveTo>
                      <a:pt x="2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2"/>
                      <a:pt x="0" y="3"/>
                    </a:cubicBezTo>
                    <a:cubicBezTo>
                      <a:pt x="0" y="3"/>
                      <a:pt x="0" y="4"/>
                      <a:pt x="1" y="4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5" y="3"/>
                      <a:pt x="25" y="2"/>
                      <a:pt x="25" y="1"/>
                    </a:cubicBezTo>
                    <a:cubicBezTo>
                      <a:pt x="25" y="0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7" name="Freeform 10607"/>
              <p:cNvSpPr>
                <a:spLocks/>
              </p:cNvSpPr>
              <p:nvPr/>
            </p:nvSpPr>
            <p:spPr bwMode="auto">
              <a:xfrm>
                <a:off x="3133" y="2328"/>
                <a:ext cx="57" cy="12"/>
              </a:xfrm>
              <a:custGeom>
                <a:avLst/>
                <a:gdLst>
                  <a:gd name="T0" fmla="*/ 24 w 24"/>
                  <a:gd name="T1" fmla="*/ 0 h 5"/>
                  <a:gd name="T2" fmla="*/ 1 w 24"/>
                  <a:gd name="T3" fmla="*/ 2 h 5"/>
                  <a:gd name="T4" fmla="*/ 0 w 24"/>
                  <a:gd name="T5" fmla="*/ 3 h 5"/>
                  <a:gd name="T6" fmla="*/ 1 w 24"/>
                  <a:gd name="T7" fmla="*/ 5 h 5"/>
                  <a:gd name="T8" fmla="*/ 24 w 24"/>
                  <a:gd name="T9" fmla="*/ 3 h 5"/>
                  <a:gd name="T10" fmla="*/ 24 w 24"/>
                  <a:gd name="T11" fmla="*/ 2 h 5"/>
                  <a:gd name="T12" fmla="*/ 24 w 24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5">
                    <a:moveTo>
                      <a:pt x="24" y="0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4"/>
                      <a:pt x="0" y="5"/>
                      <a:pt x="1" y="5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3"/>
                      <a:pt x="24" y="3"/>
                      <a:pt x="24" y="2"/>
                    </a:cubicBezTo>
                    <a:cubicBezTo>
                      <a:pt x="24" y="1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8" name="Freeform 10608"/>
              <p:cNvSpPr>
                <a:spLocks/>
              </p:cNvSpPr>
              <p:nvPr/>
            </p:nvSpPr>
            <p:spPr bwMode="auto">
              <a:xfrm>
                <a:off x="3136" y="2343"/>
                <a:ext cx="54" cy="19"/>
              </a:xfrm>
              <a:custGeom>
                <a:avLst/>
                <a:gdLst>
                  <a:gd name="T0" fmla="*/ 2 w 23"/>
                  <a:gd name="T1" fmla="*/ 4 h 8"/>
                  <a:gd name="T2" fmla="*/ 6 w 23"/>
                  <a:gd name="T3" fmla="*/ 6 h 8"/>
                  <a:gd name="T4" fmla="*/ 7 w 23"/>
                  <a:gd name="T5" fmla="*/ 7 h 8"/>
                  <a:gd name="T6" fmla="*/ 11 w 23"/>
                  <a:gd name="T7" fmla="*/ 8 h 8"/>
                  <a:gd name="T8" fmla="*/ 11 w 23"/>
                  <a:gd name="T9" fmla="*/ 8 h 8"/>
                  <a:gd name="T10" fmla="*/ 11 w 23"/>
                  <a:gd name="T11" fmla="*/ 8 h 8"/>
                  <a:gd name="T12" fmla="*/ 15 w 23"/>
                  <a:gd name="T13" fmla="*/ 7 h 8"/>
                  <a:gd name="T14" fmla="*/ 16 w 23"/>
                  <a:gd name="T15" fmla="*/ 6 h 8"/>
                  <a:gd name="T16" fmla="*/ 21 w 23"/>
                  <a:gd name="T17" fmla="*/ 4 h 8"/>
                  <a:gd name="T18" fmla="*/ 23 w 23"/>
                  <a:gd name="T19" fmla="*/ 0 h 8"/>
                  <a:gd name="T20" fmla="*/ 0 w 23"/>
                  <a:gd name="T21" fmla="*/ 1 h 8"/>
                  <a:gd name="T22" fmla="*/ 2 w 23"/>
                  <a:gd name="T2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3" h="8">
                    <a:moveTo>
                      <a:pt x="2" y="4"/>
                    </a:moveTo>
                    <a:cubicBezTo>
                      <a:pt x="3" y="5"/>
                      <a:pt x="4" y="6"/>
                      <a:pt x="6" y="6"/>
                    </a:cubicBezTo>
                    <a:cubicBezTo>
                      <a:pt x="6" y="6"/>
                      <a:pt x="7" y="7"/>
                      <a:pt x="7" y="7"/>
                    </a:cubicBezTo>
                    <a:cubicBezTo>
                      <a:pt x="9" y="8"/>
                      <a:pt x="10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3" y="8"/>
                      <a:pt x="14" y="8"/>
                      <a:pt x="15" y="7"/>
                    </a:cubicBezTo>
                    <a:cubicBezTo>
                      <a:pt x="16" y="7"/>
                      <a:pt x="16" y="6"/>
                      <a:pt x="16" y="6"/>
                    </a:cubicBezTo>
                    <a:cubicBezTo>
                      <a:pt x="18" y="6"/>
                      <a:pt x="19" y="5"/>
                      <a:pt x="21" y="4"/>
                    </a:cubicBezTo>
                    <a:cubicBezTo>
                      <a:pt x="21" y="3"/>
                      <a:pt x="22" y="2"/>
                      <a:pt x="23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1" y="3"/>
                      <a:pt x="2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9" name="Freeform 10609"/>
              <p:cNvSpPr>
                <a:spLocks/>
              </p:cNvSpPr>
              <p:nvPr/>
            </p:nvSpPr>
            <p:spPr bwMode="auto">
              <a:xfrm>
                <a:off x="3055" y="2243"/>
                <a:ext cx="40" cy="14"/>
              </a:xfrm>
              <a:custGeom>
                <a:avLst/>
                <a:gdLst>
                  <a:gd name="T0" fmla="*/ 16 w 17"/>
                  <a:gd name="T1" fmla="*/ 1 h 6"/>
                  <a:gd name="T2" fmla="*/ 15 w 17"/>
                  <a:gd name="T3" fmla="*/ 0 h 6"/>
                  <a:gd name="T4" fmla="*/ 15 w 17"/>
                  <a:gd name="T5" fmla="*/ 0 h 6"/>
                  <a:gd name="T6" fmla="*/ 14 w 17"/>
                  <a:gd name="T7" fmla="*/ 0 h 6"/>
                  <a:gd name="T8" fmla="*/ 9 w 17"/>
                  <a:gd name="T9" fmla="*/ 1 h 6"/>
                  <a:gd name="T10" fmla="*/ 3 w 17"/>
                  <a:gd name="T11" fmla="*/ 2 h 6"/>
                  <a:gd name="T12" fmla="*/ 2 w 17"/>
                  <a:gd name="T13" fmla="*/ 2 h 6"/>
                  <a:gd name="T14" fmla="*/ 2 w 17"/>
                  <a:gd name="T15" fmla="*/ 2 h 6"/>
                  <a:gd name="T16" fmla="*/ 2 w 17"/>
                  <a:gd name="T17" fmla="*/ 3 h 6"/>
                  <a:gd name="T18" fmla="*/ 1 w 17"/>
                  <a:gd name="T19" fmla="*/ 4 h 6"/>
                  <a:gd name="T20" fmla="*/ 0 w 17"/>
                  <a:gd name="T21" fmla="*/ 5 h 6"/>
                  <a:gd name="T22" fmla="*/ 1 w 17"/>
                  <a:gd name="T23" fmla="*/ 5 h 6"/>
                  <a:gd name="T24" fmla="*/ 2 w 17"/>
                  <a:gd name="T25" fmla="*/ 6 h 6"/>
                  <a:gd name="T26" fmla="*/ 3 w 17"/>
                  <a:gd name="T27" fmla="*/ 6 h 6"/>
                  <a:gd name="T28" fmla="*/ 3 w 17"/>
                  <a:gd name="T29" fmla="*/ 6 h 6"/>
                  <a:gd name="T30" fmla="*/ 3 w 17"/>
                  <a:gd name="T31" fmla="*/ 6 h 6"/>
                  <a:gd name="T32" fmla="*/ 9 w 17"/>
                  <a:gd name="T33" fmla="*/ 5 h 6"/>
                  <a:gd name="T34" fmla="*/ 15 w 17"/>
                  <a:gd name="T35" fmla="*/ 4 h 6"/>
                  <a:gd name="T36" fmla="*/ 15 w 17"/>
                  <a:gd name="T37" fmla="*/ 4 h 6"/>
                  <a:gd name="T38" fmla="*/ 16 w 17"/>
                  <a:gd name="T39" fmla="*/ 4 h 6"/>
                  <a:gd name="T40" fmla="*/ 16 w 17"/>
                  <a:gd name="T41" fmla="*/ 4 h 6"/>
                  <a:gd name="T42" fmla="*/ 17 w 17"/>
                  <a:gd name="T43" fmla="*/ 3 h 6"/>
                  <a:gd name="T44" fmla="*/ 17 w 17"/>
                  <a:gd name="T45" fmla="*/ 2 h 6"/>
                  <a:gd name="T46" fmla="*/ 17 w 17"/>
                  <a:gd name="T47" fmla="*/ 1 h 6"/>
                  <a:gd name="T48" fmla="*/ 16 w 17"/>
                  <a:gd name="T4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" h="6">
                    <a:moveTo>
                      <a:pt x="16" y="1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1" y="1"/>
                      <a:pt x="9" y="1"/>
                    </a:cubicBezTo>
                    <a:cubicBezTo>
                      <a:pt x="6" y="2"/>
                      <a:pt x="4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0" y="5"/>
                      <a:pt x="0" y="5"/>
                    </a:cubicBezTo>
                    <a:cubicBezTo>
                      <a:pt x="0" y="5"/>
                      <a:pt x="1" y="5"/>
                      <a:pt x="1" y="5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5" y="6"/>
                      <a:pt x="7" y="6"/>
                      <a:pt x="9" y="5"/>
                    </a:cubicBezTo>
                    <a:cubicBezTo>
                      <a:pt x="11" y="5"/>
                      <a:pt x="13" y="5"/>
                      <a:pt x="15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"/>
                      <a:pt x="17" y="2"/>
                      <a:pt x="17" y="1"/>
                    </a:cubicBezTo>
                    <a:cubicBezTo>
                      <a:pt x="16" y="1"/>
                      <a:pt x="16" y="1"/>
                      <a:pt x="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0" name="Freeform 10610"/>
              <p:cNvSpPr>
                <a:spLocks/>
              </p:cNvSpPr>
              <p:nvPr/>
            </p:nvSpPr>
            <p:spPr bwMode="auto">
              <a:xfrm>
                <a:off x="3058" y="2203"/>
                <a:ext cx="40" cy="19"/>
              </a:xfrm>
              <a:custGeom>
                <a:avLst/>
                <a:gdLst>
                  <a:gd name="T0" fmla="*/ 16 w 17"/>
                  <a:gd name="T1" fmla="*/ 5 h 8"/>
                  <a:gd name="T2" fmla="*/ 15 w 17"/>
                  <a:gd name="T3" fmla="*/ 4 h 8"/>
                  <a:gd name="T4" fmla="*/ 15 w 17"/>
                  <a:gd name="T5" fmla="*/ 4 h 8"/>
                  <a:gd name="T6" fmla="*/ 15 w 17"/>
                  <a:gd name="T7" fmla="*/ 4 h 8"/>
                  <a:gd name="T8" fmla="*/ 9 w 17"/>
                  <a:gd name="T9" fmla="*/ 2 h 8"/>
                  <a:gd name="T10" fmla="*/ 3 w 17"/>
                  <a:gd name="T11" fmla="*/ 0 h 8"/>
                  <a:gd name="T12" fmla="*/ 3 w 17"/>
                  <a:gd name="T13" fmla="*/ 0 h 8"/>
                  <a:gd name="T14" fmla="*/ 3 w 17"/>
                  <a:gd name="T15" fmla="*/ 0 h 8"/>
                  <a:gd name="T16" fmla="*/ 2 w 17"/>
                  <a:gd name="T17" fmla="*/ 1 h 8"/>
                  <a:gd name="T18" fmla="*/ 1 w 17"/>
                  <a:gd name="T19" fmla="*/ 1 h 8"/>
                  <a:gd name="T20" fmla="*/ 0 w 17"/>
                  <a:gd name="T21" fmla="*/ 2 h 8"/>
                  <a:gd name="T22" fmla="*/ 1 w 17"/>
                  <a:gd name="T23" fmla="*/ 3 h 8"/>
                  <a:gd name="T24" fmla="*/ 1 w 17"/>
                  <a:gd name="T25" fmla="*/ 4 h 8"/>
                  <a:gd name="T26" fmla="*/ 2 w 17"/>
                  <a:gd name="T27" fmla="*/ 4 h 8"/>
                  <a:gd name="T28" fmla="*/ 2 w 17"/>
                  <a:gd name="T29" fmla="*/ 4 h 8"/>
                  <a:gd name="T30" fmla="*/ 2 w 17"/>
                  <a:gd name="T31" fmla="*/ 5 h 8"/>
                  <a:gd name="T32" fmla="*/ 8 w 17"/>
                  <a:gd name="T33" fmla="*/ 6 h 8"/>
                  <a:gd name="T34" fmla="*/ 14 w 17"/>
                  <a:gd name="T35" fmla="*/ 8 h 8"/>
                  <a:gd name="T36" fmla="*/ 14 w 17"/>
                  <a:gd name="T37" fmla="*/ 8 h 8"/>
                  <a:gd name="T38" fmla="*/ 14 w 17"/>
                  <a:gd name="T39" fmla="*/ 8 h 8"/>
                  <a:gd name="T40" fmla="*/ 15 w 17"/>
                  <a:gd name="T41" fmla="*/ 8 h 8"/>
                  <a:gd name="T42" fmla="*/ 16 w 17"/>
                  <a:gd name="T43" fmla="*/ 7 h 8"/>
                  <a:gd name="T44" fmla="*/ 17 w 17"/>
                  <a:gd name="T45" fmla="*/ 7 h 8"/>
                  <a:gd name="T46" fmla="*/ 16 w 17"/>
                  <a:gd name="T47" fmla="*/ 6 h 8"/>
                  <a:gd name="T48" fmla="*/ 16 w 17"/>
                  <a:gd name="T49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" h="8">
                    <a:moveTo>
                      <a:pt x="16" y="5"/>
                    </a:move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3" y="3"/>
                      <a:pt x="11" y="3"/>
                      <a:pt x="9" y="2"/>
                    </a:cubicBezTo>
                    <a:cubicBezTo>
                      <a:pt x="7" y="2"/>
                      <a:pt x="5" y="1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1" y="1"/>
                      <a:pt x="1" y="1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5"/>
                      <a:pt x="6" y="6"/>
                      <a:pt x="8" y="6"/>
                    </a:cubicBezTo>
                    <a:cubicBezTo>
                      <a:pt x="10" y="7"/>
                      <a:pt x="12" y="7"/>
                      <a:pt x="14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8"/>
                      <a:pt x="16" y="7"/>
                      <a:pt x="16" y="7"/>
                    </a:cubicBezTo>
                    <a:cubicBezTo>
                      <a:pt x="16" y="7"/>
                      <a:pt x="17" y="7"/>
                      <a:pt x="17" y="7"/>
                    </a:cubicBezTo>
                    <a:cubicBezTo>
                      <a:pt x="17" y="7"/>
                      <a:pt x="17" y="6"/>
                      <a:pt x="16" y="6"/>
                    </a:cubicBezTo>
                    <a:lnTo>
                      <a:pt x="16" y="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1" name="Freeform 10611"/>
              <p:cNvSpPr>
                <a:spLocks/>
              </p:cNvSpPr>
              <p:nvPr/>
            </p:nvSpPr>
            <p:spPr bwMode="auto">
              <a:xfrm>
                <a:off x="3081" y="2165"/>
                <a:ext cx="29" cy="28"/>
              </a:xfrm>
              <a:custGeom>
                <a:avLst/>
                <a:gdLst>
                  <a:gd name="T0" fmla="*/ 12 w 12"/>
                  <a:gd name="T1" fmla="*/ 11 h 12"/>
                  <a:gd name="T2" fmla="*/ 12 w 12"/>
                  <a:gd name="T3" fmla="*/ 10 h 12"/>
                  <a:gd name="T4" fmla="*/ 12 w 12"/>
                  <a:gd name="T5" fmla="*/ 9 h 12"/>
                  <a:gd name="T6" fmla="*/ 12 w 12"/>
                  <a:gd name="T7" fmla="*/ 9 h 12"/>
                  <a:gd name="T8" fmla="*/ 12 w 12"/>
                  <a:gd name="T9" fmla="*/ 9 h 12"/>
                  <a:gd name="T10" fmla="*/ 7 w 12"/>
                  <a:gd name="T11" fmla="*/ 4 h 12"/>
                  <a:gd name="T12" fmla="*/ 3 w 12"/>
                  <a:gd name="T13" fmla="*/ 0 h 12"/>
                  <a:gd name="T14" fmla="*/ 3 w 12"/>
                  <a:gd name="T15" fmla="*/ 0 h 12"/>
                  <a:gd name="T16" fmla="*/ 3 w 12"/>
                  <a:gd name="T17" fmla="*/ 0 h 12"/>
                  <a:gd name="T18" fmla="*/ 2 w 12"/>
                  <a:gd name="T19" fmla="*/ 0 h 12"/>
                  <a:gd name="T20" fmla="*/ 1 w 12"/>
                  <a:gd name="T21" fmla="*/ 0 h 12"/>
                  <a:gd name="T22" fmla="*/ 0 w 12"/>
                  <a:gd name="T23" fmla="*/ 0 h 12"/>
                  <a:gd name="T24" fmla="*/ 0 w 12"/>
                  <a:gd name="T25" fmla="*/ 1 h 12"/>
                  <a:gd name="T26" fmla="*/ 0 w 12"/>
                  <a:gd name="T27" fmla="*/ 2 h 12"/>
                  <a:gd name="T28" fmla="*/ 0 w 12"/>
                  <a:gd name="T29" fmla="*/ 3 h 12"/>
                  <a:gd name="T30" fmla="*/ 0 w 12"/>
                  <a:gd name="T31" fmla="*/ 3 h 12"/>
                  <a:gd name="T32" fmla="*/ 0 w 12"/>
                  <a:gd name="T33" fmla="*/ 3 h 12"/>
                  <a:gd name="T34" fmla="*/ 4 w 12"/>
                  <a:gd name="T35" fmla="*/ 7 h 12"/>
                  <a:gd name="T36" fmla="*/ 9 w 12"/>
                  <a:gd name="T37" fmla="*/ 12 h 12"/>
                  <a:gd name="T38" fmla="*/ 9 w 12"/>
                  <a:gd name="T39" fmla="*/ 12 h 12"/>
                  <a:gd name="T40" fmla="*/ 9 w 12"/>
                  <a:gd name="T41" fmla="*/ 12 h 12"/>
                  <a:gd name="T42" fmla="*/ 10 w 12"/>
                  <a:gd name="T43" fmla="*/ 12 h 12"/>
                  <a:gd name="T44" fmla="*/ 11 w 12"/>
                  <a:gd name="T45" fmla="*/ 12 h 12"/>
                  <a:gd name="T46" fmla="*/ 12 w 12"/>
                  <a:gd name="T47" fmla="*/ 12 h 12"/>
                  <a:gd name="T48" fmla="*/ 12 w 12"/>
                  <a:gd name="T49" fmla="*/ 1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" h="12">
                    <a:moveTo>
                      <a:pt x="12" y="11"/>
                    </a:moveTo>
                    <a:cubicBezTo>
                      <a:pt x="12" y="11"/>
                      <a:pt x="12" y="10"/>
                      <a:pt x="12" y="1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0" y="7"/>
                      <a:pt x="9" y="6"/>
                      <a:pt x="7" y="4"/>
                    </a:cubicBezTo>
                    <a:cubicBezTo>
                      <a:pt x="6" y="3"/>
                      <a:pt x="4" y="1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4"/>
                      <a:pt x="3" y="6"/>
                      <a:pt x="4" y="7"/>
                    </a:cubicBezTo>
                    <a:cubicBezTo>
                      <a:pt x="6" y="9"/>
                      <a:pt x="7" y="10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2"/>
                      <a:pt x="11" y="12"/>
                      <a:pt x="11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2"/>
                      <a:pt x="12" y="12"/>
                      <a:pt x="12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2" name="Freeform 10612"/>
              <p:cNvSpPr>
                <a:spLocks/>
              </p:cNvSpPr>
              <p:nvPr/>
            </p:nvSpPr>
            <p:spPr bwMode="auto">
              <a:xfrm>
                <a:off x="3114" y="2139"/>
                <a:ext cx="22" cy="38"/>
              </a:xfrm>
              <a:custGeom>
                <a:avLst/>
                <a:gdLst>
                  <a:gd name="T0" fmla="*/ 0 w 9"/>
                  <a:gd name="T1" fmla="*/ 4 h 16"/>
                  <a:gd name="T2" fmla="*/ 2 w 9"/>
                  <a:gd name="T3" fmla="*/ 9 h 16"/>
                  <a:gd name="T4" fmla="*/ 5 w 9"/>
                  <a:gd name="T5" fmla="*/ 15 h 16"/>
                  <a:gd name="T6" fmla="*/ 5 w 9"/>
                  <a:gd name="T7" fmla="*/ 15 h 16"/>
                  <a:gd name="T8" fmla="*/ 5 w 9"/>
                  <a:gd name="T9" fmla="*/ 15 h 16"/>
                  <a:gd name="T10" fmla="*/ 6 w 9"/>
                  <a:gd name="T11" fmla="*/ 16 h 16"/>
                  <a:gd name="T12" fmla="*/ 7 w 9"/>
                  <a:gd name="T13" fmla="*/ 16 h 16"/>
                  <a:gd name="T14" fmla="*/ 8 w 9"/>
                  <a:gd name="T15" fmla="*/ 16 h 16"/>
                  <a:gd name="T16" fmla="*/ 8 w 9"/>
                  <a:gd name="T17" fmla="*/ 15 h 16"/>
                  <a:gd name="T18" fmla="*/ 9 w 9"/>
                  <a:gd name="T19" fmla="*/ 14 h 16"/>
                  <a:gd name="T20" fmla="*/ 9 w 9"/>
                  <a:gd name="T21" fmla="*/ 14 h 16"/>
                  <a:gd name="T22" fmla="*/ 9 w 9"/>
                  <a:gd name="T23" fmla="*/ 13 h 16"/>
                  <a:gd name="T24" fmla="*/ 9 w 9"/>
                  <a:gd name="T25" fmla="*/ 13 h 16"/>
                  <a:gd name="T26" fmla="*/ 6 w 9"/>
                  <a:gd name="T27" fmla="*/ 8 h 16"/>
                  <a:gd name="T28" fmla="*/ 4 w 9"/>
                  <a:gd name="T29" fmla="*/ 2 h 16"/>
                  <a:gd name="T30" fmla="*/ 4 w 9"/>
                  <a:gd name="T31" fmla="*/ 2 h 16"/>
                  <a:gd name="T32" fmla="*/ 4 w 9"/>
                  <a:gd name="T33" fmla="*/ 2 h 16"/>
                  <a:gd name="T34" fmla="*/ 3 w 9"/>
                  <a:gd name="T35" fmla="*/ 1 h 16"/>
                  <a:gd name="T36" fmla="*/ 2 w 9"/>
                  <a:gd name="T37" fmla="*/ 1 h 16"/>
                  <a:gd name="T38" fmla="*/ 1 w 9"/>
                  <a:gd name="T39" fmla="*/ 0 h 16"/>
                  <a:gd name="T40" fmla="*/ 1 w 9"/>
                  <a:gd name="T41" fmla="*/ 1 h 16"/>
                  <a:gd name="T42" fmla="*/ 0 w 9"/>
                  <a:gd name="T43" fmla="*/ 3 h 16"/>
                  <a:gd name="T44" fmla="*/ 0 w 9"/>
                  <a:gd name="T45" fmla="*/ 3 h 16"/>
                  <a:gd name="T46" fmla="*/ 0 w 9"/>
                  <a:gd name="T47" fmla="*/ 3 h 16"/>
                  <a:gd name="T48" fmla="*/ 0 w 9"/>
                  <a:gd name="T49" fmla="*/ 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" h="16">
                    <a:moveTo>
                      <a:pt x="0" y="4"/>
                    </a:moveTo>
                    <a:cubicBezTo>
                      <a:pt x="1" y="5"/>
                      <a:pt x="2" y="7"/>
                      <a:pt x="2" y="9"/>
                    </a:cubicBezTo>
                    <a:cubicBezTo>
                      <a:pt x="3" y="11"/>
                      <a:pt x="4" y="13"/>
                      <a:pt x="5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6" y="16"/>
                      <a:pt x="7" y="16"/>
                    </a:cubicBezTo>
                    <a:cubicBezTo>
                      <a:pt x="7" y="16"/>
                      <a:pt x="8" y="16"/>
                      <a:pt x="8" y="16"/>
                    </a:cubicBezTo>
                    <a:cubicBezTo>
                      <a:pt x="8" y="16"/>
                      <a:pt x="8" y="16"/>
                      <a:pt x="8" y="15"/>
                    </a:cubicBezTo>
                    <a:cubicBezTo>
                      <a:pt x="8" y="15"/>
                      <a:pt x="9" y="15"/>
                      <a:pt x="9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2"/>
                      <a:pt x="7" y="10"/>
                      <a:pt x="6" y="8"/>
                    </a:cubicBezTo>
                    <a:cubicBezTo>
                      <a:pt x="5" y="6"/>
                      <a:pt x="5" y="4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2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3" name="Freeform 10613"/>
              <p:cNvSpPr>
                <a:spLocks/>
              </p:cNvSpPr>
              <p:nvPr/>
            </p:nvSpPr>
            <p:spPr bwMode="auto">
              <a:xfrm>
                <a:off x="3157" y="2129"/>
                <a:ext cx="12" cy="43"/>
              </a:xfrm>
              <a:custGeom>
                <a:avLst/>
                <a:gdLst>
                  <a:gd name="T0" fmla="*/ 0 w 5"/>
                  <a:gd name="T1" fmla="*/ 3 h 18"/>
                  <a:gd name="T2" fmla="*/ 1 w 5"/>
                  <a:gd name="T3" fmla="*/ 9 h 18"/>
                  <a:gd name="T4" fmla="*/ 1 w 5"/>
                  <a:gd name="T5" fmla="*/ 15 h 18"/>
                  <a:gd name="T6" fmla="*/ 1 w 5"/>
                  <a:gd name="T7" fmla="*/ 15 h 18"/>
                  <a:gd name="T8" fmla="*/ 1 w 5"/>
                  <a:gd name="T9" fmla="*/ 16 h 18"/>
                  <a:gd name="T10" fmla="*/ 1 w 5"/>
                  <a:gd name="T11" fmla="*/ 16 h 18"/>
                  <a:gd name="T12" fmla="*/ 2 w 5"/>
                  <a:gd name="T13" fmla="*/ 17 h 18"/>
                  <a:gd name="T14" fmla="*/ 3 w 5"/>
                  <a:gd name="T15" fmla="*/ 18 h 18"/>
                  <a:gd name="T16" fmla="*/ 4 w 5"/>
                  <a:gd name="T17" fmla="*/ 17 h 18"/>
                  <a:gd name="T18" fmla="*/ 5 w 5"/>
                  <a:gd name="T19" fmla="*/ 16 h 18"/>
                  <a:gd name="T20" fmla="*/ 5 w 5"/>
                  <a:gd name="T21" fmla="*/ 16 h 18"/>
                  <a:gd name="T22" fmla="*/ 5 w 5"/>
                  <a:gd name="T23" fmla="*/ 15 h 18"/>
                  <a:gd name="T24" fmla="*/ 5 w 5"/>
                  <a:gd name="T25" fmla="*/ 15 h 18"/>
                  <a:gd name="T26" fmla="*/ 5 w 5"/>
                  <a:gd name="T27" fmla="*/ 9 h 18"/>
                  <a:gd name="T28" fmla="*/ 5 w 5"/>
                  <a:gd name="T29" fmla="*/ 3 h 18"/>
                  <a:gd name="T30" fmla="*/ 5 w 5"/>
                  <a:gd name="T31" fmla="*/ 3 h 18"/>
                  <a:gd name="T32" fmla="*/ 5 w 5"/>
                  <a:gd name="T33" fmla="*/ 2 h 18"/>
                  <a:gd name="T34" fmla="*/ 4 w 5"/>
                  <a:gd name="T35" fmla="*/ 2 h 18"/>
                  <a:gd name="T36" fmla="*/ 3 w 5"/>
                  <a:gd name="T37" fmla="*/ 1 h 18"/>
                  <a:gd name="T38" fmla="*/ 2 w 5"/>
                  <a:gd name="T39" fmla="*/ 0 h 18"/>
                  <a:gd name="T40" fmla="*/ 2 w 5"/>
                  <a:gd name="T41" fmla="*/ 1 h 18"/>
                  <a:gd name="T42" fmla="*/ 1 w 5"/>
                  <a:gd name="T43" fmla="*/ 2 h 18"/>
                  <a:gd name="T44" fmla="*/ 0 w 5"/>
                  <a:gd name="T45" fmla="*/ 3 h 18"/>
                  <a:gd name="T46" fmla="*/ 0 w 5"/>
                  <a:gd name="T47" fmla="*/ 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" h="18">
                    <a:moveTo>
                      <a:pt x="0" y="3"/>
                    </a:moveTo>
                    <a:cubicBezTo>
                      <a:pt x="0" y="5"/>
                      <a:pt x="0" y="7"/>
                      <a:pt x="1" y="9"/>
                    </a:cubicBezTo>
                    <a:cubicBezTo>
                      <a:pt x="1" y="11"/>
                      <a:pt x="1" y="13"/>
                      <a:pt x="1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3" y="17"/>
                      <a:pt x="3" y="18"/>
                      <a:pt x="3" y="18"/>
                    </a:cubicBezTo>
                    <a:cubicBezTo>
                      <a:pt x="3" y="18"/>
                      <a:pt x="3" y="17"/>
                      <a:pt x="4" y="17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3"/>
                      <a:pt x="5" y="11"/>
                      <a:pt x="5" y="9"/>
                    </a:cubicBezTo>
                    <a:cubicBezTo>
                      <a:pt x="5" y="7"/>
                      <a:pt x="5" y="5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4" name="Freeform 10614"/>
              <p:cNvSpPr>
                <a:spLocks/>
              </p:cNvSpPr>
              <p:nvPr/>
            </p:nvSpPr>
            <p:spPr bwMode="auto">
              <a:xfrm>
                <a:off x="3228" y="2243"/>
                <a:ext cx="41" cy="14"/>
              </a:xfrm>
              <a:custGeom>
                <a:avLst/>
                <a:gdLst>
                  <a:gd name="T0" fmla="*/ 17 w 17"/>
                  <a:gd name="T1" fmla="*/ 4 h 6"/>
                  <a:gd name="T2" fmla="*/ 16 w 17"/>
                  <a:gd name="T3" fmla="*/ 3 h 6"/>
                  <a:gd name="T4" fmla="*/ 15 w 17"/>
                  <a:gd name="T5" fmla="*/ 2 h 6"/>
                  <a:gd name="T6" fmla="*/ 15 w 17"/>
                  <a:gd name="T7" fmla="*/ 2 h 6"/>
                  <a:gd name="T8" fmla="*/ 15 w 17"/>
                  <a:gd name="T9" fmla="*/ 2 h 6"/>
                  <a:gd name="T10" fmla="*/ 9 w 17"/>
                  <a:gd name="T11" fmla="*/ 1 h 6"/>
                  <a:gd name="T12" fmla="*/ 3 w 17"/>
                  <a:gd name="T13" fmla="*/ 0 h 6"/>
                  <a:gd name="T14" fmla="*/ 3 w 17"/>
                  <a:gd name="T15" fmla="*/ 0 h 6"/>
                  <a:gd name="T16" fmla="*/ 2 w 17"/>
                  <a:gd name="T17" fmla="*/ 0 h 6"/>
                  <a:gd name="T18" fmla="*/ 2 w 17"/>
                  <a:gd name="T19" fmla="*/ 1 h 6"/>
                  <a:gd name="T20" fmla="*/ 1 w 17"/>
                  <a:gd name="T21" fmla="*/ 1 h 6"/>
                  <a:gd name="T22" fmla="*/ 0 w 17"/>
                  <a:gd name="T23" fmla="*/ 2 h 6"/>
                  <a:gd name="T24" fmla="*/ 1 w 17"/>
                  <a:gd name="T25" fmla="*/ 3 h 6"/>
                  <a:gd name="T26" fmla="*/ 1 w 17"/>
                  <a:gd name="T27" fmla="*/ 4 h 6"/>
                  <a:gd name="T28" fmla="*/ 2 w 17"/>
                  <a:gd name="T29" fmla="*/ 4 h 6"/>
                  <a:gd name="T30" fmla="*/ 2 w 17"/>
                  <a:gd name="T31" fmla="*/ 4 h 6"/>
                  <a:gd name="T32" fmla="*/ 2 w 17"/>
                  <a:gd name="T33" fmla="*/ 4 h 6"/>
                  <a:gd name="T34" fmla="*/ 8 w 17"/>
                  <a:gd name="T35" fmla="*/ 5 h 6"/>
                  <a:gd name="T36" fmla="*/ 14 w 17"/>
                  <a:gd name="T37" fmla="*/ 6 h 6"/>
                  <a:gd name="T38" fmla="*/ 14 w 17"/>
                  <a:gd name="T39" fmla="*/ 6 h 6"/>
                  <a:gd name="T40" fmla="*/ 15 w 17"/>
                  <a:gd name="T41" fmla="*/ 6 h 6"/>
                  <a:gd name="T42" fmla="*/ 15 w 17"/>
                  <a:gd name="T43" fmla="*/ 6 h 6"/>
                  <a:gd name="T44" fmla="*/ 16 w 17"/>
                  <a:gd name="T45" fmla="*/ 5 h 6"/>
                  <a:gd name="T46" fmla="*/ 17 w 17"/>
                  <a:gd name="T47" fmla="*/ 5 h 6"/>
                  <a:gd name="T48" fmla="*/ 17 w 17"/>
                  <a:gd name="T49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" h="6">
                    <a:moveTo>
                      <a:pt x="17" y="4"/>
                    </a:moveTo>
                    <a:cubicBezTo>
                      <a:pt x="16" y="3"/>
                      <a:pt x="16" y="3"/>
                      <a:pt x="16" y="3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3" y="2"/>
                      <a:pt x="11" y="2"/>
                      <a:pt x="9" y="1"/>
                    </a:cubicBezTo>
                    <a:cubicBezTo>
                      <a:pt x="7" y="1"/>
                      <a:pt x="5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4" y="5"/>
                      <a:pt x="6" y="5"/>
                      <a:pt x="8" y="5"/>
                    </a:cubicBezTo>
                    <a:cubicBezTo>
                      <a:pt x="10" y="6"/>
                      <a:pt x="12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6" y="6"/>
                      <a:pt x="16" y="6"/>
                      <a:pt x="16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7" y="5"/>
                      <a:pt x="17" y="4"/>
                      <a:pt x="17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5" name="Freeform 10615"/>
              <p:cNvSpPr>
                <a:spLocks/>
              </p:cNvSpPr>
              <p:nvPr/>
            </p:nvSpPr>
            <p:spPr bwMode="auto">
              <a:xfrm>
                <a:off x="3228" y="2203"/>
                <a:ext cx="38" cy="19"/>
              </a:xfrm>
              <a:custGeom>
                <a:avLst/>
                <a:gdLst>
                  <a:gd name="T0" fmla="*/ 2 w 16"/>
                  <a:gd name="T1" fmla="*/ 8 h 8"/>
                  <a:gd name="T2" fmla="*/ 2 w 16"/>
                  <a:gd name="T3" fmla="*/ 8 h 8"/>
                  <a:gd name="T4" fmla="*/ 3 w 16"/>
                  <a:gd name="T5" fmla="*/ 8 h 8"/>
                  <a:gd name="T6" fmla="*/ 3 w 16"/>
                  <a:gd name="T7" fmla="*/ 8 h 8"/>
                  <a:gd name="T8" fmla="*/ 9 w 16"/>
                  <a:gd name="T9" fmla="*/ 6 h 8"/>
                  <a:gd name="T10" fmla="*/ 14 w 16"/>
                  <a:gd name="T11" fmla="*/ 5 h 8"/>
                  <a:gd name="T12" fmla="*/ 15 w 16"/>
                  <a:gd name="T13" fmla="*/ 4 h 8"/>
                  <a:gd name="T14" fmla="*/ 15 w 16"/>
                  <a:gd name="T15" fmla="*/ 4 h 8"/>
                  <a:gd name="T16" fmla="*/ 15 w 16"/>
                  <a:gd name="T17" fmla="*/ 4 h 8"/>
                  <a:gd name="T18" fmla="*/ 16 w 16"/>
                  <a:gd name="T19" fmla="*/ 3 h 8"/>
                  <a:gd name="T20" fmla="*/ 16 w 16"/>
                  <a:gd name="T21" fmla="*/ 2 h 8"/>
                  <a:gd name="T22" fmla="*/ 15 w 16"/>
                  <a:gd name="T23" fmla="*/ 1 h 8"/>
                  <a:gd name="T24" fmla="*/ 14 w 16"/>
                  <a:gd name="T25" fmla="*/ 1 h 8"/>
                  <a:gd name="T26" fmla="*/ 14 w 16"/>
                  <a:gd name="T27" fmla="*/ 0 h 8"/>
                  <a:gd name="T28" fmla="*/ 13 w 16"/>
                  <a:gd name="T29" fmla="*/ 0 h 8"/>
                  <a:gd name="T30" fmla="*/ 13 w 16"/>
                  <a:gd name="T31" fmla="*/ 0 h 8"/>
                  <a:gd name="T32" fmla="*/ 7 w 16"/>
                  <a:gd name="T33" fmla="*/ 2 h 8"/>
                  <a:gd name="T34" fmla="*/ 2 w 16"/>
                  <a:gd name="T35" fmla="*/ 4 h 8"/>
                  <a:gd name="T36" fmla="*/ 1 w 16"/>
                  <a:gd name="T37" fmla="*/ 4 h 8"/>
                  <a:gd name="T38" fmla="*/ 1 w 16"/>
                  <a:gd name="T39" fmla="*/ 4 h 8"/>
                  <a:gd name="T40" fmla="*/ 1 w 16"/>
                  <a:gd name="T41" fmla="*/ 5 h 8"/>
                  <a:gd name="T42" fmla="*/ 0 w 16"/>
                  <a:gd name="T43" fmla="*/ 6 h 8"/>
                  <a:gd name="T44" fmla="*/ 0 w 16"/>
                  <a:gd name="T45" fmla="*/ 7 h 8"/>
                  <a:gd name="T46" fmla="*/ 1 w 16"/>
                  <a:gd name="T47" fmla="*/ 7 h 8"/>
                  <a:gd name="T48" fmla="*/ 2 w 16"/>
                  <a:gd name="T4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" h="8">
                    <a:moveTo>
                      <a:pt x="2" y="8"/>
                    </a:moveTo>
                    <a:cubicBezTo>
                      <a:pt x="2" y="8"/>
                      <a:pt x="2" y="8"/>
                      <a:pt x="2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4" y="7"/>
                      <a:pt x="6" y="7"/>
                      <a:pt x="9" y="6"/>
                    </a:cubicBezTo>
                    <a:cubicBezTo>
                      <a:pt x="11" y="6"/>
                      <a:pt x="13" y="5"/>
                      <a:pt x="14" y="5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2"/>
                      <a:pt x="16" y="2"/>
                      <a:pt x="15" y="1"/>
                    </a:cubicBezTo>
                    <a:cubicBezTo>
                      <a:pt x="15" y="1"/>
                      <a:pt x="15" y="1"/>
                      <a:pt x="14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1"/>
                      <a:pt x="9" y="2"/>
                      <a:pt x="7" y="2"/>
                    </a:cubicBezTo>
                    <a:cubicBezTo>
                      <a:pt x="5" y="3"/>
                      <a:pt x="3" y="3"/>
                      <a:pt x="2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7"/>
                      <a:pt x="0" y="7"/>
                    </a:cubicBezTo>
                    <a:cubicBezTo>
                      <a:pt x="0" y="7"/>
                      <a:pt x="0" y="7"/>
                      <a:pt x="1" y="7"/>
                    </a:cubicBezTo>
                    <a:cubicBezTo>
                      <a:pt x="1" y="7"/>
                      <a:pt x="1" y="8"/>
                      <a:pt x="2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6" name="Freeform 10616"/>
              <p:cNvSpPr>
                <a:spLocks/>
              </p:cNvSpPr>
              <p:nvPr/>
            </p:nvSpPr>
            <p:spPr bwMode="auto">
              <a:xfrm>
                <a:off x="3214" y="2165"/>
                <a:ext cx="31" cy="28"/>
              </a:xfrm>
              <a:custGeom>
                <a:avLst/>
                <a:gdLst>
                  <a:gd name="T0" fmla="*/ 12 w 13"/>
                  <a:gd name="T1" fmla="*/ 3 h 12"/>
                  <a:gd name="T2" fmla="*/ 13 w 13"/>
                  <a:gd name="T3" fmla="*/ 3 h 12"/>
                  <a:gd name="T4" fmla="*/ 13 w 13"/>
                  <a:gd name="T5" fmla="*/ 3 h 12"/>
                  <a:gd name="T6" fmla="*/ 13 w 13"/>
                  <a:gd name="T7" fmla="*/ 2 h 12"/>
                  <a:gd name="T8" fmla="*/ 13 w 13"/>
                  <a:gd name="T9" fmla="*/ 1 h 12"/>
                  <a:gd name="T10" fmla="*/ 13 w 13"/>
                  <a:gd name="T11" fmla="*/ 0 h 12"/>
                  <a:gd name="T12" fmla="*/ 12 w 13"/>
                  <a:gd name="T13" fmla="*/ 0 h 12"/>
                  <a:gd name="T14" fmla="*/ 10 w 13"/>
                  <a:gd name="T15" fmla="*/ 0 h 12"/>
                  <a:gd name="T16" fmla="*/ 10 w 13"/>
                  <a:gd name="T17" fmla="*/ 0 h 12"/>
                  <a:gd name="T18" fmla="*/ 10 w 13"/>
                  <a:gd name="T19" fmla="*/ 0 h 12"/>
                  <a:gd name="T20" fmla="*/ 9 w 13"/>
                  <a:gd name="T21" fmla="*/ 0 h 12"/>
                  <a:gd name="T22" fmla="*/ 5 w 13"/>
                  <a:gd name="T23" fmla="*/ 4 h 12"/>
                  <a:gd name="T24" fmla="*/ 1 w 13"/>
                  <a:gd name="T25" fmla="*/ 9 h 12"/>
                  <a:gd name="T26" fmla="*/ 1 w 13"/>
                  <a:gd name="T27" fmla="*/ 9 h 12"/>
                  <a:gd name="T28" fmla="*/ 0 w 13"/>
                  <a:gd name="T29" fmla="*/ 9 h 12"/>
                  <a:gd name="T30" fmla="*/ 0 w 13"/>
                  <a:gd name="T31" fmla="*/ 10 h 12"/>
                  <a:gd name="T32" fmla="*/ 0 w 13"/>
                  <a:gd name="T33" fmla="*/ 11 h 12"/>
                  <a:gd name="T34" fmla="*/ 0 w 13"/>
                  <a:gd name="T35" fmla="*/ 12 h 12"/>
                  <a:gd name="T36" fmla="*/ 2 w 13"/>
                  <a:gd name="T37" fmla="*/ 12 h 12"/>
                  <a:gd name="T38" fmla="*/ 3 w 13"/>
                  <a:gd name="T39" fmla="*/ 12 h 12"/>
                  <a:gd name="T40" fmla="*/ 3 w 13"/>
                  <a:gd name="T41" fmla="*/ 12 h 12"/>
                  <a:gd name="T42" fmla="*/ 4 w 13"/>
                  <a:gd name="T43" fmla="*/ 12 h 12"/>
                  <a:gd name="T44" fmla="*/ 4 w 13"/>
                  <a:gd name="T45" fmla="*/ 12 h 12"/>
                  <a:gd name="T46" fmla="*/ 8 w 13"/>
                  <a:gd name="T47" fmla="*/ 7 h 12"/>
                  <a:gd name="T48" fmla="*/ 12 w 13"/>
                  <a:gd name="T49" fmla="*/ 3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" h="12">
                    <a:moveTo>
                      <a:pt x="12" y="3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3" y="1"/>
                      <a:pt x="13" y="1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2" y="0"/>
                      <a:pt x="12" y="0"/>
                    </a:cubicBezTo>
                    <a:cubicBezTo>
                      <a:pt x="11" y="0"/>
                      <a:pt x="11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8" y="1"/>
                      <a:pt x="7" y="3"/>
                      <a:pt x="5" y="4"/>
                    </a:cubicBezTo>
                    <a:cubicBezTo>
                      <a:pt x="4" y="6"/>
                      <a:pt x="2" y="7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1"/>
                      <a:pt x="0" y="11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1" y="12"/>
                      <a:pt x="2" y="12"/>
                    </a:cubicBezTo>
                    <a:cubicBezTo>
                      <a:pt x="2" y="12"/>
                      <a:pt x="2" y="12"/>
                      <a:pt x="3" y="12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5" y="10"/>
                      <a:pt x="7" y="9"/>
                      <a:pt x="8" y="7"/>
                    </a:cubicBezTo>
                    <a:cubicBezTo>
                      <a:pt x="10" y="6"/>
                      <a:pt x="11" y="4"/>
                      <a:pt x="12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7" name="Freeform 10617"/>
              <p:cNvSpPr>
                <a:spLocks/>
              </p:cNvSpPr>
              <p:nvPr/>
            </p:nvSpPr>
            <p:spPr bwMode="auto">
              <a:xfrm>
                <a:off x="3190" y="2139"/>
                <a:ext cx="22" cy="38"/>
              </a:xfrm>
              <a:custGeom>
                <a:avLst/>
                <a:gdLst>
                  <a:gd name="T0" fmla="*/ 0 w 9"/>
                  <a:gd name="T1" fmla="*/ 14 h 16"/>
                  <a:gd name="T2" fmla="*/ 0 w 9"/>
                  <a:gd name="T3" fmla="*/ 15 h 16"/>
                  <a:gd name="T4" fmla="*/ 1 w 9"/>
                  <a:gd name="T5" fmla="*/ 16 h 16"/>
                  <a:gd name="T6" fmla="*/ 2 w 9"/>
                  <a:gd name="T7" fmla="*/ 16 h 16"/>
                  <a:gd name="T8" fmla="*/ 3 w 9"/>
                  <a:gd name="T9" fmla="*/ 16 h 16"/>
                  <a:gd name="T10" fmla="*/ 3 w 9"/>
                  <a:gd name="T11" fmla="*/ 15 h 16"/>
                  <a:gd name="T12" fmla="*/ 4 w 9"/>
                  <a:gd name="T13" fmla="*/ 15 h 16"/>
                  <a:gd name="T14" fmla="*/ 4 w 9"/>
                  <a:gd name="T15" fmla="*/ 15 h 16"/>
                  <a:gd name="T16" fmla="*/ 6 w 9"/>
                  <a:gd name="T17" fmla="*/ 9 h 16"/>
                  <a:gd name="T18" fmla="*/ 8 w 9"/>
                  <a:gd name="T19" fmla="*/ 4 h 16"/>
                  <a:gd name="T20" fmla="*/ 9 w 9"/>
                  <a:gd name="T21" fmla="*/ 3 h 16"/>
                  <a:gd name="T22" fmla="*/ 9 w 9"/>
                  <a:gd name="T23" fmla="*/ 3 h 16"/>
                  <a:gd name="T24" fmla="*/ 8 w 9"/>
                  <a:gd name="T25" fmla="*/ 3 h 16"/>
                  <a:gd name="T26" fmla="*/ 8 w 9"/>
                  <a:gd name="T27" fmla="*/ 1 h 16"/>
                  <a:gd name="T28" fmla="*/ 7 w 9"/>
                  <a:gd name="T29" fmla="*/ 0 h 16"/>
                  <a:gd name="T30" fmla="*/ 6 w 9"/>
                  <a:gd name="T31" fmla="*/ 1 h 16"/>
                  <a:gd name="T32" fmla="*/ 5 w 9"/>
                  <a:gd name="T33" fmla="*/ 1 h 16"/>
                  <a:gd name="T34" fmla="*/ 5 w 9"/>
                  <a:gd name="T35" fmla="*/ 2 h 16"/>
                  <a:gd name="T36" fmla="*/ 5 w 9"/>
                  <a:gd name="T37" fmla="*/ 2 h 16"/>
                  <a:gd name="T38" fmla="*/ 4 w 9"/>
                  <a:gd name="T39" fmla="*/ 2 h 16"/>
                  <a:gd name="T40" fmla="*/ 2 w 9"/>
                  <a:gd name="T41" fmla="*/ 8 h 16"/>
                  <a:gd name="T42" fmla="*/ 0 w 9"/>
                  <a:gd name="T43" fmla="*/ 13 h 16"/>
                  <a:gd name="T44" fmla="*/ 0 w 9"/>
                  <a:gd name="T45" fmla="*/ 13 h 16"/>
                  <a:gd name="T46" fmla="*/ 0 w 9"/>
                  <a:gd name="T47" fmla="*/ 1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" h="16">
                    <a:moveTo>
                      <a:pt x="0" y="14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1" y="16"/>
                      <a:pt x="1" y="16"/>
                      <a:pt x="2" y="16"/>
                    </a:cubicBezTo>
                    <a:cubicBezTo>
                      <a:pt x="2" y="16"/>
                      <a:pt x="2" y="16"/>
                      <a:pt x="3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3"/>
                      <a:pt x="5" y="11"/>
                      <a:pt x="6" y="9"/>
                    </a:cubicBezTo>
                    <a:cubicBezTo>
                      <a:pt x="7" y="7"/>
                      <a:pt x="8" y="5"/>
                      <a:pt x="8" y="4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2"/>
                      <a:pt x="8" y="2"/>
                      <a:pt x="8" y="1"/>
                    </a:cubicBezTo>
                    <a:cubicBezTo>
                      <a:pt x="8" y="1"/>
                      <a:pt x="7" y="0"/>
                      <a:pt x="7" y="0"/>
                    </a:cubicBezTo>
                    <a:cubicBezTo>
                      <a:pt x="7" y="0"/>
                      <a:pt x="7" y="1"/>
                      <a:pt x="6" y="1"/>
                    </a:cubicBezTo>
                    <a:cubicBezTo>
                      <a:pt x="6" y="1"/>
                      <a:pt x="6" y="1"/>
                      <a:pt x="5" y="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4"/>
                      <a:pt x="3" y="6"/>
                      <a:pt x="2" y="8"/>
                    </a:cubicBezTo>
                    <a:cubicBezTo>
                      <a:pt x="1" y="10"/>
                      <a:pt x="0" y="12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8" name="Freeform 10618"/>
              <p:cNvSpPr>
                <a:spLocks noEditPoints="1"/>
              </p:cNvSpPr>
              <p:nvPr/>
            </p:nvSpPr>
            <p:spPr bwMode="auto">
              <a:xfrm>
                <a:off x="4134" y="2198"/>
                <a:ext cx="190" cy="190"/>
              </a:xfrm>
              <a:custGeom>
                <a:avLst/>
                <a:gdLst>
                  <a:gd name="T0" fmla="*/ 20 w 80"/>
                  <a:gd name="T1" fmla="*/ 14 h 80"/>
                  <a:gd name="T2" fmla="*/ 20 w 80"/>
                  <a:gd name="T3" fmla="*/ 18 h 80"/>
                  <a:gd name="T4" fmla="*/ 30 w 80"/>
                  <a:gd name="T5" fmla="*/ 28 h 80"/>
                  <a:gd name="T6" fmla="*/ 32 w 80"/>
                  <a:gd name="T7" fmla="*/ 34 h 80"/>
                  <a:gd name="T8" fmla="*/ 27 w 80"/>
                  <a:gd name="T9" fmla="*/ 32 h 80"/>
                  <a:gd name="T10" fmla="*/ 17 w 80"/>
                  <a:gd name="T11" fmla="*/ 22 h 80"/>
                  <a:gd name="T12" fmla="*/ 6 w 80"/>
                  <a:gd name="T13" fmla="*/ 24 h 80"/>
                  <a:gd name="T14" fmla="*/ 0 w 80"/>
                  <a:gd name="T15" fmla="*/ 33 h 80"/>
                  <a:gd name="T16" fmla="*/ 0 w 80"/>
                  <a:gd name="T17" fmla="*/ 36 h 80"/>
                  <a:gd name="T18" fmla="*/ 11 w 80"/>
                  <a:gd name="T19" fmla="*/ 49 h 80"/>
                  <a:gd name="T20" fmla="*/ 22 w 80"/>
                  <a:gd name="T21" fmla="*/ 48 h 80"/>
                  <a:gd name="T22" fmla="*/ 25 w 80"/>
                  <a:gd name="T23" fmla="*/ 45 h 80"/>
                  <a:gd name="T24" fmla="*/ 36 w 80"/>
                  <a:gd name="T25" fmla="*/ 46 h 80"/>
                  <a:gd name="T26" fmla="*/ 48 w 80"/>
                  <a:gd name="T27" fmla="*/ 80 h 80"/>
                  <a:gd name="T28" fmla="*/ 51 w 80"/>
                  <a:gd name="T29" fmla="*/ 79 h 80"/>
                  <a:gd name="T30" fmla="*/ 46 w 80"/>
                  <a:gd name="T31" fmla="*/ 47 h 80"/>
                  <a:gd name="T32" fmla="*/ 79 w 80"/>
                  <a:gd name="T33" fmla="*/ 52 h 80"/>
                  <a:gd name="T34" fmla="*/ 80 w 80"/>
                  <a:gd name="T35" fmla="*/ 48 h 80"/>
                  <a:gd name="T36" fmla="*/ 45 w 80"/>
                  <a:gd name="T37" fmla="*/ 37 h 80"/>
                  <a:gd name="T38" fmla="*/ 43 w 80"/>
                  <a:gd name="T39" fmla="*/ 25 h 80"/>
                  <a:gd name="T40" fmla="*/ 47 w 80"/>
                  <a:gd name="T41" fmla="*/ 15 h 80"/>
                  <a:gd name="T42" fmla="*/ 47 w 80"/>
                  <a:gd name="T43" fmla="*/ 11 h 80"/>
                  <a:gd name="T44" fmla="*/ 41 w 80"/>
                  <a:gd name="T45" fmla="*/ 3 h 80"/>
                  <a:gd name="T46" fmla="*/ 30 w 80"/>
                  <a:gd name="T47" fmla="*/ 1 h 80"/>
                  <a:gd name="T48" fmla="*/ 20 w 80"/>
                  <a:gd name="T49" fmla="*/ 14 h 80"/>
                  <a:gd name="T50" fmla="*/ 12 w 80"/>
                  <a:gd name="T51" fmla="*/ 44 h 80"/>
                  <a:gd name="T52" fmla="*/ 6 w 80"/>
                  <a:gd name="T53" fmla="*/ 36 h 80"/>
                  <a:gd name="T54" fmla="*/ 6 w 80"/>
                  <a:gd name="T55" fmla="*/ 34 h 80"/>
                  <a:gd name="T56" fmla="*/ 10 w 80"/>
                  <a:gd name="T57" fmla="*/ 29 h 80"/>
                  <a:gd name="T58" fmla="*/ 16 w 80"/>
                  <a:gd name="T59" fmla="*/ 28 h 80"/>
                  <a:gd name="T60" fmla="*/ 22 w 80"/>
                  <a:gd name="T61" fmla="*/ 36 h 80"/>
                  <a:gd name="T62" fmla="*/ 22 w 80"/>
                  <a:gd name="T63" fmla="*/ 38 h 80"/>
                  <a:gd name="T64" fmla="*/ 18 w 80"/>
                  <a:gd name="T65" fmla="*/ 43 h 80"/>
                  <a:gd name="T66" fmla="*/ 12 w 80"/>
                  <a:gd name="T67" fmla="*/ 44 h 80"/>
                  <a:gd name="T68" fmla="*/ 44 w 80"/>
                  <a:gd name="T69" fmla="*/ 38 h 80"/>
                  <a:gd name="T70" fmla="*/ 45 w 80"/>
                  <a:gd name="T71" fmla="*/ 39 h 80"/>
                  <a:gd name="T72" fmla="*/ 46 w 80"/>
                  <a:gd name="T73" fmla="*/ 44 h 80"/>
                  <a:gd name="T74" fmla="*/ 45 w 80"/>
                  <a:gd name="T75" fmla="*/ 45 h 80"/>
                  <a:gd name="T76" fmla="*/ 43 w 80"/>
                  <a:gd name="T77" fmla="*/ 47 h 80"/>
                  <a:gd name="T78" fmla="*/ 37 w 80"/>
                  <a:gd name="T79" fmla="*/ 46 h 80"/>
                  <a:gd name="T80" fmla="*/ 37 w 80"/>
                  <a:gd name="T81" fmla="*/ 46 h 80"/>
                  <a:gd name="T82" fmla="*/ 36 w 80"/>
                  <a:gd name="T83" fmla="*/ 45 h 80"/>
                  <a:gd name="T84" fmla="*/ 35 w 80"/>
                  <a:gd name="T85" fmla="*/ 42 h 80"/>
                  <a:gd name="T86" fmla="*/ 36 w 80"/>
                  <a:gd name="T87" fmla="*/ 39 h 80"/>
                  <a:gd name="T88" fmla="*/ 44 w 80"/>
                  <a:gd name="T89" fmla="*/ 38 h 80"/>
                  <a:gd name="T90" fmla="*/ 38 w 80"/>
                  <a:gd name="T91" fmla="*/ 8 h 80"/>
                  <a:gd name="T92" fmla="*/ 41 w 80"/>
                  <a:gd name="T93" fmla="*/ 13 h 80"/>
                  <a:gd name="T94" fmla="*/ 41 w 80"/>
                  <a:gd name="T95" fmla="*/ 15 h 80"/>
                  <a:gd name="T96" fmla="*/ 35 w 80"/>
                  <a:gd name="T97" fmla="*/ 22 h 80"/>
                  <a:gd name="T98" fmla="*/ 26 w 80"/>
                  <a:gd name="T99" fmla="*/ 16 h 80"/>
                  <a:gd name="T100" fmla="*/ 26 w 80"/>
                  <a:gd name="T101" fmla="*/ 14 h 80"/>
                  <a:gd name="T102" fmla="*/ 32 w 80"/>
                  <a:gd name="T103" fmla="*/ 7 h 80"/>
                  <a:gd name="T104" fmla="*/ 38 w 80"/>
                  <a:gd name="T105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0" h="80">
                    <a:moveTo>
                      <a:pt x="20" y="14"/>
                    </a:moveTo>
                    <a:cubicBezTo>
                      <a:pt x="20" y="15"/>
                      <a:pt x="20" y="17"/>
                      <a:pt x="20" y="18"/>
                    </a:cubicBezTo>
                    <a:cubicBezTo>
                      <a:pt x="21" y="23"/>
                      <a:pt x="25" y="27"/>
                      <a:pt x="30" y="28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6" y="27"/>
                      <a:pt x="22" y="23"/>
                      <a:pt x="17" y="22"/>
                    </a:cubicBezTo>
                    <a:cubicBezTo>
                      <a:pt x="13" y="22"/>
                      <a:pt x="10" y="22"/>
                      <a:pt x="6" y="24"/>
                    </a:cubicBezTo>
                    <a:cubicBezTo>
                      <a:pt x="3" y="26"/>
                      <a:pt x="1" y="29"/>
                      <a:pt x="0" y="33"/>
                    </a:cubicBezTo>
                    <a:cubicBezTo>
                      <a:pt x="0" y="34"/>
                      <a:pt x="0" y="35"/>
                      <a:pt x="0" y="36"/>
                    </a:cubicBezTo>
                    <a:cubicBezTo>
                      <a:pt x="0" y="42"/>
                      <a:pt x="5" y="48"/>
                      <a:pt x="11" y="49"/>
                    </a:cubicBezTo>
                    <a:cubicBezTo>
                      <a:pt x="15" y="50"/>
                      <a:pt x="19" y="50"/>
                      <a:pt x="22" y="48"/>
                    </a:cubicBezTo>
                    <a:cubicBezTo>
                      <a:pt x="23" y="47"/>
                      <a:pt x="24" y="46"/>
                      <a:pt x="25" y="45"/>
                    </a:cubicBezTo>
                    <a:cubicBezTo>
                      <a:pt x="36" y="46"/>
                      <a:pt x="36" y="46"/>
                      <a:pt x="36" y="46"/>
                    </a:cubicBezTo>
                    <a:cubicBezTo>
                      <a:pt x="48" y="80"/>
                      <a:pt x="48" y="80"/>
                      <a:pt x="48" y="80"/>
                    </a:cubicBezTo>
                    <a:cubicBezTo>
                      <a:pt x="51" y="79"/>
                      <a:pt x="51" y="79"/>
                      <a:pt x="51" y="79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3" y="25"/>
                      <a:pt x="43" y="25"/>
                      <a:pt x="43" y="25"/>
                    </a:cubicBezTo>
                    <a:cubicBezTo>
                      <a:pt x="45" y="23"/>
                      <a:pt x="47" y="19"/>
                      <a:pt x="47" y="15"/>
                    </a:cubicBezTo>
                    <a:cubicBezTo>
                      <a:pt x="47" y="14"/>
                      <a:pt x="47" y="12"/>
                      <a:pt x="47" y="11"/>
                    </a:cubicBezTo>
                    <a:cubicBezTo>
                      <a:pt x="46" y="8"/>
                      <a:pt x="44" y="5"/>
                      <a:pt x="41" y="3"/>
                    </a:cubicBezTo>
                    <a:cubicBezTo>
                      <a:pt x="37" y="1"/>
                      <a:pt x="34" y="0"/>
                      <a:pt x="30" y="1"/>
                    </a:cubicBezTo>
                    <a:cubicBezTo>
                      <a:pt x="24" y="3"/>
                      <a:pt x="20" y="8"/>
                      <a:pt x="20" y="14"/>
                    </a:cubicBezTo>
                    <a:close/>
                    <a:moveTo>
                      <a:pt x="12" y="44"/>
                    </a:moveTo>
                    <a:cubicBezTo>
                      <a:pt x="9" y="43"/>
                      <a:pt x="6" y="40"/>
                      <a:pt x="6" y="36"/>
                    </a:cubicBezTo>
                    <a:cubicBezTo>
                      <a:pt x="6" y="35"/>
                      <a:pt x="6" y="35"/>
                      <a:pt x="6" y="34"/>
                    </a:cubicBezTo>
                    <a:cubicBezTo>
                      <a:pt x="7" y="32"/>
                      <a:pt x="8" y="30"/>
                      <a:pt x="10" y="29"/>
                    </a:cubicBezTo>
                    <a:cubicBezTo>
                      <a:pt x="12" y="28"/>
                      <a:pt x="14" y="28"/>
                      <a:pt x="16" y="28"/>
                    </a:cubicBezTo>
                    <a:cubicBezTo>
                      <a:pt x="19" y="29"/>
                      <a:pt x="22" y="32"/>
                      <a:pt x="22" y="36"/>
                    </a:cubicBezTo>
                    <a:cubicBezTo>
                      <a:pt x="22" y="37"/>
                      <a:pt x="22" y="37"/>
                      <a:pt x="22" y="38"/>
                    </a:cubicBezTo>
                    <a:cubicBezTo>
                      <a:pt x="21" y="40"/>
                      <a:pt x="20" y="41"/>
                      <a:pt x="18" y="43"/>
                    </a:cubicBezTo>
                    <a:cubicBezTo>
                      <a:pt x="17" y="44"/>
                      <a:pt x="15" y="44"/>
                      <a:pt x="12" y="44"/>
                    </a:cubicBezTo>
                    <a:close/>
                    <a:moveTo>
                      <a:pt x="44" y="38"/>
                    </a:moveTo>
                    <a:cubicBezTo>
                      <a:pt x="44" y="38"/>
                      <a:pt x="44" y="38"/>
                      <a:pt x="45" y="39"/>
                    </a:cubicBezTo>
                    <a:cubicBezTo>
                      <a:pt x="46" y="40"/>
                      <a:pt x="46" y="42"/>
                      <a:pt x="46" y="44"/>
                    </a:cubicBezTo>
                    <a:cubicBezTo>
                      <a:pt x="45" y="44"/>
                      <a:pt x="45" y="45"/>
                      <a:pt x="45" y="45"/>
                    </a:cubicBezTo>
                    <a:cubicBezTo>
                      <a:pt x="44" y="46"/>
                      <a:pt x="43" y="47"/>
                      <a:pt x="43" y="47"/>
                    </a:cubicBezTo>
                    <a:cubicBezTo>
                      <a:pt x="41" y="48"/>
                      <a:pt x="39" y="47"/>
                      <a:pt x="37" y="46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46"/>
                      <a:pt x="36" y="45"/>
                      <a:pt x="36" y="45"/>
                    </a:cubicBezTo>
                    <a:cubicBezTo>
                      <a:pt x="35" y="44"/>
                      <a:pt x="35" y="43"/>
                      <a:pt x="35" y="42"/>
                    </a:cubicBezTo>
                    <a:cubicBezTo>
                      <a:pt x="35" y="41"/>
                      <a:pt x="35" y="40"/>
                      <a:pt x="36" y="39"/>
                    </a:cubicBezTo>
                    <a:cubicBezTo>
                      <a:pt x="38" y="36"/>
                      <a:pt x="41" y="36"/>
                      <a:pt x="44" y="38"/>
                    </a:cubicBezTo>
                    <a:close/>
                    <a:moveTo>
                      <a:pt x="38" y="8"/>
                    </a:moveTo>
                    <a:cubicBezTo>
                      <a:pt x="39" y="9"/>
                      <a:pt x="41" y="11"/>
                      <a:pt x="41" y="13"/>
                    </a:cubicBezTo>
                    <a:cubicBezTo>
                      <a:pt x="41" y="13"/>
                      <a:pt x="41" y="14"/>
                      <a:pt x="41" y="15"/>
                    </a:cubicBezTo>
                    <a:cubicBezTo>
                      <a:pt x="41" y="18"/>
                      <a:pt x="39" y="21"/>
                      <a:pt x="35" y="22"/>
                    </a:cubicBezTo>
                    <a:cubicBezTo>
                      <a:pt x="31" y="23"/>
                      <a:pt x="27" y="21"/>
                      <a:pt x="26" y="16"/>
                    </a:cubicBezTo>
                    <a:cubicBezTo>
                      <a:pt x="26" y="16"/>
                      <a:pt x="26" y="15"/>
                      <a:pt x="26" y="14"/>
                    </a:cubicBezTo>
                    <a:cubicBezTo>
                      <a:pt x="26" y="11"/>
                      <a:pt x="28" y="8"/>
                      <a:pt x="32" y="7"/>
                    </a:cubicBezTo>
                    <a:cubicBezTo>
                      <a:pt x="34" y="6"/>
                      <a:pt x="36" y="7"/>
                      <a:pt x="38" y="8"/>
                    </a:cubicBezTo>
                    <a:close/>
                  </a:path>
                </a:pathLst>
              </a:custGeom>
              <a:solidFill>
                <a:srgbClr val="A6DB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9" name="Freeform 10619"/>
              <p:cNvSpPr>
                <a:spLocks/>
              </p:cNvSpPr>
              <p:nvPr/>
            </p:nvSpPr>
            <p:spPr bwMode="auto">
              <a:xfrm>
                <a:off x="4222" y="2290"/>
                <a:ext cx="16" cy="15"/>
              </a:xfrm>
              <a:custGeom>
                <a:avLst/>
                <a:gdLst>
                  <a:gd name="T0" fmla="*/ 14 w 16"/>
                  <a:gd name="T1" fmla="*/ 15 h 15"/>
                  <a:gd name="T2" fmla="*/ 16 w 16"/>
                  <a:gd name="T3" fmla="*/ 10 h 15"/>
                  <a:gd name="T4" fmla="*/ 2 w 16"/>
                  <a:gd name="T5" fmla="*/ 0 h 15"/>
                  <a:gd name="T6" fmla="*/ 0 w 16"/>
                  <a:gd name="T7" fmla="*/ 3 h 15"/>
                  <a:gd name="T8" fmla="*/ 14 w 16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5">
                    <a:moveTo>
                      <a:pt x="14" y="15"/>
                    </a:moveTo>
                    <a:lnTo>
                      <a:pt x="16" y="10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4" y="15"/>
                    </a:lnTo>
                    <a:close/>
                  </a:path>
                </a:pathLst>
              </a:custGeom>
              <a:solidFill>
                <a:srgbClr val="A6DB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0" name="Freeform 10620"/>
              <p:cNvSpPr>
                <a:spLocks noEditPoints="1"/>
              </p:cNvSpPr>
              <p:nvPr/>
            </p:nvSpPr>
            <p:spPr bwMode="auto">
              <a:xfrm>
                <a:off x="4103" y="1394"/>
                <a:ext cx="214" cy="214"/>
              </a:xfrm>
              <a:custGeom>
                <a:avLst/>
                <a:gdLst>
                  <a:gd name="T0" fmla="*/ 77 w 90"/>
                  <a:gd name="T1" fmla="*/ 13 h 90"/>
                  <a:gd name="T2" fmla="*/ 45 w 90"/>
                  <a:gd name="T3" fmla="*/ 0 h 90"/>
                  <a:gd name="T4" fmla="*/ 13 w 90"/>
                  <a:gd name="T5" fmla="*/ 13 h 90"/>
                  <a:gd name="T6" fmla="*/ 13 w 90"/>
                  <a:gd name="T7" fmla="*/ 59 h 90"/>
                  <a:gd name="T8" fmla="*/ 32 w 90"/>
                  <a:gd name="T9" fmla="*/ 77 h 90"/>
                  <a:gd name="T10" fmla="*/ 69 w 90"/>
                  <a:gd name="T11" fmla="*/ 80 h 90"/>
                  <a:gd name="T12" fmla="*/ 90 w 90"/>
                  <a:gd name="T13" fmla="*/ 45 h 90"/>
                  <a:gd name="T14" fmla="*/ 74 w 90"/>
                  <a:gd name="T15" fmla="*/ 31 h 90"/>
                  <a:gd name="T16" fmla="*/ 69 w 90"/>
                  <a:gd name="T17" fmla="*/ 14 h 90"/>
                  <a:gd name="T18" fmla="*/ 64 w 90"/>
                  <a:gd name="T19" fmla="*/ 47 h 90"/>
                  <a:gd name="T20" fmla="*/ 68 w 90"/>
                  <a:gd name="T21" fmla="*/ 48 h 90"/>
                  <a:gd name="T22" fmla="*/ 64 w 90"/>
                  <a:gd name="T23" fmla="*/ 53 h 90"/>
                  <a:gd name="T24" fmla="*/ 63 w 90"/>
                  <a:gd name="T25" fmla="*/ 32 h 90"/>
                  <a:gd name="T26" fmla="*/ 64 w 90"/>
                  <a:gd name="T27" fmla="*/ 38 h 90"/>
                  <a:gd name="T28" fmla="*/ 39 w 90"/>
                  <a:gd name="T29" fmla="*/ 60 h 90"/>
                  <a:gd name="T30" fmla="*/ 30 w 90"/>
                  <a:gd name="T31" fmla="*/ 45 h 90"/>
                  <a:gd name="T32" fmla="*/ 39 w 90"/>
                  <a:gd name="T33" fmla="*/ 30 h 90"/>
                  <a:gd name="T34" fmla="*/ 56 w 90"/>
                  <a:gd name="T35" fmla="*/ 34 h 90"/>
                  <a:gd name="T36" fmla="*/ 60 w 90"/>
                  <a:gd name="T37" fmla="*/ 51 h 90"/>
                  <a:gd name="T38" fmla="*/ 45 w 90"/>
                  <a:gd name="T39" fmla="*/ 61 h 90"/>
                  <a:gd name="T40" fmla="*/ 43 w 90"/>
                  <a:gd name="T41" fmla="*/ 64 h 90"/>
                  <a:gd name="T42" fmla="*/ 47 w 90"/>
                  <a:gd name="T43" fmla="*/ 64 h 90"/>
                  <a:gd name="T44" fmla="*/ 47 w 90"/>
                  <a:gd name="T45" fmla="*/ 26 h 90"/>
                  <a:gd name="T46" fmla="*/ 60 w 90"/>
                  <a:gd name="T47" fmla="*/ 33 h 90"/>
                  <a:gd name="T48" fmla="*/ 59 w 90"/>
                  <a:gd name="T49" fmla="*/ 31 h 90"/>
                  <a:gd name="T50" fmla="*/ 53 w 90"/>
                  <a:gd name="T51" fmla="*/ 27 h 90"/>
                  <a:gd name="T52" fmla="*/ 59 w 90"/>
                  <a:gd name="T53" fmla="*/ 27 h 90"/>
                  <a:gd name="T54" fmla="*/ 45 w 90"/>
                  <a:gd name="T55" fmla="*/ 21 h 90"/>
                  <a:gd name="T56" fmla="*/ 34 w 90"/>
                  <a:gd name="T57" fmla="*/ 18 h 90"/>
                  <a:gd name="T58" fmla="*/ 31 w 90"/>
                  <a:gd name="T59" fmla="*/ 27 h 90"/>
                  <a:gd name="T60" fmla="*/ 32 w 90"/>
                  <a:gd name="T61" fmla="*/ 32 h 90"/>
                  <a:gd name="T62" fmla="*/ 33 w 90"/>
                  <a:gd name="T63" fmla="*/ 31 h 90"/>
                  <a:gd name="T64" fmla="*/ 30 w 90"/>
                  <a:gd name="T65" fmla="*/ 16 h 90"/>
                  <a:gd name="T66" fmla="*/ 16 w 90"/>
                  <a:gd name="T67" fmla="*/ 16 h 90"/>
                  <a:gd name="T68" fmla="*/ 26 w 90"/>
                  <a:gd name="T69" fmla="*/ 43 h 90"/>
                  <a:gd name="T70" fmla="*/ 26 w 90"/>
                  <a:gd name="T71" fmla="*/ 53 h 90"/>
                  <a:gd name="T72" fmla="*/ 23 w 90"/>
                  <a:gd name="T73" fmla="*/ 48 h 90"/>
                  <a:gd name="T74" fmla="*/ 23 w 90"/>
                  <a:gd name="T75" fmla="*/ 42 h 90"/>
                  <a:gd name="T76" fmla="*/ 26 w 90"/>
                  <a:gd name="T77" fmla="*/ 38 h 90"/>
                  <a:gd name="T78" fmla="*/ 20 w 90"/>
                  <a:gd name="T79" fmla="*/ 45 h 90"/>
                  <a:gd name="T80" fmla="*/ 21 w 90"/>
                  <a:gd name="T81" fmla="*/ 76 h 90"/>
                  <a:gd name="T82" fmla="*/ 28 w 90"/>
                  <a:gd name="T83" fmla="*/ 63 h 90"/>
                  <a:gd name="T84" fmla="*/ 30 w 90"/>
                  <a:gd name="T85" fmla="*/ 57 h 90"/>
                  <a:gd name="T86" fmla="*/ 31 w 90"/>
                  <a:gd name="T87" fmla="*/ 60 h 90"/>
                  <a:gd name="T88" fmla="*/ 37 w 90"/>
                  <a:gd name="T89" fmla="*/ 64 h 90"/>
                  <a:gd name="T90" fmla="*/ 31 w 90"/>
                  <a:gd name="T91" fmla="*/ 63 h 90"/>
                  <a:gd name="T92" fmla="*/ 45 w 90"/>
                  <a:gd name="T93" fmla="*/ 70 h 90"/>
                  <a:gd name="T94" fmla="*/ 56 w 90"/>
                  <a:gd name="T95" fmla="*/ 73 h 90"/>
                  <a:gd name="T96" fmla="*/ 59 w 90"/>
                  <a:gd name="T97" fmla="*/ 63 h 90"/>
                  <a:gd name="T98" fmla="*/ 58 w 90"/>
                  <a:gd name="T99" fmla="*/ 59 h 90"/>
                  <a:gd name="T100" fmla="*/ 57 w 90"/>
                  <a:gd name="T101" fmla="*/ 60 h 90"/>
                  <a:gd name="T102" fmla="*/ 60 w 90"/>
                  <a:gd name="T103" fmla="*/ 74 h 90"/>
                  <a:gd name="T104" fmla="*/ 74 w 90"/>
                  <a:gd name="T105" fmla="*/ 75 h 90"/>
                  <a:gd name="T106" fmla="*/ 76 w 90"/>
                  <a:gd name="T107" fmla="*/ 35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0" h="90">
                    <a:moveTo>
                      <a:pt x="90" y="45"/>
                    </a:moveTo>
                    <a:cubicBezTo>
                      <a:pt x="90" y="40"/>
                      <a:pt x="85" y="35"/>
                      <a:pt x="77" y="32"/>
                    </a:cubicBezTo>
                    <a:cubicBezTo>
                      <a:pt x="81" y="24"/>
                      <a:pt x="81" y="17"/>
                      <a:pt x="77" y="13"/>
                    </a:cubicBezTo>
                    <a:cubicBezTo>
                      <a:pt x="75" y="11"/>
                      <a:pt x="72" y="10"/>
                      <a:pt x="69" y="10"/>
                    </a:cubicBezTo>
                    <a:cubicBezTo>
                      <a:pt x="66" y="10"/>
                      <a:pt x="62" y="11"/>
                      <a:pt x="58" y="13"/>
                    </a:cubicBezTo>
                    <a:cubicBezTo>
                      <a:pt x="55" y="5"/>
                      <a:pt x="50" y="0"/>
                      <a:pt x="45" y="0"/>
                    </a:cubicBezTo>
                    <a:cubicBezTo>
                      <a:pt x="40" y="0"/>
                      <a:pt x="35" y="5"/>
                      <a:pt x="32" y="13"/>
                    </a:cubicBezTo>
                    <a:cubicBezTo>
                      <a:pt x="28" y="11"/>
                      <a:pt x="24" y="10"/>
                      <a:pt x="21" y="10"/>
                    </a:cubicBezTo>
                    <a:cubicBezTo>
                      <a:pt x="18" y="10"/>
                      <a:pt x="15" y="11"/>
                      <a:pt x="13" y="13"/>
                    </a:cubicBezTo>
                    <a:cubicBezTo>
                      <a:pt x="9" y="17"/>
                      <a:pt x="9" y="24"/>
                      <a:pt x="13" y="32"/>
                    </a:cubicBezTo>
                    <a:cubicBezTo>
                      <a:pt x="4" y="35"/>
                      <a:pt x="0" y="40"/>
                      <a:pt x="0" y="45"/>
                    </a:cubicBezTo>
                    <a:cubicBezTo>
                      <a:pt x="0" y="50"/>
                      <a:pt x="4" y="55"/>
                      <a:pt x="13" y="59"/>
                    </a:cubicBezTo>
                    <a:cubicBezTo>
                      <a:pt x="9" y="67"/>
                      <a:pt x="9" y="74"/>
                      <a:pt x="13" y="77"/>
                    </a:cubicBezTo>
                    <a:cubicBezTo>
                      <a:pt x="15" y="79"/>
                      <a:pt x="18" y="80"/>
                      <a:pt x="21" y="80"/>
                    </a:cubicBezTo>
                    <a:cubicBezTo>
                      <a:pt x="24" y="80"/>
                      <a:pt x="28" y="79"/>
                      <a:pt x="32" y="77"/>
                    </a:cubicBezTo>
                    <a:cubicBezTo>
                      <a:pt x="35" y="86"/>
                      <a:pt x="40" y="90"/>
                      <a:pt x="45" y="90"/>
                    </a:cubicBezTo>
                    <a:cubicBezTo>
                      <a:pt x="50" y="90"/>
                      <a:pt x="55" y="86"/>
                      <a:pt x="58" y="77"/>
                    </a:cubicBezTo>
                    <a:cubicBezTo>
                      <a:pt x="62" y="79"/>
                      <a:pt x="66" y="80"/>
                      <a:pt x="69" y="80"/>
                    </a:cubicBezTo>
                    <a:cubicBezTo>
                      <a:pt x="72" y="80"/>
                      <a:pt x="75" y="79"/>
                      <a:pt x="77" y="77"/>
                    </a:cubicBezTo>
                    <a:cubicBezTo>
                      <a:pt x="81" y="74"/>
                      <a:pt x="81" y="67"/>
                      <a:pt x="77" y="59"/>
                    </a:cubicBezTo>
                    <a:cubicBezTo>
                      <a:pt x="86" y="55"/>
                      <a:pt x="90" y="50"/>
                      <a:pt x="90" y="45"/>
                    </a:cubicBezTo>
                    <a:close/>
                    <a:moveTo>
                      <a:pt x="69" y="14"/>
                    </a:moveTo>
                    <a:cubicBezTo>
                      <a:pt x="71" y="14"/>
                      <a:pt x="73" y="15"/>
                      <a:pt x="74" y="16"/>
                    </a:cubicBezTo>
                    <a:cubicBezTo>
                      <a:pt x="77" y="18"/>
                      <a:pt x="77" y="24"/>
                      <a:pt x="74" y="31"/>
                    </a:cubicBezTo>
                    <a:cubicBezTo>
                      <a:pt x="71" y="29"/>
                      <a:pt x="67" y="28"/>
                      <a:pt x="63" y="28"/>
                    </a:cubicBezTo>
                    <a:cubicBezTo>
                      <a:pt x="62" y="24"/>
                      <a:pt x="61" y="20"/>
                      <a:pt x="60" y="16"/>
                    </a:cubicBezTo>
                    <a:cubicBezTo>
                      <a:pt x="63" y="15"/>
                      <a:pt x="66" y="14"/>
                      <a:pt x="69" y="14"/>
                    </a:cubicBezTo>
                    <a:close/>
                    <a:moveTo>
                      <a:pt x="64" y="43"/>
                    </a:moveTo>
                    <a:cubicBezTo>
                      <a:pt x="64" y="44"/>
                      <a:pt x="65" y="45"/>
                      <a:pt x="65" y="45"/>
                    </a:cubicBezTo>
                    <a:cubicBezTo>
                      <a:pt x="65" y="46"/>
                      <a:pt x="64" y="46"/>
                      <a:pt x="64" y="47"/>
                    </a:cubicBezTo>
                    <a:cubicBezTo>
                      <a:pt x="64" y="46"/>
                      <a:pt x="64" y="46"/>
                      <a:pt x="64" y="45"/>
                    </a:cubicBezTo>
                    <a:cubicBezTo>
                      <a:pt x="64" y="45"/>
                      <a:pt x="64" y="44"/>
                      <a:pt x="64" y="43"/>
                    </a:cubicBezTo>
                    <a:close/>
                    <a:moveTo>
                      <a:pt x="68" y="48"/>
                    </a:moveTo>
                    <a:cubicBezTo>
                      <a:pt x="69" y="51"/>
                      <a:pt x="71" y="54"/>
                      <a:pt x="72" y="57"/>
                    </a:cubicBezTo>
                    <a:cubicBezTo>
                      <a:pt x="70" y="58"/>
                      <a:pt x="66" y="58"/>
                      <a:pt x="63" y="59"/>
                    </a:cubicBezTo>
                    <a:cubicBezTo>
                      <a:pt x="63" y="57"/>
                      <a:pt x="64" y="55"/>
                      <a:pt x="64" y="53"/>
                    </a:cubicBezTo>
                    <a:cubicBezTo>
                      <a:pt x="65" y="51"/>
                      <a:pt x="66" y="50"/>
                      <a:pt x="68" y="48"/>
                    </a:cubicBezTo>
                    <a:close/>
                    <a:moveTo>
                      <a:pt x="64" y="38"/>
                    </a:moveTo>
                    <a:cubicBezTo>
                      <a:pt x="64" y="35"/>
                      <a:pt x="63" y="34"/>
                      <a:pt x="63" y="32"/>
                    </a:cubicBezTo>
                    <a:cubicBezTo>
                      <a:pt x="66" y="32"/>
                      <a:pt x="70" y="33"/>
                      <a:pt x="72" y="34"/>
                    </a:cubicBezTo>
                    <a:cubicBezTo>
                      <a:pt x="71" y="37"/>
                      <a:pt x="69" y="39"/>
                      <a:pt x="68" y="42"/>
                    </a:cubicBezTo>
                    <a:cubicBezTo>
                      <a:pt x="66" y="41"/>
                      <a:pt x="65" y="39"/>
                      <a:pt x="64" y="38"/>
                    </a:cubicBezTo>
                    <a:close/>
                    <a:moveTo>
                      <a:pt x="45" y="61"/>
                    </a:moveTo>
                    <a:cubicBezTo>
                      <a:pt x="45" y="61"/>
                      <a:pt x="45" y="61"/>
                      <a:pt x="45" y="61"/>
                    </a:cubicBezTo>
                    <a:cubicBezTo>
                      <a:pt x="43" y="61"/>
                      <a:pt x="41" y="60"/>
                      <a:pt x="39" y="60"/>
                    </a:cubicBezTo>
                    <a:cubicBezTo>
                      <a:pt x="37" y="59"/>
                      <a:pt x="36" y="58"/>
                      <a:pt x="34" y="56"/>
                    </a:cubicBezTo>
                    <a:cubicBezTo>
                      <a:pt x="33" y="55"/>
                      <a:pt x="31" y="53"/>
                      <a:pt x="30" y="51"/>
                    </a:cubicBezTo>
                    <a:cubicBezTo>
                      <a:pt x="30" y="49"/>
                      <a:pt x="30" y="47"/>
                      <a:pt x="30" y="45"/>
                    </a:cubicBezTo>
                    <a:cubicBezTo>
                      <a:pt x="30" y="43"/>
                      <a:pt x="30" y="41"/>
                      <a:pt x="30" y="39"/>
                    </a:cubicBezTo>
                    <a:cubicBezTo>
                      <a:pt x="31" y="37"/>
                      <a:pt x="33" y="36"/>
                      <a:pt x="34" y="34"/>
                    </a:cubicBezTo>
                    <a:cubicBezTo>
                      <a:pt x="36" y="33"/>
                      <a:pt x="37" y="31"/>
                      <a:pt x="39" y="30"/>
                    </a:cubicBezTo>
                    <a:cubicBezTo>
                      <a:pt x="41" y="30"/>
                      <a:pt x="43" y="30"/>
                      <a:pt x="45" y="30"/>
                    </a:cubicBezTo>
                    <a:cubicBezTo>
                      <a:pt x="47" y="30"/>
                      <a:pt x="49" y="30"/>
                      <a:pt x="51" y="30"/>
                    </a:cubicBezTo>
                    <a:cubicBezTo>
                      <a:pt x="53" y="31"/>
                      <a:pt x="54" y="33"/>
                      <a:pt x="56" y="34"/>
                    </a:cubicBezTo>
                    <a:cubicBezTo>
                      <a:pt x="57" y="36"/>
                      <a:pt x="59" y="37"/>
                      <a:pt x="60" y="39"/>
                    </a:cubicBezTo>
                    <a:cubicBezTo>
                      <a:pt x="60" y="41"/>
                      <a:pt x="60" y="43"/>
                      <a:pt x="60" y="45"/>
                    </a:cubicBezTo>
                    <a:cubicBezTo>
                      <a:pt x="60" y="47"/>
                      <a:pt x="60" y="49"/>
                      <a:pt x="60" y="51"/>
                    </a:cubicBezTo>
                    <a:cubicBezTo>
                      <a:pt x="59" y="53"/>
                      <a:pt x="57" y="55"/>
                      <a:pt x="56" y="56"/>
                    </a:cubicBezTo>
                    <a:cubicBezTo>
                      <a:pt x="54" y="58"/>
                      <a:pt x="53" y="59"/>
                      <a:pt x="51" y="60"/>
                    </a:cubicBezTo>
                    <a:cubicBezTo>
                      <a:pt x="49" y="60"/>
                      <a:pt x="47" y="61"/>
                      <a:pt x="45" y="61"/>
                    </a:cubicBezTo>
                    <a:close/>
                    <a:moveTo>
                      <a:pt x="47" y="64"/>
                    </a:moveTo>
                    <a:cubicBezTo>
                      <a:pt x="46" y="65"/>
                      <a:pt x="46" y="65"/>
                      <a:pt x="45" y="65"/>
                    </a:cubicBezTo>
                    <a:cubicBezTo>
                      <a:pt x="44" y="65"/>
                      <a:pt x="44" y="65"/>
                      <a:pt x="43" y="64"/>
                    </a:cubicBezTo>
                    <a:cubicBezTo>
                      <a:pt x="44" y="64"/>
                      <a:pt x="44" y="64"/>
                      <a:pt x="45" y="64"/>
                    </a:cubicBezTo>
                    <a:cubicBezTo>
                      <a:pt x="45" y="64"/>
                      <a:pt x="45" y="64"/>
                      <a:pt x="45" y="64"/>
                    </a:cubicBezTo>
                    <a:cubicBezTo>
                      <a:pt x="46" y="64"/>
                      <a:pt x="46" y="64"/>
                      <a:pt x="47" y="64"/>
                    </a:cubicBezTo>
                    <a:close/>
                    <a:moveTo>
                      <a:pt x="43" y="26"/>
                    </a:moveTo>
                    <a:cubicBezTo>
                      <a:pt x="44" y="26"/>
                      <a:pt x="44" y="25"/>
                      <a:pt x="45" y="25"/>
                    </a:cubicBezTo>
                    <a:cubicBezTo>
                      <a:pt x="46" y="25"/>
                      <a:pt x="46" y="26"/>
                      <a:pt x="47" y="26"/>
                    </a:cubicBezTo>
                    <a:cubicBezTo>
                      <a:pt x="46" y="26"/>
                      <a:pt x="46" y="26"/>
                      <a:pt x="45" y="26"/>
                    </a:cubicBezTo>
                    <a:cubicBezTo>
                      <a:pt x="44" y="26"/>
                      <a:pt x="44" y="26"/>
                      <a:pt x="43" y="26"/>
                    </a:cubicBezTo>
                    <a:close/>
                    <a:moveTo>
                      <a:pt x="60" y="33"/>
                    </a:moveTo>
                    <a:cubicBezTo>
                      <a:pt x="59" y="33"/>
                      <a:pt x="59" y="32"/>
                      <a:pt x="58" y="32"/>
                    </a:cubicBezTo>
                    <a:cubicBezTo>
                      <a:pt x="58" y="31"/>
                      <a:pt x="58" y="31"/>
                      <a:pt x="57" y="31"/>
                    </a:cubicBezTo>
                    <a:cubicBezTo>
                      <a:pt x="58" y="31"/>
                      <a:pt x="59" y="31"/>
                      <a:pt x="59" y="31"/>
                    </a:cubicBezTo>
                    <a:cubicBezTo>
                      <a:pt x="59" y="32"/>
                      <a:pt x="60" y="32"/>
                      <a:pt x="60" y="33"/>
                    </a:cubicBezTo>
                    <a:close/>
                    <a:moveTo>
                      <a:pt x="59" y="27"/>
                    </a:moveTo>
                    <a:cubicBezTo>
                      <a:pt x="57" y="27"/>
                      <a:pt x="55" y="27"/>
                      <a:pt x="53" y="27"/>
                    </a:cubicBezTo>
                    <a:cubicBezTo>
                      <a:pt x="51" y="25"/>
                      <a:pt x="50" y="24"/>
                      <a:pt x="48" y="23"/>
                    </a:cubicBezTo>
                    <a:cubicBezTo>
                      <a:pt x="51" y="21"/>
                      <a:pt x="54" y="19"/>
                      <a:pt x="56" y="18"/>
                    </a:cubicBezTo>
                    <a:cubicBezTo>
                      <a:pt x="57" y="21"/>
                      <a:pt x="58" y="24"/>
                      <a:pt x="59" y="27"/>
                    </a:cubicBezTo>
                    <a:close/>
                    <a:moveTo>
                      <a:pt x="45" y="4"/>
                    </a:moveTo>
                    <a:cubicBezTo>
                      <a:pt x="49" y="4"/>
                      <a:pt x="52" y="8"/>
                      <a:pt x="55" y="14"/>
                    </a:cubicBezTo>
                    <a:cubicBezTo>
                      <a:pt x="52" y="16"/>
                      <a:pt x="48" y="18"/>
                      <a:pt x="45" y="21"/>
                    </a:cubicBezTo>
                    <a:cubicBezTo>
                      <a:pt x="42" y="18"/>
                      <a:pt x="38" y="16"/>
                      <a:pt x="35" y="14"/>
                    </a:cubicBezTo>
                    <a:cubicBezTo>
                      <a:pt x="38" y="8"/>
                      <a:pt x="41" y="4"/>
                      <a:pt x="45" y="4"/>
                    </a:cubicBezTo>
                    <a:close/>
                    <a:moveTo>
                      <a:pt x="34" y="18"/>
                    </a:moveTo>
                    <a:cubicBezTo>
                      <a:pt x="36" y="19"/>
                      <a:pt x="39" y="21"/>
                      <a:pt x="42" y="23"/>
                    </a:cubicBezTo>
                    <a:cubicBezTo>
                      <a:pt x="40" y="24"/>
                      <a:pt x="39" y="25"/>
                      <a:pt x="37" y="27"/>
                    </a:cubicBezTo>
                    <a:cubicBezTo>
                      <a:pt x="35" y="27"/>
                      <a:pt x="33" y="27"/>
                      <a:pt x="31" y="27"/>
                    </a:cubicBezTo>
                    <a:cubicBezTo>
                      <a:pt x="32" y="24"/>
                      <a:pt x="33" y="21"/>
                      <a:pt x="34" y="18"/>
                    </a:cubicBezTo>
                    <a:close/>
                    <a:moveTo>
                      <a:pt x="33" y="31"/>
                    </a:moveTo>
                    <a:cubicBezTo>
                      <a:pt x="33" y="31"/>
                      <a:pt x="32" y="31"/>
                      <a:pt x="32" y="32"/>
                    </a:cubicBezTo>
                    <a:cubicBezTo>
                      <a:pt x="31" y="32"/>
                      <a:pt x="31" y="33"/>
                      <a:pt x="30" y="33"/>
                    </a:cubicBezTo>
                    <a:cubicBezTo>
                      <a:pt x="31" y="32"/>
                      <a:pt x="31" y="32"/>
                      <a:pt x="31" y="31"/>
                    </a:cubicBezTo>
                    <a:cubicBezTo>
                      <a:pt x="31" y="31"/>
                      <a:pt x="32" y="31"/>
                      <a:pt x="33" y="31"/>
                    </a:cubicBezTo>
                    <a:close/>
                    <a:moveTo>
                      <a:pt x="16" y="16"/>
                    </a:moveTo>
                    <a:cubicBezTo>
                      <a:pt x="17" y="15"/>
                      <a:pt x="19" y="14"/>
                      <a:pt x="21" y="14"/>
                    </a:cubicBezTo>
                    <a:cubicBezTo>
                      <a:pt x="24" y="14"/>
                      <a:pt x="27" y="15"/>
                      <a:pt x="30" y="16"/>
                    </a:cubicBezTo>
                    <a:cubicBezTo>
                      <a:pt x="29" y="20"/>
                      <a:pt x="28" y="24"/>
                      <a:pt x="28" y="28"/>
                    </a:cubicBezTo>
                    <a:cubicBezTo>
                      <a:pt x="23" y="28"/>
                      <a:pt x="20" y="29"/>
                      <a:pt x="16" y="31"/>
                    </a:cubicBezTo>
                    <a:cubicBezTo>
                      <a:pt x="13" y="24"/>
                      <a:pt x="13" y="18"/>
                      <a:pt x="16" y="16"/>
                    </a:cubicBezTo>
                    <a:close/>
                    <a:moveTo>
                      <a:pt x="26" y="47"/>
                    </a:moveTo>
                    <a:cubicBezTo>
                      <a:pt x="26" y="46"/>
                      <a:pt x="25" y="46"/>
                      <a:pt x="25" y="45"/>
                    </a:cubicBezTo>
                    <a:cubicBezTo>
                      <a:pt x="25" y="45"/>
                      <a:pt x="26" y="44"/>
                      <a:pt x="26" y="43"/>
                    </a:cubicBezTo>
                    <a:cubicBezTo>
                      <a:pt x="26" y="44"/>
                      <a:pt x="26" y="45"/>
                      <a:pt x="26" y="45"/>
                    </a:cubicBezTo>
                    <a:cubicBezTo>
                      <a:pt x="26" y="46"/>
                      <a:pt x="26" y="46"/>
                      <a:pt x="26" y="47"/>
                    </a:cubicBezTo>
                    <a:close/>
                    <a:moveTo>
                      <a:pt x="26" y="53"/>
                    </a:moveTo>
                    <a:cubicBezTo>
                      <a:pt x="27" y="55"/>
                      <a:pt x="27" y="57"/>
                      <a:pt x="27" y="59"/>
                    </a:cubicBezTo>
                    <a:cubicBezTo>
                      <a:pt x="24" y="58"/>
                      <a:pt x="20" y="58"/>
                      <a:pt x="18" y="57"/>
                    </a:cubicBezTo>
                    <a:cubicBezTo>
                      <a:pt x="19" y="54"/>
                      <a:pt x="21" y="51"/>
                      <a:pt x="23" y="48"/>
                    </a:cubicBezTo>
                    <a:cubicBezTo>
                      <a:pt x="24" y="50"/>
                      <a:pt x="25" y="51"/>
                      <a:pt x="26" y="53"/>
                    </a:cubicBezTo>
                    <a:close/>
                    <a:moveTo>
                      <a:pt x="26" y="38"/>
                    </a:moveTo>
                    <a:cubicBezTo>
                      <a:pt x="25" y="39"/>
                      <a:pt x="24" y="41"/>
                      <a:pt x="23" y="42"/>
                    </a:cubicBezTo>
                    <a:cubicBezTo>
                      <a:pt x="21" y="39"/>
                      <a:pt x="19" y="37"/>
                      <a:pt x="18" y="34"/>
                    </a:cubicBezTo>
                    <a:cubicBezTo>
                      <a:pt x="20" y="33"/>
                      <a:pt x="24" y="32"/>
                      <a:pt x="27" y="32"/>
                    </a:cubicBezTo>
                    <a:cubicBezTo>
                      <a:pt x="27" y="33"/>
                      <a:pt x="27" y="35"/>
                      <a:pt x="26" y="38"/>
                    </a:cubicBezTo>
                    <a:close/>
                    <a:moveTo>
                      <a:pt x="3" y="45"/>
                    </a:moveTo>
                    <a:cubicBezTo>
                      <a:pt x="3" y="42"/>
                      <a:pt x="7" y="38"/>
                      <a:pt x="14" y="35"/>
                    </a:cubicBezTo>
                    <a:cubicBezTo>
                      <a:pt x="16" y="38"/>
                      <a:pt x="18" y="42"/>
                      <a:pt x="20" y="45"/>
                    </a:cubicBezTo>
                    <a:cubicBezTo>
                      <a:pt x="18" y="49"/>
                      <a:pt x="16" y="52"/>
                      <a:pt x="14" y="55"/>
                    </a:cubicBezTo>
                    <a:cubicBezTo>
                      <a:pt x="7" y="52"/>
                      <a:pt x="3" y="49"/>
                      <a:pt x="3" y="45"/>
                    </a:cubicBezTo>
                    <a:close/>
                    <a:moveTo>
                      <a:pt x="21" y="76"/>
                    </a:moveTo>
                    <a:cubicBezTo>
                      <a:pt x="19" y="76"/>
                      <a:pt x="17" y="76"/>
                      <a:pt x="16" y="75"/>
                    </a:cubicBezTo>
                    <a:cubicBezTo>
                      <a:pt x="13" y="72"/>
                      <a:pt x="13" y="67"/>
                      <a:pt x="16" y="60"/>
                    </a:cubicBezTo>
                    <a:cubicBezTo>
                      <a:pt x="20" y="61"/>
                      <a:pt x="23" y="62"/>
                      <a:pt x="28" y="63"/>
                    </a:cubicBezTo>
                    <a:cubicBezTo>
                      <a:pt x="28" y="67"/>
                      <a:pt x="29" y="71"/>
                      <a:pt x="30" y="74"/>
                    </a:cubicBezTo>
                    <a:cubicBezTo>
                      <a:pt x="27" y="76"/>
                      <a:pt x="24" y="76"/>
                      <a:pt x="21" y="76"/>
                    </a:cubicBezTo>
                    <a:close/>
                    <a:moveTo>
                      <a:pt x="30" y="57"/>
                    </a:moveTo>
                    <a:cubicBezTo>
                      <a:pt x="31" y="58"/>
                      <a:pt x="31" y="58"/>
                      <a:pt x="32" y="59"/>
                    </a:cubicBezTo>
                    <a:cubicBezTo>
                      <a:pt x="32" y="59"/>
                      <a:pt x="33" y="59"/>
                      <a:pt x="33" y="60"/>
                    </a:cubicBezTo>
                    <a:cubicBezTo>
                      <a:pt x="32" y="60"/>
                      <a:pt x="31" y="60"/>
                      <a:pt x="31" y="60"/>
                    </a:cubicBezTo>
                    <a:cubicBezTo>
                      <a:pt x="31" y="59"/>
                      <a:pt x="31" y="58"/>
                      <a:pt x="30" y="57"/>
                    </a:cubicBezTo>
                    <a:close/>
                    <a:moveTo>
                      <a:pt x="31" y="63"/>
                    </a:moveTo>
                    <a:cubicBezTo>
                      <a:pt x="33" y="64"/>
                      <a:pt x="35" y="64"/>
                      <a:pt x="37" y="64"/>
                    </a:cubicBezTo>
                    <a:cubicBezTo>
                      <a:pt x="39" y="65"/>
                      <a:pt x="40" y="66"/>
                      <a:pt x="42" y="68"/>
                    </a:cubicBezTo>
                    <a:cubicBezTo>
                      <a:pt x="39" y="70"/>
                      <a:pt x="36" y="71"/>
                      <a:pt x="34" y="73"/>
                    </a:cubicBezTo>
                    <a:cubicBezTo>
                      <a:pt x="33" y="70"/>
                      <a:pt x="32" y="67"/>
                      <a:pt x="31" y="63"/>
                    </a:cubicBezTo>
                    <a:close/>
                    <a:moveTo>
                      <a:pt x="45" y="87"/>
                    </a:moveTo>
                    <a:cubicBezTo>
                      <a:pt x="41" y="87"/>
                      <a:pt x="38" y="83"/>
                      <a:pt x="35" y="76"/>
                    </a:cubicBezTo>
                    <a:cubicBezTo>
                      <a:pt x="38" y="74"/>
                      <a:pt x="42" y="72"/>
                      <a:pt x="45" y="70"/>
                    </a:cubicBezTo>
                    <a:cubicBezTo>
                      <a:pt x="48" y="72"/>
                      <a:pt x="52" y="74"/>
                      <a:pt x="55" y="76"/>
                    </a:cubicBezTo>
                    <a:cubicBezTo>
                      <a:pt x="52" y="83"/>
                      <a:pt x="49" y="87"/>
                      <a:pt x="45" y="87"/>
                    </a:cubicBezTo>
                    <a:close/>
                    <a:moveTo>
                      <a:pt x="56" y="73"/>
                    </a:moveTo>
                    <a:cubicBezTo>
                      <a:pt x="54" y="71"/>
                      <a:pt x="51" y="70"/>
                      <a:pt x="48" y="68"/>
                    </a:cubicBezTo>
                    <a:cubicBezTo>
                      <a:pt x="50" y="66"/>
                      <a:pt x="51" y="65"/>
                      <a:pt x="53" y="64"/>
                    </a:cubicBezTo>
                    <a:cubicBezTo>
                      <a:pt x="55" y="64"/>
                      <a:pt x="57" y="64"/>
                      <a:pt x="59" y="63"/>
                    </a:cubicBezTo>
                    <a:cubicBezTo>
                      <a:pt x="58" y="67"/>
                      <a:pt x="57" y="70"/>
                      <a:pt x="56" y="73"/>
                    </a:cubicBezTo>
                    <a:close/>
                    <a:moveTo>
                      <a:pt x="57" y="60"/>
                    </a:moveTo>
                    <a:cubicBezTo>
                      <a:pt x="58" y="59"/>
                      <a:pt x="58" y="59"/>
                      <a:pt x="58" y="59"/>
                    </a:cubicBezTo>
                    <a:cubicBezTo>
                      <a:pt x="59" y="58"/>
                      <a:pt x="59" y="58"/>
                      <a:pt x="60" y="57"/>
                    </a:cubicBezTo>
                    <a:cubicBezTo>
                      <a:pt x="60" y="58"/>
                      <a:pt x="59" y="59"/>
                      <a:pt x="59" y="60"/>
                    </a:cubicBezTo>
                    <a:cubicBezTo>
                      <a:pt x="59" y="60"/>
                      <a:pt x="58" y="60"/>
                      <a:pt x="57" y="60"/>
                    </a:cubicBezTo>
                    <a:close/>
                    <a:moveTo>
                      <a:pt x="74" y="75"/>
                    </a:moveTo>
                    <a:cubicBezTo>
                      <a:pt x="73" y="76"/>
                      <a:pt x="71" y="76"/>
                      <a:pt x="69" y="76"/>
                    </a:cubicBezTo>
                    <a:cubicBezTo>
                      <a:pt x="66" y="76"/>
                      <a:pt x="63" y="76"/>
                      <a:pt x="60" y="74"/>
                    </a:cubicBezTo>
                    <a:cubicBezTo>
                      <a:pt x="61" y="71"/>
                      <a:pt x="62" y="67"/>
                      <a:pt x="63" y="63"/>
                    </a:cubicBezTo>
                    <a:cubicBezTo>
                      <a:pt x="67" y="62"/>
                      <a:pt x="70" y="61"/>
                      <a:pt x="74" y="60"/>
                    </a:cubicBezTo>
                    <a:cubicBezTo>
                      <a:pt x="77" y="67"/>
                      <a:pt x="77" y="72"/>
                      <a:pt x="74" y="75"/>
                    </a:cubicBezTo>
                    <a:close/>
                    <a:moveTo>
                      <a:pt x="76" y="55"/>
                    </a:moveTo>
                    <a:cubicBezTo>
                      <a:pt x="74" y="52"/>
                      <a:pt x="72" y="49"/>
                      <a:pt x="70" y="45"/>
                    </a:cubicBezTo>
                    <a:cubicBezTo>
                      <a:pt x="72" y="42"/>
                      <a:pt x="74" y="38"/>
                      <a:pt x="76" y="35"/>
                    </a:cubicBezTo>
                    <a:cubicBezTo>
                      <a:pt x="82" y="38"/>
                      <a:pt x="87" y="41"/>
                      <a:pt x="87" y="45"/>
                    </a:cubicBezTo>
                    <a:cubicBezTo>
                      <a:pt x="87" y="49"/>
                      <a:pt x="83" y="52"/>
                      <a:pt x="76" y="5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1" name="Oval 10621"/>
              <p:cNvSpPr>
                <a:spLocks noChangeArrowheads="1"/>
              </p:cNvSpPr>
              <p:nvPr/>
            </p:nvSpPr>
            <p:spPr bwMode="auto">
              <a:xfrm>
                <a:off x="4193" y="1484"/>
                <a:ext cx="33" cy="3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2" name="Freeform 10622"/>
              <p:cNvSpPr>
                <a:spLocks noEditPoints="1"/>
              </p:cNvSpPr>
              <p:nvPr/>
            </p:nvSpPr>
            <p:spPr bwMode="auto">
              <a:xfrm>
                <a:off x="3342" y="2257"/>
                <a:ext cx="176" cy="176"/>
              </a:xfrm>
              <a:custGeom>
                <a:avLst/>
                <a:gdLst>
                  <a:gd name="T0" fmla="*/ 63 w 74"/>
                  <a:gd name="T1" fmla="*/ 11 h 74"/>
                  <a:gd name="T2" fmla="*/ 37 w 74"/>
                  <a:gd name="T3" fmla="*/ 0 h 74"/>
                  <a:gd name="T4" fmla="*/ 11 w 74"/>
                  <a:gd name="T5" fmla="*/ 11 h 74"/>
                  <a:gd name="T6" fmla="*/ 10 w 74"/>
                  <a:gd name="T7" fmla="*/ 48 h 74"/>
                  <a:gd name="T8" fmla="*/ 26 w 74"/>
                  <a:gd name="T9" fmla="*/ 64 h 74"/>
                  <a:gd name="T10" fmla="*/ 57 w 74"/>
                  <a:gd name="T11" fmla="*/ 66 h 74"/>
                  <a:gd name="T12" fmla="*/ 74 w 74"/>
                  <a:gd name="T13" fmla="*/ 37 h 74"/>
                  <a:gd name="T14" fmla="*/ 61 w 74"/>
                  <a:gd name="T15" fmla="*/ 25 h 74"/>
                  <a:gd name="T16" fmla="*/ 57 w 74"/>
                  <a:gd name="T17" fmla="*/ 11 h 74"/>
                  <a:gd name="T18" fmla="*/ 52 w 74"/>
                  <a:gd name="T19" fmla="*/ 39 h 74"/>
                  <a:gd name="T20" fmla="*/ 55 w 74"/>
                  <a:gd name="T21" fmla="*/ 40 h 74"/>
                  <a:gd name="T22" fmla="*/ 52 w 74"/>
                  <a:gd name="T23" fmla="*/ 43 h 74"/>
                  <a:gd name="T24" fmla="*/ 52 w 74"/>
                  <a:gd name="T25" fmla="*/ 26 h 74"/>
                  <a:gd name="T26" fmla="*/ 52 w 74"/>
                  <a:gd name="T27" fmla="*/ 31 h 74"/>
                  <a:gd name="T28" fmla="*/ 32 w 74"/>
                  <a:gd name="T29" fmla="*/ 49 h 74"/>
                  <a:gd name="T30" fmla="*/ 24 w 74"/>
                  <a:gd name="T31" fmla="*/ 37 h 74"/>
                  <a:gd name="T32" fmla="*/ 32 w 74"/>
                  <a:gd name="T33" fmla="*/ 25 h 74"/>
                  <a:gd name="T34" fmla="*/ 46 w 74"/>
                  <a:gd name="T35" fmla="*/ 28 h 74"/>
                  <a:gd name="T36" fmla="*/ 49 w 74"/>
                  <a:gd name="T37" fmla="*/ 42 h 74"/>
                  <a:gd name="T38" fmla="*/ 37 w 74"/>
                  <a:gd name="T39" fmla="*/ 50 h 74"/>
                  <a:gd name="T40" fmla="*/ 35 w 74"/>
                  <a:gd name="T41" fmla="*/ 53 h 74"/>
                  <a:gd name="T42" fmla="*/ 38 w 74"/>
                  <a:gd name="T43" fmla="*/ 53 h 74"/>
                  <a:gd name="T44" fmla="*/ 38 w 74"/>
                  <a:gd name="T45" fmla="*/ 22 h 74"/>
                  <a:gd name="T46" fmla="*/ 49 w 74"/>
                  <a:gd name="T47" fmla="*/ 27 h 74"/>
                  <a:gd name="T48" fmla="*/ 49 w 74"/>
                  <a:gd name="T49" fmla="*/ 25 h 74"/>
                  <a:gd name="T50" fmla="*/ 43 w 74"/>
                  <a:gd name="T51" fmla="*/ 22 h 74"/>
                  <a:gd name="T52" fmla="*/ 48 w 74"/>
                  <a:gd name="T53" fmla="*/ 22 h 74"/>
                  <a:gd name="T54" fmla="*/ 37 w 74"/>
                  <a:gd name="T55" fmla="*/ 17 h 74"/>
                  <a:gd name="T56" fmla="*/ 28 w 74"/>
                  <a:gd name="T57" fmla="*/ 14 h 74"/>
                  <a:gd name="T58" fmla="*/ 26 w 74"/>
                  <a:gd name="T59" fmla="*/ 22 h 74"/>
                  <a:gd name="T60" fmla="*/ 26 w 74"/>
                  <a:gd name="T61" fmla="*/ 26 h 74"/>
                  <a:gd name="T62" fmla="*/ 27 w 74"/>
                  <a:gd name="T63" fmla="*/ 25 h 74"/>
                  <a:gd name="T64" fmla="*/ 25 w 74"/>
                  <a:gd name="T65" fmla="*/ 13 h 74"/>
                  <a:gd name="T66" fmla="*/ 13 w 74"/>
                  <a:gd name="T67" fmla="*/ 13 h 74"/>
                  <a:gd name="T68" fmla="*/ 21 w 74"/>
                  <a:gd name="T69" fmla="*/ 36 h 74"/>
                  <a:gd name="T70" fmla="*/ 22 w 74"/>
                  <a:gd name="T71" fmla="*/ 43 h 74"/>
                  <a:gd name="T72" fmla="*/ 18 w 74"/>
                  <a:gd name="T73" fmla="*/ 40 h 74"/>
                  <a:gd name="T74" fmla="*/ 18 w 74"/>
                  <a:gd name="T75" fmla="*/ 35 h 74"/>
                  <a:gd name="T76" fmla="*/ 22 w 74"/>
                  <a:gd name="T77" fmla="*/ 31 h 74"/>
                  <a:gd name="T78" fmla="*/ 17 w 74"/>
                  <a:gd name="T79" fmla="*/ 37 h 74"/>
                  <a:gd name="T80" fmla="*/ 17 w 74"/>
                  <a:gd name="T81" fmla="*/ 63 h 74"/>
                  <a:gd name="T82" fmla="*/ 23 w 74"/>
                  <a:gd name="T83" fmla="*/ 51 h 74"/>
                  <a:gd name="T84" fmla="*/ 25 w 74"/>
                  <a:gd name="T85" fmla="*/ 47 h 74"/>
                  <a:gd name="T86" fmla="*/ 25 w 74"/>
                  <a:gd name="T87" fmla="*/ 49 h 74"/>
                  <a:gd name="T88" fmla="*/ 31 w 74"/>
                  <a:gd name="T89" fmla="*/ 52 h 74"/>
                  <a:gd name="T90" fmla="*/ 26 w 74"/>
                  <a:gd name="T91" fmla="*/ 52 h 74"/>
                  <a:gd name="T92" fmla="*/ 37 w 74"/>
                  <a:gd name="T93" fmla="*/ 57 h 74"/>
                  <a:gd name="T94" fmla="*/ 46 w 74"/>
                  <a:gd name="T95" fmla="*/ 60 h 74"/>
                  <a:gd name="T96" fmla="*/ 48 w 74"/>
                  <a:gd name="T97" fmla="*/ 52 h 74"/>
                  <a:gd name="T98" fmla="*/ 48 w 74"/>
                  <a:gd name="T99" fmla="*/ 48 h 74"/>
                  <a:gd name="T100" fmla="*/ 47 w 74"/>
                  <a:gd name="T101" fmla="*/ 49 h 74"/>
                  <a:gd name="T102" fmla="*/ 49 w 74"/>
                  <a:gd name="T103" fmla="*/ 61 h 74"/>
                  <a:gd name="T104" fmla="*/ 61 w 74"/>
                  <a:gd name="T105" fmla="*/ 61 h 74"/>
                  <a:gd name="T106" fmla="*/ 62 w 74"/>
                  <a:gd name="T107" fmla="*/ 29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4" h="74">
                    <a:moveTo>
                      <a:pt x="74" y="37"/>
                    </a:moveTo>
                    <a:cubicBezTo>
                      <a:pt x="74" y="33"/>
                      <a:pt x="70" y="29"/>
                      <a:pt x="63" y="26"/>
                    </a:cubicBezTo>
                    <a:cubicBezTo>
                      <a:pt x="66" y="19"/>
                      <a:pt x="66" y="14"/>
                      <a:pt x="63" y="11"/>
                    </a:cubicBezTo>
                    <a:cubicBezTo>
                      <a:pt x="62" y="9"/>
                      <a:pt x="59" y="8"/>
                      <a:pt x="57" y="8"/>
                    </a:cubicBezTo>
                    <a:cubicBezTo>
                      <a:pt x="54" y="8"/>
                      <a:pt x="51" y="9"/>
                      <a:pt x="48" y="10"/>
                    </a:cubicBezTo>
                    <a:cubicBezTo>
                      <a:pt x="45" y="4"/>
                      <a:pt x="41" y="0"/>
                      <a:pt x="37" y="0"/>
                    </a:cubicBezTo>
                    <a:cubicBezTo>
                      <a:pt x="33" y="0"/>
                      <a:pt x="29" y="4"/>
                      <a:pt x="26" y="10"/>
                    </a:cubicBezTo>
                    <a:cubicBezTo>
                      <a:pt x="23" y="9"/>
                      <a:pt x="20" y="8"/>
                      <a:pt x="17" y="8"/>
                    </a:cubicBezTo>
                    <a:cubicBezTo>
                      <a:pt x="14" y="8"/>
                      <a:pt x="12" y="9"/>
                      <a:pt x="11" y="11"/>
                    </a:cubicBezTo>
                    <a:cubicBezTo>
                      <a:pt x="8" y="14"/>
                      <a:pt x="8" y="19"/>
                      <a:pt x="10" y="26"/>
                    </a:cubicBezTo>
                    <a:cubicBezTo>
                      <a:pt x="4" y="29"/>
                      <a:pt x="0" y="33"/>
                      <a:pt x="0" y="37"/>
                    </a:cubicBezTo>
                    <a:cubicBezTo>
                      <a:pt x="0" y="41"/>
                      <a:pt x="4" y="45"/>
                      <a:pt x="10" y="48"/>
                    </a:cubicBezTo>
                    <a:cubicBezTo>
                      <a:pt x="8" y="55"/>
                      <a:pt x="8" y="60"/>
                      <a:pt x="11" y="63"/>
                    </a:cubicBezTo>
                    <a:cubicBezTo>
                      <a:pt x="12" y="65"/>
                      <a:pt x="14" y="66"/>
                      <a:pt x="17" y="66"/>
                    </a:cubicBezTo>
                    <a:cubicBezTo>
                      <a:pt x="20" y="66"/>
                      <a:pt x="23" y="65"/>
                      <a:pt x="26" y="64"/>
                    </a:cubicBezTo>
                    <a:cubicBezTo>
                      <a:pt x="29" y="70"/>
                      <a:pt x="33" y="74"/>
                      <a:pt x="37" y="74"/>
                    </a:cubicBezTo>
                    <a:cubicBezTo>
                      <a:pt x="41" y="74"/>
                      <a:pt x="45" y="70"/>
                      <a:pt x="48" y="64"/>
                    </a:cubicBezTo>
                    <a:cubicBezTo>
                      <a:pt x="51" y="65"/>
                      <a:pt x="54" y="66"/>
                      <a:pt x="57" y="66"/>
                    </a:cubicBezTo>
                    <a:cubicBezTo>
                      <a:pt x="59" y="66"/>
                      <a:pt x="62" y="65"/>
                      <a:pt x="63" y="63"/>
                    </a:cubicBezTo>
                    <a:cubicBezTo>
                      <a:pt x="66" y="60"/>
                      <a:pt x="66" y="55"/>
                      <a:pt x="63" y="48"/>
                    </a:cubicBezTo>
                    <a:cubicBezTo>
                      <a:pt x="70" y="45"/>
                      <a:pt x="74" y="41"/>
                      <a:pt x="74" y="37"/>
                    </a:cubicBezTo>
                    <a:close/>
                    <a:moveTo>
                      <a:pt x="57" y="11"/>
                    </a:moveTo>
                    <a:cubicBezTo>
                      <a:pt x="59" y="11"/>
                      <a:pt x="60" y="12"/>
                      <a:pt x="61" y="13"/>
                    </a:cubicBezTo>
                    <a:cubicBezTo>
                      <a:pt x="63" y="15"/>
                      <a:pt x="63" y="19"/>
                      <a:pt x="61" y="25"/>
                    </a:cubicBezTo>
                    <a:cubicBezTo>
                      <a:pt x="58" y="24"/>
                      <a:pt x="55" y="23"/>
                      <a:pt x="51" y="23"/>
                    </a:cubicBezTo>
                    <a:cubicBezTo>
                      <a:pt x="51" y="19"/>
                      <a:pt x="50" y="16"/>
                      <a:pt x="49" y="13"/>
                    </a:cubicBezTo>
                    <a:cubicBezTo>
                      <a:pt x="52" y="12"/>
                      <a:pt x="55" y="11"/>
                      <a:pt x="57" y="11"/>
                    </a:cubicBezTo>
                    <a:close/>
                    <a:moveTo>
                      <a:pt x="52" y="36"/>
                    </a:moveTo>
                    <a:cubicBezTo>
                      <a:pt x="53" y="36"/>
                      <a:pt x="53" y="37"/>
                      <a:pt x="54" y="37"/>
                    </a:cubicBezTo>
                    <a:cubicBezTo>
                      <a:pt x="53" y="38"/>
                      <a:pt x="53" y="38"/>
                      <a:pt x="52" y="39"/>
                    </a:cubicBezTo>
                    <a:cubicBezTo>
                      <a:pt x="52" y="38"/>
                      <a:pt x="53" y="38"/>
                      <a:pt x="53" y="37"/>
                    </a:cubicBezTo>
                    <a:cubicBezTo>
                      <a:pt x="53" y="37"/>
                      <a:pt x="52" y="36"/>
                      <a:pt x="52" y="36"/>
                    </a:cubicBezTo>
                    <a:close/>
                    <a:moveTo>
                      <a:pt x="55" y="40"/>
                    </a:moveTo>
                    <a:cubicBezTo>
                      <a:pt x="57" y="42"/>
                      <a:pt x="58" y="44"/>
                      <a:pt x="60" y="46"/>
                    </a:cubicBezTo>
                    <a:cubicBezTo>
                      <a:pt x="57" y="47"/>
                      <a:pt x="55" y="48"/>
                      <a:pt x="52" y="48"/>
                    </a:cubicBezTo>
                    <a:cubicBezTo>
                      <a:pt x="52" y="47"/>
                      <a:pt x="52" y="45"/>
                      <a:pt x="52" y="43"/>
                    </a:cubicBezTo>
                    <a:cubicBezTo>
                      <a:pt x="53" y="42"/>
                      <a:pt x="54" y="41"/>
                      <a:pt x="55" y="40"/>
                    </a:cubicBezTo>
                    <a:close/>
                    <a:moveTo>
                      <a:pt x="52" y="31"/>
                    </a:moveTo>
                    <a:cubicBezTo>
                      <a:pt x="52" y="29"/>
                      <a:pt x="52" y="27"/>
                      <a:pt x="52" y="26"/>
                    </a:cubicBezTo>
                    <a:cubicBezTo>
                      <a:pt x="55" y="26"/>
                      <a:pt x="57" y="27"/>
                      <a:pt x="59" y="28"/>
                    </a:cubicBezTo>
                    <a:cubicBezTo>
                      <a:pt x="58" y="30"/>
                      <a:pt x="57" y="32"/>
                      <a:pt x="55" y="35"/>
                    </a:cubicBezTo>
                    <a:cubicBezTo>
                      <a:pt x="54" y="33"/>
                      <a:pt x="53" y="32"/>
                      <a:pt x="52" y="31"/>
                    </a:cubicBezTo>
                    <a:close/>
                    <a:moveTo>
                      <a:pt x="37" y="50"/>
                    </a:moveTo>
                    <a:cubicBezTo>
                      <a:pt x="37" y="50"/>
                      <a:pt x="37" y="50"/>
                      <a:pt x="37" y="50"/>
                    </a:cubicBezTo>
                    <a:cubicBezTo>
                      <a:pt x="35" y="50"/>
                      <a:pt x="33" y="50"/>
                      <a:pt x="32" y="49"/>
                    </a:cubicBezTo>
                    <a:cubicBezTo>
                      <a:pt x="31" y="48"/>
                      <a:pt x="29" y="47"/>
                      <a:pt x="28" y="46"/>
                    </a:cubicBezTo>
                    <a:cubicBezTo>
                      <a:pt x="27" y="45"/>
                      <a:pt x="26" y="43"/>
                      <a:pt x="25" y="42"/>
                    </a:cubicBezTo>
                    <a:cubicBezTo>
                      <a:pt x="24" y="40"/>
                      <a:pt x="24" y="39"/>
                      <a:pt x="24" y="37"/>
                    </a:cubicBezTo>
                    <a:cubicBezTo>
                      <a:pt x="24" y="35"/>
                      <a:pt x="24" y="34"/>
                      <a:pt x="25" y="32"/>
                    </a:cubicBezTo>
                    <a:cubicBezTo>
                      <a:pt x="26" y="31"/>
                      <a:pt x="27" y="29"/>
                      <a:pt x="28" y="28"/>
                    </a:cubicBezTo>
                    <a:cubicBezTo>
                      <a:pt x="29" y="27"/>
                      <a:pt x="31" y="26"/>
                      <a:pt x="32" y="25"/>
                    </a:cubicBezTo>
                    <a:cubicBezTo>
                      <a:pt x="33" y="25"/>
                      <a:pt x="35" y="24"/>
                      <a:pt x="37" y="24"/>
                    </a:cubicBezTo>
                    <a:cubicBezTo>
                      <a:pt x="39" y="24"/>
                      <a:pt x="40" y="25"/>
                      <a:pt x="42" y="25"/>
                    </a:cubicBezTo>
                    <a:cubicBezTo>
                      <a:pt x="43" y="26"/>
                      <a:pt x="45" y="27"/>
                      <a:pt x="46" y="28"/>
                    </a:cubicBezTo>
                    <a:cubicBezTo>
                      <a:pt x="47" y="29"/>
                      <a:pt x="48" y="31"/>
                      <a:pt x="49" y="32"/>
                    </a:cubicBezTo>
                    <a:cubicBezTo>
                      <a:pt x="49" y="34"/>
                      <a:pt x="50" y="35"/>
                      <a:pt x="50" y="37"/>
                    </a:cubicBezTo>
                    <a:cubicBezTo>
                      <a:pt x="50" y="39"/>
                      <a:pt x="49" y="40"/>
                      <a:pt x="49" y="42"/>
                    </a:cubicBezTo>
                    <a:cubicBezTo>
                      <a:pt x="48" y="43"/>
                      <a:pt x="47" y="45"/>
                      <a:pt x="46" y="46"/>
                    </a:cubicBezTo>
                    <a:cubicBezTo>
                      <a:pt x="45" y="47"/>
                      <a:pt x="43" y="48"/>
                      <a:pt x="42" y="49"/>
                    </a:cubicBezTo>
                    <a:cubicBezTo>
                      <a:pt x="40" y="50"/>
                      <a:pt x="39" y="50"/>
                      <a:pt x="37" y="50"/>
                    </a:cubicBezTo>
                    <a:close/>
                    <a:moveTo>
                      <a:pt x="38" y="53"/>
                    </a:moveTo>
                    <a:cubicBezTo>
                      <a:pt x="38" y="53"/>
                      <a:pt x="37" y="53"/>
                      <a:pt x="37" y="54"/>
                    </a:cubicBezTo>
                    <a:cubicBezTo>
                      <a:pt x="36" y="53"/>
                      <a:pt x="36" y="53"/>
                      <a:pt x="35" y="53"/>
                    </a:cubicBezTo>
                    <a:cubicBezTo>
                      <a:pt x="36" y="53"/>
                      <a:pt x="36" y="53"/>
                      <a:pt x="37" y="53"/>
                    </a:cubicBezTo>
                    <a:cubicBezTo>
                      <a:pt x="37" y="53"/>
                      <a:pt x="37" y="53"/>
                      <a:pt x="37" y="53"/>
                    </a:cubicBezTo>
                    <a:cubicBezTo>
                      <a:pt x="37" y="53"/>
                      <a:pt x="38" y="53"/>
                      <a:pt x="38" y="53"/>
                    </a:cubicBezTo>
                    <a:close/>
                    <a:moveTo>
                      <a:pt x="35" y="22"/>
                    </a:moveTo>
                    <a:cubicBezTo>
                      <a:pt x="36" y="21"/>
                      <a:pt x="36" y="21"/>
                      <a:pt x="37" y="20"/>
                    </a:cubicBezTo>
                    <a:cubicBezTo>
                      <a:pt x="37" y="21"/>
                      <a:pt x="38" y="21"/>
                      <a:pt x="38" y="22"/>
                    </a:cubicBezTo>
                    <a:cubicBezTo>
                      <a:pt x="38" y="22"/>
                      <a:pt x="37" y="21"/>
                      <a:pt x="37" y="21"/>
                    </a:cubicBezTo>
                    <a:cubicBezTo>
                      <a:pt x="36" y="21"/>
                      <a:pt x="36" y="21"/>
                      <a:pt x="35" y="22"/>
                    </a:cubicBezTo>
                    <a:close/>
                    <a:moveTo>
                      <a:pt x="49" y="27"/>
                    </a:move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8" y="25"/>
                      <a:pt x="48" y="25"/>
                      <a:pt x="49" y="25"/>
                    </a:cubicBezTo>
                    <a:cubicBezTo>
                      <a:pt x="49" y="26"/>
                      <a:pt x="49" y="26"/>
                      <a:pt x="49" y="27"/>
                    </a:cubicBezTo>
                    <a:close/>
                    <a:moveTo>
                      <a:pt x="48" y="22"/>
                    </a:moveTo>
                    <a:cubicBezTo>
                      <a:pt x="47" y="22"/>
                      <a:pt x="45" y="22"/>
                      <a:pt x="43" y="22"/>
                    </a:cubicBezTo>
                    <a:cubicBezTo>
                      <a:pt x="42" y="21"/>
                      <a:pt x="41" y="20"/>
                      <a:pt x="39" y="19"/>
                    </a:cubicBezTo>
                    <a:cubicBezTo>
                      <a:pt x="42" y="17"/>
                      <a:pt x="44" y="16"/>
                      <a:pt x="46" y="14"/>
                    </a:cubicBezTo>
                    <a:cubicBezTo>
                      <a:pt x="47" y="17"/>
                      <a:pt x="48" y="19"/>
                      <a:pt x="48" y="22"/>
                    </a:cubicBezTo>
                    <a:close/>
                    <a:moveTo>
                      <a:pt x="37" y="3"/>
                    </a:moveTo>
                    <a:cubicBezTo>
                      <a:pt x="40" y="3"/>
                      <a:pt x="43" y="6"/>
                      <a:pt x="45" y="12"/>
                    </a:cubicBezTo>
                    <a:cubicBezTo>
                      <a:pt x="43" y="13"/>
                      <a:pt x="40" y="15"/>
                      <a:pt x="37" y="17"/>
                    </a:cubicBezTo>
                    <a:cubicBezTo>
                      <a:pt x="34" y="15"/>
                      <a:pt x="31" y="13"/>
                      <a:pt x="29" y="12"/>
                    </a:cubicBezTo>
                    <a:cubicBezTo>
                      <a:pt x="31" y="6"/>
                      <a:pt x="34" y="3"/>
                      <a:pt x="37" y="3"/>
                    </a:cubicBezTo>
                    <a:close/>
                    <a:moveTo>
                      <a:pt x="28" y="14"/>
                    </a:moveTo>
                    <a:cubicBezTo>
                      <a:pt x="30" y="16"/>
                      <a:pt x="32" y="17"/>
                      <a:pt x="34" y="19"/>
                    </a:cubicBezTo>
                    <a:cubicBezTo>
                      <a:pt x="33" y="20"/>
                      <a:pt x="32" y="21"/>
                      <a:pt x="31" y="22"/>
                    </a:cubicBezTo>
                    <a:cubicBezTo>
                      <a:pt x="29" y="22"/>
                      <a:pt x="27" y="22"/>
                      <a:pt x="26" y="22"/>
                    </a:cubicBezTo>
                    <a:cubicBezTo>
                      <a:pt x="26" y="19"/>
                      <a:pt x="27" y="17"/>
                      <a:pt x="28" y="14"/>
                    </a:cubicBezTo>
                    <a:close/>
                    <a:moveTo>
                      <a:pt x="27" y="25"/>
                    </a:moveTo>
                    <a:cubicBezTo>
                      <a:pt x="27" y="25"/>
                      <a:pt x="26" y="26"/>
                      <a:pt x="26" y="26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6"/>
                      <a:pt x="25" y="26"/>
                      <a:pt x="25" y="25"/>
                    </a:cubicBezTo>
                    <a:cubicBezTo>
                      <a:pt x="26" y="25"/>
                      <a:pt x="26" y="25"/>
                      <a:pt x="27" y="25"/>
                    </a:cubicBezTo>
                    <a:close/>
                    <a:moveTo>
                      <a:pt x="13" y="13"/>
                    </a:moveTo>
                    <a:cubicBezTo>
                      <a:pt x="14" y="12"/>
                      <a:pt x="15" y="11"/>
                      <a:pt x="17" y="11"/>
                    </a:cubicBezTo>
                    <a:cubicBezTo>
                      <a:pt x="19" y="11"/>
                      <a:pt x="22" y="12"/>
                      <a:pt x="25" y="13"/>
                    </a:cubicBezTo>
                    <a:cubicBezTo>
                      <a:pt x="24" y="16"/>
                      <a:pt x="23" y="19"/>
                      <a:pt x="23" y="23"/>
                    </a:cubicBezTo>
                    <a:cubicBezTo>
                      <a:pt x="19" y="23"/>
                      <a:pt x="16" y="24"/>
                      <a:pt x="13" y="25"/>
                    </a:cubicBezTo>
                    <a:cubicBezTo>
                      <a:pt x="11" y="19"/>
                      <a:pt x="11" y="15"/>
                      <a:pt x="13" y="13"/>
                    </a:cubicBezTo>
                    <a:close/>
                    <a:moveTo>
                      <a:pt x="21" y="39"/>
                    </a:moveTo>
                    <a:cubicBezTo>
                      <a:pt x="21" y="38"/>
                      <a:pt x="21" y="38"/>
                      <a:pt x="20" y="37"/>
                    </a:cubicBezTo>
                    <a:cubicBezTo>
                      <a:pt x="21" y="37"/>
                      <a:pt x="21" y="36"/>
                      <a:pt x="21" y="36"/>
                    </a:cubicBezTo>
                    <a:cubicBezTo>
                      <a:pt x="21" y="36"/>
                      <a:pt x="21" y="37"/>
                      <a:pt x="21" y="37"/>
                    </a:cubicBezTo>
                    <a:cubicBezTo>
                      <a:pt x="21" y="38"/>
                      <a:pt x="21" y="38"/>
                      <a:pt x="21" y="39"/>
                    </a:cubicBezTo>
                    <a:close/>
                    <a:moveTo>
                      <a:pt x="22" y="43"/>
                    </a:moveTo>
                    <a:cubicBezTo>
                      <a:pt x="22" y="45"/>
                      <a:pt x="22" y="47"/>
                      <a:pt x="22" y="48"/>
                    </a:cubicBezTo>
                    <a:cubicBezTo>
                      <a:pt x="19" y="48"/>
                      <a:pt x="17" y="47"/>
                      <a:pt x="14" y="46"/>
                    </a:cubicBezTo>
                    <a:cubicBezTo>
                      <a:pt x="16" y="44"/>
                      <a:pt x="17" y="42"/>
                      <a:pt x="18" y="40"/>
                    </a:cubicBezTo>
                    <a:cubicBezTo>
                      <a:pt x="19" y="41"/>
                      <a:pt x="21" y="42"/>
                      <a:pt x="22" y="43"/>
                    </a:cubicBezTo>
                    <a:close/>
                    <a:moveTo>
                      <a:pt x="22" y="31"/>
                    </a:moveTo>
                    <a:cubicBezTo>
                      <a:pt x="21" y="32"/>
                      <a:pt x="19" y="33"/>
                      <a:pt x="18" y="35"/>
                    </a:cubicBezTo>
                    <a:cubicBezTo>
                      <a:pt x="17" y="32"/>
                      <a:pt x="16" y="30"/>
                      <a:pt x="14" y="28"/>
                    </a:cubicBezTo>
                    <a:cubicBezTo>
                      <a:pt x="17" y="27"/>
                      <a:pt x="19" y="26"/>
                      <a:pt x="22" y="26"/>
                    </a:cubicBezTo>
                    <a:cubicBezTo>
                      <a:pt x="22" y="27"/>
                      <a:pt x="22" y="29"/>
                      <a:pt x="22" y="31"/>
                    </a:cubicBezTo>
                    <a:close/>
                    <a:moveTo>
                      <a:pt x="3" y="37"/>
                    </a:moveTo>
                    <a:cubicBezTo>
                      <a:pt x="3" y="34"/>
                      <a:pt x="6" y="31"/>
                      <a:pt x="12" y="29"/>
                    </a:cubicBezTo>
                    <a:cubicBezTo>
                      <a:pt x="13" y="31"/>
                      <a:pt x="15" y="34"/>
                      <a:pt x="17" y="37"/>
                    </a:cubicBezTo>
                    <a:cubicBezTo>
                      <a:pt x="15" y="40"/>
                      <a:pt x="13" y="43"/>
                      <a:pt x="12" y="45"/>
                    </a:cubicBezTo>
                    <a:cubicBezTo>
                      <a:pt x="6" y="43"/>
                      <a:pt x="3" y="40"/>
                      <a:pt x="3" y="37"/>
                    </a:cubicBezTo>
                    <a:close/>
                    <a:moveTo>
                      <a:pt x="17" y="63"/>
                    </a:moveTo>
                    <a:cubicBezTo>
                      <a:pt x="15" y="63"/>
                      <a:pt x="14" y="62"/>
                      <a:pt x="13" y="61"/>
                    </a:cubicBezTo>
                    <a:cubicBezTo>
                      <a:pt x="11" y="59"/>
                      <a:pt x="11" y="55"/>
                      <a:pt x="13" y="49"/>
                    </a:cubicBezTo>
                    <a:cubicBezTo>
                      <a:pt x="16" y="50"/>
                      <a:pt x="19" y="51"/>
                      <a:pt x="23" y="51"/>
                    </a:cubicBezTo>
                    <a:cubicBezTo>
                      <a:pt x="23" y="55"/>
                      <a:pt x="24" y="58"/>
                      <a:pt x="25" y="61"/>
                    </a:cubicBezTo>
                    <a:cubicBezTo>
                      <a:pt x="22" y="62"/>
                      <a:pt x="19" y="63"/>
                      <a:pt x="17" y="63"/>
                    </a:cubicBezTo>
                    <a:close/>
                    <a:moveTo>
                      <a:pt x="25" y="47"/>
                    </a:move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7" y="49"/>
                      <a:pt x="27" y="49"/>
                    </a:cubicBezTo>
                    <a:cubicBezTo>
                      <a:pt x="26" y="49"/>
                      <a:pt x="26" y="49"/>
                      <a:pt x="25" y="49"/>
                    </a:cubicBezTo>
                    <a:cubicBezTo>
                      <a:pt x="25" y="48"/>
                      <a:pt x="25" y="48"/>
                      <a:pt x="25" y="47"/>
                    </a:cubicBezTo>
                    <a:close/>
                    <a:moveTo>
                      <a:pt x="26" y="52"/>
                    </a:moveTo>
                    <a:cubicBezTo>
                      <a:pt x="27" y="52"/>
                      <a:pt x="29" y="52"/>
                      <a:pt x="31" y="52"/>
                    </a:cubicBezTo>
                    <a:cubicBezTo>
                      <a:pt x="32" y="53"/>
                      <a:pt x="33" y="55"/>
                      <a:pt x="34" y="56"/>
                    </a:cubicBezTo>
                    <a:cubicBezTo>
                      <a:pt x="32" y="57"/>
                      <a:pt x="30" y="58"/>
                      <a:pt x="28" y="60"/>
                    </a:cubicBezTo>
                    <a:cubicBezTo>
                      <a:pt x="27" y="57"/>
                      <a:pt x="26" y="55"/>
                      <a:pt x="26" y="52"/>
                    </a:cubicBezTo>
                    <a:close/>
                    <a:moveTo>
                      <a:pt x="37" y="71"/>
                    </a:moveTo>
                    <a:cubicBezTo>
                      <a:pt x="34" y="71"/>
                      <a:pt x="31" y="68"/>
                      <a:pt x="29" y="62"/>
                    </a:cubicBezTo>
                    <a:cubicBezTo>
                      <a:pt x="31" y="61"/>
                      <a:pt x="34" y="59"/>
                      <a:pt x="37" y="57"/>
                    </a:cubicBezTo>
                    <a:cubicBezTo>
                      <a:pt x="40" y="59"/>
                      <a:pt x="43" y="61"/>
                      <a:pt x="45" y="62"/>
                    </a:cubicBezTo>
                    <a:cubicBezTo>
                      <a:pt x="43" y="68"/>
                      <a:pt x="40" y="71"/>
                      <a:pt x="37" y="71"/>
                    </a:cubicBezTo>
                    <a:close/>
                    <a:moveTo>
                      <a:pt x="46" y="60"/>
                    </a:moveTo>
                    <a:cubicBezTo>
                      <a:pt x="44" y="58"/>
                      <a:pt x="42" y="57"/>
                      <a:pt x="39" y="56"/>
                    </a:cubicBezTo>
                    <a:cubicBezTo>
                      <a:pt x="41" y="55"/>
                      <a:pt x="42" y="53"/>
                      <a:pt x="43" y="52"/>
                    </a:cubicBezTo>
                    <a:cubicBezTo>
                      <a:pt x="45" y="52"/>
                      <a:pt x="47" y="52"/>
                      <a:pt x="48" y="52"/>
                    </a:cubicBezTo>
                    <a:cubicBezTo>
                      <a:pt x="48" y="55"/>
                      <a:pt x="47" y="57"/>
                      <a:pt x="46" y="60"/>
                    </a:cubicBezTo>
                    <a:close/>
                    <a:moveTo>
                      <a:pt x="47" y="49"/>
                    </a:moveTo>
                    <a:cubicBezTo>
                      <a:pt x="47" y="49"/>
                      <a:pt x="48" y="48"/>
                      <a:pt x="48" y="48"/>
                    </a:cubicBezTo>
                    <a:cubicBezTo>
                      <a:pt x="49" y="47"/>
                      <a:pt x="49" y="47"/>
                      <a:pt x="49" y="47"/>
                    </a:cubicBezTo>
                    <a:cubicBezTo>
                      <a:pt x="49" y="48"/>
                      <a:pt x="49" y="48"/>
                      <a:pt x="49" y="49"/>
                    </a:cubicBezTo>
                    <a:cubicBezTo>
                      <a:pt x="48" y="49"/>
                      <a:pt x="48" y="49"/>
                      <a:pt x="47" y="49"/>
                    </a:cubicBezTo>
                    <a:close/>
                    <a:moveTo>
                      <a:pt x="61" y="61"/>
                    </a:moveTo>
                    <a:cubicBezTo>
                      <a:pt x="60" y="62"/>
                      <a:pt x="59" y="63"/>
                      <a:pt x="57" y="63"/>
                    </a:cubicBezTo>
                    <a:cubicBezTo>
                      <a:pt x="55" y="63"/>
                      <a:pt x="52" y="62"/>
                      <a:pt x="49" y="61"/>
                    </a:cubicBezTo>
                    <a:cubicBezTo>
                      <a:pt x="50" y="58"/>
                      <a:pt x="51" y="55"/>
                      <a:pt x="51" y="51"/>
                    </a:cubicBezTo>
                    <a:cubicBezTo>
                      <a:pt x="55" y="51"/>
                      <a:pt x="58" y="50"/>
                      <a:pt x="61" y="49"/>
                    </a:cubicBezTo>
                    <a:cubicBezTo>
                      <a:pt x="63" y="55"/>
                      <a:pt x="63" y="59"/>
                      <a:pt x="61" y="61"/>
                    </a:cubicBezTo>
                    <a:close/>
                    <a:moveTo>
                      <a:pt x="62" y="45"/>
                    </a:moveTo>
                    <a:cubicBezTo>
                      <a:pt x="61" y="43"/>
                      <a:pt x="59" y="40"/>
                      <a:pt x="57" y="37"/>
                    </a:cubicBezTo>
                    <a:cubicBezTo>
                      <a:pt x="59" y="34"/>
                      <a:pt x="61" y="31"/>
                      <a:pt x="62" y="29"/>
                    </a:cubicBezTo>
                    <a:cubicBezTo>
                      <a:pt x="68" y="31"/>
                      <a:pt x="71" y="34"/>
                      <a:pt x="71" y="37"/>
                    </a:cubicBezTo>
                    <a:cubicBezTo>
                      <a:pt x="71" y="40"/>
                      <a:pt x="68" y="43"/>
                      <a:pt x="62" y="45"/>
                    </a:cubicBezTo>
                    <a:close/>
                  </a:path>
                </a:pathLst>
              </a:custGeom>
              <a:solidFill>
                <a:srgbClr val="A6DB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3" name="Oval 10623"/>
              <p:cNvSpPr>
                <a:spLocks noChangeArrowheads="1"/>
              </p:cNvSpPr>
              <p:nvPr/>
            </p:nvSpPr>
            <p:spPr bwMode="auto">
              <a:xfrm>
                <a:off x="3416" y="2331"/>
                <a:ext cx="28" cy="28"/>
              </a:xfrm>
              <a:prstGeom prst="ellipse">
                <a:avLst/>
              </a:prstGeom>
              <a:solidFill>
                <a:srgbClr val="A6DB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4" name="Oval 10624"/>
              <p:cNvSpPr>
                <a:spLocks noChangeArrowheads="1"/>
              </p:cNvSpPr>
              <p:nvPr/>
            </p:nvSpPr>
            <p:spPr bwMode="auto">
              <a:xfrm>
                <a:off x="3416" y="1574"/>
                <a:ext cx="68" cy="6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5" name="Freeform 10625"/>
              <p:cNvSpPr>
                <a:spLocks/>
              </p:cNvSpPr>
              <p:nvPr/>
            </p:nvSpPr>
            <p:spPr bwMode="auto">
              <a:xfrm>
                <a:off x="3515" y="1570"/>
                <a:ext cx="29" cy="26"/>
              </a:xfrm>
              <a:custGeom>
                <a:avLst/>
                <a:gdLst>
                  <a:gd name="T0" fmla="*/ 12 w 12"/>
                  <a:gd name="T1" fmla="*/ 8 h 11"/>
                  <a:gd name="T2" fmla="*/ 9 w 12"/>
                  <a:gd name="T3" fmla="*/ 0 h 11"/>
                  <a:gd name="T4" fmla="*/ 0 w 12"/>
                  <a:gd name="T5" fmla="*/ 3 h 11"/>
                  <a:gd name="T6" fmla="*/ 3 w 12"/>
                  <a:gd name="T7" fmla="*/ 11 h 11"/>
                  <a:gd name="T8" fmla="*/ 12 w 12"/>
                  <a:gd name="T9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1">
                    <a:moveTo>
                      <a:pt x="12" y="8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5"/>
                      <a:pt x="2" y="8"/>
                      <a:pt x="3" y="11"/>
                    </a:cubicBezTo>
                    <a:lnTo>
                      <a:pt x="12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6" name="Freeform 10626"/>
              <p:cNvSpPr>
                <a:spLocks/>
              </p:cNvSpPr>
              <p:nvPr/>
            </p:nvSpPr>
            <p:spPr bwMode="auto">
              <a:xfrm>
                <a:off x="3484" y="1525"/>
                <a:ext cx="29" cy="30"/>
              </a:xfrm>
              <a:custGeom>
                <a:avLst/>
                <a:gdLst>
                  <a:gd name="T0" fmla="*/ 12 w 12"/>
                  <a:gd name="T1" fmla="*/ 5 h 13"/>
                  <a:gd name="T2" fmla="*/ 5 w 12"/>
                  <a:gd name="T3" fmla="*/ 0 h 13"/>
                  <a:gd name="T4" fmla="*/ 0 w 12"/>
                  <a:gd name="T5" fmla="*/ 8 h 13"/>
                  <a:gd name="T6" fmla="*/ 7 w 12"/>
                  <a:gd name="T7" fmla="*/ 13 h 13"/>
                  <a:gd name="T8" fmla="*/ 12 w 12"/>
                  <a:gd name="T9" fmla="*/ 5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3">
                    <a:moveTo>
                      <a:pt x="12" y="5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9"/>
                      <a:pt x="5" y="11"/>
                      <a:pt x="7" y="13"/>
                    </a:cubicBezTo>
                    <a:lnTo>
                      <a:pt x="12" y="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7" name="Freeform 10627"/>
              <p:cNvSpPr>
                <a:spLocks/>
              </p:cNvSpPr>
              <p:nvPr/>
            </p:nvSpPr>
            <p:spPr bwMode="auto">
              <a:xfrm>
                <a:off x="3385" y="1525"/>
                <a:ext cx="31" cy="30"/>
              </a:xfrm>
              <a:custGeom>
                <a:avLst/>
                <a:gdLst>
                  <a:gd name="T0" fmla="*/ 7 w 13"/>
                  <a:gd name="T1" fmla="*/ 0 h 13"/>
                  <a:gd name="T2" fmla="*/ 0 w 13"/>
                  <a:gd name="T3" fmla="*/ 5 h 13"/>
                  <a:gd name="T4" fmla="*/ 6 w 13"/>
                  <a:gd name="T5" fmla="*/ 13 h 13"/>
                  <a:gd name="T6" fmla="*/ 13 w 13"/>
                  <a:gd name="T7" fmla="*/ 8 h 13"/>
                  <a:gd name="T8" fmla="*/ 7 w 13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3">
                    <a:moveTo>
                      <a:pt x="7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8" y="11"/>
                      <a:pt x="10" y="9"/>
                      <a:pt x="13" y="8"/>
                    </a:cubicBez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8" name="Freeform 10628"/>
              <p:cNvSpPr>
                <a:spLocks/>
              </p:cNvSpPr>
              <p:nvPr/>
            </p:nvSpPr>
            <p:spPr bwMode="auto">
              <a:xfrm>
                <a:off x="3439" y="1513"/>
                <a:ext cx="19" cy="23"/>
              </a:xfrm>
              <a:custGeom>
                <a:avLst/>
                <a:gdLst>
                  <a:gd name="T0" fmla="*/ 8 w 8"/>
                  <a:gd name="T1" fmla="*/ 10 h 10"/>
                  <a:gd name="T2" fmla="*/ 8 w 8"/>
                  <a:gd name="T3" fmla="*/ 0 h 10"/>
                  <a:gd name="T4" fmla="*/ 0 w 8"/>
                  <a:gd name="T5" fmla="*/ 0 h 10"/>
                  <a:gd name="T6" fmla="*/ 0 w 8"/>
                  <a:gd name="T7" fmla="*/ 10 h 10"/>
                  <a:gd name="T8" fmla="*/ 4 w 8"/>
                  <a:gd name="T9" fmla="*/ 9 h 10"/>
                  <a:gd name="T10" fmla="*/ 8 w 8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10">
                    <a:moveTo>
                      <a:pt x="8" y="1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0"/>
                      <a:pt x="3" y="9"/>
                      <a:pt x="4" y="9"/>
                    </a:cubicBezTo>
                    <a:cubicBezTo>
                      <a:pt x="6" y="9"/>
                      <a:pt x="7" y="10"/>
                      <a:pt x="8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9" name="Freeform 10629"/>
              <p:cNvSpPr>
                <a:spLocks/>
              </p:cNvSpPr>
              <p:nvPr/>
            </p:nvSpPr>
            <p:spPr bwMode="auto">
              <a:xfrm>
                <a:off x="3515" y="1622"/>
                <a:ext cx="29" cy="26"/>
              </a:xfrm>
              <a:custGeom>
                <a:avLst/>
                <a:gdLst>
                  <a:gd name="T0" fmla="*/ 9 w 12"/>
                  <a:gd name="T1" fmla="*/ 11 h 11"/>
                  <a:gd name="T2" fmla="*/ 12 w 12"/>
                  <a:gd name="T3" fmla="*/ 3 h 11"/>
                  <a:gd name="T4" fmla="*/ 3 w 12"/>
                  <a:gd name="T5" fmla="*/ 0 h 11"/>
                  <a:gd name="T6" fmla="*/ 0 w 12"/>
                  <a:gd name="T7" fmla="*/ 8 h 11"/>
                  <a:gd name="T8" fmla="*/ 9 w 12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1">
                    <a:moveTo>
                      <a:pt x="9" y="11"/>
                    </a:moveTo>
                    <a:cubicBezTo>
                      <a:pt x="12" y="3"/>
                      <a:pt x="12" y="3"/>
                      <a:pt x="12" y="3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3"/>
                      <a:pt x="1" y="5"/>
                      <a:pt x="0" y="8"/>
                    </a:cubicBezTo>
                    <a:lnTo>
                      <a:pt x="9" y="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0" name="Freeform 10630"/>
              <p:cNvSpPr>
                <a:spLocks/>
              </p:cNvSpPr>
              <p:nvPr/>
            </p:nvSpPr>
            <p:spPr bwMode="auto">
              <a:xfrm>
                <a:off x="3484" y="1662"/>
                <a:ext cx="29" cy="29"/>
              </a:xfrm>
              <a:custGeom>
                <a:avLst/>
                <a:gdLst>
                  <a:gd name="T0" fmla="*/ 5 w 12"/>
                  <a:gd name="T1" fmla="*/ 12 h 12"/>
                  <a:gd name="T2" fmla="*/ 12 w 12"/>
                  <a:gd name="T3" fmla="*/ 7 h 12"/>
                  <a:gd name="T4" fmla="*/ 7 w 12"/>
                  <a:gd name="T5" fmla="*/ 0 h 12"/>
                  <a:gd name="T6" fmla="*/ 0 w 12"/>
                  <a:gd name="T7" fmla="*/ 5 h 12"/>
                  <a:gd name="T8" fmla="*/ 5 w 12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5" y="12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5" y="2"/>
                      <a:pt x="2" y="3"/>
                      <a:pt x="0" y="5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1" name="Freeform 10631"/>
              <p:cNvSpPr>
                <a:spLocks/>
              </p:cNvSpPr>
              <p:nvPr/>
            </p:nvSpPr>
            <p:spPr bwMode="auto">
              <a:xfrm>
                <a:off x="3385" y="1662"/>
                <a:ext cx="31" cy="29"/>
              </a:xfrm>
              <a:custGeom>
                <a:avLst/>
                <a:gdLst>
                  <a:gd name="T0" fmla="*/ 0 w 13"/>
                  <a:gd name="T1" fmla="*/ 7 h 12"/>
                  <a:gd name="T2" fmla="*/ 7 w 13"/>
                  <a:gd name="T3" fmla="*/ 12 h 12"/>
                  <a:gd name="T4" fmla="*/ 13 w 13"/>
                  <a:gd name="T5" fmla="*/ 5 h 12"/>
                  <a:gd name="T6" fmla="*/ 6 w 13"/>
                  <a:gd name="T7" fmla="*/ 0 h 12"/>
                  <a:gd name="T8" fmla="*/ 0 w 13"/>
                  <a:gd name="T9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2">
                    <a:moveTo>
                      <a:pt x="0" y="7"/>
                    </a:moveTo>
                    <a:cubicBezTo>
                      <a:pt x="7" y="12"/>
                      <a:pt x="7" y="12"/>
                      <a:pt x="7" y="12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0" y="3"/>
                      <a:pt x="8" y="2"/>
                      <a:pt x="6" y="0"/>
                    </a:cubicBez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2" name="Freeform 10632"/>
              <p:cNvSpPr>
                <a:spLocks/>
              </p:cNvSpPr>
              <p:nvPr/>
            </p:nvSpPr>
            <p:spPr bwMode="auto">
              <a:xfrm>
                <a:off x="3356" y="1622"/>
                <a:ext cx="26" cy="26"/>
              </a:xfrm>
              <a:custGeom>
                <a:avLst/>
                <a:gdLst>
                  <a:gd name="T0" fmla="*/ 0 w 11"/>
                  <a:gd name="T1" fmla="*/ 3 h 11"/>
                  <a:gd name="T2" fmla="*/ 3 w 11"/>
                  <a:gd name="T3" fmla="*/ 11 h 11"/>
                  <a:gd name="T4" fmla="*/ 11 w 11"/>
                  <a:gd name="T5" fmla="*/ 8 h 11"/>
                  <a:gd name="T6" fmla="*/ 9 w 11"/>
                  <a:gd name="T7" fmla="*/ 0 h 11"/>
                  <a:gd name="T8" fmla="*/ 0 w 11"/>
                  <a:gd name="T9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0" y="3"/>
                    </a:moveTo>
                    <a:cubicBezTo>
                      <a:pt x="3" y="11"/>
                      <a:pt x="3" y="11"/>
                      <a:pt x="3" y="11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0" y="5"/>
                      <a:pt x="9" y="3"/>
                      <a:pt x="9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3" name="Freeform 10633"/>
              <p:cNvSpPr>
                <a:spLocks/>
              </p:cNvSpPr>
              <p:nvPr/>
            </p:nvSpPr>
            <p:spPr bwMode="auto">
              <a:xfrm>
                <a:off x="3356" y="1570"/>
                <a:ext cx="26" cy="26"/>
              </a:xfrm>
              <a:custGeom>
                <a:avLst/>
                <a:gdLst>
                  <a:gd name="T0" fmla="*/ 3 w 11"/>
                  <a:gd name="T1" fmla="*/ 0 h 11"/>
                  <a:gd name="T2" fmla="*/ 0 w 11"/>
                  <a:gd name="T3" fmla="*/ 8 h 11"/>
                  <a:gd name="T4" fmla="*/ 9 w 11"/>
                  <a:gd name="T5" fmla="*/ 11 h 11"/>
                  <a:gd name="T6" fmla="*/ 11 w 11"/>
                  <a:gd name="T7" fmla="*/ 3 h 11"/>
                  <a:gd name="T8" fmla="*/ 3 w 11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3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9" y="8"/>
                      <a:pt x="10" y="5"/>
                      <a:pt x="11" y="3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85" name="Freeform 10635"/>
            <p:cNvSpPr>
              <a:spLocks/>
            </p:cNvSpPr>
            <p:nvPr/>
          </p:nvSpPr>
          <p:spPr bwMode="auto">
            <a:xfrm>
              <a:off x="3439" y="1681"/>
              <a:ext cx="19" cy="21"/>
            </a:xfrm>
            <a:custGeom>
              <a:avLst/>
              <a:gdLst>
                <a:gd name="T0" fmla="*/ 0 w 8"/>
                <a:gd name="T1" fmla="*/ 0 h 9"/>
                <a:gd name="T2" fmla="*/ 0 w 8"/>
                <a:gd name="T3" fmla="*/ 9 h 9"/>
                <a:gd name="T4" fmla="*/ 8 w 8"/>
                <a:gd name="T5" fmla="*/ 9 h 9"/>
                <a:gd name="T6" fmla="*/ 8 w 8"/>
                <a:gd name="T7" fmla="*/ 0 h 9"/>
                <a:gd name="T8" fmla="*/ 4 w 8"/>
                <a:gd name="T9" fmla="*/ 0 h 9"/>
                <a:gd name="T10" fmla="*/ 0 w 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9">
                  <a:moveTo>
                    <a:pt x="0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6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6" name="Freeform 10636"/>
            <p:cNvSpPr>
              <a:spLocks noEditPoints="1"/>
            </p:cNvSpPr>
            <p:nvPr/>
          </p:nvSpPr>
          <p:spPr bwMode="auto">
            <a:xfrm>
              <a:off x="3373" y="1532"/>
              <a:ext cx="152" cy="151"/>
            </a:xfrm>
            <a:custGeom>
              <a:avLst/>
              <a:gdLst>
                <a:gd name="T0" fmla="*/ 32 w 64"/>
                <a:gd name="T1" fmla="*/ 64 h 64"/>
                <a:gd name="T2" fmla="*/ 0 w 64"/>
                <a:gd name="T3" fmla="*/ 32 h 64"/>
                <a:gd name="T4" fmla="*/ 32 w 64"/>
                <a:gd name="T5" fmla="*/ 0 h 64"/>
                <a:gd name="T6" fmla="*/ 64 w 64"/>
                <a:gd name="T7" fmla="*/ 32 h 64"/>
                <a:gd name="T8" fmla="*/ 32 w 64"/>
                <a:gd name="T9" fmla="*/ 64 h 64"/>
                <a:gd name="T10" fmla="*/ 32 w 64"/>
                <a:gd name="T11" fmla="*/ 10 h 64"/>
                <a:gd name="T12" fmla="*/ 10 w 64"/>
                <a:gd name="T13" fmla="*/ 32 h 64"/>
                <a:gd name="T14" fmla="*/ 32 w 64"/>
                <a:gd name="T15" fmla="*/ 55 h 64"/>
                <a:gd name="T16" fmla="*/ 55 w 64"/>
                <a:gd name="T17" fmla="*/ 32 h 64"/>
                <a:gd name="T18" fmla="*/ 32 w 64"/>
                <a:gd name="T19" fmla="*/ 1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64"/>
                  </a:moveTo>
                  <a:cubicBezTo>
                    <a:pt x="15" y="64"/>
                    <a:pt x="0" y="50"/>
                    <a:pt x="0" y="32"/>
                  </a:cubicBezTo>
                  <a:cubicBezTo>
                    <a:pt x="0" y="15"/>
                    <a:pt x="15" y="0"/>
                    <a:pt x="32" y="0"/>
                  </a:cubicBezTo>
                  <a:cubicBezTo>
                    <a:pt x="50" y="0"/>
                    <a:pt x="64" y="15"/>
                    <a:pt x="64" y="32"/>
                  </a:cubicBezTo>
                  <a:cubicBezTo>
                    <a:pt x="64" y="50"/>
                    <a:pt x="50" y="64"/>
                    <a:pt x="32" y="64"/>
                  </a:cubicBezTo>
                  <a:close/>
                  <a:moveTo>
                    <a:pt x="32" y="10"/>
                  </a:moveTo>
                  <a:cubicBezTo>
                    <a:pt x="20" y="10"/>
                    <a:pt x="10" y="20"/>
                    <a:pt x="10" y="32"/>
                  </a:cubicBezTo>
                  <a:cubicBezTo>
                    <a:pt x="10" y="45"/>
                    <a:pt x="20" y="55"/>
                    <a:pt x="32" y="55"/>
                  </a:cubicBezTo>
                  <a:cubicBezTo>
                    <a:pt x="45" y="55"/>
                    <a:pt x="55" y="45"/>
                    <a:pt x="55" y="32"/>
                  </a:cubicBezTo>
                  <a:cubicBezTo>
                    <a:pt x="55" y="20"/>
                    <a:pt x="45" y="10"/>
                    <a:pt x="32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7" name="Freeform 10637"/>
            <p:cNvSpPr>
              <a:spLocks/>
            </p:cNvSpPr>
            <p:nvPr/>
          </p:nvSpPr>
          <p:spPr bwMode="auto">
            <a:xfrm>
              <a:off x="3612" y="3037"/>
              <a:ext cx="57" cy="79"/>
            </a:xfrm>
            <a:custGeom>
              <a:avLst/>
              <a:gdLst>
                <a:gd name="T0" fmla="*/ 57 w 57"/>
                <a:gd name="T1" fmla="*/ 7 h 79"/>
                <a:gd name="T2" fmla="*/ 34 w 57"/>
                <a:gd name="T3" fmla="*/ 7 h 79"/>
                <a:gd name="T4" fmla="*/ 34 w 57"/>
                <a:gd name="T5" fmla="*/ 79 h 79"/>
                <a:gd name="T6" fmla="*/ 24 w 57"/>
                <a:gd name="T7" fmla="*/ 79 h 79"/>
                <a:gd name="T8" fmla="*/ 24 w 57"/>
                <a:gd name="T9" fmla="*/ 7 h 79"/>
                <a:gd name="T10" fmla="*/ 0 w 57"/>
                <a:gd name="T11" fmla="*/ 7 h 79"/>
                <a:gd name="T12" fmla="*/ 0 w 57"/>
                <a:gd name="T13" fmla="*/ 0 h 79"/>
                <a:gd name="T14" fmla="*/ 57 w 57"/>
                <a:gd name="T15" fmla="*/ 0 h 79"/>
                <a:gd name="T16" fmla="*/ 57 w 57"/>
                <a:gd name="T17" fmla="*/ 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79">
                  <a:moveTo>
                    <a:pt x="57" y="7"/>
                  </a:moveTo>
                  <a:lnTo>
                    <a:pt x="34" y="7"/>
                  </a:lnTo>
                  <a:lnTo>
                    <a:pt x="34" y="79"/>
                  </a:lnTo>
                  <a:lnTo>
                    <a:pt x="24" y="79"/>
                  </a:lnTo>
                  <a:lnTo>
                    <a:pt x="24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57" y="0"/>
                  </a:lnTo>
                  <a:lnTo>
                    <a:pt x="57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8" name="Freeform 10638"/>
            <p:cNvSpPr>
              <a:spLocks/>
            </p:cNvSpPr>
            <p:nvPr/>
          </p:nvSpPr>
          <p:spPr bwMode="auto">
            <a:xfrm>
              <a:off x="3681" y="3037"/>
              <a:ext cx="43" cy="79"/>
            </a:xfrm>
            <a:custGeom>
              <a:avLst/>
              <a:gdLst>
                <a:gd name="T0" fmla="*/ 43 w 43"/>
                <a:gd name="T1" fmla="*/ 79 h 79"/>
                <a:gd name="T2" fmla="*/ 0 w 43"/>
                <a:gd name="T3" fmla="*/ 79 h 79"/>
                <a:gd name="T4" fmla="*/ 0 w 43"/>
                <a:gd name="T5" fmla="*/ 0 h 79"/>
                <a:gd name="T6" fmla="*/ 40 w 43"/>
                <a:gd name="T7" fmla="*/ 0 h 79"/>
                <a:gd name="T8" fmla="*/ 40 w 43"/>
                <a:gd name="T9" fmla="*/ 7 h 79"/>
                <a:gd name="T10" fmla="*/ 10 w 43"/>
                <a:gd name="T11" fmla="*/ 7 h 79"/>
                <a:gd name="T12" fmla="*/ 10 w 43"/>
                <a:gd name="T13" fmla="*/ 34 h 79"/>
                <a:gd name="T14" fmla="*/ 38 w 43"/>
                <a:gd name="T15" fmla="*/ 34 h 79"/>
                <a:gd name="T16" fmla="*/ 38 w 43"/>
                <a:gd name="T17" fmla="*/ 43 h 79"/>
                <a:gd name="T18" fmla="*/ 10 w 43"/>
                <a:gd name="T19" fmla="*/ 43 h 79"/>
                <a:gd name="T20" fmla="*/ 10 w 43"/>
                <a:gd name="T21" fmla="*/ 71 h 79"/>
                <a:gd name="T22" fmla="*/ 43 w 43"/>
                <a:gd name="T23" fmla="*/ 71 h 79"/>
                <a:gd name="T24" fmla="*/ 43 w 43"/>
                <a:gd name="T25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79">
                  <a:moveTo>
                    <a:pt x="43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7"/>
                  </a:lnTo>
                  <a:lnTo>
                    <a:pt x="10" y="7"/>
                  </a:lnTo>
                  <a:lnTo>
                    <a:pt x="10" y="34"/>
                  </a:lnTo>
                  <a:lnTo>
                    <a:pt x="38" y="34"/>
                  </a:lnTo>
                  <a:lnTo>
                    <a:pt x="38" y="43"/>
                  </a:lnTo>
                  <a:lnTo>
                    <a:pt x="10" y="43"/>
                  </a:lnTo>
                  <a:lnTo>
                    <a:pt x="10" y="71"/>
                  </a:lnTo>
                  <a:lnTo>
                    <a:pt x="43" y="71"/>
                  </a:lnTo>
                  <a:lnTo>
                    <a:pt x="43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9" name="Freeform 10639"/>
            <p:cNvSpPr>
              <a:spLocks noEditPoints="1"/>
            </p:cNvSpPr>
            <p:nvPr/>
          </p:nvSpPr>
          <p:spPr bwMode="auto">
            <a:xfrm>
              <a:off x="3731" y="3037"/>
              <a:ext cx="71" cy="79"/>
            </a:xfrm>
            <a:custGeom>
              <a:avLst/>
              <a:gdLst>
                <a:gd name="T0" fmla="*/ 30 w 30"/>
                <a:gd name="T1" fmla="*/ 33 h 33"/>
                <a:gd name="T2" fmla="*/ 25 w 30"/>
                <a:gd name="T3" fmla="*/ 33 h 33"/>
                <a:gd name="T4" fmla="*/ 22 w 30"/>
                <a:gd name="T5" fmla="*/ 24 h 33"/>
                <a:gd name="T6" fmla="*/ 7 w 30"/>
                <a:gd name="T7" fmla="*/ 24 h 33"/>
                <a:gd name="T8" fmla="*/ 4 w 30"/>
                <a:gd name="T9" fmla="*/ 33 h 33"/>
                <a:gd name="T10" fmla="*/ 0 w 30"/>
                <a:gd name="T11" fmla="*/ 33 h 33"/>
                <a:gd name="T12" fmla="*/ 13 w 30"/>
                <a:gd name="T13" fmla="*/ 0 h 33"/>
                <a:gd name="T14" fmla="*/ 17 w 30"/>
                <a:gd name="T15" fmla="*/ 0 h 33"/>
                <a:gd name="T16" fmla="*/ 30 w 30"/>
                <a:gd name="T17" fmla="*/ 33 h 33"/>
                <a:gd name="T18" fmla="*/ 20 w 30"/>
                <a:gd name="T19" fmla="*/ 20 h 33"/>
                <a:gd name="T20" fmla="*/ 15 w 30"/>
                <a:gd name="T21" fmla="*/ 6 h 33"/>
                <a:gd name="T22" fmla="*/ 15 w 30"/>
                <a:gd name="T23" fmla="*/ 4 h 33"/>
                <a:gd name="T24" fmla="*/ 14 w 30"/>
                <a:gd name="T25" fmla="*/ 4 h 33"/>
                <a:gd name="T26" fmla="*/ 14 w 30"/>
                <a:gd name="T27" fmla="*/ 6 h 33"/>
                <a:gd name="T28" fmla="*/ 9 w 30"/>
                <a:gd name="T29" fmla="*/ 20 h 33"/>
                <a:gd name="T30" fmla="*/ 20 w 30"/>
                <a:gd name="T31" fmla="*/ 2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3">
                  <a:moveTo>
                    <a:pt x="30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30" y="33"/>
                  </a:lnTo>
                  <a:close/>
                  <a:moveTo>
                    <a:pt x="20" y="20"/>
                  </a:moveTo>
                  <a:cubicBezTo>
                    <a:pt x="15" y="6"/>
                    <a:pt x="15" y="6"/>
                    <a:pt x="15" y="6"/>
                  </a:cubicBezTo>
                  <a:cubicBezTo>
                    <a:pt x="15" y="5"/>
                    <a:pt x="15" y="5"/>
                    <a:pt x="15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5"/>
                    <a:pt x="14" y="5"/>
                    <a:pt x="14" y="6"/>
                  </a:cubicBezTo>
                  <a:cubicBezTo>
                    <a:pt x="9" y="20"/>
                    <a:pt x="9" y="20"/>
                    <a:pt x="9" y="20"/>
                  </a:cubicBezTo>
                  <a:lnTo>
                    <a:pt x="2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0" name="Freeform 10640"/>
            <p:cNvSpPr>
              <a:spLocks/>
            </p:cNvSpPr>
            <p:nvPr/>
          </p:nvSpPr>
          <p:spPr bwMode="auto">
            <a:xfrm>
              <a:off x="3807" y="3035"/>
              <a:ext cx="59" cy="83"/>
            </a:xfrm>
            <a:custGeom>
              <a:avLst/>
              <a:gdLst>
                <a:gd name="T0" fmla="*/ 25 w 25"/>
                <a:gd name="T1" fmla="*/ 33 h 35"/>
                <a:gd name="T2" fmla="*/ 15 w 25"/>
                <a:gd name="T3" fmla="*/ 35 h 35"/>
                <a:gd name="T4" fmla="*/ 4 w 25"/>
                <a:gd name="T5" fmla="*/ 30 h 35"/>
                <a:gd name="T6" fmla="*/ 0 w 25"/>
                <a:gd name="T7" fmla="*/ 18 h 35"/>
                <a:gd name="T8" fmla="*/ 5 w 25"/>
                <a:gd name="T9" fmla="*/ 5 h 35"/>
                <a:gd name="T10" fmla="*/ 17 w 25"/>
                <a:gd name="T11" fmla="*/ 0 h 35"/>
                <a:gd name="T12" fmla="*/ 25 w 25"/>
                <a:gd name="T13" fmla="*/ 1 h 35"/>
                <a:gd name="T14" fmla="*/ 25 w 25"/>
                <a:gd name="T15" fmla="*/ 6 h 35"/>
                <a:gd name="T16" fmla="*/ 17 w 25"/>
                <a:gd name="T17" fmla="*/ 4 h 35"/>
                <a:gd name="T18" fmla="*/ 7 w 25"/>
                <a:gd name="T19" fmla="*/ 7 h 35"/>
                <a:gd name="T20" fmla="*/ 4 w 25"/>
                <a:gd name="T21" fmla="*/ 18 h 35"/>
                <a:gd name="T22" fmla="*/ 7 w 25"/>
                <a:gd name="T23" fmla="*/ 28 h 35"/>
                <a:gd name="T24" fmla="*/ 16 w 25"/>
                <a:gd name="T25" fmla="*/ 31 h 35"/>
                <a:gd name="T26" fmla="*/ 25 w 25"/>
                <a:gd name="T27" fmla="*/ 29 h 35"/>
                <a:gd name="T28" fmla="*/ 25 w 25"/>
                <a:gd name="T29" fmla="*/ 3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" h="35">
                  <a:moveTo>
                    <a:pt x="25" y="33"/>
                  </a:moveTo>
                  <a:cubicBezTo>
                    <a:pt x="22" y="34"/>
                    <a:pt x="19" y="35"/>
                    <a:pt x="15" y="35"/>
                  </a:cubicBezTo>
                  <a:cubicBezTo>
                    <a:pt x="11" y="35"/>
                    <a:pt x="7" y="33"/>
                    <a:pt x="4" y="30"/>
                  </a:cubicBezTo>
                  <a:cubicBezTo>
                    <a:pt x="1" y="27"/>
                    <a:pt x="0" y="23"/>
                    <a:pt x="0" y="18"/>
                  </a:cubicBezTo>
                  <a:cubicBezTo>
                    <a:pt x="0" y="13"/>
                    <a:pt x="1" y="8"/>
                    <a:pt x="5" y="5"/>
                  </a:cubicBezTo>
                  <a:cubicBezTo>
                    <a:pt x="8" y="2"/>
                    <a:pt x="12" y="0"/>
                    <a:pt x="17" y="0"/>
                  </a:cubicBezTo>
                  <a:cubicBezTo>
                    <a:pt x="20" y="0"/>
                    <a:pt x="23" y="1"/>
                    <a:pt x="25" y="1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2" y="4"/>
                    <a:pt x="20" y="4"/>
                    <a:pt x="17" y="4"/>
                  </a:cubicBezTo>
                  <a:cubicBezTo>
                    <a:pt x="13" y="4"/>
                    <a:pt x="10" y="5"/>
                    <a:pt x="7" y="7"/>
                  </a:cubicBezTo>
                  <a:cubicBezTo>
                    <a:pt x="5" y="10"/>
                    <a:pt x="4" y="14"/>
                    <a:pt x="4" y="18"/>
                  </a:cubicBezTo>
                  <a:cubicBezTo>
                    <a:pt x="4" y="22"/>
                    <a:pt x="5" y="25"/>
                    <a:pt x="7" y="28"/>
                  </a:cubicBezTo>
                  <a:cubicBezTo>
                    <a:pt x="9" y="30"/>
                    <a:pt x="12" y="31"/>
                    <a:pt x="16" y="31"/>
                  </a:cubicBezTo>
                  <a:cubicBezTo>
                    <a:pt x="19" y="31"/>
                    <a:pt x="22" y="30"/>
                    <a:pt x="25" y="29"/>
                  </a:cubicBezTo>
                  <a:lnTo>
                    <a:pt x="25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1" name="Freeform 10641"/>
            <p:cNvSpPr>
              <a:spLocks/>
            </p:cNvSpPr>
            <p:nvPr/>
          </p:nvSpPr>
          <p:spPr bwMode="auto">
            <a:xfrm>
              <a:off x="3883" y="3037"/>
              <a:ext cx="59" cy="79"/>
            </a:xfrm>
            <a:custGeom>
              <a:avLst/>
              <a:gdLst>
                <a:gd name="T0" fmla="*/ 59 w 59"/>
                <a:gd name="T1" fmla="*/ 79 h 79"/>
                <a:gd name="T2" fmla="*/ 49 w 59"/>
                <a:gd name="T3" fmla="*/ 79 h 79"/>
                <a:gd name="T4" fmla="*/ 49 w 59"/>
                <a:gd name="T5" fmla="*/ 43 h 79"/>
                <a:gd name="T6" fmla="*/ 9 w 59"/>
                <a:gd name="T7" fmla="*/ 43 h 79"/>
                <a:gd name="T8" fmla="*/ 9 w 59"/>
                <a:gd name="T9" fmla="*/ 79 h 79"/>
                <a:gd name="T10" fmla="*/ 0 w 59"/>
                <a:gd name="T11" fmla="*/ 79 h 79"/>
                <a:gd name="T12" fmla="*/ 0 w 59"/>
                <a:gd name="T13" fmla="*/ 0 h 79"/>
                <a:gd name="T14" fmla="*/ 9 w 59"/>
                <a:gd name="T15" fmla="*/ 0 h 79"/>
                <a:gd name="T16" fmla="*/ 9 w 59"/>
                <a:gd name="T17" fmla="*/ 34 h 79"/>
                <a:gd name="T18" fmla="*/ 49 w 59"/>
                <a:gd name="T19" fmla="*/ 34 h 79"/>
                <a:gd name="T20" fmla="*/ 49 w 59"/>
                <a:gd name="T21" fmla="*/ 0 h 79"/>
                <a:gd name="T22" fmla="*/ 59 w 59"/>
                <a:gd name="T23" fmla="*/ 0 h 79"/>
                <a:gd name="T24" fmla="*/ 59 w 59"/>
                <a:gd name="T25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79">
                  <a:moveTo>
                    <a:pt x="59" y="79"/>
                  </a:moveTo>
                  <a:lnTo>
                    <a:pt x="49" y="79"/>
                  </a:lnTo>
                  <a:lnTo>
                    <a:pt x="49" y="43"/>
                  </a:lnTo>
                  <a:lnTo>
                    <a:pt x="9" y="43"/>
                  </a:lnTo>
                  <a:lnTo>
                    <a:pt x="9" y="79"/>
                  </a:lnTo>
                  <a:lnTo>
                    <a:pt x="0" y="7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34"/>
                  </a:lnTo>
                  <a:lnTo>
                    <a:pt x="49" y="34"/>
                  </a:lnTo>
                  <a:lnTo>
                    <a:pt x="49" y="0"/>
                  </a:lnTo>
                  <a:lnTo>
                    <a:pt x="59" y="0"/>
                  </a:lnTo>
                  <a:lnTo>
                    <a:pt x="59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2" name="Freeform 10642"/>
            <p:cNvSpPr>
              <a:spLocks/>
            </p:cNvSpPr>
            <p:nvPr/>
          </p:nvSpPr>
          <p:spPr bwMode="auto">
            <a:xfrm>
              <a:off x="3963" y="3037"/>
              <a:ext cx="43" cy="79"/>
            </a:xfrm>
            <a:custGeom>
              <a:avLst/>
              <a:gdLst>
                <a:gd name="T0" fmla="*/ 43 w 43"/>
                <a:gd name="T1" fmla="*/ 79 h 79"/>
                <a:gd name="T2" fmla="*/ 0 w 43"/>
                <a:gd name="T3" fmla="*/ 79 h 79"/>
                <a:gd name="T4" fmla="*/ 0 w 43"/>
                <a:gd name="T5" fmla="*/ 0 h 79"/>
                <a:gd name="T6" fmla="*/ 41 w 43"/>
                <a:gd name="T7" fmla="*/ 0 h 79"/>
                <a:gd name="T8" fmla="*/ 41 w 43"/>
                <a:gd name="T9" fmla="*/ 7 h 79"/>
                <a:gd name="T10" fmla="*/ 10 w 43"/>
                <a:gd name="T11" fmla="*/ 7 h 79"/>
                <a:gd name="T12" fmla="*/ 10 w 43"/>
                <a:gd name="T13" fmla="*/ 34 h 79"/>
                <a:gd name="T14" fmla="*/ 38 w 43"/>
                <a:gd name="T15" fmla="*/ 34 h 79"/>
                <a:gd name="T16" fmla="*/ 38 w 43"/>
                <a:gd name="T17" fmla="*/ 43 h 79"/>
                <a:gd name="T18" fmla="*/ 10 w 43"/>
                <a:gd name="T19" fmla="*/ 43 h 79"/>
                <a:gd name="T20" fmla="*/ 10 w 43"/>
                <a:gd name="T21" fmla="*/ 71 h 79"/>
                <a:gd name="T22" fmla="*/ 43 w 43"/>
                <a:gd name="T23" fmla="*/ 71 h 79"/>
                <a:gd name="T24" fmla="*/ 43 w 43"/>
                <a:gd name="T25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79">
                  <a:moveTo>
                    <a:pt x="43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41" y="0"/>
                  </a:lnTo>
                  <a:lnTo>
                    <a:pt x="41" y="7"/>
                  </a:lnTo>
                  <a:lnTo>
                    <a:pt x="10" y="7"/>
                  </a:lnTo>
                  <a:lnTo>
                    <a:pt x="10" y="34"/>
                  </a:lnTo>
                  <a:lnTo>
                    <a:pt x="38" y="34"/>
                  </a:lnTo>
                  <a:lnTo>
                    <a:pt x="38" y="43"/>
                  </a:lnTo>
                  <a:lnTo>
                    <a:pt x="10" y="43"/>
                  </a:lnTo>
                  <a:lnTo>
                    <a:pt x="10" y="71"/>
                  </a:lnTo>
                  <a:lnTo>
                    <a:pt x="43" y="71"/>
                  </a:lnTo>
                  <a:lnTo>
                    <a:pt x="43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3" name="Freeform 10643"/>
            <p:cNvSpPr>
              <a:spLocks noEditPoints="1"/>
            </p:cNvSpPr>
            <p:nvPr/>
          </p:nvSpPr>
          <p:spPr bwMode="auto">
            <a:xfrm>
              <a:off x="4020" y="3037"/>
              <a:ext cx="57" cy="79"/>
            </a:xfrm>
            <a:custGeom>
              <a:avLst/>
              <a:gdLst>
                <a:gd name="T0" fmla="*/ 24 w 24"/>
                <a:gd name="T1" fmla="*/ 33 h 33"/>
                <a:gd name="T2" fmla="*/ 19 w 24"/>
                <a:gd name="T3" fmla="*/ 33 h 33"/>
                <a:gd name="T4" fmla="*/ 14 w 24"/>
                <a:gd name="T5" fmla="*/ 24 h 33"/>
                <a:gd name="T6" fmla="*/ 12 w 24"/>
                <a:gd name="T7" fmla="*/ 22 h 33"/>
                <a:gd name="T8" fmla="*/ 11 w 24"/>
                <a:gd name="T9" fmla="*/ 20 h 33"/>
                <a:gd name="T10" fmla="*/ 9 w 24"/>
                <a:gd name="T11" fmla="*/ 19 h 33"/>
                <a:gd name="T12" fmla="*/ 7 w 24"/>
                <a:gd name="T13" fmla="*/ 19 h 33"/>
                <a:gd name="T14" fmla="*/ 4 w 24"/>
                <a:gd name="T15" fmla="*/ 19 h 33"/>
                <a:gd name="T16" fmla="*/ 4 w 24"/>
                <a:gd name="T17" fmla="*/ 33 h 33"/>
                <a:gd name="T18" fmla="*/ 0 w 24"/>
                <a:gd name="T19" fmla="*/ 33 h 33"/>
                <a:gd name="T20" fmla="*/ 0 w 24"/>
                <a:gd name="T21" fmla="*/ 0 h 33"/>
                <a:gd name="T22" fmla="*/ 10 w 24"/>
                <a:gd name="T23" fmla="*/ 0 h 33"/>
                <a:gd name="T24" fmla="*/ 14 w 24"/>
                <a:gd name="T25" fmla="*/ 0 h 33"/>
                <a:gd name="T26" fmla="*/ 17 w 24"/>
                <a:gd name="T27" fmla="*/ 2 h 33"/>
                <a:gd name="T28" fmla="*/ 19 w 24"/>
                <a:gd name="T29" fmla="*/ 5 h 33"/>
                <a:gd name="T30" fmla="*/ 20 w 24"/>
                <a:gd name="T31" fmla="*/ 9 h 33"/>
                <a:gd name="T32" fmla="*/ 20 w 24"/>
                <a:gd name="T33" fmla="*/ 12 h 33"/>
                <a:gd name="T34" fmla="*/ 18 w 24"/>
                <a:gd name="T35" fmla="*/ 14 h 33"/>
                <a:gd name="T36" fmla="*/ 16 w 24"/>
                <a:gd name="T37" fmla="*/ 16 h 33"/>
                <a:gd name="T38" fmla="*/ 13 w 24"/>
                <a:gd name="T39" fmla="*/ 18 h 33"/>
                <a:gd name="T40" fmla="*/ 13 w 24"/>
                <a:gd name="T41" fmla="*/ 18 h 33"/>
                <a:gd name="T42" fmla="*/ 14 w 24"/>
                <a:gd name="T43" fmla="*/ 19 h 33"/>
                <a:gd name="T44" fmla="*/ 15 w 24"/>
                <a:gd name="T45" fmla="*/ 20 h 33"/>
                <a:gd name="T46" fmla="*/ 17 w 24"/>
                <a:gd name="T47" fmla="*/ 21 h 33"/>
                <a:gd name="T48" fmla="*/ 18 w 24"/>
                <a:gd name="T49" fmla="*/ 23 h 33"/>
                <a:gd name="T50" fmla="*/ 24 w 24"/>
                <a:gd name="T51" fmla="*/ 33 h 33"/>
                <a:gd name="T52" fmla="*/ 4 w 24"/>
                <a:gd name="T53" fmla="*/ 3 h 33"/>
                <a:gd name="T54" fmla="*/ 4 w 24"/>
                <a:gd name="T55" fmla="*/ 15 h 33"/>
                <a:gd name="T56" fmla="*/ 9 w 24"/>
                <a:gd name="T57" fmla="*/ 15 h 33"/>
                <a:gd name="T58" fmla="*/ 12 w 24"/>
                <a:gd name="T59" fmla="*/ 15 h 33"/>
                <a:gd name="T60" fmla="*/ 14 w 24"/>
                <a:gd name="T61" fmla="*/ 14 h 33"/>
                <a:gd name="T62" fmla="*/ 16 w 24"/>
                <a:gd name="T63" fmla="*/ 12 h 33"/>
                <a:gd name="T64" fmla="*/ 16 w 24"/>
                <a:gd name="T65" fmla="*/ 9 h 33"/>
                <a:gd name="T66" fmla="*/ 14 w 24"/>
                <a:gd name="T67" fmla="*/ 5 h 33"/>
                <a:gd name="T68" fmla="*/ 9 w 24"/>
                <a:gd name="T69" fmla="*/ 3 h 33"/>
                <a:gd name="T70" fmla="*/ 4 w 24"/>
                <a:gd name="T71" fmla="*/ 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3">
                  <a:moveTo>
                    <a:pt x="24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3" y="23"/>
                    <a:pt x="13" y="22"/>
                    <a:pt x="12" y="22"/>
                  </a:cubicBezTo>
                  <a:cubicBezTo>
                    <a:pt x="12" y="21"/>
                    <a:pt x="11" y="20"/>
                    <a:pt x="11" y="20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9" y="19"/>
                    <a:pt x="8" y="19"/>
                    <a:pt x="7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3" y="0"/>
                    <a:pt x="14" y="0"/>
                  </a:cubicBezTo>
                  <a:cubicBezTo>
                    <a:pt x="15" y="1"/>
                    <a:pt x="16" y="1"/>
                    <a:pt x="17" y="2"/>
                  </a:cubicBezTo>
                  <a:cubicBezTo>
                    <a:pt x="18" y="3"/>
                    <a:pt x="19" y="4"/>
                    <a:pt x="19" y="5"/>
                  </a:cubicBezTo>
                  <a:cubicBezTo>
                    <a:pt x="20" y="6"/>
                    <a:pt x="20" y="7"/>
                    <a:pt x="20" y="9"/>
                  </a:cubicBezTo>
                  <a:cubicBezTo>
                    <a:pt x="20" y="10"/>
                    <a:pt x="20" y="11"/>
                    <a:pt x="20" y="12"/>
                  </a:cubicBezTo>
                  <a:cubicBezTo>
                    <a:pt x="19" y="13"/>
                    <a:pt x="19" y="14"/>
                    <a:pt x="18" y="14"/>
                  </a:cubicBezTo>
                  <a:cubicBezTo>
                    <a:pt x="18" y="15"/>
                    <a:pt x="17" y="16"/>
                    <a:pt x="16" y="16"/>
                  </a:cubicBezTo>
                  <a:cubicBezTo>
                    <a:pt x="15" y="17"/>
                    <a:pt x="14" y="17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4" y="18"/>
                    <a:pt x="14" y="19"/>
                  </a:cubicBezTo>
                  <a:cubicBezTo>
                    <a:pt x="15" y="19"/>
                    <a:pt x="15" y="19"/>
                    <a:pt x="15" y="20"/>
                  </a:cubicBezTo>
                  <a:cubicBezTo>
                    <a:pt x="16" y="20"/>
                    <a:pt x="16" y="21"/>
                    <a:pt x="17" y="21"/>
                  </a:cubicBezTo>
                  <a:cubicBezTo>
                    <a:pt x="17" y="22"/>
                    <a:pt x="17" y="22"/>
                    <a:pt x="18" y="23"/>
                  </a:cubicBezTo>
                  <a:lnTo>
                    <a:pt x="24" y="33"/>
                  </a:lnTo>
                  <a:close/>
                  <a:moveTo>
                    <a:pt x="4" y="3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5"/>
                    <a:pt x="11" y="15"/>
                    <a:pt x="12" y="15"/>
                  </a:cubicBezTo>
                  <a:cubicBezTo>
                    <a:pt x="13" y="15"/>
                    <a:pt x="14" y="14"/>
                    <a:pt x="14" y="14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1"/>
                    <a:pt x="16" y="10"/>
                    <a:pt x="16" y="9"/>
                  </a:cubicBezTo>
                  <a:cubicBezTo>
                    <a:pt x="16" y="7"/>
                    <a:pt x="16" y="6"/>
                    <a:pt x="14" y="5"/>
                  </a:cubicBezTo>
                  <a:cubicBezTo>
                    <a:pt x="13" y="4"/>
                    <a:pt x="12" y="3"/>
                    <a:pt x="9" y="3"/>
                  </a:cubicBezTo>
                  <a:lnTo>
                    <a:pt x="4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4799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2242517" y="2946258"/>
            <a:ext cx="596900" cy="656791"/>
          </a:xfrm>
          <a:custGeom>
            <a:avLst/>
            <a:gdLst>
              <a:gd name="connsiteX0" fmla="*/ 0 w 561975"/>
              <a:gd name="connsiteY0" fmla="*/ 0 h 547688"/>
              <a:gd name="connsiteX1" fmla="*/ 552450 w 561975"/>
              <a:gd name="connsiteY1" fmla="*/ 547688 h 547688"/>
              <a:gd name="connsiteX2" fmla="*/ 561975 w 561975"/>
              <a:gd name="connsiteY2" fmla="*/ 0 h 547688"/>
              <a:gd name="connsiteX3" fmla="*/ 0 w 561975"/>
              <a:gd name="connsiteY3" fmla="*/ 0 h 547688"/>
              <a:gd name="connsiteX0" fmla="*/ 0 w 576263"/>
              <a:gd name="connsiteY0" fmla="*/ 0 h 547688"/>
              <a:gd name="connsiteX1" fmla="*/ 566738 w 576263"/>
              <a:gd name="connsiteY1" fmla="*/ 547688 h 547688"/>
              <a:gd name="connsiteX2" fmla="*/ 576263 w 576263"/>
              <a:gd name="connsiteY2" fmla="*/ 0 h 547688"/>
              <a:gd name="connsiteX3" fmla="*/ 0 w 576263"/>
              <a:gd name="connsiteY3" fmla="*/ 0 h 547688"/>
              <a:gd name="connsiteX0" fmla="*/ 0 w 576263"/>
              <a:gd name="connsiteY0" fmla="*/ 0 h 571500"/>
              <a:gd name="connsiteX1" fmla="*/ 566738 w 576263"/>
              <a:gd name="connsiteY1" fmla="*/ 571500 h 571500"/>
              <a:gd name="connsiteX2" fmla="*/ 576263 w 576263"/>
              <a:gd name="connsiteY2" fmla="*/ 0 h 571500"/>
              <a:gd name="connsiteX3" fmla="*/ 0 w 576263"/>
              <a:gd name="connsiteY3" fmla="*/ 0 h 571500"/>
              <a:gd name="connsiteX0" fmla="*/ 0 w 576263"/>
              <a:gd name="connsiteY0" fmla="*/ 0 h 576263"/>
              <a:gd name="connsiteX1" fmla="*/ 571335 w 576263"/>
              <a:gd name="connsiteY1" fmla="*/ 576263 h 576263"/>
              <a:gd name="connsiteX2" fmla="*/ 576263 w 576263"/>
              <a:gd name="connsiteY2" fmla="*/ 0 h 576263"/>
              <a:gd name="connsiteX3" fmla="*/ 0 w 576263"/>
              <a:gd name="connsiteY3" fmla="*/ 0 h 576263"/>
              <a:gd name="connsiteX0" fmla="*/ 0 w 576448"/>
              <a:gd name="connsiteY0" fmla="*/ 0 h 576263"/>
              <a:gd name="connsiteX1" fmla="*/ 575933 w 576448"/>
              <a:gd name="connsiteY1" fmla="*/ 576263 h 576263"/>
              <a:gd name="connsiteX2" fmla="*/ 576263 w 576448"/>
              <a:gd name="connsiteY2" fmla="*/ 0 h 576263"/>
              <a:gd name="connsiteX3" fmla="*/ 0 w 576448"/>
              <a:gd name="connsiteY3" fmla="*/ 0 h 576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48" h="576263">
                <a:moveTo>
                  <a:pt x="0" y="0"/>
                </a:moveTo>
                <a:lnTo>
                  <a:pt x="575933" y="576263"/>
                </a:lnTo>
                <a:cubicBezTo>
                  <a:pt x="577576" y="384175"/>
                  <a:pt x="574620" y="192088"/>
                  <a:pt x="57626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19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32100" y="2949865"/>
            <a:ext cx="9359900" cy="6572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anchor="ctr"/>
          <a:lstStyle/>
          <a:p>
            <a:pPr algn="ctr">
              <a:defRPr/>
            </a:pPr>
            <a:r>
              <a:rPr lang="en-US" altLang="zh-CN" sz="280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rPr>
              <a:t>www.ypppt.com</a:t>
            </a:r>
            <a:endParaRPr lang="zh-CN" altLang="en-US" sz="2800" dirty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eiryo" panose="020B0604030504040204" pitchFamily="34" charset="-128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2182092"/>
            <a:ext cx="9312276" cy="775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3200" spc="2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3200" spc="200" dirty="0" smtClean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2800" spc="2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更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多精品</a:t>
            </a:r>
            <a:r>
              <a:rPr lang="en-US" altLang="zh-CN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资源尽在</a:t>
            </a:r>
            <a:r>
              <a:rPr lang="en-US" altLang="zh-CN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优品</a:t>
            </a:r>
            <a:r>
              <a:rPr lang="en-US" altLang="zh-CN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9312275" y="2178052"/>
            <a:ext cx="853701" cy="779317"/>
          </a:xfrm>
          <a:prstGeom prst="rtTriangle">
            <a:avLst/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81830" y="3921022"/>
            <a:ext cx="6906409" cy="169277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模板下载：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www.ypppt.com/moban/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www.ypppt.com/jieri/</a:t>
            </a:r>
            <a:endParaRPr lang="en-US" altLang="zh-CN" sz="1200" kern="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www.ypppt.com/beijing/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图表下载：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www.ypppt.com/tubiao/</a:t>
            </a:r>
            <a:endParaRPr lang="en-US" altLang="zh-CN" sz="1200" kern="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素材下载：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www.ypppt.com/sucai/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教程下载：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www.ypppt.com/jiaocheng/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361715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73</Words>
  <Application>Microsoft Office PowerPoint</Application>
  <PresentationFormat>宽屏</PresentationFormat>
  <Paragraphs>7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Meiryo</vt:lpstr>
      <vt:lpstr>宋体</vt:lpstr>
      <vt:lpstr>微软雅黑</vt:lpstr>
      <vt:lpstr>Arial</vt:lpstr>
      <vt:lpstr>Calibri</vt:lpstr>
      <vt:lpstr>Calibri Light</vt:lpstr>
      <vt:lpstr>Office 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123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kan</cp:lastModifiedBy>
  <cp:revision>11</cp:revision>
  <dcterms:created xsi:type="dcterms:W3CDTF">2015-04-18T07:16:00Z</dcterms:created>
  <dcterms:modified xsi:type="dcterms:W3CDTF">2016-02-12T04:48:16Z</dcterms:modified>
</cp:coreProperties>
</file>