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mp3" ContentType="audio/unknown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70" r:id="rId2"/>
    <p:sldId id="369" r:id="rId3"/>
    <p:sldId id="364" r:id="rId4"/>
    <p:sldId id="373" r:id="rId5"/>
    <p:sldId id="372" r:id="rId6"/>
    <p:sldId id="367" r:id="rId7"/>
    <p:sldId id="356" r:id="rId8"/>
    <p:sldId id="374" r:id="rId9"/>
    <p:sldId id="357" r:id="rId10"/>
    <p:sldId id="273" r:id="rId11"/>
    <p:sldId id="362" r:id="rId12"/>
  </p:sldIdLst>
  <p:sldSz cx="12190413" cy="6859588"/>
  <p:notesSz cx="6858000" cy="9144000"/>
  <p:custDataLst>
    <p:tags r:id="rId15"/>
  </p:custDataLst>
  <p:defaultTextStyle>
    <a:defPPr>
      <a:defRPr lang="zh-CN"/>
    </a:defPPr>
    <a:lvl1pPr marL="0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4251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88502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32753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77004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21254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5505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09756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4007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pos="3839">
          <p15:clr>
            <a:srgbClr val="A4A3A4"/>
          </p15:clr>
        </p15:guide>
        <p15:guide id="4" pos="7196">
          <p15:clr>
            <a:srgbClr val="A4A3A4"/>
          </p15:clr>
        </p15:guide>
        <p15:guide id="5" pos="573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458E"/>
    <a:srgbClr val="8B8B8B"/>
    <a:srgbClr val="B11212"/>
    <a:srgbClr val="F5F5F5"/>
    <a:srgbClr val="022A4F"/>
    <a:srgbClr val="007ADE"/>
    <a:srgbClr val="0885DA"/>
    <a:srgbClr val="297FD5"/>
    <a:srgbClr val="629DD1"/>
    <a:srgbClr val="00358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11" autoAdjust="0"/>
    <p:restoredTop sz="94660"/>
  </p:normalViewPr>
  <p:slideViewPr>
    <p:cSldViewPr>
      <p:cViewPr>
        <p:scale>
          <a:sx n="67" d="100"/>
          <a:sy n="67" d="100"/>
        </p:scale>
        <p:origin x="-1068" y="-1020"/>
      </p:cViewPr>
      <p:guideLst>
        <p:guide orient="horz" pos="2160"/>
        <p:guide orient="horz" pos="3838"/>
        <p:guide pos="3839"/>
        <p:guide pos="7196"/>
        <p:guide pos="57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-3840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C15E6-6BD2-4E4B-B1D4-218C26E1B228}" type="datetimeFigureOut">
              <a:rPr lang="zh-CN" altLang="en-US" smtClean="0"/>
              <a:pPr/>
              <a:t>2020/11/5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5EDCA-2189-4435-B38B-6F3C2C0443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413569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7430C-5A66-4BD0-A971-34190B6C6019}" type="datetimeFigureOut">
              <a:rPr lang="zh-CN" altLang="en-US" smtClean="0"/>
              <a:pPr/>
              <a:t>2020/11/5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C173A-3DA8-4893-B28A-1E15F55C330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8774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37871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98868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98868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40865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86040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32627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98868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17589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98868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764497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3787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359515159"/>
      </p:ext>
    </p:extLst>
  </p:cSld>
  <p:clrMapOvr>
    <a:masterClrMapping/>
  </p:clrMapOvr>
  <p:transition spd="slow" advClick="0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76118941"/>
      </p:ext>
    </p:extLst>
  </p:cSld>
  <p:clrMapOvr>
    <a:masterClrMapping/>
  </p:clrMapOvr>
  <p:transition spd="slow" advClick="0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燕尾形 6"/>
          <p:cNvSpPr/>
          <p:nvPr userDrawn="1"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4140442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182637010"/>
      </p:ext>
    </p:extLst>
  </p:cSld>
  <p:clrMapOvr>
    <a:masterClrMapping/>
  </p:clrMapOvr>
  <p:transition spd="slow" advClick="0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789629378"/>
      </p:ext>
    </p:extLst>
  </p:cSld>
  <p:clrMapOvr>
    <a:masterClrMapping/>
  </p:clrMapOvr>
  <p:transition spd="slow" advClick="0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155462019"/>
      </p:ext>
    </p:extLst>
  </p:cSld>
  <p:clrMapOvr>
    <a:masterClrMapping/>
  </p:clrMapOvr>
  <p:transition spd="slow" advClick="0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8134110" y="6545425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精美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工作总结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www.1ppt.com/xiazai/zongjie/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工作计划：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www.1ppt.com/xiazai/jihua/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商务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www.1ppt.com/moban/shangwu/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个人简历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www.1ppt.com/xiazai/jianli/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毕业答辩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www.1ppt.com/xiazai/dabian/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工作汇报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www.1ppt.com/xiazai/huibao/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951282123"/>
      </p:ext>
    </p:extLst>
  </p:cSld>
  <p:clrMapOvr>
    <a:masterClrMapping/>
  </p:clrMapOvr>
  <p:transition spd="slow" advClick="0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795506658"/>
      </p:ext>
    </p:extLst>
  </p:cSld>
  <p:clrMapOvr>
    <a:masterClrMapping/>
  </p:clrMapOvr>
  <p:transition spd="slow" advClick="0" advTm="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498542286"/>
      </p:ext>
    </p:extLst>
  </p:cSld>
  <p:clrMapOvr>
    <a:masterClrMapping/>
  </p:clrMapOvr>
  <p:transition spd="slow" advClick="0" advTm="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59908843"/>
      </p:ext>
    </p:extLst>
  </p:cSld>
  <p:clrMapOvr>
    <a:masterClrMapping/>
  </p:clrMapOvr>
  <p:transition spd="slow" advClick="0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2" r:id="rId2"/>
    <p:sldLayoutId id="2147483710" r:id="rId3"/>
    <p:sldLayoutId id="2147483713" r:id="rId4"/>
    <p:sldLayoutId id="2147483707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 advClick="0" advTm="0">
    <p:wipe/>
  </p:transition>
  <p:txStyles>
    <p:titleStyle>
      <a:lvl1pPr algn="ctr" defTabSz="1088502" rtl="0" eaLnBrk="1" latinLnBrk="0" hangingPunct="1">
        <a:spcBef>
          <a:spcPct val="0"/>
        </a:spcBef>
        <a:buNone/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188" indent="-408188" algn="l" defTabSz="1088502" rtl="0" eaLnBrk="1" latinLnBrk="0" hangingPunct="1">
        <a:spcBef>
          <a:spcPct val="20000"/>
        </a:spcBef>
        <a:buFont typeface="Arial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408" indent="-340157" algn="l" defTabSz="1088502" rtl="0" eaLnBrk="1" latinLnBrk="0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627" indent="-272125" algn="l" defTabSz="1088502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4878" indent="-272125" algn="l" defTabSz="1088502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29" indent="-272125" algn="l" defTabSz="1088502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80" indent="-272125" algn="l" defTabSz="108850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631" indent="-272125" algn="l" defTabSz="108850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882" indent="-272125" algn="l" defTabSz="108850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132" indent="-272125" algn="l" defTabSz="108850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51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02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53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004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54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505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56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007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audio" Target="../media/media1.mp3"/><Relationship Id="rId5" Type="http://schemas.openxmlformats.org/officeDocument/2006/relationships/image" Target="../media/image1.png"/><Relationship Id="rId4" Type="http://schemas.microsoft.com/office/2007/relationships/media" Target="../media/media1.mp3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0" y="740873"/>
            <a:ext cx="5039227" cy="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151186" y="740873"/>
            <a:ext cx="5039227" cy="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" y="6406814"/>
            <a:ext cx="3041773" cy="452774"/>
          </a:xfrm>
          <a:prstGeom prst="rect">
            <a:avLst/>
          </a:prstGeom>
          <a:solidFill>
            <a:srgbClr val="EF7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041775" y="6406814"/>
            <a:ext cx="3063750" cy="452774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095207" y="6406814"/>
            <a:ext cx="3047603" cy="452774"/>
          </a:xfrm>
          <a:prstGeom prst="rect">
            <a:avLst/>
          </a:prstGeom>
          <a:solidFill>
            <a:srgbClr val="38B1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142810" y="6406814"/>
            <a:ext cx="3047603" cy="45277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0" y="-27390"/>
            <a:ext cx="3047603" cy="123423"/>
          </a:xfrm>
          <a:prstGeom prst="rect">
            <a:avLst/>
          </a:prstGeom>
          <a:solidFill>
            <a:srgbClr val="EF7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047603" y="-27390"/>
            <a:ext cx="3047603" cy="123423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095207" y="-27390"/>
            <a:ext cx="3047603" cy="123423"/>
          </a:xfrm>
          <a:prstGeom prst="rect">
            <a:avLst/>
          </a:prstGeom>
          <a:solidFill>
            <a:srgbClr val="38B1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9142810" y="-27390"/>
            <a:ext cx="3047603" cy="123423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4367240" y="1559294"/>
            <a:ext cx="3592616" cy="2062087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r>
              <a:rPr lang="en-US" altLang="zh-CN" sz="12800" dirty="0" smtClean="0">
                <a:solidFill>
                  <a:srgbClr val="38B1BF"/>
                </a:solidFill>
                <a:latin typeface="Impact" panose="020B0806030902050204" pitchFamily="34" charset="0"/>
              </a:rPr>
              <a:t>2020</a:t>
            </a:r>
            <a:endParaRPr lang="zh-CN" altLang="en-US" sz="12800" dirty="0">
              <a:solidFill>
                <a:srgbClr val="38B1BF"/>
              </a:solidFill>
              <a:latin typeface="Impact" panose="020B0806030902050204" pitchFamily="34" charset="0"/>
            </a:endParaRPr>
          </a:p>
        </p:txBody>
      </p:sp>
      <p:sp>
        <p:nvSpPr>
          <p:cNvPr id="41" name="文本框 5"/>
          <p:cNvSpPr txBox="1"/>
          <p:nvPr/>
        </p:nvSpPr>
        <p:spPr>
          <a:xfrm>
            <a:off x="3795901" y="4778722"/>
            <a:ext cx="1646571" cy="384705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algn="ctr"/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匯報人：王丹</a:t>
            </a:r>
            <a:endParaRPr lang="en-US" altLang="zh-CN" sz="19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885731" y="3552761"/>
            <a:ext cx="4416560" cy="938702"/>
          </a:xfrm>
          <a:prstGeom prst="rect">
            <a:avLst/>
          </a:prstGeom>
          <a:noFill/>
          <a:ln>
            <a:noFill/>
          </a:ln>
          <a:effectLst>
            <a:glow rad="1905000">
              <a:srgbClr val="F14124">
                <a:alpha val="40000"/>
              </a:srgbClr>
            </a:glow>
            <a:softEdge rad="1270000"/>
          </a:effectLst>
        </p:spPr>
        <p:txBody>
          <a:bodyPr wrap="none" lIns="91423" tIns="45712" rIns="91423" bIns="45712">
            <a:spAutoFit/>
          </a:bodyPr>
          <a:lstStyle/>
          <a:p>
            <a:pPr algn="ctr"/>
            <a:r>
              <a:rPr lang="zh-CN" altLang="en-US" sz="5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工作總結匯報</a:t>
            </a:r>
            <a:endParaRPr lang="zh-CN" altLang="en-US" sz="55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文本框 5"/>
          <p:cNvSpPr txBox="1"/>
          <p:nvPr/>
        </p:nvSpPr>
        <p:spPr>
          <a:xfrm>
            <a:off x="5736656" y="4778722"/>
            <a:ext cx="2787908" cy="384705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algn="ctr"/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日期：</a:t>
            </a:r>
            <a:r>
              <a:rPr lang="en-US" altLang="zh-CN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月</a:t>
            </a:r>
            <a:r>
              <a:rPr lang="en-US" altLang="zh-CN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日</a:t>
            </a:r>
            <a:endParaRPr lang="en-US" altLang="zh-CN" sz="19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2639273" y="4529730"/>
            <a:ext cx="6911868" cy="0"/>
          </a:xfrm>
          <a:prstGeom prst="line">
            <a:avLst/>
          </a:prstGeom>
          <a:ln>
            <a:solidFill>
              <a:srgbClr val="38B1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592828" y="452774"/>
            <a:ext cx="1010848" cy="69249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ctr"/>
            <a:r>
              <a:rPr lang="en-US" altLang="zh-CN" sz="3700" dirty="0" smtClean="0">
                <a:solidFill>
                  <a:schemeClr val="accent3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FIH</a:t>
            </a:r>
            <a:endParaRPr lang="zh-CN" altLang="en-US" sz="3700" dirty="0">
              <a:solidFill>
                <a:schemeClr val="accent3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6" name="商务.mp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xmlns="" r:embed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12418122" y="6197364"/>
            <a:ext cx="812694" cy="81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57946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3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0" accel="100000" fill="hold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900"/>
                            </p:stCondLst>
                            <p:childTnLst>
                              <p:par>
                                <p:cTn id="5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9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400"/>
                            </p:stCondLst>
                            <p:childTnLst>
                              <p:par>
                                <p:cTn id="6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900"/>
                            </p:stCondLst>
                            <p:childTnLst>
                              <p:par>
                                <p:cTn id="6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3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1125538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910630" y="2061642"/>
            <a:ext cx="10422260" cy="4176464"/>
          </a:xfrm>
          <a:prstGeom prst="rect">
            <a:avLst/>
          </a:prstGeom>
          <a:solidFill>
            <a:schemeClr val="accent1"/>
          </a:solidFill>
          <a:ln w="12700" cmpd="sng">
            <a:noFill/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1070033" y="1845618"/>
            <a:ext cx="10132018" cy="424847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mpd="sng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lang="zh-CN" altLang="en-US" sz="2000">
              <a:solidFill>
                <a:schemeClr val="tx2"/>
              </a:solidFill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43812" y="3213770"/>
            <a:ext cx="8927701" cy="1338860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 smtClean="0"/>
              <a:t>轉眼間一年又要過去，在這一年的時間里，我學到了很多東西。每個人都在不斷的總結中成長，在不斷的審視和完善自己。在這一年裡我也是在總結、審視中腳踏實地的完成本職工作，現將這一年的工作總結如下</a:t>
            </a:r>
            <a:endParaRPr lang="zh-CN" altLang="en-US" sz="18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62476" y="212081"/>
            <a:ext cx="32889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 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PREFACE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1769881"/>
      </p:ext>
    </p:extLst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29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0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1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2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6" grpId="0" animBg="1" autoUpdateAnimBg="0"/>
      <p:bldP spid="17" grpId="0" animBg="1" autoUpdateAnimBg="0"/>
      <p:bldP spid="18" grpId="0"/>
      <p:bldP spid="18" grpId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457006" y="2132089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339097" y="2132089"/>
            <a:ext cx="3744416" cy="511504"/>
            <a:chOff x="6339097" y="1573726"/>
            <a:chExt cx="3744416" cy="511504"/>
          </a:xfrm>
        </p:grpSpPr>
        <p:sp>
          <p:nvSpPr>
            <p:cNvPr id="18" name="圆角矩形 17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723350" y="1614014"/>
              <a:ext cx="265307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工作概述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5457006" y="2968541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315199" y="2968541"/>
            <a:ext cx="3744416" cy="511504"/>
            <a:chOff x="6315199" y="2410178"/>
            <a:chExt cx="3744416" cy="511504"/>
          </a:xfrm>
        </p:grpSpPr>
        <p:sp>
          <p:nvSpPr>
            <p:cNvPr id="22" name="圆角矩形 21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747248" y="2450466"/>
              <a:ext cx="265307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個人成長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圆角矩形 23"/>
          <p:cNvSpPr/>
          <p:nvPr/>
        </p:nvSpPr>
        <p:spPr>
          <a:xfrm>
            <a:off x="5457006" y="3854394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6339097" y="3854394"/>
            <a:ext cx="3744416" cy="511504"/>
            <a:chOff x="6339097" y="3296031"/>
            <a:chExt cx="3744416" cy="511504"/>
          </a:xfrm>
        </p:grpSpPr>
        <p:sp>
          <p:nvSpPr>
            <p:cNvPr id="26" name="圆角矩形 25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6723349" y="3336319"/>
              <a:ext cx="273630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不足之處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-106934" y="0"/>
            <a:ext cx="3469805" cy="6859587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194519" y="2219567"/>
            <a:ext cx="2808312" cy="1354243"/>
          </a:xfrm>
          <a:prstGeom prst="rect">
            <a:avLst/>
          </a:prstGeom>
          <a:noFill/>
        </p:spPr>
        <p:txBody>
          <a:bodyPr wrap="square" lIns="121948" tIns="60973" rIns="121948" bIns="60973">
            <a:spAutoFit/>
          </a:bodyPr>
          <a:lstStyle/>
          <a:p>
            <a:pPr algn="r">
              <a:defRPr/>
            </a:pPr>
            <a:r>
              <a:rPr lang="zh-CN" altLang="en-US" sz="48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目錄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下箭头 37"/>
          <p:cNvSpPr/>
          <p:nvPr/>
        </p:nvSpPr>
        <p:spPr>
          <a:xfrm rot="16200000">
            <a:off x="4278849" y="2064067"/>
            <a:ext cx="576064" cy="679828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22704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 advClick="0" advTm="0">
        <p14:prism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2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37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15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650"/>
                            </p:stCondLst>
                            <p:childTnLst>
                              <p:par>
                                <p:cTn id="4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20" grpId="0" animBg="1"/>
      <p:bldP spid="20" grpId="1" animBg="1"/>
      <p:bldP spid="24" grpId="0" animBg="1"/>
      <p:bldP spid="24" grpId="1" animBg="1"/>
      <p:bldP spid="36" grpId="0" animBg="1"/>
      <p:bldP spid="37" grpId="0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3396345" y="1669213"/>
            <a:ext cx="7244427" cy="12957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248291" y="1485578"/>
            <a:ext cx="5303299" cy="4495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系統開發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六边形 23"/>
          <p:cNvSpPr/>
          <p:nvPr/>
        </p:nvSpPr>
        <p:spPr>
          <a:xfrm>
            <a:off x="910630" y="3303864"/>
            <a:ext cx="1587056" cy="1368469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工作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cxnSp>
        <p:nvCxnSpPr>
          <p:cNvPr id="25" name="直接箭头连接符 24"/>
          <p:cNvCxnSpPr>
            <a:stCxn id="24" idx="5"/>
            <a:endCxn id="22" idx="1"/>
          </p:cNvCxnSpPr>
          <p:nvPr/>
        </p:nvCxnSpPr>
        <p:spPr>
          <a:xfrm flipV="1">
            <a:off x="2155569" y="2317079"/>
            <a:ext cx="1240776" cy="986785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4" idx="0"/>
          </p:cNvCxnSpPr>
          <p:nvPr/>
        </p:nvCxnSpPr>
        <p:spPr>
          <a:xfrm>
            <a:off x="2497686" y="3988098"/>
            <a:ext cx="898660" cy="0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4" idx="1"/>
            <a:endCxn id="32" idx="1"/>
          </p:cNvCxnSpPr>
          <p:nvPr/>
        </p:nvCxnSpPr>
        <p:spPr>
          <a:xfrm>
            <a:off x="2155569" y="4672333"/>
            <a:ext cx="1240776" cy="1000765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56775" y="1989634"/>
            <a:ext cx="6492772" cy="701378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根據用戶需求開發新的單據或者流程，以滿足工作需要。如：銷單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化系統增加新的作業單位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HUB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廊坊，以及倉碼對應邏輯變更。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96345" y="3343484"/>
            <a:ext cx="7244427" cy="12957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248291" y="3159848"/>
            <a:ext cx="5303299" cy="4495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功能優化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56775" y="3653965"/>
            <a:ext cx="6558911" cy="701378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為了修復異常及提升用戶體驗，對一些頁面及邏輯進行優化。如：料號管理系統增加個人信息頁，便於用戶更改個人信息。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396345" y="5036082"/>
            <a:ext cx="7244427" cy="1274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248291" y="4852447"/>
            <a:ext cx="5303299" cy="4495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系統維護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56775" y="5346564"/>
            <a:ext cx="6503793" cy="381291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系統功能及人員的維護。如：更改人員權限；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106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報修處理等。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190550" y="180723"/>
            <a:ext cx="845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FIH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TextBox 43"/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9pPr>
          </a:lstStyle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</a:rPr>
              <a:t>年度工作概述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5957051"/>
      </p:ext>
    </p:extLst>
  </p:cSld>
  <p:clrMapOvr>
    <a:masterClrMapping/>
  </p:clrMapOvr>
  <p:transition spd="slow" advClick="0" advTm="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8" grpId="0"/>
      <p:bldP spid="29" grpId="0" animBg="1"/>
      <p:bldP spid="30" grpId="0" animBg="1"/>
      <p:bldP spid="31" grpId="0"/>
      <p:bldP spid="32" grpId="0" animBg="1"/>
      <p:bldP spid="33" grpId="0" animBg="1"/>
      <p:bldP spid="3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auto">
          <a:xfrm>
            <a:off x="4451350" y="1840731"/>
            <a:ext cx="3294063" cy="3313113"/>
          </a:xfrm>
          <a:prstGeom prst="ellipse">
            <a:avLst/>
          </a:prstGeom>
          <a:noFill/>
          <a:ln w="53975" cmpd="dbl">
            <a:solidFill>
              <a:schemeClr val="tx1">
                <a:lumMod val="85000"/>
                <a:lumOff val="15000"/>
              </a:schemeClr>
            </a:solidFill>
            <a:bevel/>
            <a:headEnd/>
            <a:tailEnd/>
          </a:ln>
        </p:spPr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  <a:latin typeface="Calibri" pitchFamily="34" charset="0"/>
              <a:sym typeface="Calibri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348163" y="1794694"/>
            <a:ext cx="1033462" cy="1039812"/>
            <a:chOff x="4348163" y="2042656"/>
            <a:chExt cx="1033462" cy="1039812"/>
          </a:xfrm>
        </p:grpSpPr>
        <p:sp>
          <p:nvSpPr>
            <p:cNvPr id="4" name="Oval 3"/>
            <p:cNvSpPr>
              <a:spLocks noChangeArrowheads="1"/>
            </p:cNvSpPr>
            <p:nvPr/>
          </p:nvSpPr>
          <p:spPr bwMode="auto">
            <a:xfrm>
              <a:off x="4348163" y="2042656"/>
              <a:ext cx="1033462" cy="103981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zh-CN" sz="8800">
                <a:solidFill>
                  <a:schemeClr val="accent6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grpSp>
          <p:nvGrpSpPr>
            <p:cNvPr id="5" name="Group 29"/>
            <p:cNvGrpSpPr>
              <a:grpSpLocks/>
            </p:cNvGrpSpPr>
            <p:nvPr/>
          </p:nvGrpSpPr>
          <p:grpSpPr bwMode="auto">
            <a:xfrm>
              <a:off x="4616450" y="2301418"/>
              <a:ext cx="569913" cy="484188"/>
              <a:chOff x="0" y="0"/>
              <a:chExt cx="496661" cy="421788"/>
            </a:xfrm>
          </p:grpSpPr>
          <p:sp>
            <p:nvSpPr>
              <p:cNvPr id="6" name="Freeform 12"/>
              <p:cNvSpPr>
                <a:spLocks noChangeArrowheads="1"/>
              </p:cNvSpPr>
              <p:nvPr/>
            </p:nvSpPr>
            <p:spPr bwMode="auto">
              <a:xfrm>
                <a:off x="157235" y="244586"/>
                <a:ext cx="89848" cy="89848"/>
              </a:xfrm>
              <a:custGeom>
                <a:avLst/>
                <a:gdLst>
                  <a:gd name="T0" fmla="*/ 89848 w 36"/>
                  <a:gd name="T1" fmla="*/ 49916 h 36"/>
                  <a:gd name="T2" fmla="*/ 39932 w 36"/>
                  <a:gd name="T3" fmla="*/ 0 h 36"/>
                  <a:gd name="T4" fmla="*/ 39932 w 36"/>
                  <a:gd name="T5" fmla="*/ 0 h 36"/>
                  <a:gd name="T6" fmla="*/ 0 w 36"/>
                  <a:gd name="T7" fmla="*/ 89848 h 36"/>
                  <a:gd name="T8" fmla="*/ 89848 w 36"/>
                  <a:gd name="T9" fmla="*/ 4991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6"/>
                  <a:gd name="T17" fmla="*/ 36 w 36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6">
                    <a:moveTo>
                      <a:pt x="36" y="20"/>
                    </a:moveTo>
                    <a:lnTo>
                      <a:pt x="16" y="0"/>
                    </a:lnTo>
                    <a:lnTo>
                      <a:pt x="0" y="36"/>
                    </a:lnTo>
                    <a:lnTo>
                      <a:pt x="36" y="20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Rectangle 13"/>
              <p:cNvSpPr>
                <a:spLocks noChangeArrowheads="1"/>
              </p:cNvSpPr>
              <p:nvPr/>
            </p:nvSpPr>
            <p:spPr bwMode="auto">
              <a:xfrm>
                <a:off x="247083" y="294502"/>
                <a:ext cx="2497" cy="249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latin typeface="Calibri" pitchFamily="34" charset="0"/>
                  <a:sym typeface="Calibri" pitchFamily="34" charset="0"/>
                </a:endParaRPr>
              </a:p>
            </p:txBody>
          </p:sp>
          <p:sp>
            <p:nvSpPr>
              <p:cNvPr id="8" name="Freeform 14"/>
              <p:cNvSpPr>
                <a:spLocks noChangeArrowheads="1"/>
              </p:cNvSpPr>
              <p:nvPr/>
            </p:nvSpPr>
            <p:spPr bwMode="auto">
              <a:xfrm>
                <a:off x="209645" y="29949"/>
                <a:ext cx="227117" cy="222125"/>
              </a:xfrm>
              <a:custGeom>
                <a:avLst/>
                <a:gdLst>
                  <a:gd name="T0" fmla="*/ 202159 w 91"/>
                  <a:gd name="T1" fmla="*/ 0 h 89"/>
                  <a:gd name="T2" fmla="*/ 0 w 91"/>
                  <a:gd name="T3" fmla="*/ 202159 h 89"/>
                  <a:gd name="T4" fmla="*/ 19966 w 91"/>
                  <a:gd name="T5" fmla="*/ 222125 h 89"/>
                  <a:gd name="T6" fmla="*/ 227117 w 91"/>
                  <a:gd name="T7" fmla="*/ 19966 h 89"/>
                  <a:gd name="T8" fmla="*/ 202159 w 91"/>
                  <a:gd name="T9" fmla="*/ 0 h 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89"/>
                  <a:gd name="T17" fmla="*/ 91 w 91"/>
                  <a:gd name="T18" fmla="*/ 89 h 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89">
                    <a:moveTo>
                      <a:pt x="81" y="0"/>
                    </a:moveTo>
                    <a:lnTo>
                      <a:pt x="0" y="81"/>
                    </a:lnTo>
                    <a:lnTo>
                      <a:pt x="8" y="89"/>
                    </a:lnTo>
                    <a:lnTo>
                      <a:pt x="91" y="8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15"/>
              <p:cNvSpPr>
                <a:spLocks noChangeArrowheads="1"/>
              </p:cNvSpPr>
              <p:nvPr/>
            </p:nvSpPr>
            <p:spPr bwMode="auto">
              <a:xfrm>
                <a:off x="239595" y="59899"/>
                <a:ext cx="227117" cy="224620"/>
              </a:xfrm>
              <a:custGeom>
                <a:avLst/>
                <a:gdLst>
                  <a:gd name="T0" fmla="*/ 0 w 91"/>
                  <a:gd name="T1" fmla="*/ 204654 h 90"/>
                  <a:gd name="T2" fmla="*/ 19966 w 91"/>
                  <a:gd name="T3" fmla="*/ 224620 h 90"/>
                  <a:gd name="T4" fmla="*/ 227117 w 91"/>
                  <a:gd name="T5" fmla="*/ 19966 h 90"/>
                  <a:gd name="T6" fmla="*/ 207151 w 91"/>
                  <a:gd name="T7" fmla="*/ 0 h 90"/>
                  <a:gd name="T8" fmla="*/ 0 w 91"/>
                  <a:gd name="T9" fmla="*/ 204654 h 9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90"/>
                  <a:gd name="T17" fmla="*/ 91 w 91"/>
                  <a:gd name="T18" fmla="*/ 90 h 9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90">
                    <a:moveTo>
                      <a:pt x="0" y="82"/>
                    </a:moveTo>
                    <a:lnTo>
                      <a:pt x="8" y="90"/>
                    </a:lnTo>
                    <a:lnTo>
                      <a:pt x="91" y="8"/>
                    </a:lnTo>
                    <a:lnTo>
                      <a:pt x="8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6"/>
              <p:cNvSpPr>
                <a:spLocks noChangeArrowheads="1"/>
              </p:cNvSpPr>
              <p:nvPr/>
            </p:nvSpPr>
            <p:spPr bwMode="auto">
              <a:xfrm>
                <a:off x="426779" y="0"/>
                <a:ext cx="69882" cy="64890"/>
              </a:xfrm>
              <a:custGeom>
                <a:avLst/>
                <a:gdLst>
                  <a:gd name="T0" fmla="*/ 46588 w 21"/>
                  <a:gd name="T1" fmla="*/ 19467 h 20"/>
                  <a:gd name="T2" fmla="*/ 0 w 21"/>
                  <a:gd name="T3" fmla="*/ 19467 h 20"/>
                  <a:gd name="T4" fmla="*/ 49916 w 21"/>
                  <a:gd name="T5" fmla="*/ 64890 h 20"/>
                  <a:gd name="T6" fmla="*/ 46588 w 21"/>
                  <a:gd name="T7" fmla="*/ 19467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20"/>
                  <a:gd name="T14" fmla="*/ 21 w 21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20">
                    <a:moveTo>
                      <a:pt x="14" y="6"/>
                    </a:moveTo>
                    <a:cubicBezTo>
                      <a:pt x="8" y="0"/>
                      <a:pt x="0" y="6"/>
                      <a:pt x="0" y="6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0"/>
                      <a:pt x="21" y="13"/>
                      <a:pt x="14" y="6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7"/>
              <p:cNvSpPr>
                <a:spLocks noChangeArrowheads="1"/>
              </p:cNvSpPr>
              <p:nvPr/>
            </p:nvSpPr>
            <p:spPr bwMode="auto">
              <a:xfrm>
                <a:off x="0" y="9983"/>
                <a:ext cx="416796" cy="411805"/>
              </a:xfrm>
              <a:custGeom>
                <a:avLst/>
                <a:gdLst>
                  <a:gd name="T0" fmla="*/ 366880 w 167"/>
                  <a:gd name="T1" fmla="*/ 361889 h 165"/>
                  <a:gd name="T2" fmla="*/ 49916 w 167"/>
                  <a:gd name="T3" fmla="*/ 361889 h 165"/>
                  <a:gd name="T4" fmla="*/ 49916 w 167"/>
                  <a:gd name="T5" fmla="*/ 49916 h 165"/>
                  <a:gd name="T6" fmla="*/ 346914 w 167"/>
                  <a:gd name="T7" fmla="*/ 49916 h 165"/>
                  <a:gd name="T8" fmla="*/ 399326 w 167"/>
                  <a:gd name="T9" fmla="*/ 0 h 165"/>
                  <a:gd name="T10" fmla="*/ 0 w 167"/>
                  <a:gd name="T11" fmla="*/ 0 h 165"/>
                  <a:gd name="T12" fmla="*/ 0 w 167"/>
                  <a:gd name="T13" fmla="*/ 411805 h 165"/>
                  <a:gd name="T14" fmla="*/ 416796 w 167"/>
                  <a:gd name="T15" fmla="*/ 411805 h 165"/>
                  <a:gd name="T16" fmla="*/ 416796 w 167"/>
                  <a:gd name="T17" fmla="*/ 152243 h 165"/>
                  <a:gd name="T18" fmla="*/ 366880 w 167"/>
                  <a:gd name="T19" fmla="*/ 202159 h 165"/>
                  <a:gd name="T20" fmla="*/ 366880 w 167"/>
                  <a:gd name="T21" fmla="*/ 361889 h 1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67"/>
                  <a:gd name="T34" fmla="*/ 0 h 165"/>
                  <a:gd name="T35" fmla="*/ 167 w 167"/>
                  <a:gd name="T36" fmla="*/ 165 h 16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67" h="165">
                    <a:moveTo>
                      <a:pt x="147" y="145"/>
                    </a:moveTo>
                    <a:lnTo>
                      <a:pt x="20" y="145"/>
                    </a:lnTo>
                    <a:lnTo>
                      <a:pt x="20" y="20"/>
                    </a:lnTo>
                    <a:lnTo>
                      <a:pt x="139" y="20"/>
                    </a:lnTo>
                    <a:lnTo>
                      <a:pt x="160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167" y="165"/>
                    </a:lnTo>
                    <a:lnTo>
                      <a:pt x="167" y="61"/>
                    </a:lnTo>
                    <a:lnTo>
                      <a:pt x="147" y="81"/>
                    </a:lnTo>
                    <a:lnTo>
                      <a:pt x="147" y="145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3871913" y="2977381"/>
            <a:ext cx="1035050" cy="1039813"/>
            <a:chOff x="3871913" y="3225343"/>
            <a:chExt cx="1035050" cy="1039813"/>
          </a:xfrm>
        </p:grpSpPr>
        <p:sp>
          <p:nvSpPr>
            <p:cNvPr id="13" name="Oval 4"/>
            <p:cNvSpPr>
              <a:spLocks noChangeArrowheads="1"/>
            </p:cNvSpPr>
            <p:nvPr/>
          </p:nvSpPr>
          <p:spPr bwMode="auto">
            <a:xfrm>
              <a:off x="3871913" y="3225343"/>
              <a:ext cx="1035050" cy="1039813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zh-CN" sz="8800">
                <a:solidFill>
                  <a:schemeClr val="accent5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grpSp>
          <p:nvGrpSpPr>
            <p:cNvPr id="14" name="Group 36"/>
            <p:cNvGrpSpPr>
              <a:grpSpLocks/>
            </p:cNvGrpSpPr>
            <p:nvPr/>
          </p:nvGrpSpPr>
          <p:grpSpPr bwMode="auto">
            <a:xfrm>
              <a:off x="4108450" y="3492043"/>
              <a:ext cx="536575" cy="528638"/>
              <a:chOff x="0" y="0"/>
              <a:chExt cx="314468" cy="309477"/>
            </a:xfrm>
          </p:grpSpPr>
          <p:sp>
            <p:nvSpPr>
              <p:cNvPr id="15" name="Freeform 59"/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314468" cy="309477"/>
              </a:xfrm>
              <a:custGeom>
                <a:avLst/>
                <a:gdLst>
                  <a:gd name="T0" fmla="*/ 271436 w 95"/>
                  <a:gd name="T1" fmla="*/ 189679 h 93"/>
                  <a:gd name="T2" fmla="*/ 314468 w 95"/>
                  <a:gd name="T3" fmla="*/ 169713 h 93"/>
                  <a:gd name="T4" fmla="*/ 314468 w 95"/>
                  <a:gd name="T5" fmla="*/ 136436 h 93"/>
                  <a:gd name="T6" fmla="*/ 271436 w 95"/>
                  <a:gd name="T7" fmla="*/ 119798 h 93"/>
                  <a:gd name="T8" fmla="*/ 264815 w 95"/>
                  <a:gd name="T9" fmla="*/ 99831 h 93"/>
                  <a:gd name="T10" fmla="*/ 281366 w 95"/>
                  <a:gd name="T11" fmla="*/ 56571 h 93"/>
                  <a:gd name="T12" fmla="*/ 254885 w 95"/>
                  <a:gd name="T13" fmla="*/ 33277 h 93"/>
                  <a:gd name="T14" fmla="*/ 211852 w 95"/>
                  <a:gd name="T15" fmla="*/ 49916 h 93"/>
                  <a:gd name="T16" fmla="*/ 195301 w 95"/>
                  <a:gd name="T17" fmla="*/ 43260 h 93"/>
                  <a:gd name="T18" fmla="*/ 175440 w 95"/>
                  <a:gd name="T19" fmla="*/ 0 h 93"/>
                  <a:gd name="T20" fmla="*/ 139028 w 95"/>
                  <a:gd name="T21" fmla="*/ 0 h 93"/>
                  <a:gd name="T22" fmla="*/ 122477 w 95"/>
                  <a:gd name="T23" fmla="*/ 43260 h 93"/>
                  <a:gd name="T24" fmla="*/ 102616 w 95"/>
                  <a:gd name="T25" fmla="*/ 49916 h 93"/>
                  <a:gd name="T26" fmla="*/ 59583 w 95"/>
                  <a:gd name="T27" fmla="*/ 33277 h 93"/>
                  <a:gd name="T28" fmla="*/ 33102 w 95"/>
                  <a:gd name="T29" fmla="*/ 56571 h 93"/>
                  <a:gd name="T30" fmla="*/ 52963 w 95"/>
                  <a:gd name="T31" fmla="*/ 99831 h 93"/>
                  <a:gd name="T32" fmla="*/ 43032 w 95"/>
                  <a:gd name="T33" fmla="*/ 119798 h 93"/>
                  <a:gd name="T34" fmla="*/ 0 w 95"/>
                  <a:gd name="T35" fmla="*/ 136436 h 93"/>
                  <a:gd name="T36" fmla="*/ 0 w 95"/>
                  <a:gd name="T37" fmla="*/ 173041 h 93"/>
                  <a:gd name="T38" fmla="*/ 43032 w 95"/>
                  <a:gd name="T39" fmla="*/ 189679 h 93"/>
                  <a:gd name="T40" fmla="*/ 52963 w 95"/>
                  <a:gd name="T41" fmla="*/ 209646 h 93"/>
                  <a:gd name="T42" fmla="*/ 36412 w 95"/>
                  <a:gd name="T43" fmla="*/ 252906 h 93"/>
                  <a:gd name="T44" fmla="*/ 59583 w 95"/>
                  <a:gd name="T45" fmla="*/ 276200 h 93"/>
                  <a:gd name="T46" fmla="*/ 102616 w 95"/>
                  <a:gd name="T47" fmla="*/ 259561 h 93"/>
                  <a:gd name="T48" fmla="*/ 122477 w 95"/>
                  <a:gd name="T49" fmla="*/ 266217 h 93"/>
                  <a:gd name="T50" fmla="*/ 142338 w 95"/>
                  <a:gd name="T51" fmla="*/ 309477 h 93"/>
                  <a:gd name="T52" fmla="*/ 175440 w 95"/>
                  <a:gd name="T53" fmla="*/ 309477 h 93"/>
                  <a:gd name="T54" fmla="*/ 195301 w 95"/>
                  <a:gd name="T55" fmla="*/ 266217 h 93"/>
                  <a:gd name="T56" fmla="*/ 211852 w 95"/>
                  <a:gd name="T57" fmla="*/ 259561 h 93"/>
                  <a:gd name="T58" fmla="*/ 258195 w 95"/>
                  <a:gd name="T59" fmla="*/ 276200 h 93"/>
                  <a:gd name="T60" fmla="*/ 281366 w 95"/>
                  <a:gd name="T61" fmla="*/ 249578 h 93"/>
                  <a:gd name="T62" fmla="*/ 264815 w 95"/>
                  <a:gd name="T63" fmla="*/ 209646 h 93"/>
                  <a:gd name="T64" fmla="*/ 271436 w 95"/>
                  <a:gd name="T65" fmla="*/ 189679 h 93"/>
                  <a:gd name="T66" fmla="*/ 158889 w 95"/>
                  <a:gd name="T67" fmla="*/ 202990 h 93"/>
                  <a:gd name="T68" fmla="*/ 109236 w 95"/>
                  <a:gd name="T69" fmla="*/ 153075 h 93"/>
                  <a:gd name="T70" fmla="*/ 158889 w 95"/>
                  <a:gd name="T71" fmla="*/ 106487 h 93"/>
                  <a:gd name="T72" fmla="*/ 208542 w 95"/>
                  <a:gd name="T73" fmla="*/ 153075 h 93"/>
                  <a:gd name="T74" fmla="*/ 158889 w 95"/>
                  <a:gd name="T75" fmla="*/ 202990 h 9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"/>
                  <a:gd name="T115" fmla="*/ 0 h 93"/>
                  <a:gd name="T116" fmla="*/ 95 w 95"/>
                  <a:gd name="T117" fmla="*/ 93 h 9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" h="93">
                    <a:moveTo>
                      <a:pt x="82" y="57"/>
                    </a:moveTo>
                    <a:cubicBezTo>
                      <a:pt x="82" y="57"/>
                      <a:pt x="95" y="52"/>
                      <a:pt x="95" y="51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5" y="40"/>
                      <a:pt x="82" y="36"/>
                      <a:pt x="82" y="36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0" y="30"/>
                      <a:pt x="85" y="17"/>
                      <a:pt x="85" y="17"/>
                    </a:cubicBez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9"/>
                      <a:pt x="64" y="15"/>
                      <a:pt x="64" y="15"/>
                    </a:cubicBezTo>
                    <a:cubicBezTo>
                      <a:pt x="59" y="13"/>
                      <a:pt x="59" y="13"/>
                      <a:pt x="59" y="13"/>
                    </a:cubicBezTo>
                    <a:cubicBezTo>
                      <a:pt x="59" y="13"/>
                      <a:pt x="53" y="0"/>
                      <a:pt x="53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37" y="13"/>
                      <a:pt x="37" y="13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1" y="15"/>
                      <a:pt x="18" y="10"/>
                      <a:pt x="18" y="10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8"/>
                      <a:pt x="16" y="30"/>
                      <a:pt x="16" y="30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6"/>
                      <a:pt x="0" y="41"/>
                      <a:pt x="0" y="41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2"/>
                      <a:pt x="13" y="57"/>
                      <a:pt x="13" y="57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0" y="75"/>
                      <a:pt x="11" y="76"/>
                    </a:cubicBezTo>
                    <a:cubicBezTo>
                      <a:pt x="18" y="83"/>
                      <a:pt x="18" y="83"/>
                      <a:pt x="18" y="83"/>
                    </a:cubicBezTo>
                    <a:cubicBezTo>
                      <a:pt x="19" y="84"/>
                      <a:pt x="31" y="78"/>
                      <a:pt x="31" y="78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80"/>
                      <a:pt x="42" y="93"/>
                      <a:pt x="43" y="93"/>
                    </a:cubicBezTo>
                    <a:cubicBezTo>
                      <a:pt x="53" y="93"/>
                      <a:pt x="53" y="93"/>
                      <a:pt x="53" y="93"/>
                    </a:cubicBezTo>
                    <a:cubicBezTo>
                      <a:pt x="54" y="93"/>
                      <a:pt x="59" y="80"/>
                      <a:pt x="59" y="80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4" y="78"/>
                      <a:pt x="77" y="83"/>
                      <a:pt x="78" y="83"/>
                    </a:cubicBezTo>
                    <a:cubicBezTo>
                      <a:pt x="85" y="75"/>
                      <a:pt x="85" y="75"/>
                      <a:pt x="85" y="75"/>
                    </a:cubicBezTo>
                    <a:cubicBezTo>
                      <a:pt x="86" y="75"/>
                      <a:pt x="80" y="63"/>
                      <a:pt x="80" y="63"/>
                    </a:cubicBezTo>
                    <a:lnTo>
                      <a:pt x="82" y="57"/>
                    </a:lnTo>
                    <a:close/>
                    <a:moveTo>
                      <a:pt x="48" y="61"/>
                    </a:moveTo>
                    <a:cubicBezTo>
                      <a:pt x="39" y="61"/>
                      <a:pt x="33" y="55"/>
                      <a:pt x="33" y="46"/>
                    </a:cubicBezTo>
                    <a:cubicBezTo>
                      <a:pt x="33" y="38"/>
                      <a:pt x="39" y="32"/>
                      <a:pt x="48" y="32"/>
                    </a:cubicBezTo>
                    <a:cubicBezTo>
                      <a:pt x="56" y="32"/>
                      <a:pt x="63" y="38"/>
                      <a:pt x="63" y="46"/>
                    </a:cubicBezTo>
                    <a:cubicBezTo>
                      <a:pt x="63" y="55"/>
                      <a:pt x="56" y="61"/>
                      <a:pt x="48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Oval 60"/>
              <p:cNvSpPr>
                <a:spLocks noChangeArrowheads="1"/>
              </p:cNvSpPr>
              <p:nvPr/>
            </p:nvSpPr>
            <p:spPr bwMode="auto">
              <a:xfrm>
                <a:off x="124789" y="122294"/>
                <a:ext cx="64890" cy="62395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latin typeface="Calibri" pitchFamily="34" charset="0"/>
                  <a:sym typeface="Calibri" pitchFamily="34" charset="0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7243763" y="2977381"/>
            <a:ext cx="1035050" cy="1039813"/>
            <a:chOff x="7243763" y="3225343"/>
            <a:chExt cx="1035050" cy="1039813"/>
          </a:xfrm>
        </p:grpSpPr>
        <p:sp>
          <p:nvSpPr>
            <p:cNvPr id="18" name="Oval 7"/>
            <p:cNvSpPr>
              <a:spLocks noChangeArrowheads="1"/>
            </p:cNvSpPr>
            <p:nvPr/>
          </p:nvSpPr>
          <p:spPr bwMode="auto">
            <a:xfrm>
              <a:off x="7243763" y="3225343"/>
              <a:ext cx="1035050" cy="1039813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zh-CN" sz="8800">
                <a:solidFill>
                  <a:schemeClr val="bg1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grpSp>
          <p:nvGrpSpPr>
            <p:cNvPr id="19" name="Group 39"/>
            <p:cNvGrpSpPr>
              <a:grpSpLocks/>
            </p:cNvGrpSpPr>
            <p:nvPr/>
          </p:nvGrpSpPr>
          <p:grpSpPr bwMode="auto">
            <a:xfrm>
              <a:off x="7540625" y="3441243"/>
              <a:ext cx="439738" cy="552450"/>
              <a:chOff x="0" y="0"/>
              <a:chExt cx="324452" cy="406813"/>
            </a:xfrm>
          </p:grpSpPr>
          <p:sp>
            <p:nvSpPr>
              <p:cNvPr id="20" name="Freeform 80"/>
              <p:cNvSpPr>
                <a:spLocks noChangeArrowheads="1"/>
              </p:cNvSpPr>
              <p:nvPr/>
            </p:nvSpPr>
            <p:spPr bwMode="auto">
              <a:xfrm>
                <a:off x="0" y="169713"/>
                <a:ext cx="324452" cy="134772"/>
              </a:xfrm>
              <a:custGeom>
                <a:avLst/>
                <a:gdLst>
                  <a:gd name="T0" fmla="*/ 162226 w 98"/>
                  <a:gd name="T1" fmla="*/ 53909 h 40"/>
                  <a:gd name="T2" fmla="*/ 6621 w 98"/>
                  <a:gd name="T3" fmla="*/ 0 h 40"/>
                  <a:gd name="T4" fmla="*/ 0 w 98"/>
                  <a:gd name="T5" fmla="*/ 16847 h 40"/>
                  <a:gd name="T6" fmla="*/ 0 w 98"/>
                  <a:gd name="T7" fmla="*/ 67386 h 40"/>
                  <a:gd name="T8" fmla="*/ 162226 w 98"/>
                  <a:gd name="T9" fmla="*/ 134772 h 40"/>
                  <a:gd name="T10" fmla="*/ 324452 w 98"/>
                  <a:gd name="T11" fmla="*/ 67386 h 40"/>
                  <a:gd name="T12" fmla="*/ 324452 w 98"/>
                  <a:gd name="T13" fmla="*/ 16847 h 40"/>
                  <a:gd name="T14" fmla="*/ 317831 w 98"/>
                  <a:gd name="T15" fmla="*/ 0 h 40"/>
                  <a:gd name="T16" fmla="*/ 162226 w 98"/>
                  <a:gd name="T17" fmla="*/ 53909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8"/>
                  <a:gd name="T28" fmla="*/ 0 h 40"/>
                  <a:gd name="T29" fmla="*/ 98 w 98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8" h="40">
                    <a:moveTo>
                      <a:pt x="49" y="16"/>
                    </a:moveTo>
                    <a:cubicBezTo>
                      <a:pt x="26" y="16"/>
                      <a:pt x="7" y="9"/>
                      <a:pt x="2" y="0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22" y="40"/>
                      <a:pt x="49" y="40"/>
                    </a:cubicBezTo>
                    <a:cubicBezTo>
                      <a:pt x="76" y="40"/>
                      <a:pt x="98" y="31"/>
                      <a:pt x="98" y="20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7" y="2"/>
                      <a:pt x="96" y="0"/>
                    </a:cubicBezTo>
                    <a:cubicBezTo>
                      <a:pt x="91" y="9"/>
                      <a:pt x="72" y="16"/>
                      <a:pt x="49" y="16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81"/>
              <p:cNvSpPr>
                <a:spLocks noChangeArrowheads="1"/>
              </p:cNvSpPr>
              <p:nvPr/>
            </p:nvSpPr>
            <p:spPr bwMode="auto">
              <a:xfrm>
                <a:off x="0" y="274536"/>
                <a:ext cx="324452" cy="132277"/>
              </a:xfrm>
              <a:custGeom>
                <a:avLst/>
                <a:gdLst>
                  <a:gd name="T0" fmla="*/ 162226 w 98"/>
                  <a:gd name="T1" fmla="*/ 49604 h 40"/>
                  <a:gd name="T2" fmla="*/ 6621 w 98"/>
                  <a:gd name="T3" fmla="*/ 0 h 40"/>
                  <a:gd name="T4" fmla="*/ 0 w 98"/>
                  <a:gd name="T5" fmla="*/ 13228 h 40"/>
                  <a:gd name="T6" fmla="*/ 0 w 98"/>
                  <a:gd name="T7" fmla="*/ 62832 h 40"/>
                  <a:gd name="T8" fmla="*/ 162226 w 98"/>
                  <a:gd name="T9" fmla="*/ 132277 h 40"/>
                  <a:gd name="T10" fmla="*/ 324452 w 98"/>
                  <a:gd name="T11" fmla="*/ 62832 h 40"/>
                  <a:gd name="T12" fmla="*/ 324452 w 98"/>
                  <a:gd name="T13" fmla="*/ 13228 h 40"/>
                  <a:gd name="T14" fmla="*/ 317831 w 98"/>
                  <a:gd name="T15" fmla="*/ 0 h 40"/>
                  <a:gd name="T16" fmla="*/ 162226 w 98"/>
                  <a:gd name="T17" fmla="*/ 49604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8"/>
                  <a:gd name="T28" fmla="*/ 0 h 40"/>
                  <a:gd name="T29" fmla="*/ 98 w 98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8" h="40">
                    <a:moveTo>
                      <a:pt x="49" y="15"/>
                    </a:moveTo>
                    <a:cubicBezTo>
                      <a:pt x="26" y="15"/>
                      <a:pt x="7" y="9"/>
                      <a:pt x="2" y="0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31"/>
                      <a:pt x="22" y="40"/>
                      <a:pt x="49" y="40"/>
                    </a:cubicBezTo>
                    <a:cubicBezTo>
                      <a:pt x="76" y="40"/>
                      <a:pt x="98" y="31"/>
                      <a:pt x="98" y="19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8" y="3"/>
                      <a:pt x="97" y="1"/>
                      <a:pt x="96" y="0"/>
                    </a:cubicBezTo>
                    <a:cubicBezTo>
                      <a:pt x="91" y="9"/>
                      <a:pt x="72" y="15"/>
                      <a:pt x="49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82"/>
              <p:cNvSpPr>
                <a:spLocks noChangeArrowheads="1"/>
              </p:cNvSpPr>
              <p:nvPr/>
            </p:nvSpPr>
            <p:spPr bwMode="auto">
              <a:xfrm>
                <a:off x="0" y="69882"/>
                <a:ext cx="324452" cy="137269"/>
              </a:xfrm>
              <a:custGeom>
                <a:avLst/>
                <a:gdLst>
                  <a:gd name="T0" fmla="*/ 317831 w 98"/>
                  <a:gd name="T1" fmla="*/ 0 h 41"/>
                  <a:gd name="T2" fmla="*/ 162226 w 98"/>
                  <a:gd name="T3" fmla="*/ 50220 h 41"/>
                  <a:gd name="T4" fmla="*/ 6621 w 98"/>
                  <a:gd name="T5" fmla="*/ 0 h 41"/>
                  <a:gd name="T6" fmla="*/ 0 w 98"/>
                  <a:gd name="T7" fmla="*/ 16740 h 41"/>
                  <a:gd name="T8" fmla="*/ 0 w 98"/>
                  <a:gd name="T9" fmla="*/ 66960 h 41"/>
                  <a:gd name="T10" fmla="*/ 162226 w 98"/>
                  <a:gd name="T11" fmla="*/ 137269 h 41"/>
                  <a:gd name="T12" fmla="*/ 324452 w 98"/>
                  <a:gd name="T13" fmla="*/ 66960 h 41"/>
                  <a:gd name="T14" fmla="*/ 324452 w 98"/>
                  <a:gd name="T15" fmla="*/ 16740 h 41"/>
                  <a:gd name="T16" fmla="*/ 317831 w 98"/>
                  <a:gd name="T17" fmla="*/ 0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8"/>
                  <a:gd name="T28" fmla="*/ 0 h 41"/>
                  <a:gd name="T29" fmla="*/ 98 w 98"/>
                  <a:gd name="T30" fmla="*/ 41 h 4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8" h="41">
                    <a:moveTo>
                      <a:pt x="96" y="0"/>
                    </a:moveTo>
                    <a:cubicBezTo>
                      <a:pt x="95" y="9"/>
                      <a:pt x="75" y="15"/>
                      <a:pt x="49" y="15"/>
                    </a:cubicBezTo>
                    <a:cubicBezTo>
                      <a:pt x="24" y="15"/>
                      <a:pt x="3" y="9"/>
                      <a:pt x="2" y="0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22" y="41"/>
                      <a:pt x="49" y="41"/>
                    </a:cubicBezTo>
                    <a:cubicBezTo>
                      <a:pt x="76" y="41"/>
                      <a:pt x="98" y="31"/>
                      <a:pt x="98" y="20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7" y="2"/>
                      <a:pt x="9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Oval 83"/>
              <p:cNvSpPr>
                <a:spLocks noChangeArrowheads="1"/>
              </p:cNvSpPr>
              <p:nvPr/>
            </p:nvSpPr>
            <p:spPr bwMode="auto">
              <a:xfrm>
                <a:off x="4991" y="0"/>
                <a:ext cx="316965" cy="107319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latin typeface="Calibri" pitchFamily="34" charset="0"/>
                  <a:sym typeface="Calibri" pitchFamily="34" charset="0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4348163" y="4218806"/>
            <a:ext cx="1033462" cy="1041400"/>
            <a:chOff x="4348163" y="4466768"/>
            <a:chExt cx="1033462" cy="1041400"/>
          </a:xfrm>
        </p:grpSpPr>
        <p:sp>
          <p:nvSpPr>
            <p:cNvPr id="25" name="Oval 5"/>
            <p:cNvSpPr>
              <a:spLocks noChangeArrowheads="1"/>
            </p:cNvSpPr>
            <p:nvPr/>
          </p:nvSpPr>
          <p:spPr bwMode="auto">
            <a:xfrm>
              <a:off x="4348163" y="4466768"/>
              <a:ext cx="1033462" cy="1041400"/>
            </a:xfrm>
            <a:prstGeom prst="ellipse">
              <a:avLst/>
            </a:prstGeom>
            <a:solidFill>
              <a:schemeClr val="accent3"/>
            </a:solidFill>
            <a:ln w="2857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zh-CN" sz="8800">
                <a:solidFill>
                  <a:schemeClr val="accent4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sp>
          <p:nvSpPr>
            <p:cNvPr id="26" name="Freeform 103"/>
            <p:cNvSpPr>
              <a:spLocks noEditPoints="1" noChangeArrowheads="1"/>
            </p:cNvSpPr>
            <p:nvPr/>
          </p:nvSpPr>
          <p:spPr bwMode="auto">
            <a:xfrm>
              <a:off x="4568825" y="4735056"/>
              <a:ext cx="512763" cy="504825"/>
            </a:xfrm>
            <a:custGeom>
              <a:avLst/>
              <a:gdLst>
                <a:gd name="T0" fmla="*/ 63528 w 113"/>
                <a:gd name="T1" fmla="*/ 58596 h 112"/>
                <a:gd name="T2" fmla="*/ 63528 w 113"/>
                <a:gd name="T3" fmla="*/ 283964 h 112"/>
                <a:gd name="T4" fmla="*/ 222349 w 113"/>
                <a:gd name="T5" fmla="*/ 320023 h 112"/>
                <a:gd name="T6" fmla="*/ 272264 w 113"/>
                <a:gd name="T7" fmla="*/ 369604 h 112"/>
                <a:gd name="T8" fmla="*/ 340329 w 113"/>
                <a:gd name="T9" fmla="*/ 356082 h 112"/>
                <a:gd name="T10" fmla="*/ 340329 w 113"/>
                <a:gd name="T11" fmla="*/ 419185 h 112"/>
                <a:gd name="T12" fmla="*/ 353943 w 113"/>
                <a:gd name="T13" fmla="*/ 437215 h 112"/>
                <a:gd name="T14" fmla="*/ 417471 w 113"/>
                <a:gd name="T15" fmla="*/ 437215 h 112"/>
                <a:gd name="T16" fmla="*/ 412933 w 113"/>
                <a:gd name="T17" fmla="*/ 504825 h 112"/>
                <a:gd name="T18" fmla="*/ 512763 w 113"/>
                <a:gd name="T19" fmla="*/ 504825 h 112"/>
                <a:gd name="T20" fmla="*/ 512763 w 113"/>
                <a:gd name="T21" fmla="*/ 410170 h 112"/>
                <a:gd name="T22" fmla="*/ 322179 w 113"/>
                <a:gd name="T23" fmla="*/ 220861 h 112"/>
                <a:gd name="T24" fmla="*/ 285877 w 113"/>
                <a:gd name="T25" fmla="*/ 58596 h 112"/>
                <a:gd name="T26" fmla="*/ 63528 w 113"/>
                <a:gd name="T27" fmla="*/ 58596 h 112"/>
                <a:gd name="T28" fmla="*/ 77141 w 113"/>
                <a:gd name="T29" fmla="*/ 238890 h 112"/>
                <a:gd name="T30" fmla="*/ 90755 w 113"/>
                <a:gd name="T31" fmla="*/ 90147 h 112"/>
                <a:gd name="T32" fmla="*/ 240499 w 113"/>
                <a:gd name="T33" fmla="*/ 76625 h 112"/>
                <a:gd name="T34" fmla="*/ 77141 w 113"/>
                <a:gd name="T35" fmla="*/ 238890 h 1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13"/>
                <a:gd name="T55" fmla="*/ 0 h 112"/>
                <a:gd name="T56" fmla="*/ 113 w 113"/>
                <a:gd name="T57" fmla="*/ 112 h 1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13" h="112">
                  <a:moveTo>
                    <a:pt x="14" y="13"/>
                  </a:moveTo>
                  <a:cubicBezTo>
                    <a:pt x="0" y="27"/>
                    <a:pt x="0" y="49"/>
                    <a:pt x="14" y="63"/>
                  </a:cubicBezTo>
                  <a:cubicBezTo>
                    <a:pt x="23" y="72"/>
                    <a:pt x="37" y="75"/>
                    <a:pt x="49" y="71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60" y="82"/>
                    <a:pt x="70" y="74"/>
                    <a:pt x="75" y="79"/>
                  </a:cubicBezTo>
                  <a:cubicBezTo>
                    <a:pt x="79" y="83"/>
                    <a:pt x="76" y="89"/>
                    <a:pt x="75" y="93"/>
                  </a:cubicBezTo>
                  <a:cubicBezTo>
                    <a:pt x="74" y="95"/>
                    <a:pt x="73" y="99"/>
                    <a:pt x="78" y="97"/>
                  </a:cubicBezTo>
                  <a:cubicBezTo>
                    <a:pt x="81" y="96"/>
                    <a:pt x="88" y="92"/>
                    <a:pt x="92" y="97"/>
                  </a:cubicBezTo>
                  <a:cubicBezTo>
                    <a:pt x="97" y="102"/>
                    <a:pt x="91" y="112"/>
                    <a:pt x="91" y="112"/>
                  </a:cubicBezTo>
                  <a:cubicBezTo>
                    <a:pt x="113" y="112"/>
                    <a:pt x="113" y="112"/>
                    <a:pt x="113" y="112"/>
                  </a:cubicBezTo>
                  <a:cubicBezTo>
                    <a:pt x="113" y="91"/>
                    <a:pt x="113" y="91"/>
                    <a:pt x="113" y="91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5" y="37"/>
                    <a:pt x="72" y="23"/>
                    <a:pt x="63" y="13"/>
                  </a:cubicBezTo>
                  <a:cubicBezTo>
                    <a:pt x="49" y="0"/>
                    <a:pt x="27" y="0"/>
                    <a:pt x="14" y="13"/>
                  </a:cubicBezTo>
                  <a:close/>
                  <a:moveTo>
                    <a:pt x="17" y="53"/>
                  </a:moveTo>
                  <a:cubicBezTo>
                    <a:pt x="11" y="43"/>
                    <a:pt x="12" y="29"/>
                    <a:pt x="20" y="20"/>
                  </a:cubicBezTo>
                  <a:cubicBezTo>
                    <a:pt x="29" y="12"/>
                    <a:pt x="43" y="11"/>
                    <a:pt x="53" y="17"/>
                  </a:cubicBezTo>
                  <a:lnTo>
                    <a:pt x="17" y="53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743278" y="4188594"/>
            <a:ext cx="1035050" cy="1041400"/>
            <a:chOff x="6829425" y="4466768"/>
            <a:chExt cx="1035050" cy="1041400"/>
          </a:xfrm>
        </p:grpSpPr>
        <p:sp>
          <p:nvSpPr>
            <p:cNvPr id="28" name="Oval 8"/>
            <p:cNvSpPr>
              <a:spLocks noChangeArrowheads="1"/>
            </p:cNvSpPr>
            <p:nvPr/>
          </p:nvSpPr>
          <p:spPr bwMode="auto">
            <a:xfrm>
              <a:off x="6829425" y="4466768"/>
              <a:ext cx="1035050" cy="1041400"/>
            </a:xfrm>
            <a:prstGeom prst="ellipse">
              <a:avLst/>
            </a:prstGeom>
            <a:solidFill>
              <a:schemeClr val="accent3"/>
            </a:solidFill>
            <a:ln w="2857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zh-CN" sz="8800">
                <a:solidFill>
                  <a:schemeClr val="bg1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sp>
          <p:nvSpPr>
            <p:cNvPr id="29" name="Freeform 104"/>
            <p:cNvSpPr>
              <a:spLocks noEditPoints="1" noChangeArrowheads="1"/>
            </p:cNvSpPr>
            <p:nvPr/>
          </p:nvSpPr>
          <p:spPr bwMode="auto">
            <a:xfrm>
              <a:off x="7077075" y="4704893"/>
              <a:ext cx="541338" cy="534988"/>
            </a:xfrm>
            <a:custGeom>
              <a:avLst/>
              <a:gdLst>
                <a:gd name="T0" fmla="*/ 239091 w 120"/>
                <a:gd name="T1" fmla="*/ 158683 h 118"/>
                <a:gd name="T2" fmla="*/ 212024 w 120"/>
                <a:gd name="T3" fmla="*/ 40804 h 118"/>
                <a:gd name="T4" fmla="*/ 94734 w 120"/>
                <a:gd name="T5" fmla="*/ 9068 h 118"/>
                <a:gd name="T6" fmla="*/ 162401 w 120"/>
                <a:gd name="T7" fmla="*/ 77075 h 118"/>
                <a:gd name="T8" fmla="*/ 144357 w 120"/>
                <a:gd name="T9" fmla="*/ 145082 h 118"/>
                <a:gd name="T10" fmla="*/ 76690 w 120"/>
                <a:gd name="T11" fmla="*/ 163217 h 118"/>
                <a:gd name="T12" fmla="*/ 9022 w 120"/>
                <a:gd name="T13" fmla="*/ 95210 h 118"/>
                <a:gd name="T14" fmla="*/ 40600 w 120"/>
                <a:gd name="T15" fmla="*/ 213088 h 118"/>
                <a:gd name="T16" fmla="*/ 162401 w 120"/>
                <a:gd name="T17" fmla="*/ 240291 h 118"/>
                <a:gd name="T18" fmla="*/ 162401 w 120"/>
                <a:gd name="T19" fmla="*/ 240291 h 118"/>
                <a:gd name="T20" fmla="*/ 442093 w 120"/>
                <a:gd name="T21" fmla="*/ 521387 h 118"/>
                <a:gd name="T22" fmla="*/ 482693 w 120"/>
                <a:gd name="T23" fmla="*/ 534988 h 118"/>
                <a:gd name="T24" fmla="*/ 518782 w 120"/>
                <a:gd name="T25" fmla="*/ 521387 h 118"/>
                <a:gd name="T26" fmla="*/ 518782 w 120"/>
                <a:gd name="T27" fmla="*/ 439778 h 118"/>
                <a:gd name="T28" fmla="*/ 239091 w 120"/>
                <a:gd name="T29" fmla="*/ 158683 h 118"/>
                <a:gd name="T30" fmla="*/ 487204 w 120"/>
                <a:gd name="T31" fmla="*/ 512319 h 118"/>
                <a:gd name="T32" fmla="*/ 464648 w 120"/>
                <a:gd name="T33" fmla="*/ 489650 h 118"/>
                <a:gd name="T34" fmla="*/ 487204 w 120"/>
                <a:gd name="T35" fmla="*/ 466981 h 118"/>
                <a:gd name="T36" fmla="*/ 509760 w 120"/>
                <a:gd name="T37" fmla="*/ 489650 h 118"/>
                <a:gd name="T38" fmla="*/ 487204 w 120"/>
                <a:gd name="T39" fmla="*/ 512319 h 11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20"/>
                <a:gd name="T61" fmla="*/ 0 h 118"/>
                <a:gd name="T62" fmla="*/ 120 w 120"/>
                <a:gd name="T63" fmla="*/ 118 h 11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20" h="118">
                  <a:moveTo>
                    <a:pt x="53" y="35"/>
                  </a:moveTo>
                  <a:cubicBezTo>
                    <a:pt x="56" y="26"/>
                    <a:pt x="54" y="16"/>
                    <a:pt x="47" y="9"/>
                  </a:cubicBezTo>
                  <a:cubicBezTo>
                    <a:pt x="40" y="2"/>
                    <a:pt x="30" y="0"/>
                    <a:pt x="21" y="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30"/>
                    <a:pt x="2" y="40"/>
                    <a:pt x="9" y="47"/>
                  </a:cubicBezTo>
                  <a:cubicBezTo>
                    <a:pt x="17" y="54"/>
                    <a:pt x="27" y="5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98" y="115"/>
                    <a:pt x="98" y="115"/>
                    <a:pt x="98" y="115"/>
                  </a:cubicBezTo>
                  <a:cubicBezTo>
                    <a:pt x="100" y="117"/>
                    <a:pt x="103" y="118"/>
                    <a:pt x="107" y="118"/>
                  </a:cubicBezTo>
                  <a:cubicBezTo>
                    <a:pt x="110" y="118"/>
                    <a:pt x="113" y="117"/>
                    <a:pt x="115" y="115"/>
                  </a:cubicBezTo>
                  <a:cubicBezTo>
                    <a:pt x="120" y="110"/>
                    <a:pt x="120" y="102"/>
                    <a:pt x="115" y="97"/>
                  </a:cubicBezTo>
                  <a:lnTo>
                    <a:pt x="53" y="35"/>
                  </a:lnTo>
                  <a:close/>
                  <a:moveTo>
                    <a:pt x="108" y="113"/>
                  </a:moveTo>
                  <a:cubicBezTo>
                    <a:pt x="105" y="113"/>
                    <a:pt x="103" y="110"/>
                    <a:pt x="103" y="108"/>
                  </a:cubicBezTo>
                  <a:cubicBezTo>
                    <a:pt x="103" y="105"/>
                    <a:pt x="105" y="103"/>
                    <a:pt x="108" y="103"/>
                  </a:cubicBezTo>
                  <a:cubicBezTo>
                    <a:pt x="110" y="103"/>
                    <a:pt x="113" y="105"/>
                    <a:pt x="113" y="108"/>
                  </a:cubicBezTo>
                  <a:cubicBezTo>
                    <a:pt x="113" y="110"/>
                    <a:pt x="110" y="113"/>
                    <a:pt x="108" y="113"/>
                  </a:cubicBez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829425" y="1794694"/>
            <a:ext cx="1035050" cy="1039812"/>
            <a:chOff x="6829425" y="2042656"/>
            <a:chExt cx="1035050" cy="1039812"/>
          </a:xfrm>
        </p:grpSpPr>
        <p:sp>
          <p:nvSpPr>
            <p:cNvPr id="31" name="Oval 6"/>
            <p:cNvSpPr>
              <a:spLocks noChangeArrowheads="1"/>
            </p:cNvSpPr>
            <p:nvPr/>
          </p:nvSpPr>
          <p:spPr bwMode="auto">
            <a:xfrm>
              <a:off x="6829425" y="2042656"/>
              <a:ext cx="1035050" cy="103981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  <a:bevel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zh-CN" sz="8800">
                <a:solidFill>
                  <a:schemeClr val="bg1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grpSp>
          <p:nvGrpSpPr>
            <p:cNvPr id="32" name="Group 46"/>
            <p:cNvGrpSpPr>
              <a:grpSpLocks/>
            </p:cNvGrpSpPr>
            <p:nvPr/>
          </p:nvGrpSpPr>
          <p:grpSpPr bwMode="auto">
            <a:xfrm>
              <a:off x="7064375" y="2209343"/>
              <a:ext cx="554038" cy="630238"/>
              <a:chOff x="0" y="0"/>
              <a:chExt cx="361887" cy="411804"/>
            </a:xfrm>
          </p:grpSpPr>
          <p:sp>
            <p:nvSpPr>
              <p:cNvPr id="33" name="Freeform 68"/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164722" cy="299494"/>
              </a:xfrm>
              <a:custGeom>
                <a:avLst/>
                <a:gdLst>
                  <a:gd name="T0" fmla="*/ 164722 w 50"/>
                  <a:gd name="T1" fmla="*/ 276200 h 90"/>
                  <a:gd name="T2" fmla="*/ 164722 w 50"/>
                  <a:gd name="T3" fmla="*/ 23294 h 90"/>
                  <a:gd name="T4" fmla="*/ 144955 w 50"/>
                  <a:gd name="T5" fmla="*/ 0 h 90"/>
                  <a:gd name="T6" fmla="*/ 19767 w 50"/>
                  <a:gd name="T7" fmla="*/ 0 h 90"/>
                  <a:gd name="T8" fmla="*/ 0 w 50"/>
                  <a:gd name="T9" fmla="*/ 23294 h 90"/>
                  <a:gd name="T10" fmla="*/ 0 w 50"/>
                  <a:gd name="T11" fmla="*/ 276200 h 90"/>
                  <a:gd name="T12" fmla="*/ 19767 w 50"/>
                  <a:gd name="T13" fmla="*/ 299494 h 90"/>
                  <a:gd name="T14" fmla="*/ 144955 w 50"/>
                  <a:gd name="T15" fmla="*/ 299494 h 90"/>
                  <a:gd name="T16" fmla="*/ 164722 w 50"/>
                  <a:gd name="T17" fmla="*/ 276200 h 90"/>
                  <a:gd name="T18" fmla="*/ 128483 w 50"/>
                  <a:gd name="T19" fmla="*/ 16639 h 90"/>
                  <a:gd name="T20" fmla="*/ 135072 w 50"/>
                  <a:gd name="T21" fmla="*/ 19966 h 90"/>
                  <a:gd name="T22" fmla="*/ 128483 w 50"/>
                  <a:gd name="T23" fmla="*/ 26622 h 90"/>
                  <a:gd name="T24" fmla="*/ 125189 w 50"/>
                  <a:gd name="T25" fmla="*/ 19966 h 90"/>
                  <a:gd name="T26" fmla="*/ 128483 w 50"/>
                  <a:gd name="T27" fmla="*/ 16639 h 90"/>
                  <a:gd name="T28" fmla="*/ 52711 w 50"/>
                  <a:gd name="T29" fmla="*/ 16639 h 90"/>
                  <a:gd name="T30" fmla="*/ 112011 w 50"/>
                  <a:gd name="T31" fmla="*/ 16639 h 90"/>
                  <a:gd name="T32" fmla="*/ 112011 w 50"/>
                  <a:gd name="T33" fmla="*/ 23294 h 90"/>
                  <a:gd name="T34" fmla="*/ 52711 w 50"/>
                  <a:gd name="T35" fmla="*/ 23294 h 90"/>
                  <a:gd name="T36" fmla="*/ 52711 w 50"/>
                  <a:gd name="T37" fmla="*/ 16639 h 90"/>
                  <a:gd name="T38" fmla="*/ 16472 w 50"/>
                  <a:gd name="T39" fmla="*/ 229612 h 90"/>
                  <a:gd name="T40" fmla="*/ 16472 w 50"/>
                  <a:gd name="T41" fmla="*/ 36605 h 90"/>
                  <a:gd name="T42" fmla="*/ 148250 w 50"/>
                  <a:gd name="T43" fmla="*/ 36605 h 90"/>
                  <a:gd name="T44" fmla="*/ 148250 w 50"/>
                  <a:gd name="T45" fmla="*/ 229612 h 90"/>
                  <a:gd name="T46" fmla="*/ 16472 w 50"/>
                  <a:gd name="T47" fmla="*/ 229612 h 90"/>
                  <a:gd name="T48" fmla="*/ 82361 w 50"/>
                  <a:gd name="T49" fmla="*/ 276200 h 90"/>
                  <a:gd name="T50" fmla="*/ 69183 w 50"/>
                  <a:gd name="T51" fmla="*/ 262889 h 90"/>
                  <a:gd name="T52" fmla="*/ 82361 w 50"/>
                  <a:gd name="T53" fmla="*/ 249578 h 90"/>
                  <a:gd name="T54" fmla="*/ 95539 w 50"/>
                  <a:gd name="T55" fmla="*/ 262889 h 90"/>
                  <a:gd name="T56" fmla="*/ 82361 w 50"/>
                  <a:gd name="T57" fmla="*/ 276200 h 9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50"/>
                  <a:gd name="T88" fmla="*/ 0 h 90"/>
                  <a:gd name="T89" fmla="*/ 50 w 50"/>
                  <a:gd name="T90" fmla="*/ 90 h 9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50" h="90">
                    <a:moveTo>
                      <a:pt x="50" y="83"/>
                    </a:moveTo>
                    <a:cubicBezTo>
                      <a:pt x="50" y="7"/>
                      <a:pt x="50" y="7"/>
                      <a:pt x="50" y="7"/>
                    </a:cubicBezTo>
                    <a:cubicBezTo>
                      <a:pt x="50" y="3"/>
                      <a:pt x="47" y="0"/>
                      <a:pt x="4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7"/>
                      <a:pt x="3" y="90"/>
                      <a:pt x="6" y="90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7" y="90"/>
                      <a:pt x="50" y="87"/>
                      <a:pt x="50" y="83"/>
                    </a:cubicBezTo>
                    <a:close/>
                    <a:moveTo>
                      <a:pt x="39" y="5"/>
                    </a:moveTo>
                    <a:cubicBezTo>
                      <a:pt x="40" y="5"/>
                      <a:pt x="41" y="5"/>
                      <a:pt x="41" y="6"/>
                    </a:cubicBezTo>
                    <a:cubicBezTo>
                      <a:pt x="41" y="7"/>
                      <a:pt x="40" y="8"/>
                      <a:pt x="39" y="8"/>
                    </a:cubicBezTo>
                    <a:cubicBezTo>
                      <a:pt x="38" y="8"/>
                      <a:pt x="38" y="7"/>
                      <a:pt x="38" y="6"/>
                    </a:cubicBezTo>
                    <a:cubicBezTo>
                      <a:pt x="38" y="5"/>
                      <a:pt x="38" y="5"/>
                      <a:pt x="39" y="5"/>
                    </a:cubicBezTo>
                    <a:close/>
                    <a:moveTo>
                      <a:pt x="16" y="5"/>
                    </a:moveTo>
                    <a:cubicBezTo>
                      <a:pt x="34" y="5"/>
                      <a:pt x="34" y="5"/>
                      <a:pt x="34" y="5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16" y="7"/>
                      <a:pt x="16" y="7"/>
                      <a:pt x="16" y="7"/>
                    </a:cubicBezTo>
                    <a:lnTo>
                      <a:pt x="16" y="5"/>
                    </a:lnTo>
                    <a:close/>
                    <a:moveTo>
                      <a:pt x="5" y="69"/>
                    </a:moveTo>
                    <a:cubicBezTo>
                      <a:pt x="5" y="11"/>
                      <a:pt x="5" y="11"/>
                      <a:pt x="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5" y="69"/>
                      <a:pt x="45" y="69"/>
                      <a:pt x="45" y="69"/>
                    </a:cubicBezTo>
                    <a:lnTo>
                      <a:pt x="5" y="69"/>
                    </a:lnTo>
                    <a:close/>
                    <a:moveTo>
                      <a:pt x="25" y="83"/>
                    </a:moveTo>
                    <a:cubicBezTo>
                      <a:pt x="23" y="83"/>
                      <a:pt x="21" y="81"/>
                      <a:pt x="21" y="79"/>
                    </a:cubicBezTo>
                    <a:cubicBezTo>
                      <a:pt x="21" y="77"/>
                      <a:pt x="23" y="75"/>
                      <a:pt x="25" y="75"/>
                    </a:cubicBezTo>
                    <a:cubicBezTo>
                      <a:pt x="27" y="75"/>
                      <a:pt x="29" y="77"/>
                      <a:pt x="29" y="79"/>
                    </a:cubicBezTo>
                    <a:cubicBezTo>
                      <a:pt x="29" y="81"/>
                      <a:pt x="27" y="83"/>
                      <a:pt x="25" y="8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69"/>
              <p:cNvSpPr>
                <a:spLocks noEditPoints="1" noChangeArrowheads="1"/>
              </p:cNvSpPr>
              <p:nvPr/>
            </p:nvSpPr>
            <p:spPr bwMode="auto">
              <a:xfrm>
                <a:off x="192174" y="112310"/>
                <a:ext cx="169713" cy="299494"/>
              </a:xfrm>
              <a:custGeom>
                <a:avLst/>
                <a:gdLst>
                  <a:gd name="T0" fmla="*/ 146419 w 51"/>
                  <a:gd name="T1" fmla="*/ 0 h 90"/>
                  <a:gd name="T2" fmla="*/ 23294 w 51"/>
                  <a:gd name="T3" fmla="*/ 0 h 90"/>
                  <a:gd name="T4" fmla="*/ 0 w 51"/>
                  <a:gd name="T5" fmla="*/ 23294 h 90"/>
                  <a:gd name="T6" fmla="*/ 0 w 51"/>
                  <a:gd name="T7" fmla="*/ 276200 h 90"/>
                  <a:gd name="T8" fmla="*/ 23294 w 51"/>
                  <a:gd name="T9" fmla="*/ 299494 h 90"/>
                  <a:gd name="T10" fmla="*/ 146419 w 51"/>
                  <a:gd name="T11" fmla="*/ 299494 h 90"/>
                  <a:gd name="T12" fmla="*/ 169713 w 51"/>
                  <a:gd name="T13" fmla="*/ 276200 h 90"/>
                  <a:gd name="T14" fmla="*/ 169713 w 51"/>
                  <a:gd name="T15" fmla="*/ 23294 h 90"/>
                  <a:gd name="T16" fmla="*/ 146419 w 51"/>
                  <a:gd name="T17" fmla="*/ 0 h 90"/>
                  <a:gd name="T18" fmla="*/ 133108 w 51"/>
                  <a:gd name="T19" fmla="*/ 16639 h 90"/>
                  <a:gd name="T20" fmla="*/ 139764 w 51"/>
                  <a:gd name="T21" fmla="*/ 19966 h 90"/>
                  <a:gd name="T22" fmla="*/ 133108 w 51"/>
                  <a:gd name="T23" fmla="*/ 26622 h 90"/>
                  <a:gd name="T24" fmla="*/ 126453 w 51"/>
                  <a:gd name="T25" fmla="*/ 19966 h 90"/>
                  <a:gd name="T26" fmla="*/ 133108 w 51"/>
                  <a:gd name="T27" fmla="*/ 16639 h 90"/>
                  <a:gd name="T28" fmla="*/ 56571 w 51"/>
                  <a:gd name="T29" fmla="*/ 16639 h 90"/>
                  <a:gd name="T30" fmla="*/ 113142 w 51"/>
                  <a:gd name="T31" fmla="*/ 16639 h 90"/>
                  <a:gd name="T32" fmla="*/ 113142 w 51"/>
                  <a:gd name="T33" fmla="*/ 23294 h 90"/>
                  <a:gd name="T34" fmla="*/ 56571 w 51"/>
                  <a:gd name="T35" fmla="*/ 23294 h 90"/>
                  <a:gd name="T36" fmla="*/ 56571 w 51"/>
                  <a:gd name="T37" fmla="*/ 16639 h 90"/>
                  <a:gd name="T38" fmla="*/ 86520 w 51"/>
                  <a:gd name="T39" fmla="*/ 276200 h 90"/>
                  <a:gd name="T40" fmla="*/ 69882 w 51"/>
                  <a:gd name="T41" fmla="*/ 262889 h 90"/>
                  <a:gd name="T42" fmla="*/ 86520 w 51"/>
                  <a:gd name="T43" fmla="*/ 249578 h 90"/>
                  <a:gd name="T44" fmla="*/ 99831 w 51"/>
                  <a:gd name="T45" fmla="*/ 262889 h 90"/>
                  <a:gd name="T46" fmla="*/ 86520 w 51"/>
                  <a:gd name="T47" fmla="*/ 276200 h 90"/>
                  <a:gd name="T48" fmla="*/ 153074 w 51"/>
                  <a:gd name="T49" fmla="*/ 229612 h 90"/>
                  <a:gd name="T50" fmla="*/ 16639 w 51"/>
                  <a:gd name="T51" fmla="*/ 229612 h 90"/>
                  <a:gd name="T52" fmla="*/ 16639 w 51"/>
                  <a:gd name="T53" fmla="*/ 36605 h 90"/>
                  <a:gd name="T54" fmla="*/ 153074 w 51"/>
                  <a:gd name="T55" fmla="*/ 36605 h 90"/>
                  <a:gd name="T56" fmla="*/ 153074 w 51"/>
                  <a:gd name="T57" fmla="*/ 229612 h 9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51"/>
                  <a:gd name="T88" fmla="*/ 0 h 90"/>
                  <a:gd name="T89" fmla="*/ 51 w 51"/>
                  <a:gd name="T90" fmla="*/ 90 h 9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51" h="90">
                    <a:moveTo>
                      <a:pt x="44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7"/>
                      <a:pt x="3" y="90"/>
                      <a:pt x="7" y="90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8" y="90"/>
                      <a:pt x="51" y="87"/>
                      <a:pt x="51" y="83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51" y="3"/>
                      <a:pt x="48" y="0"/>
                      <a:pt x="44" y="0"/>
                    </a:cubicBezTo>
                    <a:close/>
                    <a:moveTo>
                      <a:pt x="40" y="5"/>
                    </a:moveTo>
                    <a:cubicBezTo>
                      <a:pt x="41" y="5"/>
                      <a:pt x="42" y="5"/>
                      <a:pt x="42" y="6"/>
                    </a:cubicBezTo>
                    <a:cubicBezTo>
                      <a:pt x="42" y="7"/>
                      <a:pt x="41" y="8"/>
                      <a:pt x="40" y="8"/>
                    </a:cubicBezTo>
                    <a:cubicBezTo>
                      <a:pt x="39" y="8"/>
                      <a:pt x="38" y="7"/>
                      <a:pt x="38" y="6"/>
                    </a:cubicBezTo>
                    <a:cubicBezTo>
                      <a:pt x="38" y="5"/>
                      <a:pt x="39" y="5"/>
                      <a:pt x="40" y="5"/>
                    </a:cubicBezTo>
                    <a:close/>
                    <a:moveTo>
                      <a:pt x="17" y="5"/>
                    </a:moveTo>
                    <a:cubicBezTo>
                      <a:pt x="34" y="5"/>
                      <a:pt x="34" y="5"/>
                      <a:pt x="34" y="5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17" y="7"/>
                      <a:pt x="17" y="7"/>
                      <a:pt x="17" y="7"/>
                    </a:cubicBezTo>
                    <a:lnTo>
                      <a:pt x="17" y="5"/>
                    </a:lnTo>
                    <a:close/>
                    <a:moveTo>
                      <a:pt x="26" y="83"/>
                    </a:moveTo>
                    <a:cubicBezTo>
                      <a:pt x="23" y="83"/>
                      <a:pt x="21" y="81"/>
                      <a:pt x="21" y="79"/>
                    </a:cubicBezTo>
                    <a:cubicBezTo>
                      <a:pt x="21" y="77"/>
                      <a:pt x="23" y="75"/>
                      <a:pt x="26" y="75"/>
                    </a:cubicBezTo>
                    <a:cubicBezTo>
                      <a:pt x="28" y="75"/>
                      <a:pt x="30" y="77"/>
                      <a:pt x="30" y="79"/>
                    </a:cubicBezTo>
                    <a:cubicBezTo>
                      <a:pt x="30" y="81"/>
                      <a:pt x="28" y="83"/>
                      <a:pt x="26" y="83"/>
                    </a:cubicBezTo>
                    <a:close/>
                    <a:moveTo>
                      <a:pt x="46" y="69"/>
                    </a:moveTo>
                    <a:cubicBezTo>
                      <a:pt x="5" y="69"/>
                      <a:pt x="5" y="69"/>
                      <a:pt x="5" y="69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46" y="11"/>
                      <a:pt x="46" y="11"/>
                      <a:pt x="46" y="11"/>
                    </a:cubicBezTo>
                    <a:lnTo>
                      <a:pt x="46" y="69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70"/>
              <p:cNvSpPr>
                <a:spLocks noChangeArrowheads="1"/>
              </p:cNvSpPr>
              <p:nvPr/>
            </p:nvSpPr>
            <p:spPr bwMode="auto">
              <a:xfrm>
                <a:off x="179696" y="17470"/>
                <a:ext cx="99831" cy="82362"/>
              </a:xfrm>
              <a:custGeom>
                <a:avLst/>
                <a:gdLst>
                  <a:gd name="T0" fmla="*/ 79865 w 40"/>
                  <a:gd name="T1" fmla="*/ 82362 h 33"/>
                  <a:gd name="T2" fmla="*/ 99831 w 40"/>
                  <a:gd name="T3" fmla="*/ 82362 h 33"/>
                  <a:gd name="T4" fmla="*/ 99831 w 40"/>
                  <a:gd name="T5" fmla="*/ 19967 h 33"/>
                  <a:gd name="T6" fmla="*/ 99831 w 40"/>
                  <a:gd name="T7" fmla="*/ 0 h 33"/>
                  <a:gd name="T8" fmla="*/ 79865 w 40"/>
                  <a:gd name="T9" fmla="*/ 0 h 33"/>
                  <a:gd name="T10" fmla="*/ 0 w 40"/>
                  <a:gd name="T11" fmla="*/ 0 h 33"/>
                  <a:gd name="T12" fmla="*/ 0 w 40"/>
                  <a:gd name="T13" fmla="*/ 19967 h 33"/>
                  <a:gd name="T14" fmla="*/ 79865 w 40"/>
                  <a:gd name="T15" fmla="*/ 19967 h 33"/>
                  <a:gd name="T16" fmla="*/ 79865 w 40"/>
                  <a:gd name="T17" fmla="*/ 82362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"/>
                  <a:gd name="T28" fmla="*/ 0 h 33"/>
                  <a:gd name="T29" fmla="*/ 40 w 40"/>
                  <a:gd name="T30" fmla="*/ 33 h 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" h="33">
                    <a:moveTo>
                      <a:pt x="32" y="33"/>
                    </a:moveTo>
                    <a:lnTo>
                      <a:pt x="40" y="33"/>
                    </a:lnTo>
                    <a:lnTo>
                      <a:pt x="40" y="8"/>
                    </a:lnTo>
                    <a:lnTo>
                      <a:pt x="40" y="0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32" y="8"/>
                    </a:lnTo>
                    <a:lnTo>
                      <a:pt x="32" y="33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71"/>
              <p:cNvSpPr>
                <a:spLocks noChangeArrowheads="1"/>
              </p:cNvSpPr>
              <p:nvPr/>
            </p:nvSpPr>
            <p:spPr bwMode="auto">
              <a:xfrm>
                <a:off x="89848" y="316964"/>
                <a:ext cx="82362" cy="82362"/>
              </a:xfrm>
              <a:custGeom>
                <a:avLst/>
                <a:gdLst>
                  <a:gd name="T0" fmla="*/ 19967 w 33"/>
                  <a:gd name="T1" fmla="*/ 0 h 33"/>
                  <a:gd name="T2" fmla="*/ 0 w 33"/>
                  <a:gd name="T3" fmla="*/ 0 h 33"/>
                  <a:gd name="T4" fmla="*/ 0 w 33"/>
                  <a:gd name="T5" fmla="*/ 62395 h 33"/>
                  <a:gd name="T6" fmla="*/ 0 w 33"/>
                  <a:gd name="T7" fmla="*/ 82362 h 33"/>
                  <a:gd name="T8" fmla="*/ 19967 w 33"/>
                  <a:gd name="T9" fmla="*/ 82362 h 33"/>
                  <a:gd name="T10" fmla="*/ 82362 w 33"/>
                  <a:gd name="T11" fmla="*/ 82362 h 33"/>
                  <a:gd name="T12" fmla="*/ 82362 w 33"/>
                  <a:gd name="T13" fmla="*/ 62395 h 33"/>
                  <a:gd name="T14" fmla="*/ 19967 w 33"/>
                  <a:gd name="T15" fmla="*/ 62395 h 33"/>
                  <a:gd name="T16" fmla="*/ 19967 w 33"/>
                  <a:gd name="T17" fmla="*/ 0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3"/>
                  <a:gd name="T28" fmla="*/ 0 h 33"/>
                  <a:gd name="T29" fmla="*/ 33 w 33"/>
                  <a:gd name="T30" fmla="*/ 33 h 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3" h="33">
                    <a:moveTo>
                      <a:pt x="8" y="0"/>
                    </a:moveTo>
                    <a:lnTo>
                      <a:pt x="0" y="0"/>
                    </a:lnTo>
                    <a:lnTo>
                      <a:pt x="0" y="25"/>
                    </a:lnTo>
                    <a:lnTo>
                      <a:pt x="0" y="33"/>
                    </a:lnTo>
                    <a:lnTo>
                      <a:pt x="8" y="33"/>
                    </a:lnTo>
                    <a:lnTo>
                      <a:pt x="33" y="33"/>
                    </a:lnTo>
                    <a:lnTo>
                      <a:pt x="33" y="25"/>
                    </a:lnTo>
                    <a:lnTo>
                      <a:pt x="8" y="25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9" name="文本框 19"/>
          <p:cNvSpPr>
            <a:spLocks noChangeArrowheads="1"/>
          </p:cNvSpPr>
          <p:nvPr/>
        </p:nvSpPr>
        <p:spPr bwMode="auto">
          <a:xfrm>
            <a:off x="1285634" y="1773610"/>
            <a:ext cx="27494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新版費用性領退料簽核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2" name="文本框 19"/>
          <p:cNvSpPr>
            <a:spLocks noChangeArrowheads="1"/>
          </p:cNvSpPr>
          <p:nvPr/>
        </p:nvSpPr>
        <p:spPr bwMode="auto">
          <a:xfrm>
            <a:off x="710294" y="3141762"/>
            <a:ext cx="27302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費用性領退料申請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(BJ)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" name="文本框 19"/>
          <p:cNvSpPr>
            <a:spLocks noChangeArrowheads="1"/>
          </p:cNvSpPr>
          <p:nvPr/>
        </p:nvSpPr>
        <p:spPr bwMode="auto">
          <a:xfrm>
            <a:off x="1211086" y="4509914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費用性料號管理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8" name="文本框 19"/>
          <p:cNvSpPr>
            <a:spLocks noChangeArrowheads="1"/>
          </p:cNvSpPr>
          <p:nvPr/>
        </p:nvSpPr>
        <p:spPr bwMode="auto">
          <a:xfrm>
            <a:off x="8160276" y="1773610"/>
            <a:ext cx="2236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經管庶務管理平台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" name="文本框 19"/>
          <p:cNvSpPr>
            <a:spLocks noChangeArrowheads="1"/>
          </p:cNvSpPr>
          <p:nvPr/>
        </p:nvSpPr>
        <p:spPr bwMode="auto">
          <a:xfrm>
            <a:off x="8543478" y="3141762"/>
            <a:ext cx="29322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FIH</a:t>
            </a: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供應鏈電子簽核系統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4" name="文本框 19"/>
          <p:cNvSpPr>
            <a:spLocks noChangeArrowheads="1"/>
          </p:cNvSpPr>
          <p:nvPr/>
        </p:nvSpPr>
        <p:spPr bwMode="auto">
          <a:xfrm>
            <a:off x="8160276" y="4509914"/>
            <a:ext cx="2236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固定資產移轉系統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663158" y="2781722"/>
            <a:ext cx="9361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負責</a:t>
            </a:r>
            <a:endParaRPr lang="en-US" altLang="zh-CN" sz="2800" b="1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r>
              <a:rPr lang="zh-CN" altLang="en-US" sz="28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 的</a:t>
            </a:r>
            <a:endParaRPr lang="en-US" altLang="zh-CN" sz="2800" b="1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r>
              <a:rPr lang="zh-CN" altLang="en-US" sz="28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系統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6" name="TextBox 7"/>
          <p:cNvSpPr txBox="1"/>
          <p:nvPr/>
        </p:nvSpPr>
        <p:spPr>
          <a:xfrm>
            <a:off x="190550" y="180723"/>
            <a:ext cx="845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FIH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7" name="TextBox 43"/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9pPr>
          </a:lstStyle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</a:rPr>
              <a:t>年度工作概述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943078" y="5446018"/>
            <a:ext cx="20313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提案改善系統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727054" y="1197546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貴陽鞋櫃管理系統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9940625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7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5" grpId="0"/>
      <p:bldP spid="56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34438" y="3934100"/>
            <a:ext cx="10944224" cy="438144"/>
            <a:chOff x="534438" y="3368953"/>
            <a:chExt cx="10944224" cy="438144"/>
          </a:xfrm>
          <a:solidFill>
            <a:schemeClr val="bg1">
              <a:lumMod val="6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11049789" y="3503489"/>
              <a:ext cx="50397" cy="16906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534438" y="3368953"/>
              <a:ext cx="10944224" cy="438144"/>
              <a:chOff x="623889" y="3209929"/>
              <a:chExt cx="10944224" cy="438144"/>
            </a:xfrm>
            <a:grpFill/>
          </p:grpSpPr>
          <p:sp>
            <p:nvSpPr>
              <p:cNvPr id="21" name="矩形 20"/>
              <p:cNvSpPr/>
              <p:nvPr/>
            </p:nvSpPr>
            <p:spPr>
              <a:xfrm>
                <a:off x="623889" y="3344465"/>
                <a:ext cx="50397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17047" y="3344465"/>
                <a:ext cx="107093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866901" y="3344465"/>
                <a:ext cx="198437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1108099" y="3344465"/>
                <a:ext cx="9613876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10994902" y="3344465"/>
                <a:ext cx="107093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10759220" y="3344465"/>
                <a:ext cx="198437" cy="16906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7" name="等腰三角形 26"/>
              <p:cNvSpPr/>
              <p:nvPr/>
            </p:nvSpPr>
            <p:spPr>
              <a:xfrm rot="5400000">
                <a:off x="11159803" y="3239763"/>
                <a:ext cx="438144" cy="37847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  <p:cxnSp>
        <p:nvCxnSpPr>
          <p:cNvPr id="28" name="肘形连接符 27"/>
          <p:cNvCxnSpPr>
            <a:stCxn id="31" idx="3"/>
            <a:endCxn id="49" idx="1"/>
          </p:cNvCxnSpPr>
          <p:nvPr/>
        </p:nvCxnSpPr>
        <p:spPr>
          <a:xfrm rot="5400000" flipH="1" flipV="1">
            <a:off x="834074" y="3193576"/>
            <a:ext cx="1101332" cy="145774"/>
          </a:xfrm>
          <a:prstGeom prst="bentConnector2">
            <a:avLst/>
          </a:prstGeom>
          <a:ln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1020305" y="3817129"/>
            <a:ext cx="583096" cy="676392"/>
            <a:chOff x="1109756" y="3090803"/>
            <a:chExt cx="583096" cy="676392"/>
          </a:xfrm>
          <a:solidFill>
            <a:schemeClr val="accent1"/>
          </a:solidFill>
        </p:grpSpPr>
        <p:sp>
          <p:nvSpPr>
            <p:cNvPr id="31" name="六边形 30"/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47" name="文本框 64"/>
            <p:cNvSpPr txBox="1"/>
            <p:nvPr/>
          </p:nvSpPr>
          <p:spPr>
            <a:xfrm>
              <a:off x="1115002" y="3298194"/>
              <a:ext cx="577850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月份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457627" y="2277666"/>
            <a:ext cx="1757259" cy="1214797"/>
            <a:chOff x="1853741" y="1952625"/>
            <a:chExt cx="1413335" cy="1214797"/>
          </a:xfrm>
          <a:solidFill>
            <a:schemeClr val="bg1">
              <a:lumMod val="75000"/>
            </a:schemeClr>
          </a:solidFill>
        </p:grpSpPr>
        <p:sp>
          <p:nvSpPr>
            <p:cNvPr id="49" name="矩形 48"/>
            <p:cNvSpPr/>
            <p:nvPr/>
          </p:nvSpPr>
          <p:spPr>
            <a:xfrm>
              <a:off x="1853741" y="1952625"/>
              <a:ext cx="1413334" cy="8762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0" name="文本框 66"/>
            <p:cNvSpPr txBox="1"/>
            <p:nvPr/>
          </p:nvSpPr>
          <p:spPr>
            <a:xfrm>
              <a:off x="1853742" y="1997871"/>
              <a:ext cx="1413334" cy="116955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銷單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化系統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倉庫報表細項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變更，導出模板變更；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財務報表優化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1" name="肘形连接符 50"/>
          <p:cNvCxnSpPr>
            <a:stCxn id="53" idx="3"/>
            <a:endCxn id="56" idx="1"/>
          </p:cNvCxnSpPr>
          <p:nvPr/>
        </p:nvCxnSpPr>
        <p:spPr>
          <a:xfrm rot="5400000" flipH="1" flipV="1">
            <a:off x="3414466" y="3193576"/>
            <a:ext cx="1101332" cy="145774"/>
          </a:xfrm>
          <a:prstGeom prst="bentConnector2">
            <a:avLst/>
          </a:prstGeom>
          <a:ln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3600697" y="3817129"/>
            <a:ext cx="583096" cy="676392"/>
            <a:chOff x="1109756" y="3090803"/>
            <a:chExt cx="583096" cy="676392"/>
          </a:xfrm>
          <a:solidFill>
            <a:schemeClr val="accent1"/>
          </a:solidFill>
        </p:grpSpPr>
        <p:sp>
          <p:nvSpPr>
            <p:cNvPr id="53" name="六边形 52"/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54" name="文本框 72"/>
            <p:cNvSpPr txBox="1"/>
            <p:nvPr/>
          </p:nvSpPr>
          <p:spPr>
            <a:xfrm>
              <a:off x="1115002" y="3298194"/>
              <a:ext cx="577850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月份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038019" y="2277666"/>
            <a:ext cx="1757259" cy="1214797"/>
            <a:chOff x="1853741" y="1952625"/>
            <a:chExt cx="1413335" cy="1214797"/>
          </a:xfrm>
          <a:solidFill>
            <a:schemeClr val="bg1">
              <a:lumMod val="75000"/>
            </a:schemeClr>
          </a:solidFill>
        </p:grpSpPr>
        <p:sp>
          <p:nvSpPr>
            <p:cNvPr id="56" name="矩形 55"/>
            <p:cNvSpPr/>
            <p:nvPr/>
          </p:nvSpPr>
          <p:spPr>
            <a:xfrm>
              <a:off x="1853741" y="1952625"/>
              <a:ext cx="1413334" cy="8762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7" name="文本框 75"/>
            <p:cNvSpPr txBox="1"/>
            <p:nvPr/>
          </p:nvSpPr>
          <p:spPr>
            <a:xfrm>
              <a:off x="1853742" y="1997871"/>
              <a:ext cx="1413334" cy="116955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defRPr sz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銷單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化系統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增加新的作業部門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HUB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廊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坊，維護倉碼及人員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58" name="肘形连接符 57"/>
          <p:cNvCxnSpPr>
            <a:stCxn id="60" idx="3"/>
            <a:endCxn id="63" idx="1"/>
          </p:cNvCxnSpPr>
          <p:nvPr/>
        </p:nvCxnSpPr>
        <p:spPr>
          <a:xfrm rot="5400000" flipH="1" flipV="1">
            <a:off x="5994858" y="3193576"/>
            <a:ext cx="1101332" cy="145774"/>
          </a:xfrm>
          <a:prstGeom prst="bentConnector2">
            <a:avLst/>
          </a:prstGeom>
          <a:ln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6181089" y="3817129"/>
            <a:ext cx="583096" cy="676392"/>
            <a:chOff x="1109756" y="3090803"/>
            <a:chExt cx="583096" cy="676392"/>
          </a:xfrm>
          <a:solidFill>
            <a:schemeClr val="accent1"/>
          </a:solidFill>
        </p:grpSpPr>
        <p:sp>
          <p:nvSpPr>
            <p:cNvPr id="60" name="六边形 59"/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61" name="文本框 79"/>
            <p:cNvSpPr txBox="1"/>
            <p:nvPr/>
          </p:nvSpPr>
          <p:spPr>
            <a:xfrm>
              <a:off x="1115002" y="3298194"/>
              <a:ext cx="577850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月份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618411" y="2277666"/>
            <a:ext cx="1757259" cy="1214797"/>
            <a:chOff x="1853741" y="1952625"/>
            <a:chExt cx="1413335" cy="1214797"/>
          </a:xfrm>
          <a:solidFill>
            <a:schemeClr val="bg1">
              <a:lumMod val="75000"/>
            </a:schemeClr>
          </a:solidFill>
        </p:grpSpPr>
        <p:sp>
          <p:nvSpPr>
            <p:cNvPr id="63" name="矩形 62"/>
            <p:cNvSpPr/>
            <p:nvPr/>
          </p:nvSpPr>
          <p:spPr>
            <a:xfrm>
              <a:off x="1853741" y="1952625"/>
              <a:ext cx="1413334" cy="8762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4" name="文本框 82"/>
            <p:cNvSpPr txBox="1"/>
            <p:nvPr/>
          </p:nvSpPr>
          <p:spPr>
            <a:xfrm>
              <a:off x="1853742" y="1997871"/>
              <a:ext cx="1413334" cy="116955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defRPr sz="1200">
                  <a:gradFill>
                    <a:gsLst>
                      <a:gs pos="0">
                        <a:schemeClr val="bg1"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</a:schemeClr>
                      </a:gs>
                    </a:gsLst>
                    <a:lin ang="162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銷單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化系統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針對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HUB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廊坊，倉碼對應碼頭及責任人的邏輯變更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65" name="肘形连接符 64"/>
          <p:cNvCxnSpPr>
            <a:stCxn id="67" idx="3"/>
            <a:endCxn id="70" idx="1"/>
          </p:cNvCxnSpPr>
          <p:nvPr/>
        </p:nvCxnSpPr>
        <p:spPr>
          <a:xfrm rot="5400000" flipH="1" flipV="1">
            <a:off x="8575250" y="3193576"/>
            <a:ext cx="1101332" cy="145774"/>
          </a:xfrm>
          <a:prstGeom prst="bentConnector2">
            <a:avLst/>
          </a:prstGeom>
          <a:ln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/>
          <p:cNvGrpSpPr/>
          <p:nvPr/>
        </p:nvGrpSpPr>
        <p:grpSpPr>
          <a:xfrm>
            <a:off x="8691463" y="3817129"/>
            <a:ext cx="720080" cy="676392"/>
            <a:chOff x="1039738" y="3090803"/>
            <a:chExt cx="720080" cy="676392"/>
          </a:xfrm>
          <a:solidFill>
            <a:srgbClr val="005DA2"/>
          </a:solidFill>
        </p:grpSpPr>
        <p:sp>
          <p:nvSpPr>
            <p:cNvPr id="67" name="六边形 66"/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68" name="文本框 86"/>
            <p:cNvSpPr txBox="1"/>
            <p:nvPr/>
          </p:nvSpPr>
          <p:spPr>
            <a:xfrm>
              <a:off x="1039738" y="3298194"/>
              <a:ext cx="7200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月份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9198803" y="2277666"/>
            <a:ext cx="1757259" cy="1645684"/>
            <a:chOff x="1853741" y="1952625"/>
            <a:chExt cx="1413335" cy="1645684"/>
          </a:xfrm>
          <a:solidFill>
            <a:schemeClr val="bg1">
              <a:lumMod val="75000"/>
            </a:schemeClr>
          </a:solidFill>
        </p:grpSpPr>
        <p:sp>
          <p:nvSpPr>
            <p:cNvPr id="70" name="矩形 69"/>
            <p:cNvSpPr/>
            <p:nvPr/>
          </p:nvSpPr>
          <p:spPr>
            <a:xfrm>
              <a:off x="1853741" y="1952625"/>
              <a:ext cx="1413334" cy="8762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1" name="文本框 89"/>
            <p:cNvSpPr txBox="1"/>
            <p:nvPr/>
          </p:nvSpPr>
          <p:spPr>
            <a:xfrm>
              <a:off x="1853742" y="1997871"/>
              <a:ext cx="1413334" cy="160043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defRPr sz="1200">
                  <a:gradFill>
                    <a:gsLst>
                      <a:gs pos="0">
                        <a:schemeClr val="bg1"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</a:schemeClr>
                      </a:gs>
                    </a:gsLst>
                    <a:lin ang="162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提案改善系統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實踐性提案抓取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主管邏輯變更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；</a:t>
              </a:r>
              <a:endPara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北富費領系統</a:t>
              </a:r>
              <a:r>
                <a:rPr lang="en-US" altLang="zh-CN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修復批量簽核信息導入異常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72" name="肘形连接符 71"/>
          <p:cNvCxnSpPr>
            <a:stCxn id="74" idx="0"/>
            <a:endCxn id="77" idx="1"/>
          </p:cNvCxnSpPr>
          <p:nvPr/>
        </p:nvCxnSpPr>
        <p:spPr>
          <a:xfrm rot="16200000" flipH="1">
            <a:off x="2334703" y="4760867"/>
            <a:ext cx="680467" cy="145774"/>
          </a:xfrm>
          <a:prstGeom prst="bentConnector2">
            <a:avLst/>
          </a:prstGeom>
          <a:ln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组合 72"/>
          <p:cNvGrpSpPr/>
          <p:nvPr/>
        </p:nvGrpSpPr>
        <p:grpSpPr>
          <a:xfrm>
            <a:off x="2310501" y="3817129"/>
            <a:ext cx="583096" cy="676392"/>
            <a:chOff x="1109756" y="3090803"/>
            <a:chExt cx="583096" cy="676392"/>
          </a:xfrm>
          <a:solidFill>
            <a:schemeClr val="accent1"/>
          </a:solidFill>
        </p:grpSpPr>
        <p:sp>
          <p:nvSpPr>
            <p:cNvPr id="74" name="六边形 73"/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75" name="文本框 93"/>
            <p:cNvSpPr txBox="1"/>
            <p:nvPr/>
          </p:nvSpPr>
          <p:spPr>
            <a:xfrm>
              <a:off x="1115002" y="3298194"/>
              <a:ext cx="577850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月份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2747823" y="4735857"/>
            <a:ext cx="1757259" cy="1645684"/>
            <a:chOff x="1853741" y="1952625"/>
            <a:chExt cx="1413335" cy="1645684"/>
          </a:xfrm>
          <a:solidFill>
            <a:schemeClr val="bg1">
              <a:lumMod val="75000"/>
            </a:schemeClr>
          </a:solidFill>
        </p:grpSpPr>
        <p:sp>
          <p:nvSpPr>
            <p:cNvPr id="77" name="矩形 76"/>
            <p:cNvSpPr/>
            <p:nvPr/>
          </p:nvSpPr>
          <p:spPr>
            <a:xfrm>
              <a:off x="1853741" y="1952625"/>
              <a:ext cx="1413334" cy="8762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8" name="文本框 96"/>
            <p:cNvSpPr txBox="1"/>
            <p:nvPr/>
          </p:nvSpPr>
          <p:spPr>
            <a:xfrm>
              <a:off x="1853742" y="1997871"/>
              <a:ext cx="1413334" cy="160043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defRPr sz="1200">
                  <a:gradFill>
                    <a:gsLst>
                      <a:gs pos="0">
                        <a:schemeClr val="bg1"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</a:schemeClr>
                      </a:gs>
                    </a:gsLst>
                    <a:lin ang="162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貴陽鞋櫃管理系統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修復新增鞋櫃不能帶出樓棟片區的問題；</a:t>
              </a:r>
              <a:endPara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經管庶務管理平台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修復無法跳過重複簽核人問題；</a:t>
              </a:r>
              <a:endPara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79" name="肘形连接符 78"/>
          <p:cNvCxnSpPr>
            <a:stCxn id="81" idx="0"/>
            <a:endCxn id="84" idx="1"/>
          </p:cNvCxnSpPr>
          <p:nvPr/>
        </p:nvCxnSpPr>
        <p:spPr>
          <a:xfrm rot="16200000" flipH="1">
            <a:off x="4915095" y="4760867"/>
            <a:ext cx="680467" cy="145774"/>
          </a:xfrm>
          <a:prstGeom prst="bentConnector2">
            <a:avLst/>
          </a:prstGeom>
          <a:ln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/>
          <p:cNvGrpSpPr/>
          <p:nvPr/>
        </p:nvGrpSpPr>
        <p:grpSpPr>
          <a:xfrm>
            <a:off x="4890893" y="3817129"/>
            <a:ext cx="583096" cy="676392"/>
            <a:chOff x="1109756" y="3090803"/>
            <a:chExt cx="583096" cy="676392"/>
          </a:xfrm>
          <a:solidFill>
            <a:schemeClr val="accent1"/>
          </a:solidFill>
        </p:grpSpPr>
        <p:sp>
          <p:nvSpPr>
            <p:cNvPr id="81" name="六边形 80"/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82" name="文本框 101"/>
            <p:cNvSpPr txBox="1"/>
            <p:nvPr/>
          </p:nvSpPr>
          <p:spPr>
            <a:xfrm>
              <a:off x="1115002" y="3298194"/>
              <a:ext cx="577850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月份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5328215" y="4735857"/>
            <a:ext cx="1757259" cy="1430241"/>
            <a:chOff x="1853741" y="1952625"/>
            <a:chExt cx="1413335" cy="1430241"/>
          </a:xfrm>
          <a:solidFill>
            <a:schemeClr val="bg1">
              <a:lumMod val="75000"/>
            </a:schemeClr>
          </a:solidFill>
        </p:grpSpPr>
        <p:sp>
          <p:nvSpPr>
            <p:cNvPr id="84" name="矩形 83"/>
            <p:cNvSpPr/>
            <p:nvPr/>
          </p:nvSpPr>
          <p:spPr>
            <a:xfrm>
              <a:off x="1853741" y="1952625"/>
              <a:ext cx="1413334" cy="8762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5" name="文本框 104"/>
            <p:cNvSpPr txBox="1"/>
            <p:nvPr/>
          </p:nvSpPr>
          <p:spPr>
            <a:xfrm>
              <a:off x="1853742" y="1997871"/>
              <a:ext cx="1413334" cy="13849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defRPr sz="1200">
                  <a:gradFill>
                    <a:gsLst>
                      <a:gs pos="0">
                        <a:schemeClr val="bg1"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</a:schemeClr>
                      </a:gs>
                    </a:gsLst>
                    <a:lin ang="162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費領系統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客戶費領單功能優化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，如：增加領退料方式，限制倉碼唯一等；根據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最新接口文檔修改頁面邏輯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86" name="肘形连接符 85"/>
          <p:cNvCxnSpPr>
            <a:stCxn id="88" idx="0"/>
            <a:endCxn id="91" idx="1"/>
          </p:cNvCxnSpPr>
          <p:nvPr/>
        </p:nvCxnSpPr>
        <p:spPr>
          <a:xfrm rot="16200000" flipH="1">
            <a:off x="7495487" y="4760867"/>
            <a:ext cx="680467" cy="145774"/>
          </a:xfrm>
          <a:prstGeom prst="bentConnector2">
            <a:avLst/>
          </a:prstGeom>
          <a:ln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组合 86"/>
          <p:cNvGrpSpPr/>
          <p:nvPr/>
        </p:nvGrpSpPr>
        <p:grpSpPr>
          <a:xfrm>
            <a:off x="7471285" y="3817129"/>
            <a:ext cx="583096" cy="676392"/>
            <a:chOff x="1109756" y="3090803"/>
            <a:chExt cx="583096" cy="676392"/>
          </a:xfrm>
          <a:solidFill>
            <a:schemeClr val="accent1"/>
          </a:solidFill>
        </p:grpSpPr>
        <p:sp>
          <p:nvSpPr>
            <p:cNvPr id="88" name="六边形 87"/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89" name="文本框 108"/>
            <p:cNvSpPr txBox="1"/>
            <p:nvPr/>
          </p:nvSpPr>
          <p:spPr>
            <a:xfrm>
              <a:off x="1115002" y="3298194"/>
              <a:ext cx="577850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月份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7908607" y="4735857"/>
            <a:ext cx="1757259" cy="1861128"/>
            <a:chOff x="1853741" y="1952625"/>
            <a:chExt cx="1413335" cy="1861128"/>
          </a:xfrm>
          <a:solidFill>
            <a:schemeClr val="bg1">
              <a:lumMod val="75000"/>
            </a:schemeClr>
          </a:solidFill>
        </p:grpSpPr>
        <p:sp>
          <p:nvSpPr>
            <p:cNvPr id="91" name="矩形 90"/>
            <p:cNvSpPr/>
            <p:nvPr/>
          </p:nvSpPr>
          <p:spPr>
            <a:xfrm>
              <a:off x="1853741" y="1952625"/>
              <a:ext cx="1413334" cy="8762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2" name="文本框 111"/>
            <p:cNvSpPr txBox="1"/>
            <p:nvPr/>
          </p:nvSpPr>
          <p:spPr>
            <a:xfrm>
              <a:off x="1853742" y="1997871"/>
              <a:ext cx="1413334" cy="181588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defRPr sz="1200">
                  <a:gradFill>
                    <a:gsLst>
                      <a:gs pos="0">
                        <a:schemeClr val="bg1"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</a:schemeClr>
                      </a:gs>
                    </a:gsLst>
                    <a:lin ang="162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銷單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化系統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修復模板導入異常；</a:t>
              </a:r>
              <a:endPara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提案改善系統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修復建議性提案簽核記錄異常的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問題；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修復實踐性提案每年件</a:t>
              </a:r>
              <a:r>
                <a:rPr lang="zh-CN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數限制失效的問題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9987607" y="3817129"/>
            <a:ext cx="682162" cy="676392"/>
            <a:chOff x="1045689" y="3090803"/>
            <a:chExt cx="682162" cy="676392"/>
          </a:xfrm>
          <a:solidFill>
            <a:schemeClr val="accent1"/>
          </a:solidFill>
        </p:grpSpPr>
        <p:sp>
          <p:nvSpPr>
            <p:cNvPr id="94" name="六边形 93"/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95" name="文本框 114"/>
            <p:cNvSpPr txBox="1"/>
            <p:nvPr/>
          </p:nvSpPr>
          <p:spPr>
            <a:xfrm>
              <a:off x="1045689" y="3298194"/>
              <a:ext cx="6821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月份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6" name="矩形 95"/>
          <p:cNvSpPr/>
          <p:nvPr/>
        </p:nvSpPr>
        <p:spPr>
          <a:xfrm>
            <a:off x="4154959" y="1269554"/>
            <a:ext cx="3842401" cy="4636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月度概述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TextBox 7"/>
          <p:cNvSpPr txBox="1"/>
          <p:nvPr/>
        </p:nvSpPr>
        <p:spPr>
          <a:xfrm>
            <a:off x="190550" y="180723"/>
            <a:ext cx="845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FIH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8" name="TextBox 43"/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9pPr>
          </a:lstStyle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</a:rPr>
              <a:t>年度工作概述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</a:endParaRPr>
          </a:p>
        </p:txBody>
      </p:sp>
      <p:cxnSp>
        <p:nvCxnSpPr>
          <p:cNvPr id="103" name="肘形连接符 85"/>
          <p:cNvCxnSpPr/>
          <p:nvPr/>
        </p:nvCxnSpPr>
        <p:spPr>
          <a:xfrm rot="16200000" flipH="1">
            <a:off x="10076332" y="4744865"/>
            <a:ext cx="680467" cy="145774"/>
          </a:xfrm>
          <a:prstGeom prst="bentConnector2">
            <a:avLst/>
          </a:prstGeom>
          <a:ln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组合 89"/>
          <p:cNvGrpSpPr/>
          <p:nvPr/>
        </p:nvGrpSpPr>
        <p:grpSpPr>
          <a:xfrm>
            <a:off x="10489452" y="4680243"/>
            <a:ext cx="1757259" cy="999353"/>
            <a:chOff x="1853741" y="1952625"/>
            <a:chExt cx="1413335" cy="999353"/>
          </a:xfrm>
          <a:solidFill>
            <a:schemeClr val="bg1">
              <a:lumMod val="75000"/>
            </a:schemeClr>
          </a:solidFill>
        </p:grpSpPr>
        <p:sp>
          <p:nvSpPr>
            <p:cNvPr id="105" name="矩形 104"/>
            <p:cNvSpPr/>
            <p:nvPr/>
          </p:nvSpPr>
          <p:spPr>
            <a:xfrm>
              <a:off x="1853741" y="1952625"/>
              <a:ext cx="1413334" cy="8762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6" name="文本框 111"/>
            <p:cNvSpPr txBox="1"/>
            <p:nvPr/>
          </p:nvSpPr>
          <p:spPr>
            <a:xfrm>
              <a:off x="1853742" y="1997871"/>
              <a:ext cx="1413334" cy="95410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defRPr sz="1200">
                  <a:gradFill>
                    <a:gsLst>
                      <a:gs pos="0">
                        <a:schemeClr val="bg1"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</a:schemeClr>
                      </a:gs>
                    </a:gsLst>
                    <a:lin ang="162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經管庶務管理平台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---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抓取審核主管邏輯變更，區分北京和廊坊廠區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755721391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/>
      <p:bldP spid="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5457006" y="2132089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339097" y="2132089"/>
            <a:ext cx="3744416" cy="511504"/>
            <a:chOff x="6339097" y="1573726"/>
            <a:chExt cx="3744416" cy="511504"/>
          </a:xfrm>
        </p:grpSpPr>
        <p:sp>
          <p:nvSpPr>
            <p:cNvPr id="16" name="圆角矩形 15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723350" y="1614014"/>
              <a:ext cx="265307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工作</a:t>
              </a:r>
              <a:r>
                <a:rPr lang="zh-CN" altLang="en-US" sz="20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概述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5457006" y="2968541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315199" y="2968541"/>
            <a:ext cx="3744416" cy="511504"/>
            <a:chOff x="6315199" y="2410178"/>
            <a:chExt cx="3744416" cy="511504"/>
          </a:xfrm>
        </p:grpSpPr>
        <p:sp>
          <p:nvSpPr>
            <p:cNvPr id="20" name="圆角矩形 19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6747248" y="2450466"/>
              <a:ext cx="265307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個人成長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圆角矩形 21"/>
          <p:cNvSpPr/>
          <p:nvPr/>
        </p:nvSpPr>
        <p:spPr>
          <a:xfrm>
            <a:off x="5457006" y="3854394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339097" y="3854394"/>
            <a:ext cx="3744416" cy="511504"/>
            <a:chOff x="6339097" y="3296031"/>
            <a:chExt cx="3744416" cy="511504"/>
          </a:xfrm>
        </p:grpSpPr>
        <p:sp>
          <p:nvSpPr>
            <p:cNvPr id="24" name="圆角矩形 23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723349" y="3336319"/>
              <a:ext cx="273630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不足之處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-106934" y="0"/>
            <a:ext cx="3469805" cy="6859587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194519" y="2219567"/>
            <a:ext cx="2808312" cy="1354243"/>
          </a:xfrm>
          <a:prstGeom prst="rect">
            <a:avLst/>
          </a:prstGeom>
          <a:noFill/>
        </p:spPr>
        <p:txBody>
          <a:bodyPr wrap="square" lIns="121948" tIns="60973" rIns="121948" bIns="60973">
            <a:spAutoFit/>
          </a:bodyPr>
          <a:lstStyle/>
          <a:p>
            <a:pPr algn="r">
              <a:defRPr/>
            </a:pPr>
            <a:r>
              <a:rPr lang="zh-CN" altLang="en-US" sz="48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目錄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下箭头 46"/>
          <p:cNvSpPr/>
          <p:nvPr/>
        </p:nvSpPr>
        <p:spPr>
          <a:xfrm rot="16200000">
            <a:off x="4278849" y="2928162"/>
            <a:ext cx="576064" cy="679828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624777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 advClick="0" advTm="0">
        <p14:prism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6580" y="1602943"/>
            <a:ext cx="6689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專業知識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經過這一年的經驗積累及總結，增加了許多專業知識和技能，為後續的開發及維護工作奠定了基礎。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46580" y="3282934"/>
            <a:ext cx="66891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工作能力及態度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多方面思考問題，找到解決問題的突破口。遇到問題不急不躁，積極應對。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11030" y="4715196"/>
            <a:ext cx="6624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團隊合作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與同事之間團結合作互幫互助，共同進步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4446580" y="2886504"/>
            <a:ext cx="6689186" cy="2621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cxnSp>
        <p:nvCxnSpPr>
          <p:cNvPr id="6" name="直接连接符 5"/>
          <p:cNvCxnSpPr/>
          <p:nvPr/>
        </p:nvCxnSpPr>
        <p:spPr>
          <a:xfrm>
            <a:off x="4446580" y="4627279"/>
            <a:ext cx="6833202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grpSp>
        <p:nvGrpSpPr>
          <p:cNvPr id="7" name="组合 6"/>
          <p:cNvGrpSpPr/>
          <p:nvPr/>
        </p:nvGrpSpPr>
        <p:grpSpPr>
          <a:xfrm>
            <a:off x="3358902" y="1765866"/>
            <a:ext cx="874557" cy="874557"/>
            <a:chOff x="5068579" y="1163938"/>
            <a:chExt cx="555066" cy="555066"/>
          </a:xfrm>
        </p:grpSpPr>
        <p:sp>
          <p:nvSpPr>
            <p:cNvPr id="8" name="椭圆 7"/>
            <p:cNvSpPr/>
            <p:nvPr/>
          </p:nvSpPr>
          <p:spPr>
            <a:xfrm>
              <a:off x="5068579" y="1163938"/>
              <a:ext cx="555066" cy="555066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70"/>
            <p:cNvSpPr>
              <a:spLocks noEditPoints="1"/>
            </p:cNvSpPr>
            <p:nvPr/>
          </p:nvSpPr>
          <p:spPr bwMode="auto">
            <a:xfrm>
              <a:off x="5235099" y="1295926"/>
              <a:ext cx="242524" cy="290241"/>
            </a:xfrm>
            <a:custGeom>
              <a:avLst/>
              <a:gdLst>
                <a:gd name="T0" fmla="*/ 346 w 346"/>
                <a:gd name="T1" fmla="*/ 77 h 414"/>
                <a:gd name="T2" fmla="*/ 345 w 346"/>
                <a:gd name="T3" fmla="*/ 75 h 414"/>
                <a:gd name="T4" fmla="*/ 345 w 346"/>
                <a:gd name="T5" fmla="*/ 74 h 414"/>
                <a:gd name="T6" fmla="*/ 343 w 346"/>
                <a:gd name="T7" fmla="*/ 72 h 414"/>
                <a:gd name="T8" fmla="*/ 273 w 346"/>
                <a:gd name="T9" fmla="*/ 2 h 414"/>
                <a:gd name="T10" fmla="*/ 271 w 346"/>
                <a:gd name="T11" fmla="*/ 0 h 414"/>
                <a:gd name="T12" fmla="*/ 270 w 346"/>
                <a:gd name="T13" fmla="*/ 0 h 414"/>
                <a:gd name="T14" fmla="*/ 268 w 346"/>
                <a:gd name="T15" fmla="*/ 0 h 414"/>
                <a:gd name="T16" fmla="*/ 268 w 346"/>
                <a:gd name="T17" fmla="*/ 0 h 414"/>
                <a:gd name="T18" fmla="*/ 7 w 346"/>
                <a:gd name="T19" fmla="*/ 0 h 414"/>
                <a:gd name="T20" fmla="*/ 0 w 346"/>
                <a:gd name="T21" fmla="*/ 7 h 414"/>
                <a:gd name="T22" fmla="*/ 0 w 346"/>
                <a:gd name="T23" fmla="*/ 407 h 414"/>
                <a:gd name="T24" fmla="*/ 7 w 346"/>
                <a:gd name="T25" fmla="*/ 414 h 414"/>
                <a:gd name="T26" fmla="*/ 338 w 346"/>
                <a:gd name="T27" fmla="*/ 414 h 414"/>
                <a:gd name="T28" fmla="*/ 346 w 346"/>
                <a:gd name="T29" fmla="*/ 407 h 414"/>
                <a:gd name="T30" fmla="*/ 346 w 346"/>
                <a:gd name="T31" fmla="*/ 77 h 414"/>
                <a:gd name="T32" fmla="*/ 346 w 346"/>
                <a:gd name="T33" fmla="*/ 77 h 414"/>
                <a:gd name="T34" fmla="*/ 275 w 346"/>
                <a:gd name="T35" fmla="*/ 25 h 414"/>
                <a:gd name="T36" fmla="*/ 320 w 346"/>
                <a:gd name="T37" fmla="*/ 70 h 414"/>
                <a:gd name="T38" fmla="*/ 275 w 346"/>
                <a:gd name="T39" fmla="*/ 70 h 414"/>
                <a:gd name="T40" fmla="*/ 275 w 346"/>
                <a:gd name="T41" fmla="*/ 25 h 414"/>
                <a:gd name="T42" fmla="*/ 14 w 346"/>
                <a:gd name="T43" fmla="*/ 400 h 414"/>
                <a:gd name="T44" fmla="*/ 14 w 346"/>
                <a:gd name="T45" fmla="*/ 14 h 414"/>
                <a:gd name="T46" fmla="*/ 260 w 346"/>
                <a:gd name="T47" fmla="*/ 14 h 414"/>
                <a:gd name="T48" fmla="*/ 260 w 346"/>
                <a:gd name="T49" fmla="*/ 77 h 414"/>
                <a:gd name="T50" fmla="*/ 268 w 346"/>
                <a:gd name="T51" fmla="*/ 85 h 414"/>
                <a:gd name="T52" fmla="*/ 331 w 346"/>
                <a:gd name="T53" fmla="*/ 85 h 414"/>
                <a:gd name="T54" fmla="*/ 331 w 346"/>
                <a:gd name="T55" fmla="*/ 400 h 414"/>
                <a:gd name="T56" fmla="*/ 14 w 346"/>
                <a:gd name="T57" fmla="*/ 40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6" h="414">
                  <a:moveTo>
                    <a:pt x="346" y="77"/>
                  </a:moveTo>
                  <a:cubicBezTo>
                    <a:pt x="345" y="76"/>
                    <a:pt x="345" y="76"/>
                    <a:pt x="345" y="75"/>
                  </a:cubicBezTo>
                  <a:cubicBezTo>
                    <a:pt x="345" y="75"/>
                    <a:pt x="345" y="75"/>
                    <a:pt x="345" y="74"/>
                  </a:cubicBezTo>
                  <a:cubicBezTo>
                    <a:pt x="345" y="74"/>
                    <a:pt x="344" y="73"/>
                    <a:pt x="343" y="72"/>
                  </a:cubicBezTo>
                  <a:cubicBezTo>
                    <a:pt x="273" y="2"/>
                    <a:pt x="273" y="2"/>
                    <a:pt x="273" y="2"/>
                  </a:cubicBezTo>
                  <a:cubicBezTo>
                    <a:pt x="272" y="1"/>
                    <a:pt x="272" y="1"/>
                    <a:pt x="271" y="0"/>
                  </a:cubicBezTo>
                  <a:cubicBezTo>
                    <a:pt x="271" y="0"/>
                    <a:pt x="270" y="0"/>
                    <a:pt x="270" y="0"/>
                  </a:cubicBezTo>
                  <a:cubicBezTo>
                    <a:pt x="270" y="0"/>
                    <a:pt x="269" y="0"/>
                    <a:pt x="268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11"/>
                    <a:pt x="3" y="414"/>
                    <a:pt x="7" y="414"/>
                  </a:cubicBezTo>
                  <a:cubicBezTo>
                    <a:pt x="338" y="414"/>
                    <a:pt x="338" y="414"/>
                    <a:pt x="338" y="414"/>
                  </a:cubicBezTo>
                  <a:cubicBezTo>
                    <a:pt x="342" y="414"/>
                    <a:pt x="346" y="411"/>
                    <a:pt x="346" y="407"/>
                  </a:cubicBezTo>
                  <a:cubicBezTo>
                    <a:pt x="346" y="77"/>
                    <a:pt x="346" y="77"/>
                    <a:pt x="346" y="77"/>
                  </a:cubicBezTo>
                  <a:cubicBezTo>
                    <a:pt x="346" y="77"/>
                    <a:pt x="346" y="77"/>
                    <a:pt x="346" y="77"/>
                  </a:cubicBezTo>
                  <a:close/>
                  <a:moveTo>
                    <a:pt x="275" y="25"/>
                  </a:moveTo>
                  <a:cubicBezTo>
                    <a:pt x="320" y="70"/>
                    <a:pt x="320" y="70"/>
                    <a:pt x="320" y="70"/>
                  </a:cubicBezTo>
                  <a:cubicBezTo>
                    <a:pt x="275" y="70"/>
                    <a:pt x="275" y="70"/>
                    <a:pt x="275" y="70"/>
                  </a:cubicBezTo>
                  <a:lnTo>
                    <a:pt x="275" y="25"/>
                  </a:lnTo>
                  <a:close/>
                  <a:moveTo>
                    <a:pt x="14" y="400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260" y="14"/>
                    <a:pt x="260" y="14"/>
                    <a:pt x="260" y="14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60" y="81"/>
                    <a:pt x="264" y="85"/>
                    <a:pt x="268" y="85"/>
                  </a:cubicBezTo>
                  <a:cubicBezTo>
                    <a:pt x="331" y="85"/>
                    <a:pt x="331" y="85"/>
                    <a:pt x="331" y="85"/>
                  </a:cubicBezTo>
                  <a:cubicBezTo>
                    <a:pt x="331" y="400"/>
                    <a:pt x="331" y="400"/>
                    <a:pt x="331" y="400"/>
                  </a:cubicBezTo>
                  <a:lnTo>
                    <a:pt x="14" y="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358956" y="3362007"/>
            <a:ext cx="873509" cy="873509"/>
            <a:chOff x="5068633" y="2251819"/>
            <a:chExt cx="554400" cy="554400"/>
          </a:xfrm>
        </p:grpSpPr>
        <p:sp>
          <p:nvSpPr>
            <p:cNvPr id="11" name="椭圆 10"/>
            <p:cNvSpPr/>
            <p:nvPr/>
          </p:nvSpPr>
          <p:spPr>
            <a:xfrm>
              <a:off x="5068633" y="2251819"/>
              <a:ext cx="554400" cy="554400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72"/>
            <p:cNvSpPr>
              <a:spLocks noEditPoints="1"/>
            </p:cNvSpPr>
            <p:nvPr/>
          </p:nvSpPr>
          <p:spPr bwMode="auto">
            <a:xfrm>
              <a:off x="5180447" y="2343925"/>
              <a:ext cx="369521" cy="370187"/>
            </a:xfrm>
            <a:custGeom>
              <a:avLst/>
              <a:gdLst>
                <a:gd name="T0" fmla="*/ 337 w 411"/>
                <a:gd name="T1" fmla="*/ 198 h 412"/>
                <a:gd name="T2" fmla="*/ 284 w 411"/>
                <a:gd name="T3" fmla="*/ 220 h 412"/>
                <a:gd name="T4" fmla="*/ 249 w 411"/>
                <a:gd name="T5" fmla="*/ 185 h 412"/>
                <a:gd name="T6" fmla="*/ 283 w 411"/>
                <a:gd name="T7" fmla="*/ 107 h 412"/>
                <a:gd name="T8" fmla="*/ 176 w 411"/>
                <a:gd name="T9" fmla="*/ 0 h 412"/>
                <a:gd name="T10" fmla="*/ 68 w 411"/>
                <a:gd name="T11" fmla="*/ 107 h 412"/>
                <a:gd name="T12" fmla="*/ 116 w 411"/>
                <a:gd name="T13" fmla="*/ 196 h 412"/>
                <a:gd name="T14" fmla="*/ 96 w 411"/>
                <a:gd name="T15" fmla="*/ 266 h 412"/>
                <a:gd name="T16" fmla="*/ 74 w 411"/>
                <a:gd name="T17" fmla="*/ 263 h 412"/>
                <a:gd name="T18" fmla="*/ 0 w 411"/>
                <a:gd name="T19" fmla="*/ 337 h 412"/>
                <a:gd name="T20" fmla="*/ 74 w 411"/>
                <a:gd name="T21" fmla="*/ 412 h 412"/>
                <a:gd name="T22" fmla="*/ 149 w 411"/>
                <a:gd name="T23" fmla="*/ 337 h 412"/>
                <a:gd name="T24" fmla="*/ 110 w 411"/>
                <a:gd name="T25" fmla="*/ 272 h 412"/>
                <a:gd name="T26" fmla="*/ 130 w 411"/>
                <a:gd name="T27" fmla="*/ 204 h 412"/>
                <a:gd name="T28" fmla="*/ 176 w 411"/>
                <a:gd name="T29" fmla="*/ 214 h 412"/>
                <a:gd name="T30" fmla="*/ 238 w 411"/>
                <a:gd name="T31" fmla="*/ 195 h 412"/>
                <a:gd name="T32" fmla="*/ 275 w 411"/>
                <a:gd name="T33" fmla="*/ 232 h 412"/>
                <a:gd name="T34" fmla="*/ 262 w 411"/>
                <a:gd name="T35" fmla="*/ 273 h 412"/>
                <a:gd name="T36" fmla="*/ 337 w 411"/>
                <a:gd name="T37" fmla="*/ 347 h 412"/>
                <a:gd name="T38" fmla="*/ 411 w 411"/>
                <a:gd name="T39" fmla="*/ 273 h 412"/>
                <a:gd name="T40" fmla="*/ 337 w 411"/>
                <a:gd name="T41" fmla="*/ 198 h 412"/>
                <a:gd name="T42" fmla="*/ 134 w 411"/>
                <a:gd name="T43" fmla="*/ 337 h 412"/>
                <a:gd name="T44" fmla="*/ 74 w 411"/>
                <a:gd name="T45" fmla="*/ 397 h 412"/>
                <a:gd name="T46" fmla="*/ 14 w 411"/>
                <a:gd name="T47" fmla="*/ 337 h 412"/>
                <a:gd name="T48" fmla="*/ 74 w 411"/>
                <a:gd name="T49" fmla="*/ 278 h 412"/>
                <a:gd name="T50" fmla="*/ 134 w 411"/>
                <a:gd name="T51" fmla="*/ 337 h 412"/>
                <a:gd name="T52" fmla="*/ 83 w 411"/>
                <a:gd name="T53" fmla="*/ 107 h 412"/>
                <a:gd name="T54" fmla="*/ 176 w 411"/>
                <a:gd name="T55" fmla="*/ 14 h 412"/>
                <a:gd name="T56" fmla="*/ 268 w 411"/>
                <a:gd name="T57" fmla="*/ 107 h 412"/>
                <a:gd name="T58" fmla="*/ 176 w 411"/>
                <a:gd name="T59" fmla="*/ 200 h 412"/>
                <a:gd name="T60" fmla="*/ 83 w 411"/>
                <a:gd name="T61" fmla="*/ 107 h 412"/>
                <a:gd name="T62" fmla="*/ 337 w 411"/>
                <a:gd name="T63" fmla="*/ 332 h 412"/>
                <a:gd name="T64" fmla="*/ 277 w 411"/>
                <a:gd name="T65" fmla="*/ 273 h 412"/>
                <a:gd name="T66" fmla="*/ 337 w 411"/>
                <a:gd name="T67" fmla="*/ 213 h 412"/>
                <a:gd name="T68" fmla="*/ 397 w 411"/>
                <a:gd name="T69" fmla="*/ 273 h 412"/>
                <a:gd name="T70" fmla="*/ 337 w 411"/>
                <a:gd name="T71" fmla="*/ 33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11" h="412">
                  <a:moveTo>
                    <a:pt x="337" y="198"/>
                  </a:moveTo>
                  <a:cubicBezTo>
                    <a:pt x="316" y="198"/>
                    <a:pt x="298" y="206"/>
                    <a:pt x="284" y="220"/>
                  </a:cubicBezTo>
                  <a:cubicBezTo>
                    <a:pt x="249" y="185"/>
                    <a:pt x="249" y="185"/>
                    <a:pt x="249" y="185"/>
                  </a:cubicBezTo>
                  <a:cubicBezTo>
                    <a:pt x="270" y="166"/>
                    <a:pt x="283" y="138"/>
                    <a:pt x="283" y="107"/>
                  </a:cubicBezTo>
                  <a:cubicBezTo>
                    <a:pt x="283" y="48"/>
                    <a:pt x="235" y="0"/>
                    <a:pt x="176" y="0"/>
                  </a:cubicBezTo>
                  <a:cubicBezTo>
                    <a:pt x="117" y="0"/>
                    <a:pt x="68" y="48"/>
                    <a:pt x="68" y="107"/>
                  </a:cubicBezTo>
                  <a:cubicBezTo>
                    <a:pt x="68" y="144"/>
                    <a:pt x="88" y="177"/>
                    <a:pt x="116" y="196"/>
                  </a:cubicBezTo>
                  <a:cubicBezTo>
                    <a:pt x="96" y="266"/>
                    <a:pt x="96" y="266"/>
                    <a:pt x="96" y="266"/>
                  </a:cubicBezTo>
                  <a:cubicBezTo>
                    <a:pt x="89" y="264"/>
                    <a:pt x="82" y="263"/>
                    <a:pt x="74" y="263"/>
                  </a:cubicBezTo>
                  <a:cubicBezTo>
                    <a:pt x="33" y="263"/>
                    <a:pt x="0" y="296"/>
                    <a:pt x="0" y="337"/>
                  </a:cubicBezTo>
                  <a:cubicBezTo>
                    <a:pt x="0" y="378"/>
                    <a:pt x="33" y="412"/>
                    <a:pt x="74" y="412"/>
                  </a:cubicBezTo>
                  <a:cubicBezTo>
                    <a:pt x="115" y="412"/>
                    <a:pt x="149" y="378"/>
                    <a:pt x="149" y="337"/>
                  </a:cubicBezTo>
                  <a:cubicBezTo>
                    <a:pt x="149" y="309"/>
                    <a:pt x="133" y="284"/>
                    <a:pt x="110" y="272"/>
                  </a:cubicBezTo>
                  <a:cubicBezTo>
                    <a:pt x="130" y="204"/>
                    <a:pt x="130" y="204"/>
                    <a:pt x="130" y="204"/>
                  </a:cubicBezTo>
                  <a:cubicBezTo>
                    <a:pt x="144" y="210"/>
                    <a:pt x="159" y="214"/>
                    <a:pt x="176" y="214"/>
                  </a:cubicBezTo>
                  <a:cubicBezTo>
                    <a:pt x="199" y="214"/>
                    <a:pt x="220" y="207"/>
                    <a:pt x="238" y="195"/>
                  </a:cubicBezTo>
                  <a:cubicBezTo>
                    <a:pt x="275" y="232"/>
                    <a:pt x="275" y="232"/>
                    <a:pt x="275" y="232"/>
                  </a:cubicBezTo>
                  <a:cubicBezTo>
                    <a:pt x="267" y="243"/>
                    <a:pt x="262" y="257"/>
                    <a:pt x="262" y="273"/>
                  </a:cubicBezTo>
                  <a:cubicBezTo>
                    <a:pt x="262" y="314"/>
                    <a:pt x="296" y="347"/>
                    <a:pt x="337" y="347"/>
                  </a:cubicBezTo>
                  <a:cubicBezTo>
                    <a:pt x="378" y="347"/>
                    <a:pt x="411" y="314"/>
                    <a:pt x="411" y="273"/>
                  </a:cubicBezTo>
                  <a:cubicBezTo>
                    <a:pt x="411" y="231"/>
                    <a:pt x="378" y="198"/>
                    <a:pt x="337" y="198"/>
                  </a:cubicBezTo>
                  <a:close/>
                  <a:moveTo>
                    <a:pt x="134" y="337"/>
                  </a:moveTo>
                  <a:cubicBezTo>
                    <a:pt x="134" y="370"/>
                    <a:pt x="107" y="397"/>
                    <a:pt x="74" y="397"/>
                  </a:cubicBezTo>
                  <a:cubicBezTo>
                    <a:pt x="41" y="397"/>
                    <a:pt x="14" y="370"/>
                    <a:pt x="14" y="337"/>
                  </a:cubicBezTo>
                  <a:cubicBezTo>
                    <a:pt x="14" y="304"/>
                    <a:pt x="41" y="278"/>
                    <a:pt x="74" y="278"/>
                  </a:cubicBezTo>
                  <a:cubicBezTo>
                    <a:pt x="107" y="278"/>
                    <a:pt x="134" y="304"/>
                    <a:pt x="134" y="337"/>
                  </a:cubicBezTo>
                  <a:close/>
                  <a:moveTo>
                    <a:pt x="83" y="107"/>
                  </a:moveTo>
                  <a:cubicBezTo>
                    <a:pt x="83" y="56"/>
                    <a:pt x="125" y="14"/>
                    <a:pt x="176" y="14"/>
                  </a:cubicBezTo>
                  <a:cubicBezTo>
                    <a:pt x="227" y="14"/>
                    <a:pt x="268" y="56"/>
                    <a:pt x="268" y="107"/>
                  </a:cubicBezTo>
                  <a:cubicBezTo>
                    <a:pt x="268" y="158"/>
                    <a:pt x="227" y="200"/>
                    <a:pt x="176" y="200"/>
                  </a:cubicBezTo>
                  <a:cubicBezTo>
                    <a:pt x="125" y="200"/>
                    <a:pt x="83" y="158"/>
                    <a:pt x="83" y="107"/>
                  </a:cubicBezTo>
                  <a:close/>
                  <a:moveTo>
                    <a:pt x="337" y="332"/>
                  </a:moveTo>
                  <a:cubicBezTo>
                    <a:pt x="304" y="332"/>
                    <a:pt x="277" y="306"/>
                    <a:pt x="277" y="273"/>
                  </a:cubicBezTo>
                  <a:cubicBezTo>
                    <a:pt x="277" y="240"/>
                    <a:pt x="304" y="213"/>
                    <a:pt x="337" y="213"/>
                  </a:cubicBezTo>
                  <a:cubicBezTo>
                    <a:pt x="370" y="213"/>
                    <a:pt x="397" y="240"/>
                    <a:pt x="397" y="273"/>
                  </a:cubicBezTo>
                  <a:cubicBezTo>
                    <a:pt x="397" y="306"/>
                    <a:pt x="370" y="332"/>
                    <a:pt x="337" y="3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359567" y="4761882"/>
            <a:ext cx="873509" cy="873509"/>
            <a:chOff x="5069244" y="3295756"/>
            <a:chExt cx="554400" cy="554400"/>
          </a:xfrm>
        </p:grpSpPr>
        <p:sp>
          <p:nvSpPr>
            <p:cNvPr id="14" name="椭圆 13"/>
            <p:cNvSpPr/>
            <p:nvPr/>
          </p:nvSpPr>
          <p:spPr>
            <a:xfrm>
              <a:off x="5069244" y="3295756"/>
              <a:ext cx="554400" cy="554400"/>
            </a:xfrm>
            <a:prstGeom prst="ellipse">
              <a:avLst/>
            </a:pr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5230120" y="3374754"/>
              <a:ext cx="217568" cy="401036"/>
            </a:xfrm>
            <a:custGeom>
              <a:avLst/>
              <a:gdLst>
                <a:gd name="T0" fmla="*/ 2 w 122"/>
                <a:gd name="T1" fmla="*/ 65 h 225"/>
                <a:gd name="T2" fmla="*/ 14 w 122"/>
                <a:gd name="T3" fmla="*/ 77 h 225"/>
                <a:gd name="T4" fmla="*/ 17 w 122"/>
                <a:gd name="T5" fmla="*/ 76 h 225"/>
                <a:gd name="T6" fmla="*/ 119 w 122"/>
                <a:gd name="T7" fmla="*/ 42 h 225"/>
                <a:gd name="T8" fmla="*/ 119 w 122"/>
                <a:gd name="T9" fmla="*/ 30 h 225"/>
                <a:gd name="T10" fmla="*/ 105 w 122"/>
                <a:gd name="T11" fmla="*/ 23 h 225"/>
                <a:gd name="T12" fmla="*/ 3 w 122"/>
                <a:gd name="T13" fmla="*/ 57 h 225"/>
                <a:gd name="T14" fmla="*/ 108 w 122"/>
                <a:gd name="T15" fmla="*/ 28 h 225"/>
                <a:gd name="T16" fmla="*/ 114 w 122"/>
                <a:gd name="T17" fmla="*/ 35 h 225"/>
                <a:gd name="T18" fmla="*/ 111 w 122"/>
                <a:gd name="T19" fmla="*/ 42 h 225"/>
                <a:gd name="T20" fmla="*/ 14 w 122"/>
                <a:gd name="T21" fmla="*/ 71 h 225"/>
                <a:gd name="T22" fmla="*/ 9 w 122"/>
                <a:gd name="T23" fmla="*/ 67 h 225"/>
                <a:gd name="T24" fmla="*/ 8 w 122"/>
                <a:gd name="T25" fmla="*/ 59 h 225"/>
                <a:gd name="T26" fmla="*/ 106 w 122"/>
                <a:gd name="T27" fmla="*/ 28 h 225"/>
                <a:gd name="T28" fmla="*/ 14 w 122"/>
                <a:gd name="T29" fmla="*/ 43 h 225"/>
                <a:gd name="T30" fmla="*/ 66 w 122"/>
                <a:gd name="T31" fmla="*/ 28 h 225"/>
                <a:gd name="T32" fmla="*/ 73 w 122"/>
                <a:gd name="T33" fmla="*/ 10 h 225"/>
                <a:gd name="T34" fmla="*/ 9 w 122"/>
                <a:gd name="T35" fmla="*/ 17 h 225"/>
                <a:gd name="T36" fmla="*/ 3 w 122"/>
                <a:gd name="T37" fmla="*/ 35 h 225"/>
                <a:gd name="T38" fmla="*/ 61 w 122"/>
                <a:gd name="T39" fmla="*/ 8 h 225"/>
                <a:gd name="T40" fmla="*/ 67 w 122"/>
                <a:gd name="T41" fmla="*/ 12 h 225"/>
                <a:gd name="T42" fmla="*/ 65 w 122"/>
                <a:gd name="T43" fmla="*/ 22 h 225"/>
                <a:gd name="T44" fmla="*/ 14 w 122"/>
                <a:gd name="T45" fmla="*/ 37 h 225"/>
                <a:gd name="T46" fmla="*/ 8 w 122"/>
                <a:gd name="T47" fmla="*/ 30 h 225"/>
                <a:gd name="T48" fmla="*/ 120 w 122"/>
                <a:gd name="T49" fmla="*/ 101 h 225"/>
                <a:gd name="T50" fmla="*/ 105 w 122"/>
                <a:gd name="T51" fmla="*/ 90 h 225"/>
                <a:gd name="T52" fmla="*/ 72 w 122"/>
                <a:gd name="T53" fmla="*/ 110 h 225"/>
                <a:gd name="T54" fmla="*/ 55 w 122"/>
                <a:gd name="T55" fmla="*/ 138 h 225"/>
                <a:gd name="T56" fmla="*/ 53 w 122"/>
                <a:gd name="T57" fmla="*/ 99 h 225"/>
                <a:gd name="T58" fmla="*/ 119 w 122"/>
                <a:gd name="T59" fmla="*/ 76 h 225"/>
                <a:gd name="T60" fmla="*/ 119 w 122"/>
                <a:gd name="T61" fmla="*/ 64 h 225"/>
                <a:gd name="T62" fmla="*/ 9 w 122"/>
                <a:gd name="T63" fmla="*/ 85 h 225"/>
                <a:gd name="T64" fmla="*/ 1 w 122"/>
                <a:gd name="T65" fmla="*/ 97 h 225"/>
                <a:gd name="T66" fmla="*/ 3 w 122"/>
                <a:gd name="T67" fmla="*/ 102 h 225"/>
                <a:gd name="T68" fmla="*/ 11 w 122"/>
                <a:gd name="T69" fmla="*/ 110 h 225"/>
                <a:gd name="T70" fmla="*/ 28 w 122"/>
                <a:gd name="T71" fmla="*/ 121 h 225"/>
                <a:gd name="T72" fmla="*/ 17 w 122"/>
                <a:gd name="T73" fmla="*/ 138 h 225"/>
                <a:gd name="T74" fmla="*/ 40 w 122"/>
                <a:gd name="T75" fmla="*/ 209 h 225"/>
                <a:gd name="T76" fmla="*/ 53 w 122"/>
                <a:gd name="T77" fmla="*/ 225 h 225"/>
                <a:gd name="T78" fmla="*/ 87 w 122"/>
                <a:gd name="T79" fmla="*/ 214 h 225"/>
                <a:gd name="T80" fmla="*/ 110 w 122"/>
                <a:gd name="T81" fmla="*/ 187 h 225"/>
                <a:gd name="T82" fmla="*/ 99 w 122"/>
                <a:gd name="T83" fmla="*/ 138 h 225"/>
                <a:gd name="T84" fmla="*/ 104 w 122"/>
                <a:gd name="T85" fmla="*/ 117 h 225"/>
                <a:gd name="T86" fmla="*/ 120 w 122"/>
                <a:gd name="T87" fmla="*/ 101 h 225"/>
                <a:gd name="T88" fmla="*/ 47 w 122"/>
                <a:gd name="T89" fmla="*/ 101 h 225"/>
                <a:gd name="T90" fmla="*/ 49 w 122"/>
                <a:gd name="T91" fmla="*/ 138 h 225"/>
                <a:gd name="T92" fmla="*/ 35 w 122"/>
                <a:gd name="T93" fmla="*/ 121 h 225"/>
                <a:gd name="T94" fmla="*/ 24 w 122"/>
                <a:gd name="T95" fmla="*/ 108 h 225"/>
                <a:gd name="T96" fmla="*/ 12 w 122"/>
                <a:gd name="T97" fmla="*/ 104 h 225"/>
                <a:gd name="T98" fmla="*/ 8 w 122"/>
                <a:gd name="T99" fmla="*/ 97 h 225"/>
                <a:gd name="T100" fmla="*/ 8 w 122"/>
                <a:gd name="T101" fmla="*/ 93 h 225"/>
                <a:gd name="T102" fmla="*/ 12 w 122"/>
                <a:gd name="T103" fmla="*/ 90 h 225"/>
                <a:gd name="T104" fmla="*/ 24 w 122"/>
                <a:gd name="T105" fmla="*/ 86 h 225"/>
                <a:gd name="T106" fmla="*/ 108 w 122"/>
                <a:gd name="T107" fmla="*/ 62 h 225"/>
                <a:gd name="T108" fmla="*/ 114 w 122"/>
                <a:gd name="T109" fmla="*/ 69 h 225"/>
                <a:gd name="T110" fmla="*/ 111 w 122"/>
                <a:gd name="T111" fmla="*/ 76 h 225"/>
                <a:gd name="T112" fmla="*/ 43 w 122"/>
                <a:gd name="T113" fmla="*/ 98 h 225"/>
                <a:gd name="T114" fmla="*/ 103 w 122"/>
                <a:gd name="T115" fmla="*/ 111 h 225"/>
                <a:gd name="T116" fmla="*/ 92 w 122"/>
                <a:gd name="T117" fmla="*/ 138 h 225"/>
                <a:gd name="T118" fmla="*/ 78 w 122"/>
                <a:gd name="T119" fmla="*/ 110 h 225"/>
                <a:gd name="T120" fmla="*/ 106 w 122"/>
                <a:gd name="T121" fmla="*/ 96 h 225"/>
                <a:gd name="T122" fmla="*/ 114 w 122"/>
                <a:gd name="T123" fmla="*/ 10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2" h="225">
                  <a:moveTo>
                    <a:pt x="3" y="57"/>
                  </a:moveTo>
                  <a:cubicBezTo>
                    <a:pt x="1" y="59"/>
                    <a:pt x="1" y="62"/>
                    <a:pt x="2" y="65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4" y="74"/>
                    <a:pt x="9" y="77"/>
                    <a:pt x="14" y="77"/>
                  </a:cubicBezTo>
                  <a:cubicBezTo>
                    <a:pt x="14" y="77"/>
                    <a:pt x="14" y="77"/>
                    <a:pt x="14" y="77"/>
                  </a:cubicBezTo>
                  <a:cubicBezTo>
                    <a:pt x="15" y="77"/>
                    <a:pt x="16" y="77"/>
                    <a:pt x="17" y="76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5" y="47"/>
                    <a:pt x="118" y="45"/>
                    <a:pt x="119" y="42"/>
                  </a:cubicBezTo>
                  <a:cubicBezTo>
                    <a:pt x="120" y="40"/>
                    <a:pt x="121" y="37"/>
                    <a:pt x="120" y="34"/>
                  </a:cubicBezTo>
                  <a:cubicBezTo>
                    <a:pt x="119" y="30"/>
                    <a:pt x="119" y="30"/>
                    <a:pt x="119" y="30"/>
                  </a:cubicBezTo>
                  <a:cubicBezTo>
                    <a:pt x="117" y="25"/>
                    <a:pt x="113" y="22"/>
                    <a:pt x="108" y="22"/>
                  </a:cubicBezTo>
                  <a:cubicBezTo>
                    <a:pt x="107" y="22"/>
                    <a:pt x="106" y="22"/>
                    <a:pt x="105" y="23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6" y="52"/>
                    <a:pt x="4" y="54"/>
                    <a:pt x="3" y="57"/>
                  </a:cubicBezTo>
                  <a:close/>
                  <a:moveTo>
                    <a:pt x="106" y="28"/>
                  </a:moveTo>
                  <a:cubicBezTo>
                    <a:pt x="107" y="28"/>
                    <a:pt x="107" y="28"/>
                    <a:pt x="108" y="28"/>
                  </a:cubicBezTo>
                  <a:cubicBezTo>
                    <a:pt x="110" y="28"/>
                    <a:pt x="112" y="30"/>
                    <a:pt x="113" y="32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5" y="37"/>
                    <a:pt x="114" y="38"/>
                    <a:pt x="114" y="40"/>
                  </a:cubicBezTo>
                  <a:cubicBezTo>
                    <a:pt x="113" y="41"/>
                    <a:pt x="112" y="42"/>
                    <a:pt x="111" y="42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4" y="71"/>
                    <a:pt x="14" y="71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1" y="71"/>
                    <a:pt x="9" y="69"/>
                    <a:pt x="9" y="67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7" y="62"/>
                    <a:pt x="7" y="61"/>
                    <a:pt x="8" y="59"/>
                  </a:cubicBezTo>
                  <a:cubicBezTo>
                    <a:pt x="9" y="58"/>
                    <a:pt x="10" y="57"/>
                    <a:pt x="11" y="57"/>
                  </a:cubicBezTo>
                  <a:lnTo>
                    <a:pt x="106" y="28"/>
                  </a:lnTo>
                  <a:close/>
                  <a:moveTo>
                    <a:pt x="3" y="35"/>
                  </a:moveTo>
                  <a:cubicBezTo>
                    <a:pt x="4" y="40"/>
                    <a:pt x="9" y="43"/>
                    <a:pt x="14" y="43"/>
                  </a:cubicBezTo>
                  <a:cubicBezTo>
                    <a:pt x="15" y="43"/>
                    <a:pt x="16" y="43"/>
                    <a:pt x="17" y="43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72" y="26"/>
                    <a:pt x="76" y="19"/>
                    <a:pt x="74" y="13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1" y="4"/>
                    <a:pt x="65" y="0"/>
                    <a:pt x="59" y="2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3" y="19"/>
                    <a:pt x="0" y="25"/>
                    <a:pt x="2" y="31"/>
                  </a:cubicBezTo>
                  <a:lnTo>
                    <a:pt x="3" y="35"/>
                  </a:lnTo>
                  <a:close/>
                  <a:moveTo>
                    <a:pt x="11" y="23"/>
                  </a:move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2" y="8"/>
                    <a:pt x="62" y="8"/>
                  </a:cubicBezTo>
                  <a:cubicBezTo>
                    <a:pt x="64" y="8"/>
                    <a:pt x="67" y="9"/>
                    <a:pt x="67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69" y="18"/>
                    <a:pt x="68" y="21"/>
                    <a:pt x="65" y="22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7"/>
                    <a:pt x="14" y="37"/>
                  </a:cubicBezTo>
                  <a:cubicBezTo>
                    <a:pt x="11" y="37"/>
                    <a:pt x="9" y="36"/>
                    <a:pt x="9" y="33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7" y="27"/>
                    <a:pt x="8" y="24"/>
                    <a:pt x="11" y="23"/>
                  </a:cubicBezTo>
                  <a:close/>
                  <a:moveTo>
                    <a:pt x="120" y="101"/>
                  </a:moveTo>
                  <a:cubicBezTo>
                    <a:pt x="119" y="97"/>
                    <a:pt x="119" y="97"/>
                    <a:pt x="119" y="97"/>
                  </a:cubicBezTo>
                  <a:cubicBezTo>
                    <a:pt x="117" y="92"/>
                    <a:pt x="110" y="88"/>
                    <a:pt x="105" y="90"/>
                  </a:cubicBezTo>
                  <a:cubicBezTo>
                    <a:pt x="82" y="96"/>
                    <a:pt x="82" y="96"/>
                    <a:pt x="82" y="96"/>
                  </a:cubicBezTo>
                  <a:cubicBezTo>
                    <a:pt x="76" y="98"/>
                    <a:pt x="72" y="104"/>
                    <a:pt x="72" y="110"/>
                  </a:cubicBezTo>
                  <a:cubicBezTo>
                    <a:pt x="72" y="138"/>
                    <a:pt x="72" y="138"/>
                    <a:pt x="72" y="138"/>
                  </a:cubicBezTo>
                  <a:cubicBezTo>
                    <a:pt x="55" y="138"/>
                    <a:pt x="55" y="138"/>
                    <a:pt x="55" y="138"/>
                  </a:cubicBezTo>
                  <a:cubicBezTo>
                    <a:pt x="55" y="106"/>
                    <a:pt x="55" y="106"/>
                    <a:pt x="55" y="106"/>
                  </a:cubicBezTo>
                  <a:cubicBezTo>
                    <a:pt x="55" y="104"/>
                    <a:pt x="54" y="101"/>
                    <a:pt x="53" y="99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15" y="81"/>
                    <a:pt x="118" y="79"/>
                    <a:pt x="119" y="76"/>
                  </a:cubicBezTo>
                  <a:cubicBezTo>
                    <a:pt x="120" y="73"/>
                    <a:pt x="121" y="70"/>
                    <a:pt x="120" y="67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7" y="58"/>
                    <a:pt x="110" y="54"/>
                    <a:pt x="105" y="56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" y="86"/>
                    <a:pt x="4" y="88"/>
                    <a:pt x="3" y="90"/>
                  </a:cubicBezTo>
                  <a:cubicBezTo>
                    <a:pt x="1" y="92"/>
                    <a:pt x="1" y="95"/>
                    <a:pt x="1" y="97"/>
                  </a:cubicBezTo>
                  <a:cubicBezTo>
                    <a:pt x="2" y="98"/>
                    <a:pt x="2" y="98"/>
                    <a:pt x="2" y="99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4" y="106"/>
                    <a:pt x="7" y="109"/>
                    <a:pt x="10" y="11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6" y="114"/>
                    <a:pt x="28" y="118"/>
                    <a:pt x="28" y="121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17" y="138"/>
                    <a:pt x="17" y="138"/>
                    <a:pt x="17" y="138"/>
                  </a:cubicBezTo>
                  <a:cubicBezTo>
                    <a:pt x="17" y="187"/>
                    <a:pt x="17" y="187"/>
                    <a:pt x="17" y="187"/>
                  </a:cubicBezTo>
                  <a:cubicBezTo>
                    <a:pt x="17" y="199"/>
                    <a:pt x="28" y="208"/>
                    <a:pt x="40" y="209"/>
                  </a:cubicBezTo>
                  <a:cubicBezTo>
                    <a:pt x="40" y="214"/>
                    <a:pt x="40" y="214"/>
                    <a:pt x="40" y="214"/>
                  </a:cubicBezTo>
                  <a:cubicBezTo>
                    <a:pt x="40" y="220"/>
                    <a:pt x="46" y="225"/>
                    <a:pt x="53" y="225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81" y="225"/>
                    <a:pt x="87" y="220"/>
                    <a:pt x="87" y="214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99" y="208"/>
                    <a:pt x="110" y="199"/>
                    <a:pt x="110" y="187"/>
                  </a:cubicBezTo>
                  <a:cubicBezTo>
                    <a:pt x="110" y="138"/>
                    <a:pt x="110" y="138"/>
                    <a:pt x="110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25"/>
                    <a:pt x="99" y="125"/>
                    <a:pt x="99" y="125"/>
                  </a:cubicBezTo>
                  <a:cubicBezTo>
                    <a:pt x="99" y="122"/>
                    <a:pt x="101" y="118"/>
                    <a:pt x="104" y="117"/>
                  </a:cubicBezTo>
                  <a:cubicBezTo>
                    <a:pt x="112" y="115"/>
                    <a:pt x="112" y="115"/>
                    <a:pt x="112" y="115"/>
                  </a:cubicBezTo>
                  <a:cubicBezTo>
                    <a:pt x="118" y="113"/>
                    <a:pt x="122" y="107"/>
                    <a:pt x="120" y="101"/>
                  </a:cubicBezTo>
                  <a:close/>
                  <a:moveTo>
                    <a:pt x="43" y="98"/>
                  </a:moveTo>
                  <a:cubicBezTo>
                    <a:pt x="45" y="99"/>
                    <a:pt x="46" y="100"/>
                    <a:pt x="47" y="101"/>
                  </a:cubicBezTo>
                  <a:cubicBezTo>
                    <a:pt x="48" y="103"/>
                    <a:pt x="49" y="104"/>
                    <a:pt x="49" y="106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35" y="138"/>
                    <a:pt x="35" y="138"/>
                    <a:pt x="35" y="138"/>
                  </a:cubicBezTo>
                  <a:cubicBezTo>
                    <a:pt x="35" y="121"/>
                    <a:pt x="35" y="121"/>
                    <a:pt x="35" y="121"/>
                  </a:cubicBezTo>
                  <a:cubicBezTo>
                    <a:pt x="35" y="116"/>
                    <a:pt x="30" y="110"/>
                    <a:pt x="25" y="108"/>
                  </a:cubicBezTo>
                  <a:cubicBezTo>
                    <a:pt x="25" y="108"/>
                    <a:pt x="24" y="108"/>
                    <a:pt x="24" y="108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0" y="104"/>
                    <a:pt x="9" y="102"/>
                    <a:pt x="9" y="101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7" y="96"/>
                    <a:pt x="7" y="94"/>
                    <a:pt x="8" y="93"/>
                  </a:cubicBezTo>
                  <a:cubicBezTo>
                    <a:pt x="9" y="92"/>
                    <a:pt x="10" y="91"/>
                    <a:pt x="11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7" y="62"/>
                    <a:pt x="107" y="62"/>
                    <a:pt x="108" y="62"/>
                  </a:cubicBezTo>
                  <a:cubicBezTo>
                    <a:pt x="110" y="62"/>
                    <a:pt x="112" y="63"/>
                    <a:pt x="113" y="66"/>
                  </a:cubicBezTo>
                  <a:cubicBezTo>
                    <a:pt x="114" y="69"/>
                    <a:pt x="114" y="69"/>
                    <a:pt x="114" y="69"/>
                  </a:cubicBezTo>
                  <a:cubicBezTo>
                    <a:pt x="115" y="71"/>
                    <a:pt x="114" y="72"/>
                    <a:pt x="114" y="73"/>
                  </a:cubicBezTo>
                  <a:cubicBezTo>
                    <a:pt x="113" y="74"/>
                    <a:pt x="112" y="75"/>
                    <a:pt x="111" y="76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39" y="97"/>
                    <a:pt x="43" y="98"/>
                    <a:pt x="43" y="98"/>
                  </a:cubicBezTo>
                  <a:close/>
                  <a:moveTo>
                    <a:pt x="111" y="109"/>
                  </a:moveTo>
                  <a:cubicBezTo>
                    <a:pt x="103" y="111"/>
                    <a:pt x="103" y="111"/>
                    <a:pt x="103" y="111"/>
                  </a:cubicBezTo>
                  <a:cubicBezTo>
                    <a:pt x="97" y="113"/>
                    <a:pt x="92" y="119"/>
                    <a:pt x="92" y="125"/>
                  </a:cubicBezTo>
                  <a:cubicBezTo>
                    <a:pt x="92" y="138"/>
                    <a:pt x="92" y="138"/>
                    <a:pt x="92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107"/>
                    <a:pt x="81" y="103"/>
                    <a:pt x="84" y="102"/>
                  </a:cubicBezTo>
                  <a:cubicBezTo>
                    <a:pt x="106" y="96"/>
                    <a:pt x="106" y="96"/>
                    <a:pt x="106" y="96"/>
                  </a:cubicBezTo>
                  <a:cubicBezTo>
                    <a:pt x="109" y="95"/>
                    <a:pt x="112" y="96"/>
                    <a:pt x="113" y="99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5" y="106"/>
                    <a:pt x="113" y="109"/>
                    <a:pt x="111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4446580" y="5828096"/>
            <a:ext cx="6833202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grpSp>
        <p:nvGrpSpPr>
          <p:cNvPr id="17" name="组合 16"/>
          <p:cNvGrpSpPr/>
          <p:nvPr/>
        </p:nvGrpSpPr>
        <p:grpSpPr>
          <a:xfrm>
            <a:off x="1201837" y="1664190"/>
            <a:ext cx="1865711" cy="4573916"/>
            <a:chOff x="10256838" y="1484313"/>
            <a:chExt cx="1163638" cy="2852737"/>
          </a:xfrm>
        </p:grpSpPr>
        <p:sp>
          <p:nvSpPr>
            <p:cNvPr id="18" name="Freeform 33"/>
            <p:cNvSpPr>
              <a:spLocks/>
            </p:cNvSpPr>
            <p:nvPr/>
          </p:nvSpPr>
          <p:spPr bwMode="auto">
            <a:xfrm>
              <a:off x="10591801" y="1736725"/>
              <a:ext cx="188913" cy="273050"/>
            </a:xfrm>
            <a:custGeom>
              <a:avLst/>
              <a:gdLst>
                <a:gd name="T0" fmla="*/ 0 w 132"/>
                <a:gd name="T1" fmla="*/ 83 h 190"/>
                <a:gd name="T2" fmla="*/ 5 w 132"/>
                <a:gd name="T3" fmla="*/ 7 h 190"/>
                <a:gd name="T4" fmla="*/ 90 w 132"/>
                <a:gd name="T5" fmla="*/ 44 h 190"/>
                <a:gd name="T6" fmla="*/ 124 w 132"/>
                <a:gd name="T7" fmla="*/ 131 h 190"/>
                <a:gd name="T8" fmla="*/ 62 w 132"/>
                <a:gd name="T9" fmla="*/ 190 h 190"/>
                <a:gd name="T10" fmla="*/ 0 w 132"/>
                <a:gd name="T11" fmla="*/ 83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" h="190">
                  <a:moveTo>
                    <a:pt x="0" y="83"/>
                  </a:moveTo>
                  <a:cubicBezTo>
                    <a:pt x="0" y="83"/>
                    <a:pt x="5" y="15"/>
                    <a:pt x="5" y="7"/>
                  </a:cubicBezTo>
                  <a:cubicBezTo>
                    <a:pt x="5" y="0"/>
                    <a:pt x="90" y="44"/>
                    <a:pt x="90" y="44"/>
                  </a:cubicBezTo>
                  <a:cubicBezTo>
                    <a:pt x="90" y="44"/>
                    <a:pt x="116" y="103"/>
                    <a:pt x="124" y="131"/>
                  </a:cubicBezTo>
                  <a:cubicBezTo>
                    <a:pt x="132" y="159"/>
                    <a:pt x="62" y="190"/>
                    <a:pt x="62" y="190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C68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34"/>
            <p:cNvSpPr>
              <a:spLocks/>
            </p:cNvSpPr>
            <p:nvPr/>
          </p:nvSpPr>
          <p:spPr bwMode="auto">
            <a:xfrm>
              <a:off x="10456863" y="4075113"/>
              <a:ext cx="282575" cy="261937"/>
            </a:xfrm>
            <a:custGeom>
              <a:avLst/>
              <a:gdLst>
                <a:gd name="T0" fmla="*/ 27 w 196"/>
                <a:gd name="T1" fmla="*/ 16 h 182"/>
                <a:gd name="T2" fmla="*/ 16 w 196"/>
                <a:gd name="T3" fmla="*/ 102 h 182"/>
                <a:gd name="T4" fmla="*/ 11 w 196"/>
                <a:gd name="T5" fmla="*/ 126 h 182"/>
                <a:gd name="T6" fmla="*/ 38 w 196"/>
                <a:gd name="T7" fmla="*/ 126 h 182"/>
                <a:gd name="T8" fmla="*/ 129 w 196"/>
                <a:gd name="T9" fmla="*/ 174 h 182"/>
                <a:gd name="T10" fmla="*/ 196 w 196"/>
                <a:gd name="T11" fmla="*/ 153 h 182"/>
                <a:gd name="T12" fmla="*/ 161 w 196"/>
                <a:gd name="T13" fmla="*/ 96 h 182"/>
                <a:gd name="T14" fmla="*/ 121 w 196"/>
                <a:gd name="T15" fmla="*/ 16 h 182"/>
                <a:gd name="T16" fmla="*/ 27 w 196"/>
                <a:gd name="T17" fmla="*/ 16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182">
                  <a:moveTo>
                    <a:pt x="27" y="16"/>
                  </a:moveTo>
                  <a:cubicBezTo>
                    <a:pt x="27" y="16"/>
                    <a:pt x="0" y="81"/>
                    <a:pt x="16" y="102"/>
                  </a:cubicBezTo>
                  <a:lnTo>
                    <a:pt x="11" y="126"/>
                  </a:lnTo>
                  <a:lnTo>
                    <a:pt x="38" y="126"/>
                  </a:lnTo>
                  <a:cubicBezTo>
                    <a:pt x="38" y="126"/>
                    <a:pt x="46" y="182"/>
                    <a:pt x="129" y="174"/>
                  </a:cubicBezTo>
                  <a:lnTo>
                    <a:pt x="196" y="153"/>
                  </a:lnTo>
                  <a:cubicBezTo>
                    <a:pt x="196" y="153"/>
                    <a:pt x="166" y="103"/>
                    <a:pt x="161" y="96"/>
                  </a:cubicBezTo>
                  <a:cubicBezTo>
                    <a:pt x="156" y="89"/>
                    <a:pt x="124" y="33"/>
                    <a:pt x="121" y="16"/>
                  </a:cubicBezTo>
                  <a:cubicBezTo>
                    <a:pt x="118" y="0"/>
                    <a:pt x="27" y="16"/>
                    <a:pt x="27" y="16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35"/>
            <p:cNvSpPr>
              <a:spLocks/>
            </p:cNvSpPr>
            <p:nvPr/>
          </p:nvSpPr>
          <p:spPr bwMode="auto">
            <a:xfrm>
              <a:off x="11185526" y="2214563"/>
              <a:ext cx="234950" cy="152400"/>
            </a:xfrm>
            <a:custGeom>
              <a:avLst/>
              <a:gdLst>
                <a:gd name="T0" fmla="*/ 29 w 163"/>
                <a:gd name="T1" fmla="*/ 101 h 106"/>
                <a:gd name="T2" fmla="*/ 91 w 163"/>
                <a:gd name="T3" fmla="*/ 101 h 106"/>
                <a:gd name="T4" fmla="*/ 163 w 163"/>
                <a:gd name="T5" fmla="*/ 61 h 106"/>
                <a:gd name="T6" fmla="*/ 163 w 163"/>
                <a:gd name="T7" fmla="*/ 40 h 106"/>
                <a:gd name="T8" fmla="*/ 120 w 163"/>
                <a:gd name="T9" fmla="*/ 40 h 106"/>
                <a:gd name="T10" fmla="*/ 62 w 163"/>
                <a:gd name="T11" fmla="*/ 48 h 106"/>
                <a:gd name="T12" fmla="*/ 48 w 163"/>
                <a:gd name="T13" fmla="*/ 35 h 106"/>
                <a:gd name="T14" fmla="*/ 56 w 163"/>
                <a:gd name="T15" fmla="*/ 7 h 106"/>
                <a:gd name="T16" fmla="*/ 29 w 163"/>
                <a:gd name="T17" fmla="*/ 42 h 106"/>
                <a:gd name="T18" fmla="*/ 0 w 163"/>
                <a:gd name="T19" fmla="*/ 69 h 106"/>
                <a:gd name="T20" fmla="*/ 29 w 163"/>
                <a:gd name="T21" fmla="*/ 101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06">
                  <a:moveTo>
                    <a:pt x="29" y="101"/>
                  </a:moveTo>
                  <a:cubicBezTo>
                    <a:pt x="29" y="101"/>
                    <a:pt x="80" y="106"/>
                    <a:pt x="91" y="101"/>
                  </a:cubicBezTo>
                  <a:cubicBezTo>
                    <a:pt x="102" y="96"/>
                    <a:pt x="163" y="61"/>
                    <a:pt x="163" y="61"/>
                  </a:cubicBezTo>
                  <a:lnTo>
                    <a:pt x="163" y="40"/>
                  </a:lnTo>
                  <a:cubicBezTo>
                    <a:pt x="163" y="40"/>
                    <a:pt x="131" y="29"/>
                    <a:pt x="120" y="40"/>
                  </a:cubicBezTo>
                  <a:cubicBezTo>
                    <a:pt x="120" y="40"/>
                    <a:pt x="72" y="48"/>
                    <a:pt x="62" y="48"/>
                  </a:cubicBezTo>
                  <a:lnTo>
                    <a:pt x="48" y="35"/>
                  </a:lnTo>
                  <a:cubicBezTo>
                    <a:pt x="48" y="35"/>
                    <a:pt x="64" y="16"/>
                    <a:pt x="56" y="7"/>
                  </a:cubicBezTo>
                  <a:cubicBezTo>
                    <a:pt x="48" y="0"/>
                    <a:pt x="29" y="42"/>
                    <a:pt x="29" y="42"/>
                  </a:cubicBezTo>
                  <a:lnTo>
                    <a:pt x="0" y="69"/>
                  </a:lnTo>
                  <a:lnTo>
                    <a:pt x="29" y="101"/>
                  </a:lnTo>
                  <a:close/>
                </a:path>
              </a:pathLst>
            </a:custGeom>
            <a:solidFill>
              <a:srgbClr val="EAAD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36"/>
            <p:cNvSpPr>
              <a:spLocks/>
            </p:cNvSpPr>
            <p:nvPr/>
          </p:nvSpPr>
          <p:spPr bwMode="auto">
            <a:xfrm>
              <a:off x="10599738" y="4027488"/>
              <a:ext cx="347663" cy="182562"/>
            </a:xfrm>
            <a:custGeom>
              <a:avLst/>
              <a:gdLst>
                <a:gd name="T0" fmla="*/ 22 w 241"/>
                <a:gd name="T1" fmla="*/ 99 h 127"/>
                <a:gd name="T2" fmla="*/ 118 w 241"/>
                <a:gd name="T3" fmla="*/ 126 h 127"/>
                <a:gd name="T4" fmla="*/ 228 w 241"/>
                <a:gd name="T5" fmla="*/ 126 h 127"/>
                <a:gd name="T6" fmla="*/ 201 w 241"/>
                <a:gd name="T7" fmla="*/ 99 h 127"/>
                <a:gd name="T8" fmla="*/ 126 w 241"/>
                <a:gd name="T9" fmla="*/ 72 h 127"/>
                <a:gd name="T10" fmla="*/ 57 w 241"/>
                <a:gd name="T11" fmla="*/ 0 h 127"/>
                <a:gd name="T12" fmla="*/ 5 w 241"/>
                <a:gd name="T13" fmla="*/ 10 h 127"/>
                <a:gd name="T14" fmla="*/ 22 w 241"/>
                <a:gd name="T15" fmla="*/ 99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1" h="127">
                  <a:moveTo>
                    <a:pt x="22" y="99"/>
                  </a:moveTo>
                  <a:cubicBezTo>
                    <a:pt x="22" y="99"/>
                    <a:pt x="75" y="127"/>
                    <a:pt x="118" y="126"/>
                  </a:cubicBezTo>
                  <a:lnTo>
                    <a:pt x="228" y="126"/>
                  </a:lnTo>
                  <a:cubicBezTo>
                    <a:pt x="228" y="126"/>
                    <a:pt x="241" y="99"/>
                    <a:pt x="201" y="99"/>
                  </a:cubicBezTo>
                  <a:cubicBezTo>
                    <a:pt x="201" y="99"/>
                    <a:pt x="168" y="99"/>
                    <a:pt x="126" y="72"/>
                  </a:cubicBezTo>
                  <a:cubicBezTo>
                    <a:pt x="83" y="45"/>
                    <a:pt x="57" y="0"/>
                    <a:pt x="57" y="0"/>
                  </a:cubicBezTo>
                  <a:lnTo>
                    <a:pt x="5" y="10"/>
                  </a:lnTo>
                  <a:cubicBezTo>
                    <a:pt x="5" y="10"/>
                    <a:pt x="0" y="69"/>
                    <a:pt x="22" y="99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37"/>
            <p:cNvSpPr>
              <a:spLocks/>
            </p:cNvSpPr>
            <p:nvPr/>
          </p:nvSpPr>
          <p:spPr bwMode="auto">
            <a:xfrm>
              <a:off x="10563226" y="2703513"/>
              <a:ext cx="322263" cy="1371600"/>
            </a:xfrm>
            <a:custGeom>
              <a:avLst/>
              <a:gdLst>
                <a:gd name="T0" fmla="*/ 20 w 224"/>
                <a:gd name="T1" fmla="*/ 954 h 954"/>
                <a:gd name="T2" fmla="*/ 91 w 224"/>
                <a:gd name="T3" fmla="*/ 933 h 954"/>
                <a:gd name="T4" fmla="*/ 91 w 224"/>
                <a:gd name="T5" fmla="*/ 901 h 954"/>
                <a:gd name="T6" fmla="*/ 75 w 224"/>
                <a:gd name="T7" fmla="*/ 873 h 954"/>
                <a:gd name="T8" fmla="*/ 84 w 224"/>
                <a:gd name="T9" fmla="*/ 842 h 954"/>
                <a:gd name="T10" fmla="*/ 70 w 224"/>
                <a:gd name="T11" fmla="*/ 816 h 954"/>
                <a:gd name="T12" fmla="*/ 94 w 224"/>
                <a:gd name="T13" fmla="*/ 796 h 954"/>
                <a:gd name="T14" fmla="*/ 81 w 224"/>
                <a:gd name="T15" fmla="*/ 750 h 954"/>
                <a:gd name="T16" fmla="*/ 94 w 224"/>
                <a:gd name="T17" fmla="*/ 668 h 954"/>
                <a:gd name="T18" fmla="*/ 103 w 224"/>
                <a:gd name="T19" fmla="*/ 613 h 954"/>
                <a:gd name="T20" fmla="*/ 101 w 224"/>
                <a:gd name="T21" fmla="*/ 605 h 954"/>
                <a:gd name="T22" fmla="*/ 132 w 224"/>
                <a:gd name="T23" fmla="*/ 580 h 954"/>
                <a:gd name="T24" fmla="*/ 123 w 224"/>
                <a:gd name="T25" fmla="*/ 545 h 954"/>
                <a:gd name="T26" fmla="*/ 143 w 224"/>
                <a:gd name="T27" fmla="*/ 503 h 954"/>
                <a:gd name="T28" fmla="*/ 213 w 224"/>
                <a:gd name="T29" fmla="*/ 156 h 954"/>
                <a:gd name="T30" fmla="*/ 214 w 224"/>
                <a:gd name="T31" fmla="*/ 0 h 954"/>
                <a:gd name="T32" fmla="*/ 143 w 224"/>
                <a:gd name="T33" fmla="*/ 18 h 954"/>
                <a:gd name="T34" fmla="*/ 101 w 224"/>
                <a:gd name="T35" fmla="*/ 66 h 954"/>
                <a:gd name="T36" fmla="*/ 31 w 224"/>
                <a:gd name="T37" fmla="*/ 279 h 954"/>
                <a:gd name="T38" fmla="*/ 40 w 224"/>
                <a:gd name="T39" fmla="*/ 477 h 954"/>
                <a:gd name="T40" fmla="*/ 7 w 224"/>
                <a:gd name="T41" fmla="*/ 640 h 954"/>
                <a:gd name="T42" fmla="*/ 7 w 224"/>
                <a:gd name="T43" fmla="*/ 879 h 954"/>
                <a:gd name="T44" fmla="*/ 20 w 224"/>
                <a:gd name="T45" fmla="*/ 954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4" h="954">
                  <a:moveTo>
                    <a:pt x="20" y="954"/>
                  </a:moveTo>
                  <a:lnTo>
                    <a:pt x="91" y="933"/>
                  </a:lnTo>
                  <a:cubicBezTo>
                    <a:pt x="91" y="933"/>
                    <a:pt x="97" y="908"/>
                    <a:pt x="91" y="901"/>
                  </a:cubicBezTo>
                  <a:cubicBezTo>
                    <a:pt x="86" y="895"/>
                    <a:pt x="75" y="873"/>
                    <a:pt x="75" y="873"/>
                  </a:cubicBezTo>
                  <a:cubicBezTo>
                    <a:pt x="75" y="873"/>
                    <a:pt x="90" y="855"/>
                    <a:pt x="84" y="842"/>
                  </a:cubicBezTo>
                  <a:cubicBezTo>
                    <a:pt x="77" y="829"/>
                    <a:pt x="70" y="816"/>
                    <a:pt x="70" y="816"/>
                  </a:cubicBezTo>
                  <a:lnTo>
                    <a:pt x="94" y="796"/>
                  </a:lnTo>
                  <a:cubicBezTo>
                    <a:pt x="94" y="796"/>
                    <a:pt x="79" y="761"/>
                    <a:pt x="81" y="750"/>
                  </a:cubicBezTo>
                  <a:cubicBezTo>
                    <a:pt x="84" y="739"/>
                    <a:pt x="94" y="668"/>
                    <a:pt x="94" y="668"/>
                  </a:cubicBezTo>
                  <a:cubicBezTo>
                    <a:pt x="94" y="668"/>
                    <a:pt x="106" y="622"/>
                    <a:pt x="103" y="613"/>
                  </a:cubicBezTo>
                  <a:lnTo>
                    <a:pt x="101" y="605"/>
                  </a:lnTo>
                  <a:lnTo>
                    <a:pt x="132" y="580"/>
                  </a:lnTo>
                  <a:lnTo>
                    <a:pt x="123" y="545"/>
                  </a:lnTo>
                  <a:lnTo>
                    <a:pt x="143" y="503"/>
                  </a:lnTo>
                  <a:cubicBezTo>
                    <a:pt x="143" y="503"/>
                    <a:pt x="224" y="174"/>
                    <a:pt x="213" y="156"/>
                  </a:cubicBezTo>
                  <a:cubicBezTo>
                    <a:pt x="202" y="139"/>
                    <a:pt x="214" y="0"/>
                    <a:pt x="214" y="0"/>
                  </a:cubicBez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close/>
                </a:path>
              </a:pathLst>
            </a:custGeom>
            <a:solidFill>
              <a:srgbClr val="383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38"/>
            <p:cNvSpPr>
              <a:spLocks/>
            </p:cNvSpPr>
            <p:nvPr/>
          </p:nvSpPr>
          <p:spPr bwMode="auto">
            <a:xfrm>
              <a:off x="10563226" y="2703513"/>
              <a:ext cx="307975" cy="1371600"/>
            </a:xfrm>
            <a:custGeom>
              <a:avLst/>
              <a:gdLst>
                <a:gd name="T0" fmla="*/ 214 w 214"/>
                <a:gd name="T1" fmla="*/ 0 h 954"/>
                <a:gd name="T2" fmla="*/ 143 w 214"/>
                <a:gd name="T3" fmla="*/ 18 h 954"/>
                <a:gd name="T4" fmla="*/ 101 w 214"/>
                <a:gd name="T5" fmla="*/ 66 h 954"/>
                <a:gd name="T6" fmla="*/ 31 w 214"/>
                <a:gd name="T7" fmla="*/ 279 h 954"/>
                <a:gd name="T8" fmla="*/ 40 w 214"/>
                <a:gd name="T9" fmla="*/ 477 h 954"/>
                <a:gd name="T10" fmla="*/ 7 w 214"/>
                <a:gd name="T11" fmla="*/ 640 h 954"/>
                <a:gd name="T12" fmla="*/ 7 w 214"/>
                <a:gd name="T13" fmla="*/ 879 h 954"/>
                <a:gd name="T14" fmla="*/ 20 w 214"/>
                <a:gd name="T15" fmla="*/ 954 h 954"/>
                <a:gd name="T16" fmla="*/ 91 w 214"/>
                <a:gd name="T17" fmla="*/ 933 h 954"/>
                <a:gd name="T18" fmla="*/ 93 w 214"/>
                <a:gd name="T19" fmla="*/ 919 h 954"/>
                <a:gd name="T20" fmla="*/ 62 w 214"/>
                <a:gd name="T21" fmla="*/ 887 h 954"/>
                <a:gd name="T22" fmla="*/ 76 w 214"/>
                <a:gd name="T23" fmla="*/ 875 h 954"/>
                <a:gd name="T24" fmla="*/ 75 w 214"/>
                <a:gd name="T25" fmla="*/ 873 h 954"/>
                <a:gd name="T26" fmla="*/ 85 w 214"/>
                <a:gd name="T27" fmla="*/ 854 h 954"/>
                <a:gd name="T28" fmla="*/ 55 w 214"/>
                <a:gd name="T29" fmla="*/ 810 h 954"/>
                <a:gd name="T30" fmla="*/ 73 w 214"/>
                <a:gd name="T31" fmla="*/ 814 h 954"/>
                <a:gd name="T32" fmla="*/ 94 w 214"/>
                <a:gd name="T33" fmla="*/ 796 h 954"/>
                <a:gd name="T34" fmla="*/ 93 w 214"/>
                <a:gd name="T35" fmla="*/ 794 h 954"/>
                <a:gd name="T36" fmla="*/ 55 w 214"/>
                <a:gd name="T37" fmla="*/ 773 h 954"/>
                <a:gd name="T38" fmla="*/ 40 w 214"/>
                <a:gd name="T39" fmla="*/ 716 h 954"/>
                <a:gd name="T40" fmla="*/ 82 w 214"/>
                <a:gd name="T41" fmla="*/ 757 h 954"/>
                <a:gd name="T42" fmla="*/ 66 w 214"/>
                <a:gd name="T43" fmla="*/ 675 h 954"/>
                <a:gd name="T44" fmla="*/ 87 w 214"/>
                <a:gd name="T45" fmla="*/ 714 h 954"/>
                <a:gd name="T46" fmla="*/ 93 w 214"/>
                <a:gd name="T47" fmla="*/ 671 h 954"/>
                <a:gd name="T48" fmla="*/ 66 w 214"/>
                <a:gd name="T49" fmla="*/ 608 h 954"/>
                <a:gd name="T50" fmla="*/ 78 w 214"/>
                <a:gd name="T51" fmla="*/ 558 h 954"/>
                <a:gd name="T52" fmla="*/ 106 w 214"/>
                <a:gd name="T53" fmla="*/ 600 h 954"/>
                <a:gd name="T54" fmla="*/ 132 w 214"/>
                <a:gd name="T55" fmla="*/ 580 h 954"/>
                <a:gd name="T56" fmla="*/ 78 w 214"/>
                <a:gd name="T57" fmla="*/ 519 h 954"/>
                <a:gd name="T58" fmla="*/ 93 w 214"/>
                <a:gd name="T59" fmla="*/ 491 h 954"/>
                <a:gd name="T60" fmla="*/ 140 w 214"/>
                <a:gd name="T61" fmla="*/ 510 h 954"/>
                <a:gd name="T62" fmla="*/ 143 w 214"/>
                <a:gd name="T63" fmla="*/ 504 h 954"/>
                <a:gd name="T64" fmla="*/ 94 w 214"/>
                <a:gd name="T65" fmla="*/ 448 h 954"/>
                <a:gd name="T66" fmla="*/ 143 w 214"/>
                <a:gd name="T67" fmla="*/ 295 h 954"/>
                <a:gd name="T68" fmla="*/ 212 w 214"/>
                <a:gd name="T69" fmla="*/ 153 h 954"/>
                <a:gd name="T70" fmla="*/ 214 w 214"/>
                <a:gd name="T71" fmla="*/ 0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4" h="954">
                  <a:moveTo>
                    <a:pt x="214" y="0"/>
                  </a:move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lnTo>
                    <a:pt x="91" y="933"/>
                  </a:lnTo>
                  <a:cubicBezTo>
                    <a:pt x="91" y="933"/>
                    <a:pt x="93" y="926"/>
                    <a:pt x="93" y="919"/>
                  </a:cubicBezTo>
                  <a:cubicBezTo>
                    <a:pt x="72" y="906"/>
                    <a:pt x="54" y="893"/>
                    <a:pt x="62" y="887"/>
                  </a:cubicBezTo>
                  <a:cubicBezTo>
                    <a:pt x="66" y="884"/>
                    <a:pt x="71" y="880"/>
                    <a:pt x="76" y="875"/>
                  </a:cubicBezTo>
                  <a:cubicBezTo>
                    <a:pt x="75" y="874"/>
                    <a:pt x="75" y="873"/>
                    <a:pt x="75" y="873"/>
                  </a:cubicBezTo>
                  <a:cubicBezTo>
                    <a:pt x="75" y="873"/>
                    <a:pt x="83" y="864"/>
                    <a:pt x="85" y="854"/>
                  </a:cubicBezTo>
                  <a:cubicBezTo>
                    <a:pt x="29" y="866"/>
                    <a:pt x="55" y="810"/>
                    <a:pt x="55" y="810"/>
                  </a:cubicBezTo>
                  <a:cubicBezTo>
                    <a:pt x="58" y="811"/>
                    <a:pt x="65" y="813"/>
                    <a:pt x="73" y="814"/>
                  </a:cubicBezTo>
                  <a:lnTo>
                    <a:pt x="94" y="796"/>
                  </a:lnTo>
                  <a:cubicBezTo>
                    <a:pt x="94" y="796"/>
                    <a:pt x="93" y="795"/>
                    <a:pt x="93" y="794"/>
                  </a:cubicBezTo>
                  <a:cubicBezTo>
                    <a:pt x="78" y="788"/>
                    <a:pt x="62" y="781"/>
                    <a:pt x="55" y="773"/>
                  </a:cubicBezTo>
                  <a:cubicBezTo>
                    <a:pt x="39" y="757"/>
                    <a:pt x="40" y="716"/>
                    <a:pt x="40" y="716"/>
                  </a:cubicBezTo>
                  <a:cubicBezTo>
                    <a:pt x="49" y="739"/>
                    <a:pt x="82" y="757"/>
                    <a:pt x="82" y="757"/>
                  </a:cubicBezTo>
                  <a:lnTo>
                    <a:pt x="66" y="675"/>
                  </a:lnTo>
                  <a:lnTo>
                    <a:pt x="87" y="714"/>
                  </a:lnTo>
                  <a:cubicBezTo>
                    <a:pt x="90" y="696"/>
                    <a:pt x="92" y="677"/>
                    <a:pt x="93" y="671"/>
                  </a:cubicBezTo>
                  <a:cubicBezTo>
                    <a:pt x="81" y="645"/>
                    <a:pt x="69" y="618"/>
                    <a:pt x="66" y="608"/>
                  </a:cubicBezTo>
                  <a:cubicBezTo>
                    <a:pt x="62" y="588"/>
                    <a:pt x="78" y="558"/>
                    <a:pt x="78" y="558"/>
                  </a:cubicBezTo>
                  <a:cubicBezTo>
                    <a:pt x="85" y="576"/>
                    <a:pt x="96" y="590"/>
                    <a:pt x="106" y="600"/>
                  </a:cubicBezTo>
                  <a:lnTo>
                    <a:pt x="132" y="580"/>
                  </a:lnTo>
                  <a:lnTo>
                    <a:pt x="78" y="519"/>
                  </a:lnTo>
                  <a:lnTo>
                    <a:pt x="93" y="491"/>
                  </a:lnTo>
                  <a:cubicBezTo>
                    <a:pt x="102" y="488"/>
                    <a:pt x="125" y="500"/>
                    <a:pt x="140" y="510"/>
                  </a:cubicBezTo>
                  <a:lnTo>
                    <a:pt x="143" y="504"/>
                  </a:lnTo>
                  <a:lnTo>
                    <a:pt x="94" y="448"/>
                  </a:lnTo>
                  <a:cubicBezTo>
                    <a:pt x="85" y="416"/>
                    <a:pt x="133" y="318"/>
                    <a:pt x="143" y="295"/>
                  </a:cubicBezTo>
                  <a:cubicBezTo>
                    <a:pt x="149" y="282"/>
                    <a:pt x="183" y="213"/>
                    <a:pt x="212" y="153"/>
                  </a:cubicBezTo>
                  <a:cubicBezTo>
                    <a:pt x="203" y="125"/>
                    <a:pt x="214" y="0"/>
                    <a:pt x="214" y="0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39"/>
            <p:cNvSpPr>
              <a:spLocks/>
            </p:cNvSpPr>
            <p:nvPr/>
          </p:nvSpPr>
          <p:spPr bwMode="auto">
            <a:xfrm>
              <a:off x="10394951" y="2676525"/>
              <a:ext cx="438150" cy="1462087"/>
            </a:xfrm>
            <a:custGeom>
              <a:avLst/>
              <a:gdLst>
                <a:gd name="T0" fmla="*/ 35 w 304"/>
                <a:gd name="T1" fmla="*/ 865 h 1016"/>
                <a:gd name="T2" fmla="*/ 61 w 304"/>
                <a:gd name="T3" fmla="*/ 1016 h 1016"/>
                <a:gd name="T4" fmla="*/ 121 w 304"/>
                <a:gd name="T5" fmla="*/ 1016 h 1016"/>
                <a:gd name="T6" fmla="*/ 164 w 304"/>
                <a:gd name="T7" fmla="*/ 988 h 1016"/>
                <a:gd name="T8" fmla="*/ 164 w 304"/>
                <a:gd name="T9" fmla="*/ 915 h 1016"/>
                <a:gd name="T10" fmla="*/ 147 w 304"/>
                <a:gd name="T11" fmla="*/ 856 h 1016"/>
                <a:gd name="T12" fmla="*/ 147 w 304"/>
                <a:gd name="T13" fmla="*/ 755 h 1016"/>
                <a:gd name="T14" fmla="*/ 160 w 304"/>
                <a:gd name="T15" fmla="*/ 587 h 1016"/>
                <a:gd name="T16" fmla="*/ 184 w 304"/>
                <a:gd name="T17" fmla="*/ 495 h 1016"/>
                <a:gd name="T18" fmla="*/ 184 w 304"/>
                <a:gd name="T19" fmla="*/ 385 h 1016"/>
                <a:gd name="T20" fmla="*/ 226 w 304"/>
                <a:gd name="T21" fmla="*/ 291 h 1016"/>
                <a:gd name="T22" fmla="*/ 283 w 304"/>
                <a:gd name="T23" fmla="*/ 108 h 1016"/>
                <a:gd name="T24" fmla="*/ 304 w 304"/>
                <a:gd name="T25" fmla="*/ 25 h 1016"/>
                <a:gd name="T26" fmla="*/ 177 w 304"/>
                <a:gd name="T27" fmla="*/ 5 h 1016"/>
                <a:gd name="T28" fmla="*/ 50 w 304"/>
                <a:gd name="T29" fmla="*/ 5 h 1016"/>
                <a:gd name="T30" fmla="*/ 13 w 304"/>
                <a:gd name="T31" fmla="*/ 162 h 1016"/>
                <a:gd name="T32" fmla="*/ 26 w 304"/>
                <a:gd name="T33" fmla="*/ 282 h 1016"/>
                <a:gd name="T34" fmla="*/ 30 w 304"/>
                <a:gd name="T35" fmla="*/ 346 h 1016"/>
                <a:gd name="T36" fmla="*/ 39 w 304"/>
                <a:gd name="T37" fmla="*/ 449 h 1016"/>
                <a:gd name="T38" fmla="*/ 12 w 304"/>
                <a:gd name="T39" fmla="*/ 521 h 1016"/>
                <a:gd name="T40" fmla="*/ 10 w 304"/>
                <a:gd name="T41" fmla="*/ 737 h 1016"/>
                <a:gd name="T42" fmla="*/ 35 w 304"/>
                <a:gd name="T43" fmla="*/ 865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4" h="1016">
                  <a:moveTo>
                    <a:pt x="35" y="865"/>
                  </a:moveTo>
                  <a:cubicBezTo>
                    <a:pt x="35" y="865"/>
                    <a:pt x="17" y="989"/>
                    <a:pt x="61" y="1016"/>
                  </a:cubicBezTo>
                  <a:lnTo>
                    <a:pt x="121" y="1016"/>
                  </a:lnTo>
                  <a:lnTo>
                    <a:pt x="164" y="988"/>
                  </a:lnTo>
                  <a:cubicBezTo>
                    <a:pt x="164" y="988"/>
                    <a:pt x="183" y="937"/>
                    <a:pt x="164" y="915"/>
                  </a:cubicBezTo>
                  <a:cubicBezTo>
                    <a:pt x="145" y="893"/>
                    <a:pt x="147" y="856"/>
                    <a:pt x="147" y="856"/>
                  </a:cubicBezTo>
                  <a:lnTo>
                    <a:pt x="147" y="755"/>
                  </a:lnTo>
                  <a:cubicBezTo>
                    <a:pt x="147" y="755"/>
                    <a:pt x="145" y="645"/>
                    <a:pt x="160" y="587"/>
                  </a:cubicBezTo>
                  <a:cubicBezTo>
                    <a:pt x="175" y="530"/>
                    <a:pt x="184" y="495"/>
                    <a:pt x="184" y="495"/>
                  </a:cubicBezTo>
                  <a:cubicBezTo>
                    <a:pt x="184" y="495"/>
                    <a:pt x="180" y="398"/>
                    <a:pt x="184" y="385"/>
                  </a:cubicBezTo>
                  <a:cubicBezTo>
                    <a:pt x="189" y="372"/>
                    <a:pt x="226" y="302"/>
                    <a:pt x="226" y="291"/>
                  </a:cubicBezTo>
                  <a:cubicBezTo>
                    <a:pt x="226" y="280"/>
                    <a:pt x="274" y="119"/>
                    <a:pt x="283" y="108"/>
                  </a:cubicBezTo>
                  <a:cubicBezTo>
                    <a:pt x="292" y="97"/>
                    <a:pt x="304" y="25"/>
                    <a:pt x="304" y="25"/>
                  </a:cubicBezTo>
                  <a:cubicBezTo>
                    <a:pt x="304" y="25"/>
                    <a:pt x="185" y="9"/>
                    <a:pt x="177" y="5"/>
                  </a:cubicBezTo>
                  <a:cubicBezTo>
                    <a:pt x="169" y="0"/>
                    <a:pt x="50" y="5"/>
                    <a:pt x="50" y="5"/>
                  </a:cubicBezTo>
                  <a:cubicBezTo>
                    <a:pt x="50" y="5"/>
                    <a:pt x="6" y="135"/>
                    <a:pt x="13" y="162"/>
                  </a:cubicBezTo>
                  <a:cubicBezTo>
                    <a:pt x="19" y="189"/>
                    <a:pt x="33" y="264"/>
                    <a:pt x="26" y="282"/>
                  </a:cubicBezTo>
                  <a:cubicBezTo>
                    <a:pt x="19" y="299"/>
                    <a:pt x="30" y="346"/>
                    <a:pt x="30" y="346"/>
                  </a:cubicBezTo>
                  <a:cubicBezTo>
                    <a:pt x="30" y="346"/>
                    <a:pt x="37" y="436"/>
                    <a:pt x="39" y="449"/>
                  </a:cubicBezTo>
                  <a:cubicBezTo>
                    <a:pt x="41" y="462"/>
                    <a:pt x="0" y="497"/>
                    <a:pt x="12" y="521"/>
                  </a:cubicBezTo>
                  <a:cubicBezTo>
                    <a:pt x="24" y="546"/>
                    <a:pt x="3" y="719"/>
                    <a:pt x="10" y="737"/>
                  </a:cubicBezTo>
                  <a:cubicBezTo>
                    <a:pt x="17" y="755"/>
                    <a:pt x="35" y="865"/>
                    <a:pt x="35" y="865"/>
                  </a:cubicBezTo>
                  <a:close/>
                </a:path>
              </a:pathLst>
            </a:custGeom>
            <a:solidFill>
              <a:srgbClr val="383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40"/>
            <p:cNvSpPr>
              <a:spLocks/>
            </p:cNvSpPr>
            <p:nvPr/>
          </p:nvSpPr>
          <p:spPr bwMode="auto">
            <a:xfrm>
              <a:off x="10396538" y="3327400"/>
              <a:ext cx="238125" cy="811212"/>
            </a:xfrm>
            <a:custGeom>
              <a:avLst/>
              <a:gdLst>
                <a:gd name="T0" fmla="*/ 165 w 165"/>
                <a:gd name="T1" fmla="*/ 57 h 564"/>
                <a:gd name="T2" fmla="*/ 38 w 165"/>
                <a:gd name="T3" fmla="*/ 0 h 564"/>
                <a:gd name="T4" fmla="*/ 11 w 165"/>
                <a:gd name="T5" fmla="*/ 69 h 564"/>
                <a:gd name="T6" fmla="*/ 8 w 165"/>
                <a:gd name="T7" fmla="*/ 279 h 564"/>
                <a:gd name="T8" fmla="*/ 8 w 165"/>
                <a:gd name="T9" fmla="*/ 281 h 564"/>
                <a:gd name="T10" fmla="*/ 8 w 165"/>
                <a:gd name="T11" fmla="*/ 282 h 564"/>
                <a:gd name="T12" fmla="*/ 8 w 165"/>
                <a:gd name="T13" fmla="*/ 283 h 564"/>
                <a:gd name="T14" fmla="*/ 9 w 165"/>
                <a:gd name="T15" fmla="*/ 285 h 564"/>
                <a:gd name="T16" fmla="*/ 34 w 165"/>
                <a:gd name="T17" fmla="*/ 413 h 564"/>
                <a:gd name="T18" fmla="*/ 56 w 165"/>
                <a:gd name="T19" fmla="*/ 561 h 564"/>
                <a:gd name="T20" fmla="*/ 57 w 165"/>
                <a:gd name="T21" fmla="*/ 560 h 564"/>
                <a:gd name="T22" fmla="*/ 60 w 165"/>
                <a:gd name="T23" fmla="*/ 564 h 564"/>
                <a:gd name="T24" fmla="*/ 120 w 165"/>
                <a:gd name="T25" fmla="*/ 564 h 564"/>
                <a:gd name="T26" fmla="*/ 159 w 165"/>
                <a:gd name="T27" fmla="*/ 539 h 564"/>
                <a:gd name="T28" fmla="*/ 138 w 165"/>
                <a:gd name="T29" fmla="*/ 504 h 564"/>
                <a:gd name="T30" fmla="*/ 74 w 165"/>
                <a:gd name="T31" fmla="*/ 504 h 564"/>
                <a:gd name="T32" fmla="*/ 163 w 165"/>
                <a:gd name="T33" fmla="*/ 463 h 564"/>
                <a:gd name="T34" fmla="*/ 50 w 165"/>
                <a:gd name="T35" fmla="*/ 479 h 564"/>
                <a:gd name="T36" fmla="*/ 51 w 165"/>
                <a:gd name="T37" fmla="*/ 414 h 564"/>
                <a:gd name="T38" fmla="*/ 93 w 165"/>
                <a:gd name="T39" fmla="*/ 440 h 564"/>
                <a:gd name="T40" fmla="*/ 53 w 165"/>
                <a:gd name="T41" fmla="*/ 371 h 564"/>
                <a:gd name="T42" fmla="*/ 93 w 165"/>
                <a:gd name="T43" fmla="*/ 380 h 564"/>
                <a:gd name="T44" fmla="*/ 51 w 165"/>
                <a:gd name="T45" fmla="*/ 339 h 564"/>
                <a:gd name="T46" fmla="*/ 93 w 165"/>
                <a:gd name="T47" fmla="*/ 296 h 564"/>
                <a:gd name="T48" fmla="*/ 79 w 165"/>
                <a:gd name="T49" fmla="*/ 243 h 564"/>
                <a:gd name="T50" fmla="*/ 40 w 165"/>
                <a:gd name="T51" fmla="*/ 234 h 564"/>
                <a:gd name="T52" fmla="*/ 42 w 165"/>
                <a:gd name="T53" fmla="*/ 225 h 564"/>
                <a:gd name="T54" fmla="*/ 93 w 165"/>
                <a:gd name="T55" fmla="*/ 154 h 564"/>
                <a:gd name="T56" fmla="*/ 37 w 165"/>
                <a:gd name="T57" fmla="*/ 154 h 564"/>
                <a:gd name="T58" fmla="*/ 108 w 165"/>
                <a:gd name="T59" fmla="*/ 110 h 564"/>
                <a:gd name="T60" fmla="*/ 90 w 165"/>
                <a:gd name="T61" fmla="*/ 99 h 564"/>
                <a:gd name="T62" fmla="*/ 37 w 165"/>
                <a:gd name="T63" fmla="*/ 90 h 564"/>
                <a:gd name="T64" fmla="*/ 74 w 165"/>
                <a:gd name="T65" fmla="*/ 81 h 564"/>
                <a:gd name="T66" fmla="*/ 40 w 165"/>
                <a:gd name="T67" fmla="*/ 57 h 564"/>
                <a:gd name="T68" fmla="*/ 165 w 165"/>
                <a:gd name="T69" fmla="*/ 57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5" h="564">
                  <a:moveTo>
                    <a:pt x="165" y="57"/>
                  </a:moveTo>
                  <a:cubicBezTo>
                    <a:pt x="148" y="40"/>
                    <a:pt x="82" y="15"/>
                    <a:pt x="38" y="0"/>
                  </a:cubicBezTo>
                  <a:cubicBezTo>
                    <a:pt x="34" y="15"/>
                    <a:pt x="0" y="47"/>
                    <a:pt x="11" y="69"/>
                  </a:cubicBezTo>
                  <a:cubicBezTo>
                    <a:pt x="22" y="92"/>
                    <a:pt x="5" y="243"/>
                    <a:pt x="8" y="279"/>
                  </a:cubicBezTo>
                  <a:cubicBezTo>
                    <a:pt x="8" y="279"/>
                    <a:pt x="8" y="280"/>
                    <a:pt x="8" y="281"/>
                  </a:cubicBezTo>
                  <a:cubicBezTo>
                    <a:pt x="8" y="281"/>
                    <a:pt x="8" y="282"/>
                    <a:pt x="8" y="282"/>
                  </a:cubicBezTo>
                  <a:cubicBezTo>
                    <a:pt x="8" y="283"/>
                    <a:pt x="8" y="283"/>
                    <a:pt x="8" y="283"/>
                  </a:cubicBezTo>
                  <a:cubicBezTo>
                    <a:pt x="9" y="284"/>
                    <a:pt x="9" y="284"/>
                    <a:pt x="9" y="285"/>
                  </a:cubicBezTo>
                  <a:cubicBezTo>
                    <a:pt x="16" y="303"/>
                    <a:pt x="34" y="413"/>
                    <a:pt x="34" y="413"/>
                  </a:cubicBezTo>
                  <a:cubicBezTo>
                    <a:pt x="34" y="413"/>
                    <a:pt x="17" y="530"/>
                    <a:pt x="56" y="561"/>
                  </a:cubicBezTo>
                  <a:lnTo>
                    <a:pt x="57" y="560"/>
                  </a:lnTo>
                  <a:cubicBezTo>
                    <a:pt x="58" y="561"/>
                    <a:pt x="59" y="563"/>
                    <a:pt x="60" y="564"/>
                  </a:cubicBezTo>
                  <a:lnTo>
                    <a:pt x="120" y="564"/>
                  </a:lnTo>
                  <a:lnTo>
                    <a:pt x="159" y="539"/>
                  </a:lnTo>
                  <a:cubicBezTo>
                    <a:pt x="148" y="521"/>
                    <a:pt x="138" y="504"/>
                    <a:pt x="138" y="504"/>
                  </a:cubicBezTo>
                  <a:lnTo>
                    <a:pt x="74" y="504"/>
                  </a:lnTo>
                  <a:cubicBezTo>
                    <a:pt x="79" y="471"/>
                    <a:pt x="163" y="463"/>
                    <a:pt x="163" y="463"/>
                  </a:cubicBezTo>
                  <a:cubicBezTo>
                    <a:pt x="150" y="443"/>
                    <a:pt x="81" y="467"/>
                    <a:pt x="50" y="479"/>
                  </a:cubicBezTo>
                  <a:cubicBezTo>
                    <a:pt x="41" y="463"/>
                    <a:pt x="48" y="429"/>
                    <a:pt x="51" y="414"/>
                  </a:cubicBezTo>
                  <a:cubicBezTo>
                    <a:pt x="71" y="417"/>
                    <a:pt x="93" y="440"/>
                    <a:pt x="93" y="440"/>
                  </a:cubicBezTo>
                  <a:lnTo>
                    <a:pt x="53" y="371"/>
                  </a:lnTo>
                  <a:cubicBezTo>
                    <a:pt x="49" y="357"/>
                    <a:pt x="93" y="380"/>
                    <a:pt x="93" y="380"/>
                  </a:cubicBezTo>
                  <a:lnTo>
                    <a:pt x="51" y="339"/>
                  </a:lnTo>
                  <a:cubicBezTo>
                    <a:pt x="51" y="339"/>
                    <a:pt x="76" y="325"/>
                    <a:pt x="93" y="296"/>
                  </a:cubicBezTo>
                  <a:cubicBezTo>
                    <a:pt x="110" y="266"/>
                    <a:pt x="79" y="243"/>
                    <a:pt x="79" y="243"/>
                  </a:cubicBezTo>
                  <a:cubicBezTo>
                    <a:pt x="79" y="243"/>
                    <a:pt x="30" y="277"/>
                    <a:pt x="40" y="234"/>
                  </a:cubicBezTo>
                  <a:cubicBezTo>
                    <a:pt x="40" y="231"/>
                    <a:pt x="41" y="228"/>
                    <a:pt x="42" y="225"/>
                  </a:cubicBezTo>
                  <a:cubicBezTo>
                    <a:pt x="54" y="186"/>
                    <a:pt x="93" y="154"/>
                    <a:pt x="93" y="154"/>
                  </a:cubicBezTo>
                  <a:lnTo>
                    <a:pt x="37" y="154"/>
                  </a:lnTo>
                  <a:cubicBezTo>
                    <a:pt x="49" y="122"/>
                    <a:pt x="124" y="129"/>
                    <a:pt x="108" y="110"/>
                  </a:cubicBezTo>
                  <a:cubicBezTo>
                    <a:pt x="104" y="106"/>
                    <a:pt x="98" y="102"/>
                    <a:pt x="90" y="99"/>
                  </a:cubicBezTo>
                  <a:cubicBezTo>
                    <a:pt x="68" y="91"/>
                    <a:pt x="37" y="90"/>
                    <a:pt x="37" y="90"/>
                  </a:cubicBezTo>
                  <a:lnTo>
                    <a:pt x="74" y="81"/>
                  </a:lnTo>
                  <a:lnTo>
                    <a:pt x="40" y="57"/>
                  </a:lnTo>
                  <a:cubicBezTo>
                    <a:pt x="68" y="45"/>
                    <a:pt x="165" y="57"/>
                    <a:pt x="165" y="57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41"/>
            <p:cNvSpPr>
              <a:spLocks/>
            </p:cNvSpPr>
            <p:nvPr/>
          </p:nvSpPr>
          <p:spPr bwMode="auto">
            <a:xfrm>
              <a:off x="10380663" y="2678113"/>
              <a:ext cx="452438" cy="608012"/>
            </a:xfrm>
            <a:custGeom>
              <a:avLst/>
              <a:gdLst>
                <a:gd name="T0" fmla="*/ 187 w 314"/>
                <a:gd name="T1" fmla="*/ 4 h 422"/>
                <a:gd name="T2" fmla="*/ 60 w 314"/>
                <a:gd name="T3" fmla="*/ 4 h 422"/>
                <a:gd name="T4" fmla="*/ 7 w 314"/>
                <a:gd name="T5" fmla="*/ 146 h 422"/>
                <a:gd name="T6" fmla="*/ 9 w 314"/>
                <a:gd name="T7" fmla="*/ 267 h 422"/>
                <a:gd name="T8" fmla="*/ 18 w 314"/>
                <a:gd name="T9" fmla="*/ 349 h 422"/>
                <a:gd name="T10" fmla="*/ 46 w 314"/>
                <a:gd name="T11" fmla="*/ 422 h 422"/>
                <a:gd name="T12" fmla="*/ 104 w 314"/>
                <a:gd name="T13" fmla="*/ 337 h 422"/>
                <a:gd name="T14" fmla="*/ 62 w 314"/>
                <a:gd name="T15" fmla="*/ 353 h 422"/>
                <a:gd name="T16" fmla="*/ 89 w 314"/>
                <a:gd name="T17" fmla="*/ 209 h 422"/>
                <a:gd name="T18" fmla="*/ 104 w 314"/>
                <a:gd name="T19" fmla="*/ 99 h 422"/>
                <a:gd name="T20" fmla="*/ 236 w 314"/>
                <a:gd name="T21" fmla="*/ 99 h 422"/>
                <a:gd name="T22" fmla="*/ 288 w 314"/>
                <a:gd name="T23" fmla="*/ 119 h 422"/>
                <a:gd name="T24" fmla="*/ 293 w 314"/>
                <a:gd name="T25" fmla="*/ 107 h 422"/>
                <a:gd name="T26" fmla="*/ 314 w 314"/>
                <a:gd name="T27" fmla="*/ 24 h 422"/>
                <a:gd name="T28" fmla="*/ 187 w 314"/>
                <a:gd name="T29" fmla="*/ 4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4" h="422">
                  <a:moveTo>
                    <a:pt x="187" y="4"/>
                  </a:moveTo>
                  <a:cubicBezTo>
                    <a:pt x="179" y="0"/>
                    <a:pt x="60" y="4"/>
                    <a:pt x="60" y="4"/>
                  </a:cubicBezTo>
                  <a:cubicBezTo>
                    <a:pt x="60" y="4"/>
                    <a:pt x="0" y="119"/>
                    <a:pt x="7" y="146"/>
                  </a:cubicBezTo>
                  <a:cubicBezTo>
                    <a:pt x="13" y="173"/>
                    <a:pt x="15" y="250"/>
                    <a:pt x="9" y="267"/>
                  </a:cubicBezTo>
                  <a:cubicBezTo>
                    <a:pt x="2" y="285"/>
                    <a:pt x="18" y="349"/>
                    <a:pt x="18" y="349"/>
                  </a:cubicBezTo>
                  <a:cubicBezTo>
                    <a:pt x="18" y="349"/>
                    <a:pt x="44" y="391"/>
                    <a:pt x="46" y="422"/>
                  </a:cubicBezTo>
                  <a:cubicBezTo>
                    <a:pt x="79" y="388"/>
                    <a:pt x="104" y="337"/>
                    <a:pt x="104" y="337"/>
                  </a:cubicBezTo>
                  <a:cubicBezTo>
                    <a:pt x="91" y="346"/>
                    <a:pt x="62" y="353"/>
                    <a:pt x="62" y="353"/>
                  </a:cubicBezTo>
                  <a:cubicBezTo>
                    <a:pt x="65" y="321"/>
                    <a:pt x="89" y="209"/>
                    <a:pt x="89" y="209"/>
                  </a:cubicBezTo>
                  <a:cubicBezTo>
                    <a:pt x="89" y="209"/>
                    <a:pt x="202" y="129"/>
                    <a:pt x="104" y="99"/>
                  </a:cubicBezTo>
                  <a:cubicBezTo>
                    <a:pt x="114" y="60"/>
                    <a:pt x="236" y="99"/>
                    <a:pt x="236" y="99"/>
                  </a:cubicBezTo>
                  <a:lnTo>
                    <a:pt x="288" y="119"/>
                  </a:lnTo>
                  <a:cubicBezTo>
                    <a:pt x="290" y="113"/>
                    <a:pt x="292" y="109"/>
                    <a:pt x="293" y="107"/>
                  </a:cubicBezTo>
                  <a:cubicBezTo>
                    <a:pt x="302" y="96"/>
                    <a:pt x="314" y="24"/>
                    <a:pt x="314" y="24"/>
                  </a:cubicBezTo>
                  <a:cubicBezTo>
                    <a:pt x="314" y="24"/>
                    <a:pt x="195" y="8"/>
                    <a:pt x="187" y="4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42"/>
            <p:cNvSpPr>
              <a:spLocks/>
            </p:cNvSpPr>
            <p:nvPr/>
          </p:nvSpPr>
          <p:spPr bwMode="auto">
            <a:xfrm>
              <a:off x="10531476" y="2614613"/>
              <a:ext cx="339725" cy="120650"/>
            </a:xfrm>
            <a:custGeom>
              <a:avLst/>
              <a:gdLst>
                <a:gd name="T0" fmla="*/ 0 w 236"/>
                <a:gd name="T1" fmla="*/ 39 h 83"/>
                <a:gd name="T2" fmla="*/ 191 w 236"/>
                <a:gd name="T3" fmla="*/ 81 h 83"/>
                <a:gd name="T4" fmla="*/ 236 w 236"/>
                <a:gd name="T5" fmla="*/ 61 h 83"/>
                <a:gd name="T6" fmla="*/ 230 w 236"/>
                <a:gd name="T7" fmla="*/ 17 h 83"/>
                <a:gd name="T8" fmla="*/ 9 w 236"/>
                <a:gd name="T9" fmla="*/ 0 h 83"/>
                <a:gd name="T10" fmla="*/ 0 w 236"/>
                <a:gd name="T11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6" h="83">
                  <a:moveTo>
                    <a:pt x="0" y="39"/>
                  </a:moveTo>
                  <a:cubicBezTo>
                    <a:pt x="0" y="39"/>
                    <a:pt x="136" y="83"/>
                    <a:pt x="191" y="81"/>
                  </a:cubicBezTo>
                  <a:lnTo>
                    <a:pt x="236" y="61"/>
                  </a:lnTo>
                  <a:lnTo>
                    <a:pt x="230" y="17"/>
                  </a:lnTo>
                  <a:lnTo>
                    <a:pt x="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43"/>
            <p:cNvSpPr>
              <a:spLocks/>
            </p:cNvSpPr>
            <p:nvPr/>
          </p:nvSpPr>
          <p:spPr bwMode="auto">
            <a:xfrm>
              <a:off x="10555288" y="1828800"/>
              <a:ext cx="309563" cy="857250"/>
            </a:xfrm>
            <a:custGeom>
              <a:avLst/>
              <a:gdLst>
                <a:gd name="T0" fmla="*/ 2 w 215"/>
                <a:gd name="T1" fmla="*/ 534 h 596"/>
                <a:gd name="T2" fmla="*/ 71 w 215"/>
                <a:gd name="T3" fmla="*/ 586 h 596"/>
                <a:gd name="T4" fmla="*/ 215 w 215"/>
                <a:gd name="T5" fmla="*/ 576 h 596"/>
                <a:gd name="T6" fmla="*/ 193 w 215"/>
                <a:gd name="T7" fmla="*/ 388 h 596"/>
                <a:gd name="T8" fmla="*/ 204 w 215"/>
                <a:gd name="T9" fmla="*/ 267 h 596"/>
                <a:gd name="T10" fmla="*/ 149 w 215"/>
                <a:gd name="T11" fmla="*/ 111 h 596"/>
                <a:gd name="T12" fmla="*/ 141 w 215"/>
                <a:gd name="T13" fmla="*/ 32 h 596"/>
                <a:gd name="T14" fmla="*/ 123 w 215"/>
                <a:gd name="T15" fmla="*/ 79 h 596"/>
                <a:gd name="T16" fmla="*/ 25 w 215"/>
                <a:gd name="T17" fmla="*/ 0 h 596"/>
                <a:gd name="T18" fmla="*/ 2 w 215"/>
                <a:gd name="T19" fmla="*/ 28 h 596"/>
                <a:gd name="T20" fmla="*/ 2 w 215"/>
                <a:gd name="T21" fmla="*/ 534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5" h="596">
                  <a:moveTo>
                    <a:pt x="2" y="534"/>
                  </a:move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193" y="388"/>
                  </a:lnTo>
                  <a:cubicBezTo>
                    <a:pt x="193" y="388"/>
                    <a:pt x="208" y="305"/>
                    <a:pt x="204" y="267"/>
                  </a:cubicBezTo>
                  <a:cubicBezTo>
                    <a:pt x="200" y="228"/>
                    <a:pt x="149" y="111"/>
                    <a:pt x="149" y="111"/>
                  </a:cubicBezTo>
                  <a:cubicBezTo>
                    <a:pt x="149" y="111"/>
                    <a:pt x="161" y="54"/>
                    <a:pt x="141" y="32"/>
                  </a:cubicBezTo>
                  <a:lnTo>
                    <a:pt x="123" y="79"/>
                  </a:lnTo>
                  <a:cubicBezTo>
                    <a:pt x="123" y="79"/>
                    <a:pt x="103" y="79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lose/>
                </a:path>
              </a:pathLst>
            </a:custGeom>
            <a:solidFill>
              <a:srgbClr val="D8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44"/>
            <p:cNvSpPr>
              <a:spLocks/>
            </p:cNvSpPr>
            <p:nvPr/>
          </p:nvSpPr>
          <p:spPr bwMode="auto">
            <a:xfrm>
              <a:off x="10555288" y="1828800"/>
              <a:ext cx="309563" cy="857250"/>
            </a:xfrm>
            <a:custGeom>
              <a:avLst/>
              <a:gdLst>
                <a:gd name="T0" fmla="*/ 149 w 215"/>
                <a:gd name="T1" fmla="*/ 578 h 596"/>
                <a:gd name="T2" fmla="*/ 39 w 215"/>
                <a:gd name="T3" fmla="*/ 509 h 596"/>
                <a:gd name="T4" fmla="*/ 45 w 215"/>
                <a:gd name="T5" fmla="*/ 470 h 596"/>
                <a:gd name="T6" fmla="*/ 149 w 215"/>
                <a:gd name="T7" fmla="*/ 530 h 596"/>
                <a:gd name="T8" fmla="*/ 47 w 215"/>
                <a:gd name="T9" fmla="*/ 372 h 596"/>
                <a:gd name="T10" fmla="*/ 32 w 215"/>
                <a:gd name="T11" fmla="*/ 79 h 596"/>
                <a:gd name="T12" fmla="*/ 78 w 215"/>
                <a:gd name="T13" fmla="*/ 121 h 596"/>
                <a:gd name="T14" fmla="*/ 47 w 215"/>
                <a:gd name="T15" fmla="*/ 69 h 596"/>
                <a:gd name="T16" fmla="*/ 96 w 215"/>
                <a:gd name="T17" fmla="*/ 63 h 596"/>
                <a:gd name="T18" fmla="*/ 25 w 215"/>
                <a:gd name="T19" fmla="*/ 0 h 596"/>
                <a:gd name="T20" fmla="*/ 2 w 215"/>
                <a:gd name="T21" fmla="*/ 28 h 596"/>
                <a:gd name="T22" fmla="*/ 2 w 215"/>
                <a:gd name="T23" fmla="*/ 534 h 596"/>
                <a:gd name="T24" fmla="*/ 71 w 215"/>
                <a:gd name="T25" fmla="*/ 586 h 596"/>
                <a:gd name="T26" fmla="*/ 215 w 215"/>
                <a:gd name="T27" fmla="*/ 576 h 596"/>
                <a:gd name="T28" fmla="*/ 215 w 215"/>
                <a:gd name="T29" fmla="*/ 575 h 596"/>
                <a:gd name="T30" fmla="*/ 149 w 215"/>
                <a:gd name="T31" fmla="*/ 578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5" h="596">
                  <a:moveTo>
                    <a:pt x="149" y="578"/>
                  </a:moveTo>
                  <a:cubicBezTo>
                    <a:pt x="66" y="574"/>
                    <a:pt x="39" y="509"/>
                    <a:pt x="39" y="509"/>
                  </a:cubicBezTo>
                  <a:cubicBezTo>
                    <a:pt x="39" y="509"/>
                    <a:pt x="17" y="470"/>
                    <a:pt x="45" y="470"/>
                  </a:cubicBezTo>
                  <a:cubicBezTo>
                    <a:pt x="73" y="471"/>
                    <a:pt x="149" y="530"/>
                    <a:pt x="149" y="530"/>
                  </a:cubicBezTo>
                  <a:cubicBezTo>
                    <a:pt x="130" y="485"/>
                    <a:pt x="83" y="428"/>
                    <a:pt x="47" y="372"/>
                  </a:cubicBezTo>
                  <a:cubicBezTo>
                    <a:pt x="11" y="315"/>
                    <a:pt x="32" y="79"/>
                    <a:pt x="32" y="79"/>
                  </a:cubicBezTo>
                  <a:lnTo>
                    <a:pt x="78" y="121"/>
                  </a:lnTo>
                  <a:lnTo>
                    <a:pt x="47" y="69"/>
                  </a:lnTo>
                  <a:cubicBezTo>
                    <a:pt x="72" y="84"/>
                    <a:pt x="87" y="77"/>
                    <a:pt x="96" y="63"/>
                  </a:cubicBezTo>
                  <a:cubicBezTo>
                    <a:pt x="80" y="52"/>
                    <a:pt x="58" y="33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215" y="575"/>
                  </a:lnTo>
                  <a:cubicBezTo>
                    <a:pt x="192" y="577"/>
                    <a:pt x="169" y="578"/>
                    <a:pt x="149" y="578"/>
                  </a:cubicBezTo>
                  <a:close/>
                </a:path>
              </a:pathLst>
            </a:custGeom>
            <a:solidFill>
              <a:srgbClr val="AFB0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45"/>
            <p:cNvSpPr>
              <a:spLocks/>
            </p:cNvSpPr>
            <p:nvPr/>
          </p:nvSpPr>
          <p:spPr bwMode="auto">
            <a:xfrm>
              <a:off x="10256838" y="1855788"/>
              <a:ext cx="457200" cy="1096962"/>
            </a:xfrm>
            <a:custGeom>
              <a:avLst/>
              <a:gdLst>
                <a:gd name="T0" fmla="*/ 0 w 318"/>
                <a:gd name="T1" fmla="*/ 730 h 763"/>
                <a:gd name="T2" fmla="*/ 116 w 318"/>
                <a:gd name="T3" fmla="*/ 763 h 763"/>
                <a:gd name="T4" fmla="*/ 263 w 318"/>
                <a:gd name="T5" fmla="*/ 490 h 763"/>
                <a:gd name="T6" fmla="*/ 309 w 318"/>
                <a:gd name="T7" fmla="*/ 362 h 763"/>
                <a:gd name="T8" fmla="*/ 203 w 318"/>
                <a:gd name="T9" fmla="*/ 0 h 763"/>
                <a:gd name="T10" fmla="*/ 116 w 318"/>
                <a:gd name="T11" fmla="*/ 48 h 763"/>
                <a:gd name="T12" fmla="*/ 118 w 318"/>
                <a:gd name="T13" fmla="*/ 238 h 763"/>
                <a:gd name="T14" fmla="*/ 0 w 318"/>
                <a:gd name="T15" fmla="*/ 730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8" h="763">
                  <a:moveTo>
                    <a:pt x="0" y="730"/>
                  </a:moveTo>
                  <a:lnTo>
                    <a:pt x="116" y="763"/>
                  </a:lnTo>
                  <a:cubicBezTo>
                    <a:pt x="116" y="763"/>
                    <a:pt x="251" y="503"/>
                    <a:pt x="263" y="490"/>
                  </a:cubicBezTo>
                  <a:cubicBezTo>
                    <a:pt x="275" y="476"/>
                    <a:pt x="318" y="439"/>
                    <a:pt x="309" y="362"/>
                  </a:cubicBezTo>
                  <a:cubicBezTo>
                    <a:pt x="301" y="285"/>
                    <a:pt x="292" y="104"/>
                    <a:pt x="203" y="0"/>
                  </a:cubicBezTo>
                  <a:cubicBezTo>
                    <a:pt x="203" y="0"/>
                    <a:pt x="166" y="51"/>
                    <a:pt x="116" y="48"/>
                  </a:cubicBezTo>
                  <a:lnTo>
                    <a:pt x="118" y="238"/>
                  </a:lnTo>
                  <a:cubicBezTo>
                    <a:pt x="118" y="238"/>
                    <a:pt x="92" y="554"/>
                    <a:pt x="0" y="730"/>
                  </a:cubicBezTo>
                  <a:close/>
                </a:path>
              </a:pathLst>
            </a:custGeom>
            <a:solidFill>
              <a:srgbClr val="383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46"/>
            <p:cNvSpPr>
              <a:spLocks/>
            </p:cNvSpPr>
            <p:nvPr/>
          </p:nvSpPr>
          <p:spPr bwMode="auto">
            <a:xfrm>
              <a:off x="10687051" y="1941513"/>
              <a:ext cx="184150" cy="730250"/>
            </a:xfrm>
            <a:custGeom>
              <a:avLst/>
              <a:gdLst>
                <a:gd name="T0" fmla="*/ 68 w 127"/>
                <a:gd name="T1" fmla="*/ 472 h 507"/>
                <a:gd name="T2" fmla="*/ 101 w 127"/>
                <a:gd name="T3" fmla="*/ 507 h 507"/>
                <a:gd name="T4" fmla="*/ 127 w 127"/>
                <a:gd name="T5" fmla="*/ 478 h 507"/>
                <a:gd name="T6" fmla="*/ 98 w 127"/>
                <a:gd name="T7" fmla="*/ 218 h 507"/>
                <a:gd name="T8" fmla="*/ 43 w 127"/>
                <a:gd name="T9" fmla="*/ 53 h 507"/>
                <a:gd name="T10" fmla="*/ 31 w 127"/>
                <a:gd name="T11" fmla="*/ 0 h 507"/>
                <a:gd name="T12" fmla="*/ 0 w 127"/>
                <a:gd name="T13" fmla="*/ 32 h 507"/>
                <a:gd name="T14" fmla="*/ 14 w 127"/>
                <a:gd name="T15" fmla="*/ 59 h 507"/>
                <a:gd name="T16" fmla="*/ 41 w 127"/>
                <a:gd name="T17" fmla="*/ 184 h 507"/>
                <a:gd name="T18" fmla="*/ 68 w 127"/>
                <a:gd name="T19" fmla="*/ 47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507">
                  <a:moveTo>
                    <a:pt x="68" y="472"/>
                  </a:moveTo>
                  <a:lnTo>
                    <a:pt x="101" y="507"/>
                  </a:lnTo>
                  <a:lnTo>
                    <a:pt x="127" y="478"/>
                  </a:lnTo>
                  <a:cubicBezTo>
                    <a:pt x="127" y="478"/>
                    <a:pt x="107" y="272"/>
                    <a:pt x="98" y="218"/>
                  </a:cubicBezTo>
                  <a:cubicBezTo>
                    <a:pt x="88" y="164"/>
                    <a:pt x="43" y="53"/>
                    <a:pt x="43" y="53"/>
                  </a:cubicBezTo>
                  <a:cubicBezTo>
                    <a:pt x="43" y="53"/>
                    <a:pt x="61" y="22"/>
                    <a:pt x="31" y="0"/>
                  </a:cubicBezTo>
                  <a:cubicBezTo>
                    <a:pt x="31" y="0"/>
                    <a:pt x="6" y="5"/>
                    <a:pt x="0" y="32"/>
                  </a:cubicBezTo>
                  <a:lnTo>
                    <a:pt x="14" y="59"/>
                  </a:lnTo>
                  <a:cubicBezTo>
                    <a:pt x="14" y="59"/>
                    <a:pt x="36" y="146"/>
                    <a:pt x="41" y="184"/>
                  </a:cubicBezTo>
                  <a:cubicBezTo>
                    <a:pt x="46" y="223"/>
                    <a:pt x="48" y="451"/>
                    <a:pt x="68" y="472"/>
                  </a:cubicBezTo>
                  <a:close/>
                </a:path>
              </a:pathLst>
            </a:custGeom>
            <a:solidFill>
              <a:srgbClr val="9D3D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47"/>
            <p:cNvSpPr>
              <a:spLocks/>
            </p:cNvSpPr>
            <p:nvPr/>
          </p:nvSpPr>
          <p:spPr bwMode="auto">
            <a:xfrm>
              <a:off x="10871201" y="2209800"/>
              <a:ext cx="412750" cy="296862"/>
            </a:xfrm>
            <a:custGeom>
              <a:avLst/>
              <a:gdLst>
                <a:gd name="T0" fmla="*/ 277 w 287"/>
                <a:gd name="T1" fmla="*/ 151 h 206"/>
                <a:gd name="T2" fmla="*/ 239 w 287"/>
                <a:gd name="T3" fmla="*/ 54 h 206"/>
                <a:gd name="T4" fmla="*/ 154 w 287"/>
                <a:gd name="T5" fmla="*/ 76 h 206"/>
                <a:gd name="T6" fmla="*/ 127 w 287"/>
                <a:gd name="T7" fmla="*/ 90 h 206"/>
                <a:gd name="T8" fmla="*/ 87 w 287"/>
                <a:gd name="T9" fmla="*/ 90 h 206"/>
                <a:gd name="T10" fmla="*/ 50 w 287"/>
                <a:gd name="T11" fmla="*/ 90 h 206"/>
                <a:gd name="T12" fmla="*/ 37 w 287"/>
                <a:gd name="T13" fmla="*/ 77 h 206"/>
                <a:gd name="T14" fmla="*/ 12 w 287"/>
                <a:gd name="T15" fmla="*/ 0 h 206"/>
                <a:gd name="T16" fmla="*/ 0 w 287"/>
                <a:gd name="T17" fmla="*/ 175 h 206"/>
                <a:gd name="T18" fmla="*/ 6 w 287"/>
                <a:gd name="T19" fmla="*/ 205 h 206"/>
                <a:gd name="T20" fmla="*/ 122 w 287"/>
                <a:gd name="T21" fmla="*/ 192 h 206"/>
                <a:gd name="T22" fmla="*/ 277 w 287"/>
                <a:gd name="T23" fmla="*/ 15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7" h="206">
                  <a:moveTo>
                    <a:pt x="277" y="151"/>
                  </a:moveTo>
                  <a:cubicBezTo>
                    <a:pt x="277" y="151"/>
                    <a:pt x="287" y="89"/>
                    <a:pt x="239" y="54"/>
                  </a:cubicBezTo>
                  <a:cubicBezTo>
                    <a:pt x="239" y="54"/>
                    <a:pt x="158" y="69"/>
                    <a:pt x="154" y="76"/>
                  </a:cubicBezTo>
                  <a:cubicBezTo>
                    <a:pt x="151" y="82"/>
                    <a:pt x="127" y="90"/>
                    <a:pt x="127" y="90"/>
                  </a:cubicBezTo>
                  <a:cubicBezTo>
                    <a:pt x="127" y="90"/>
                    <a:pt x="92" y="88"/>
                    <a:pt x="87" y="90"/>
                  </a:cubicBezTo>
                  <a:cubicBezTo>
                    <a:pt x="82" y="92"/>
                    <a:pt x="58" y="76"/>
                    <a:pt x="50" y="90"/>
                  </a:cubicBezTo>
                  <a:lnTo>
                    <a:pt x="37" y="77"/>
                  </a:lnTo>
                  <a:cubicBezTo>
                    <a:pt x="37" y="77"/>
                    <a:pt x="42" y="34"/>
                    <a:pt x="12" y="0"/>
                  </a:cubicBezTo>
                  <a:lnTo>
                    <a:pt x="0" y="175"/>
                  </a:lnTo>
                  <a:lnTo>
                    <a:pt x="6" y="205"/>
                  </a:lnTo>
                  <a:cubicBezTo>
                    <a:pt x="6" y="205"/>
                    <a:pt x="95" y="206"/>
                    <a:pt x="122" y="192"/>
                  </a:cubicBezTo>
                  <a:cubicBezTo>
                    <a:pt x="149" y="178"/>
                    <a:pt x="260" y="165"/>
                    <a:pt x="277" y="151"/>
                  </a:cubicBezTo>
                  <a:close/>
                </a:path>
              </a:pathLst>
            </a:custGeom>
            <a:solidFill>
              <a:srgbClr val="383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48"/>
            <p:cNvSpPr>
              <a:spLocks/>
            </p:cNvSpPr>
            <p:nvPr/>
          </p:nvSpPr>
          <p:spPr bwMode="auto">
            <a:xfrm>
              <a:off x="10910888" y="2284413"/>
              <a:ext cx="357188" cy="190500"/>
            </a:xfrm>
            <a:custGeom>
              <a:avLst/>
              <a:gdLst>
                <a:gd name="T0" fmla="*/ 211 w 248"/>
                <a:gd name="T1" fmla="*/ 2 h 133"/>
                <a:gd name="T2" fmla="*/ 126 w 248"/>
                <a:gd name="T3" fmla="*/ 24 h 133"/>
                <a:gd name="T4" fmla="*/ 99 w 248"/>
                <a:gd name="T5" fmla="*/ 38 h 133"/>
                <a:gd name="T6" fmla="*/ 59 w 248"/>
                <a:gd name="T7" fmla="*/ 38 h 133"/>
                <a:gd name="T8" fmla="*/ 31 w 248"/>
                <a:gd name="T9" fmla="*/ 33 h 133"/>
                <a:gd name="T10" fmla="*/ 14 w 248"/>
                <a:gd name="T11" fmla="*/ 69 h 133"/>
                <a:gd name="T12" fmla="*/ 37 w 248"/>
                <a:gd name="T13" fmla="*/ 64 h 133"/>
                <a:gd name="T14" fmla="*/ 0 w 248"/>
                <a:gd name="T15" fmla="*/ 133 h 133"/>
                <a:gd name="T16" fmla="*/ 59 w 248"/>
                <a:gd name="T17" fmla="*/ 67 h 133"/>
                <a:gd name="T18" fmla="*/ 111 w 248"/>
                <a:gd name="T19" fmla="*/ 51 h 133"/>
                <a:gd name="T20" fmla="*/ 83 w 248"/>
                <a:gd name="T21" fmla="*/ 114 h 133"/>
                <a:gd name="T22" fmla="*/ 162 w 248"/>
                <a:gd name="T23" fmla="*/ 38 h 133"/>
                <a:gd name="T24" fmla="*/ 199 w 248"/>
                <a:gd name="T25" fmla="*/ 51 h 133"/>
                <a:gd name="T26" fmla="*/ 242 w 248"/>
                <a:gd name="T27" fmla="*/ 67 h 133"/>
                <a:gd name="T28" fmla="*/ 248 w 248"/>
                <a:gd name="T29" fmla="*/ 66 h 133"/>
                <a:gd name="T30" fmla="*/ 211 w 248"/>
                <a:gd name="T31" fmla="*/ 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8" h="133">
                  <a:moveTo>
                    <a:pt x="211" y="2"/>
                  </a:moveTo>
                  <a:cubicBezTo>
                    <a:pt x="211" y="2"/>
                    <a:pt x="130" y="17"/>
                    <a:pt x="126" y="24"/>
                  </a:cubicBezTo>
                  <a:cubicBezTo>
                    <a:pt x="123" y="30"/>
                    <a:pt x="99" y="38"/>
                    <a:pt x="99" y="38"/>
                  </a:cubicBezTo>
                  <a:cubicBezTo>
                    <a:pt x="99" y="38"/>
                    <a:pt x="64" y="36"/>
                    <a:pt x="59" y="38"/>
                  </a:cubicBezTo>
                  <a:cubicBezTo>
                    <a:pt x="55" y="40"/>
                    <a:pt x="42" y="31"/>
                    <a:pt x="31" y="33"/>
                  </a:cubicBezTo>
                  <a:cubicBezTo>
                    <a:pt x="27" y="47"/>
                    <a:pt x="22" y="63"/>
                    <a:pt x="14" y="69"/>
                  </a:cubicBezTo>
                  <a:lnTo>
                    <a:pt x="37" y="64"/>
                  </a:lnTo>
                  <a:cubicBezTo>
                    <a:pt x="37" y="64"/>
                    <a:pt x="11" y="123"/>
                    <a:pt x="0" y="133"/>
                  </a:cubicBezTo>
                  <a:cubicBezTo>
                    <a:pt x="0" y="133"/>
                    <a:pt x="59" y="96"/>
                    <a:pt x="59" y="67"/>
                  </a:cubicBezTo>
                  <a:cubicBezTo>
                    <a:pt x="59" y="38"/>
                    <a:pt x="111" y="51"/>
                    <a:pt x="111" y="51"/>
                  </a:cubicBezTo>
                  <a:cubicBezTo>
                    <a:pt x="111" y="51"/>
                    <a:pt x="142" y="77"/>
                    <a:pt x="83" y="114"/>
                  </a:cubicBezTo>
                  <a:cubicBezTo>
                    <a:pt x="83" y="114"/>
                    <a:pt x="146" y="76"/>
                    <a:pt x="162" y="38"/>
                  </a:cubicBezTo>
                  <a:cubicBezTo>
                    <a:pt x="177" y="0"/>
                    <a:pt x="199" y="51"/>
                    <a:pt x="199" y="51"/>
                  </a:cubicBezTo>
                  <a:cubicBezTo>
                    <a:pt x="199" y="51"/>
                    <a:pt x="242" y="67"/>
                    <a:pt x="242" y="67"/>
                  </a:cubicBezTo>
                  <a:lnTo>
                    <a:pt x="248" y="66"/>
                  </a:lnTo>
                  <a:cubicBezTo>
                    <a:pt x="245" y="46"/>
                    <a:pt x="236" y="20"/>
                    <a:pt x="211" y="2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49"/>
            <p:cNvSpPr>
              <a:spLocks/>
            </p:cNvSpPr>
            <p:nvPr/>
          </p:nvSpPr>
          <p:spPr bwMode="auto">
            <a:xfrm>
              <a:off x="10520363" y="1876425"/>
              <a:ext cx="173038" cy="774700"/>
            </a:xfrm>
            <a:custGeom>
              <a:avLst/>
              <a:gdLst>
                <a:gd name="T0" fmla="*/ 43 w 120"/>
                <a:gd name="T1" fmla="*/ 538 h 538"/>
                <a:gd name="T2" fmla="*/ 79 w 120"/>
                <a:gd name="T3" fmla="*/ 475 h 538"/>
                <a:gd name="T4" fmla="*/ 114 w 120"/>
                <a:gd name="T5" fmla="*/ 427 h 538"/>
                <a:gd name="T6" fmla="*/ 116 w 120"/>
                <a:gd name="T7" fmla="*/ 334 h 538"/>
                <a:gd name="T8" fmla="*/ 16 w 120"/>
                <a:gd name="T9" fmla="*/ 77 h 538"/>
                <a:gd name="T10" fmla="*/ 26 w 120"/>
                <a:gd name="T11" fmla="*/ 60 h 538"/>
                <a:gd name="T12" fmla="*/ 6 w 120"/>
                <a:gd name="T13" fmla="*/ 0 h 538"/>
                <a:gd name="T14" fmla="*/ 0 w 120"/>
                <a:gd name="T15" fmla="*/ 5 h 538"/>
                <a:gd name="T16" fmla="*/ 7 w 120"/>
                <a:gd name="T17" fmla="*/ 55 h 538"/>
                <a:gd name="T18" fmla="*/ 7 w 120"/>
                <a:gd name="T19" fmla="*/ 77 h 538"/>
                <a:gd name="T20" fmla="*/ 103 w 120"/>
                <a:gd name="T21" fmla="*/ 338 h 538"/>
                <a:gd name="T22" fmla="*/ 63 w 120"/>
                <a:gd name="T23" fmla="*/ 461 h 538"/>
                <a:gd name="T24" fmla="*/ 43 w 120"/>
                <a:gd name="T25" fmla="*/ 538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538">
                  <a:moveTo>
                    <a:pt x="43" y="538"/>
                  </a:moveTo>
                  <a:cubicBezTo>
                    <a:pt x="61" y="504"/>
                    <a:pt x="76" y="479"/>
                    <a:pt x="79" y="475"/>
                  </a:cubicBezTo>
                  <a:cubicBezTo>
                    <a:pt x="86" y="467"/>
                    <a:pt x="102" y="452"/>
                    <a:pt x="114" y="427"/>
                  </a:cubicBezTo>
                  <a:cubicBezTo>
                    <a:pt x="118" y="389"/>
                    <a:pt x="120" y="350"/>
                    <a:pt x="116" y="334"/>
                  </a:cubicBezTo>
                  <a:cubicBezTo>
                    <a:pt x="106" y="297"/>
                    <a:pt x="16" y="77"/>
                    <a:pt x="16" y="77"/>
                  </a:cubicBezTo>
                  <a:lnTo>
                    <a:pt x="26" y="60"/>
                  </a:lnTo>
                  <a:lnTo>
                    <a:pt x="6" y="0"/>
                  </a:lnTo>
                  <a:cubicBezTo>
                    <a:pt x="4" y="2"/>
                    <a:pt x="2" y="3"/>
                    <a:pt x="0" y="5"/>
                  </a:cubicBezTo>
                  <a:lnTo>
                    <a:pt x="7" y="55"/>
                  </a:lnTo>
                  <a:lnTo>
                    <a:pt x="7" y="77"/>
                  </a:lnTo>
                  <a:cubicBezTo>
                    <a:pt x="7" y="77"/>
                    <a:pt x="95" y="313"/>
                    <a:pt x="103" y="338"/>
                  </a:cubicBezTo>
                  <a:cubicBezTo>
                    <a:pt x="112" y="362"/>
                    <a:pt x="76" y="437"/>
                    <a:pt x="63" y="461"/>
                  </a:cubicBezTo>
                  <a:cubicBezTo>
                    <a:pt x="56" y="474"/>
                    <a:pt x="49" y="509"/>
                    <a:pt x="43" y="538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50"/>
            <p:cNvSpPr>
              <a:spLocks/>
            </p:cNvSpPr>
            <p:nvPr/>
          </p:nvSpPr>
          <p:spPr bwMode="auto">
            <a:xfrm>
              <a:off x="10379076" y="1941513"/>
              <a:ext cx="198438" cy="841375"/>
            </a:xfrm>
            <a:custGeom>
              <a:avLst/>
              <a:gdLst>
                <a:gd name="T0" fmla="*/ 99 w 138"/>
                <a:gd name="T1" fmla="*/ 122 h 585"/>
                <a:gd name="T2" fmla="*/ 138 w 138"/>
                <a:gd name="T3" fmla="*/ 154 h 585"/>
                <a:gd name="T4" fmla="*/ 58 w 138"/>
                <a:gd name="T5" fmla="*/ 42 h 585"/>
                <a:gd name="T6" fmla="*/ 31 w 138"/>
                <a:gd name="T7" fmla="*/ 0 h 585"/>
                <a:gd name="T8" fmla="*/ 32 w 138"/>
                <a:gd name="T9" fmla="*/ 178 h 585"/>
                <a:gd name="T10" fmla="*/ 0 w 138"/>
                <a:gd name="T11" fmla="*/ 402 h 585"/>
                <a:gd name="T12" fmla="*/ 29 w 138"/>
                <a:gd name="T13" fmla="*/ 462 h 585"/>
                <a:gd name="T14" fmla="*/ 93 w 138"/>
                <a:gd name="T15" fmla="*/ 585 h 585"/>
                <a:gd name="T16" fmla="*/ 127 w 138"/>
                <a:gd name="T17" fmla="*/ 522 h 585"/>
                <a:gd name="T18" fmla="*/ 85 w 138"/>
                <a:gd name="T19" fmla="*/ 391 h 585"/>
                <a:gd name="T20" fmla="*/ 118 w 138"/>
                <a:gd name="T21" fmla="*/ 391 h 585"/>
                <a:gd name="T22" fmla="*/ 85 w 138"/>
                <a:gd name="T23" fmla="*/ 371 h 585"/>
                <a:gd name="T24" fmla="*/ 78 w 138"/>
                <a:gd name="T25" fmla="*/ 289 h 585"/>
                <a:gd name="T26" fmla="*/ 88 w 138"/>
                <a:gd name="T27" fmla="*/ 240 h 585"/>
                <a:gd name="T28" fmla="*/ 99 w 138"/>
                <a:gd name="T29" fmla="*/ 186 h 585"/>
                <a:gd name="T30" fmla="*/ 99 w 138"/>
                <a:gd name="T31" fmla="*/ 122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8" h="585">
                  <a:moveTo>
                    <a:pt x="99" y="122"/>
                  </a:moveTo>
                  <a:lnTo>
                    <a:pt x="138" y="154"/>
                  </a:lnTo>
                  <a:cubicBezTo>
                    <a:pt x="138" y="154"/>
                    <a:pt x="67" y="65"/>
                    <a:pt x="58" y="42"/>
                  </a:cubicBezTo>
                  <a:cubicBezTo>
                    <a:pt x="53" y="30"/>
                    <a:pt x="42" y="14"/>
                    <a:pt x="31" y="0"/>
                  </a:cubicBezTo>
                  <a:lnTo>
                    <a:pt x="32" y="178"/>
                  </a:lnTo>
                  <a:cubicBezTo>
                    <a:pt x="32" y="178"/>
                    <a:pt x="24" y="281"/>
                    <a:pt x="0" y="402"/>
                  </a:cubicBezTo>
                  <a:lnTo>
                    <a:pt x="29" y="462"/>
                  </a:lnTo>
                  <a:lnTo>
                    <a:pt x="93" y="585"/>
                  </a:lnTo>
                  <a:cubicBezTo>
                    <a:pt x="104" y="564"/>
                    <a:pt x="116" y="542"/>
                    <a:pt x="127" y="522"/>
                  </a:cubicBezTo>
                  <a:cubicBezTo>
                    <a:pt x="111" y="475"/>
                    <a:pt x="85" y="398"/>
                    <a:pt x="85" y="391"/>
                  </a:cubicBezTo>
                  <a:cubicBezTo>
                    <a:pt x="85" y="383"/>
                    <a:pt x="105" y="383"/>
                    <a:pt x="118" y="391"/>
                  </a:cubicBezTo>
                  <a:lnTo>
                    <a:pt x="85" y="371"/>
                  </a:lnTo>
                  <a:lnTo>
                    <a:pt x="78" y="289"/>
                  </a:lnTo>
                  <a:cubicBezTo>
                    <a:pt x="78" y="289"/>
                    <a:pt x="90" y="261"/>
                    <a:pt x="88" y="240"/>
                  </a:cubicBezTo>
                  <a:cubicBezTo>
                    <a:pt x="86" y="218"/>
                    <a:pt x="99" y="186"/>
                    <a:pt x="99" y="186"/>
                  </a:cubicBezTo>
                  <a:lnTo>
                    <a:pt x="99" y="122"/>
                  </a:ln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51"/>
            <p:cNvSpPr>
              <a:spLocks/>
            </p:cNvSpPr>
            <p:nvPr/>
          </p:nvSpPr>
          <p:spPr bwMode="auto">
            <a:xfrm>
              <a:off x="10453688" y="1912938"/>
              <a:ext cx="77788" cy="134937"/>
            </a:xfrm>
            <a:custGeom>
              <a:avLst/>
              <a:gdLst>
                <a:gd name="T0" fmla="*/ 54 w 54"/>
                <a:gd name="T1" fmla="*/ 94 h 94"/>
                <a:gd name="T2" fmla="*/ 18 w 54"/>
                <a:gd name="T3" fmla="*/ 0 h 94"/>
                <a:gd name="T4" fmla="*/ 0 w 54"/>
                <a:gd name="T5" fmla="*/ 6 h 94"/>
                <a:gd name="T6" fmla="*/ 54 w 54"/>
                <a:gd name="T7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94">
                  <a:moveTo>
                    <a:pt x="54" y="94"/>
                  </a:moveTo>
                  <a:lnTo>
                    <a:pt x="18" y="0"/>
                  </a:lnTo>
                  <a:cubicBezTo>
                    <a:pt x="12" y="3"/>
                    <a:pt x="6" y="5"/>
                    <a:pt x="0" y="6"/>
                  </a:cubicBezTo>
                  <a:cubicBezTo>
                    <a:pt x="14" y="21"/>
                    <a:pt x="32" y="48"/>
                    <a:pt x="54" y="94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52"/>
            <p:cNvSpPr>
              <a:spLocks/>
            </p:cNvSpPr>
            <p:nvPr/>
          </p:nvSpPr>
          <p:spPr bwMode="auto">
            <a:xfrm>
              <a:off x="10467976" y="2744788"/>
              <a:ext cx="123825" cy="214312"/>
            </a:xfrm>
            <a:custGeom>
              <a:avLst/>
              <a:gdLst>
                <a:gd name="T0" fmla="*/ 4 w 86"/>
                <a:gd name="T1" fmla="*/ 46 h 149"/>
                <a:gd name="T2" fmla="*/ 15 w 86"/>
                <a:gd name="T3" fmla="*/ 115 h 149"/>
                <a:gd name="T4" fmla="*/ 15 w 86"/>
                <a:gd name="T5" fmla="*/ 149 h 149"/>
                <a:gd name="T6" fmla="*/ 86 w 86"/>
                <a:gd name="T7" fmla="*/ 88 h 149"/>
                <a:gd name="T8" fmla="*/ 59 w 86"/>
                <a:gd name="T9" fmla="*/ 24 h 149"/>
                <a:gd name="T10" fmla="*/ 4 w 86"/>
                <a:gd name="T11" fmla="*/ 46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149">
                  <a:moveTo>
                    <a:pt x="4" y="46"/>
                  </a:moveTo>
                  <a:cubicBezTo>
                    <a:pt x="0" y="52"/>
                    <a:pt x="2" y="110"/>
                    <a:pt x="15" y="115"/>
                  </a:cubicBezTo>
                  <a:lnTo>
                    <a:pt x="15" y="149"/>
                  </a:lnTo>
                  <a:lnTo>
                    <a:pt x="86" y="88"/>
                  </a:lnTo>
                  <a:cubicBezTo>
                    <a:pt x="86" y="88"/>
                    <a:pt x="77" y="48"/>
                    <a:pt x="59" y="24"/>
                  </a:cubicBezTo>
                  <a:cubicBezTo>
                    <a:pt x="42" y="0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EAAD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53"/>
            <p:cNvSpPr>
              <a:spLocks/>
            </p:cNvSpPr>
            <p:nvPr/>
          </p:nvSpPr>
          <p:spPr bwMode="auto">
            <a:xfrm>
              <a:off x="10277476" y="1924050"/>
              <a:ext cx="280988" cy="928687"/>
            </a:xfrm>
            <a:custGeom>
              <a:avLst/>
              <a:gdLst>
                <a:gd name="T0" fmla="*/ 109 w 195"/>
                <a:gd name="T1" fmla="*/ 645 h 645"/>
                <a:gd name="T2" fmla="*/ 195 w 195"/>
                <a:gd name="T3" fmla="*/ 587 h 645"/>
                <a:gd name="T4" fmla="*/ 134 w 195"/>
                <a:gd name="T5" fmla="*/ 383 h 645"/>
                <a:gd name="T6" fmla="*/ 140 w 195"/>
                <a:gd name="T7" fmla="*/ 243 h 645"/>
                <a:gd name="T8" fmla="*/ 169 w 195"/>
                <a:gd name="T9" fmla="*/ 134 h 645"/>
                <a:gd name="T10" fmla="*/ 101 w 195"/>
                <a:gd name="T11" fmla="*/ 0 h 645"/>
                <a:gd name="T12" fmla="*/ 50 w 195"/>
                <a:gd name="T13" fmla="*/ 25 h 645"/>
                <a:gd name="T14" fmla="*/ 40 w 195"/>
                <a:gd name="T15" fmla="*/ 39 h 645"/>
                <a:gd name="T16" fmla="*/ 19 w 195"/>
                <a:gd name="T17" fmla="*/ 92 h 645"/>
                <a:gd name="T18" fmla="*/ 19 w 195"/>
                <a:gd name="T19" fmla="*/ 157 h 645"/>
                <a:gd name="T20" fmla="*/ 5 w 195"/>
                <a:gd name="T21" fmla="*/ 173 h 645"/>
                <a:gd name="T22" fmla="*/ 5 w 195"/>
                <a:gd name="T23" fmla="*/ 213 h 645"/>
                <a:gd name="T24" fmla="*/ 22 w 195"/>
                <a:gd name="T25" fmla="*/ 229 h 645"/>
                <a:gd name="T26" fmla="*/ 12 w 195"/>
                <a:gd name="T27" fmla="*/ 288 h 645"/>
                <a:gd name="T28" fmla="*/ 10 w 195"/>
                <a:gd name="T29" fmla="*/ 361 h 645"/>
                <a:gd name="T30" fmla="*/ 27 w 195"/>
                <a:gd name="T31" fmla="*/ 430 h 645"/>
                <a:gd name="T32" fmla="*/ 109 w 195"/>
                <a:gd name="T33" fmla="*/ 645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5" h="645">
                  <a:moveTo>
                    <a:pt x="109" y="645"/>
                  </a:moveTo>
                  <a:cubicBezTo>
                    <a:pt x="109" y="645"/>
                    <a:pt x="170" y="592"/>
                    <a:pt x="195" y="587"/>
                  </a:cubicBezTo>
                  <a:cubicBezTo>
                    <a:pt x="195" y="587"/>
                    <a:pt x="144" y="410"/>
                    <a:pt x="134" y="383"/>
                  </a:cubicBezTo>
                  <a:lnTo>
                    <a:pt x="140" y="243"/>
                  </a:lnTo>
                  <a:cubicBezTo>
                    <a:pt x="140" y="243"/>
                    <a:pt x="171" y="159"/>
                    <a:pt x="169" y="134"/>
                  </a:cubicBezTo>
                  <a:cubicBezTo>
                    <a:pt x="168" y="109"/>
                    <a:pt x="101" y="0"/>
                    <a:pt x="101" y="0"/>
                  </a:cubicBezTo>
                  <a:cubicBezTo>
                    <a:pt x="101" y="0"/>
                    <a:pt x="64" y="13"/>
                    <a:pt x="50" y="25"/>
                  </a:cubicBezTo>
                  <a:cubicBezTo>
                    <a:pt x="37" y="37"/>
                    <a:pt x="40" y="39"/>
                    <a:pt x="40" y="39"/>
                  </a:cubicBezTo>
                  <a:cubicBezTo>
                    <a:pt x="40" y="39"/>
                    <a:pt x="22" y="87"/>
                    <a:pt x="19" y="92"/>
                  </a:cubicBezTo>
                  <a:cubicBezTo>
                    <a:pt x="15" y="97"/>
                    <a:pt x="19" y="157"/>
                    <a:pt x="19" y="157"/>
                  </a:cubicBezTo>
                  <a:cubicBezTo>
                    <a:pt x="19" y="157"/>
                    <a:pt x="3" y="161"/>
                    <a:pt x="5" y="173"/>
                  </a:cubicBezTo>
                  <a:cubicBezTo>
                    <a:pt x="7" y="185"/>
                    <a:pt x="0" y="205"/>
                    <a:pt x="5" y="213"/>
                  </a:cubicBezTo>
                  <a:cubicBezTo>
                    <a:pt x="10" y="222"/>
                    <a:pt x="22" y="229"/>
                    <a:pt x="22" y="229"/>
                  </a:cubicBezTo>
                  <a:cubicBezTo>
                    <a:pt x="22" y="229"/>
                    <a:pt x="13" y="279"/>
                    <a:pt x="12" y="288"/>
                  </a:cubicBezTo>
                  <a:cubicBezTo>
                    <a:pt x="10" y="297"/>
                    <a:pt x="7" y="349"/>
                    <a:pt x="10" y="361"/>
                  </a:cubicBezTo>
                  <a:cubicBezTo>
                    <a:pt x="13" y="373"/>
                    <a:pt x="27" y="430"/>
                    <a:pt x="27" y="430"/>
                  </a:cubicBezTo>
                  <a:cubicBezTo>
                    <a:pt x="27" y="430"/>
                    <a:pt x="88" y="632"/>
                    <a:pt x="109" y="645"/>
                  </a:cubicBezTo>
                  <a:close/>
                </a:path>
              </a:pathLst>
            </a:custGeom>
            <a:solidFill>
              <a:srgbClr val="383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54"/>
            <p:cNvSpPr>
              <a:spLocks noEditPoints="1"/>
            </p:cNvSpPr>
            <p:nvPr/>
          </p:nvSpPr>
          <p:spPr bwMode="auto">
            <a:xfrm>
              <a:off x="10277476" y="1955800"/>
              <a:ext cx="214313" cy="896937"/>
            </a:xfrm>
            <a:custGeom>
              <a:avLst/>
              <a:gdLst>
                <a:gd name="T0" fmla="*/ 31 w 149"/>
                <a:gd name="T1" fmla="*/ 109 h 623"/>
                <a:gd name="T2" fmla="*/ 30 w 149"/>
                <a:gd name="T3" fmla="*/ 108 h 623"/>
                <a:gd name="T4" fmla="*/ 31 w 149"/>
                <a:gd name="T5" fmla="*/ 109 h 623"/>
                <a:gd name="T6" fmla="*/ 70 w 149"/>
                <a:gd name="T7" fmla="*/ 483 h 623"/>
                <a:gd name="T8" fmla="*/ 26 w 149"/>
                <a:gd name="T9" fmla="*/ 333 h 623"/>
                <a:gd name="T10" fmla="*/ 44 w 149"/>
                <a:gd name="T11" fmla="*/ 332 h 623"/>
                <a:gd name="T12" fmla="*/ 111 w 149"/>
                <a:gd name="T13" fmla="*/ 295 h 623"/>
                <a:gd name="T14" fmla="*/ 57 w 149"/>
                <a:gd name="T15" fmla="*/ 319 h 623"/>
                <a:gd name="T16" fmla="*/ 27 w 149"/>
                <a:gd name="T17" fmla="*/ 295 h 623"/>
                <a:gd name="T18" fmla="*/ 47 w 149"/>
                <a:gd name="T19" fmla="*/ 242 h 623"/>
                <a:gd name="T20" fmla="*/ 54 w 149"/>
                <a:gd name="T21" fmla="*/ 197 h 623"/>
                <a:gd name="T22" fmla="*/ 134 w 149"/>
                <a:gd name="T23" fmla="*/ 234 h 623"/>
                <a:gd name="T24" fmla="*/ 100 w 149"/>
                <a:gd name="T25" fmla="*/ 191 h 623"/>
                <a:gd name="T26" fmla="*/ 61 w 149"/>
                <a:gd name="T27" fmla="*/ 169 h 623"/>
                <a:gd name="T28" fmla="*/ 125 w 149"/>
                <a:gd name="T29" fmla="*/ 170 h 623"/>
                <a:gd name="T30" fmla="*/ 70 w 149"/>
                <a:gd name="T31" fmla="*/ 139 h 623"/>
                <a:gd name="T32" fmla="*/ 102 w 149"/>
                <a:gd name="T33" fmla="*/ 129 h 623"/>
                <a:gd name="T34" fmla="*/ 27 w 149"/>
                <a:gd name="T35" fmla="*/ 129 h 623"/>
                <a:gd name="T36" fmla="*/ 57 w 149"/>
                <a:gd name="T37" fmla="*/ 89 h 623"/>
                <a:gd name="T38" fmla="*/ 29 w 149"/>
                <a:gd name="T39" fmla="*/ 100 h 623"/>
                <a:gd name="T40" fmla="*/ 30 w 149"/>
                <a:gd name="T41" fmla="*/ 83 h 623"/>
                <a:gd name="T42" fmla="*/ 57 w 149"/>
                <a:gd name="T43" fmla="*/ 32 h 623"/>
                <a:gd name="T44" fmla="*/ 57 w 149"/>
                <a:gd name="T45" fmla="*/ 0 h 623"/>
                <a:gd name="T46" fmla="*/ 50 w 149"/>
                <a:gd name="T47" fmla="*/ 3 h 623"/>
                <a:gd name="T48" fmla="*/ 43 w 149"/>
                <a:gd name="T49" fmla="*/ 6 h 623"/>
                <a:gd name="T50" fmla="*/ 19 w 149"/>
                <a:gd name="T51" fmla="*/ 70 h 623"/>
                <a:gd name="T52" fmla="*/ 19 w 149"/>
                <a:gd name="T53" fmla="*/ 135 h 623"/>
                <a:gd name="T54" fmla="*/ 5 w 149"/>
                <a:gd name="T55" fmla="*/ 151 h 623"/>
                <a:gd name="T56" fmla="*/ 5 w 149"/>
                <a:gd name="T57" fmla="*/ 191 h 623"/>
                <a:gd name="T58" fmla="*/ 22 w 149"/>
                <a:gd name="T59" fmla="*/ 207 h 623"/>
                <a:gd name="T60" fmla="*/ 12 w 149"/>
                <a:gd name="T61" fmla="*/ 266 h 623"/>
                <a:gd name="T62" fmla="*/ 10 w 149"/>
                <a:gd name="T63" fmla="*/ 339 h 623"/>
                <a:gd name="T64" fmla="*/ 27 w 149"/>
                <a:gd name="T65" fmla="*/ 408 h 623"/>
                <a:gd name="T66" fmla="*/ 109 w 149"/>
                <a:gd name="T67" fmla="*/ 623 h 623"/>
                <a:gd name="T68" fmla="*/ 149 w 149"/>
                <a:gd name="T69" fmla="*/ 591 h 623"/>
                <a:gd name="T70" fmla="*/ 111 w 149"/>
                <a:gd name="T71" fmla="*/ 575 h 623"/>
                <a:gd name="T72" fmla="*/ 70 w 149"/>
                <a:gd name="T73" fmla="*/ 483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623">
                  <a:moveTo>
                    <a:pt x="31" y="109"/>
                  </a:moveTo>
                  <a:cubicBezTo>
                    <a:pt x="31" y="108"/>
                    <a:pt x="31" y="108"/>
                    <a:pt x="30" y="108"/>
                  </a:cubicBezTo>
                  <a:cubicBezTo>
                    <a:pt x="31" y="108"/>
                    <a:pt x="31" y="108"/>
                    <a:pt x="31" y="109"/>
                  </a:cubicBezTo>
                  <a:close/>
                  <a:moveTo>
                    <a:pt x="70" y="483"/>
                  </a:moveTo>
                  <a:cubicBezTo>
                    <a:pt x="58" y="475"/>
                    <a:pt x="26" y="333"/>
                    <a:pt x="26" y="333"/>
                  </a:cubicBezTo>
                  <a:cubicBezTo>
                    <a:pt x="26" y="333"/>
                    <a:pt x="9" y="326"/>
                    <a:pt x="44" y="332"/>
                  </a:cubicBezTo>
                  <a:cubicBezTo>
                    <a:pt x="79" y="339"/>
                    <a:pt x="111" y="295"/>
                    <a:pt x="111" y="295"/>
                  </a:cubicBezTo>
                  <a:cubicBezTo>
                    <a:pt x="111" y="295"/>
                    <a:pt x="67" y="314"/>
                    <a:pt x="57" y="319"/>
                  </a:cubicBezTo>
                  <a:cubicBezTo>
                    <a:pt x="47" y="324"/>
                    <a:pt x="22" y="304"/>
                    <a:pt x="27" y="295"/>
                  </a:cubicBezTo>
                  <a:cubicBezTo>
                    <a:pt x="32" y="287"/>
                    <a:pt x="37" y="253"/>
                    <a:pt x="47" y="242"/>
                  </a:cubicBezTo>
                  <a:cubicBezTo>
                    <a:pt x="54" y="234"/>
                    <a:pt x="55" y="212"/>
                    <a:pt x="54" y="197"/>
                  </a:cubicBezTo>
                  <a:cubicBezTo>
                    <a:pt x="100" y="186"/>
                    <a:pt x="134" y="234"/>
                    <a:pt x="134" y="234"/>
                  </a:cubicBezTo>
                  <a:cubicBezTo>
                    <a:pt x="134" y="234"/>
                    <a:pt x="121" y="206"/>
                    <a:pt x="100" y="191"/>
                  </a:cubicBezTo>
                  <a:cubicBezTo>
                    <a:pt x="80" y="175"/>
                    <a:pt x="61" y="169"/>
                    <a:pt x="61" y="169"/>
                  </a:cubicBezTo>
                  <a:cubicBezTo>
                    <a:pt x="78" y="162"/>
                    <a:pt x="105" y="165"/>
                    <a:pt x="125" y="170"/>
                  </a:cubicBezTo>
                  <a:cubicBezTo>
                    <a:pt x="106" y="160"/>
                    <a:pt x="82" y="146"/>
                    <a:pt x="70" y="139"/>
                  </a:cubicBezTo>
                  <a:cubicBezTo>
                    <a:pt x="74" y="117"/>
                    <a:pt x="102" y="129"/>
                    <a:pt x="102" y="129"/>
                  </a:cubicBezTo>
                  <a:cubicBezTo>
                    <a:pt x="78" y="95"/>
                    <a:pt x="27" y="129"/>
                    <a:pt x="27" y="129"/>
                  </a:cubicBezTo>
                  <a:cubicBezTo>
                    <a:pt x="25" y="119"/>
                    <a:pt x="57" y="89"/>
                    <a:pt x="57" y="89"/>
                  </a:cubicBezTo>
                  <a:lnTo>
                    <a:pt x="29" y="100"/>
                  </a:lnTo>
                  <a:cubicBezTo>
                    <a:pt x="28" y="92"/>
                    <a:pt x="30" y="83"/>
                    <a:pt x="30" y="83"/>
                  </a:cubicBezTo>
                  <a:lnTo>
                    <a:pt x="57" y="32"/>
                  </a:lnTo>
                  <a:lnTo>
                    <a:pt x="57" y="0"/>
                  </a:lnTo>
                  <a:cubicBezTo>
                    <a:pt x="55" y="1"/>
                    <a:pt x="52" y="2"/>
                    <a:pt x="50" y="3"/>
                  </a:cubicBezTo>
                  <a:cubicBezTo>
                    <a:pt x="47" y="5"/>
                    <a:pt x="43" y="6"/>
                    <a:pt x="43" y="6"/>
                  </a:cubicBezTo>
                  <a:cubicBezTo>
                    <a:pt x="43" y="6"/>
                    <a:pt x="22" y="65"/>
                    <a:pt x="19" y="70"/>
                  </a:cubicBezTo>
                  <a:cubicBezTo>
                    <a:pt x="15" y="75"/>
                    <a:pt x="19" y="135"/>
                    <a:pt x="19" y="135"/>
                  </a:cubicBezTo>
                  <a:cubicBezTo>
                    <a:pt x="19" y="135"/>
                    <a:pt x="3" y="139"/>
                    <a:pt x="5" y="151"/>
                  </a:cubicBezTo>
                  <a:cubicBezTo>
                    <a:pt x="7" y="163"/>
                    <a:pt x="0" y="183"/>
                    <a:pt x="5" y="191"/>
                  </a:cubicBezTo>
                  <a:cubicBezTo>
                    <a:pt x="10" y="200"/>
                    <a:pt x="22" y="207"/>
                    <a:pt x="22" y="207"/>
                  </a:cubicBezTo>
                  <a:cubicBezTo>
                    <a:pt x="22" y="207"/>
                    <a:pt x="13" y="257"/>
                    <a:pt x="12" y="266"/>
                  </a:cubicBezTo>
                  <a:cubicBezTo>
                    <a:pt x="10" y="275"/>
                    <a:pt x="7" y="327"/>
                    <a:pt x="10" y="339"/>
                  </a:cubicBezTo>
                  <a:cubicBezTo>
                    <a:pt x="13" y="351"/>
                    <a:pt x="27" y="408"/>
                    <a:pt x="27" y="408"/>
                  </a:cubicBezTo>
                  <a:cubicBezTo>
                    <a:pt x="27" y="408"/>
                    <a:pt x="88" y="610"/>
                    <a:pt x="109" y="623"/>
                  </a:cubicBezTo>
                  <a:cubicBezTo>
                    <a:pt x="109" y="623"/>
                    <a:pt x="128" y="607"/>
                    <a:pt x="149" y="591"/>
                  </a:cubicBezTo>
                  <a:lnTo>
                    <a:pt x="111" y="575"/>
                  </a:lnTo>
                  <a:cubicBezTo>
                    <a:pt x="111" y="575"/>
                    <a:pt x="82" y="492"/>
                    <a:pt x="70" y="483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55"/>
            <p:cNvSpPr>
              <a:spLocks/>
            </p:cNvSpPr>
            <p:nvPr/>
          </p:nvSpPr>
          <p:spPr bwMode="auto">
            <a:xfrm>
              <a:off x="10467976" y="2203450"/>
              <a:ext cx="23813" cy="12700"/>
            </a:xfrm>
            <a:custGeom>
              <a:avLst/>
              <a:gdLst>
                <a:gd name="T0" fmla="*/ 17 w 17"/>
                <a:gd name="T1" fmla="*/ 4 h 9"/>
                <a:gd name="T2" fmla="*/ 0 w 17"/>
                <a:gd name="T3" fmla="*/ 0 h 9"/>
                <a:gd name="T4" fmla="*/ 17 w 17"/>
                <a:gd name="T5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9">
                  <a:moveTo>
                    <a:pt x="17" y="4"/>
                  </a:moveTo>
                  <a:cubicBezTo>
                    <a:pt x="17" y="4"/>
                    <a:pt x="14" y="3"/>
                    <a:pt x="0" y="0"/>
                  </a:cubicBezTo>
                  <a:cubicBezTo>
                    <a:pt x="14" y="9"/>
                    <a:pt x="14" y="6"/>
                    <a:pt x="17" y="4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56"/>
            <p:cNvSpPr>
              <a:spLocks/>
            </p:cNvSpPr>
            <p:nvPr/>
          </p:nvSpPr>
          <p:spPr bwMode="auto">
            <a:xfrm>
              <a:off x="10560051" y="1558925"/>
              <a:ext cx="280988" cy="354012"/>
            </a:xfrm>
            <a:custGeom>
              <a:avLst/>
              <a:gdLst>
                <a:gd name="T0" fmla="*/ 107 w 196"/>
                <a:gd name="T1" fmla="*/ 244 h 246"/>
                <a:gd name="T2" fmla="*/ 142 w 196"/>
                <a:gd name="T3" fmla="*/ 219 h 246"/>
                <a:gd name="T4" fmla="*/ 177 w 196"/>
                <a:gd name="T5" fmla="*/ 155 h 246"/>
                <a:gd name="T6" fmla="*/ 186 w 196"/>
                <a:gd name="T7" fmla="*/ 155 h 246"/>
                <a:gd name="T8" fmla="*/ 192 w 196"/>
                <a:gd name="T9" fmla="*/ 121 h 246"/>
                <a:gd name="T10" fmla="*/ 186 w 196"/>
                <a:gd name="T11" fmla="*/ 91 h 246"/>
                <a:gd name="T12" fmla="*/ 192 w 196"/>
                <a:gd name="T13" fmla="*/ 14 h 246"/>
                <a:gd name="T14" fmla="*/ 79 w 196"/>
                <a:gd name="T15" fmla="*/ 0 h 246"/>
                <a:gd name="T16" fmla="*/ 30 w 196"/>
                <a:gd name="T17" fmla="*/ 26 h 246"/>
                <a:gd name="T18" fmla="*/ 30 w 196"/>
                <a:gd name="T19" fmla="*/ 91 h 246"/>
                <a:gd name="T20" fmla="*/ 9 w 196"/>
                <a:gd name="T21" fmla="*/ 91 h 246"/>
                <a:gd name="T22" fmla="*/ 30 w 196"/>
                <a:gd name="T23" fmla="*/ 149 h 246"/>
                <a:gd name="T24" fmla="*/ 49 w 196"/>
                <a:gd name="T25" fmla="*/ 213 h 246"/>
                <a:gd name="T26" fmla="*/ 107 w 196"/>
                <a:gd name="T27" fmla="*/ 24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6" h="246">
                  <a:moveTo>
                    <a:pt x="107" y="244"/>
                  </a:moveTo>
                  <a:cubicBezTo>
                    <a:pt x="124" y="246"/>
                    <a:pt x="137" y="225"/>
                    <a:pt x="142" y="219"/>
                  </a:cubicBezTo>
                  <a:cubicBezTo>
                    <a:pt x="147" y="213"/>
                    <a:pt x="173" y="171"/>
                    <a:pt x="177" y="155"/>
                  </a:cubicBezTo>
                  <a:cubicBezTo>
                    <a:pt x="177" y="155"/>
                    <a:pt x="185" y="160"/>
                    <a:pt x="186" y="155"/>
                  </a:cubicBezTo>
                  <a:cubicBezTo>
                    <a:pt x="186" y="155"/>
                    <a:pt x="190" y="127"/>
                    <a:pt x="192" y="121"/>
                  </a:cubicBezTo>
                  <a:cubicBezTo>
                    <a:pt x="194" y="115"/>
                    <a:pt x="196" y="92"/>
                    <a:pt x="186" y="91"/>
                  </a:cubicBezTo>
                  <a:lnTo>
                    <a:pt x="192" y="14"/>
                  </a:lnTo>
                  <a:lnTo>
                    <a:pt x="79" y="0"/>
                  </a:lnTo>
                  <a:lnTo>
                    <a:pt x="30" y="26"/>
                  </a:lnTo>
                  <a:lnTo>
                    <a:pt x="30" y="91"/>
                  </a:lnTo>
                  <a:cubicBezTo>
                    <a:pt x="30" y="91"/>
                    <a:pt x="13" y="83"/>
                    <a:pt x="9" y="91"/>
                  </a:cubicBezTo>
                  <a:cubicBezTo>
                    <a:pt x="9" y="91"/>
                    <a:pt x="0" y="150"/>
                    <a:pt x="30" y="149"/>
                  </a:cubicBezTo>
                  <a:cubicBezTo>
                    <a:pt x="30" y="149"/>
                    <a:pt x="36" y="194"/>
                    <a:pt x="49" y="213"/>
                  </a:cubicBezTo>
                  <a:cubicBezTo>
                    <a:pt x="63" y="232"/>
                    <a:pt x="82" y="242"/>
                    <a:pt x="107" y="244"/>
                  </a:cubicBezTo>
                  <a:close/>
                </a:path>
              </a:pathLst>
            </a:custGeom>
            <a:solidFill>
              <a:srgbClr val="EAAD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57"/>
            <p:cNvSpPr>
              <a:spLocks/>
            </p:cNvSpPr>
            <p:nvPr/>
          </p:nvSpPr>
          <p:spPr bwMode="auto">
            <a:xfrm>
              <a:off x="10560051" y="1560513"/>
              <a:ext cx="134938" cy="341312"/>
            </a:xfrm>
            <a:custGeom>
              <a:avLst/>
              <a:gdLst>
                <a:gd name="T0" fmla="*/ 82 w 94"/>
                <a:gd name="T1" fmla="*/ 237 h 237"/>
                <a:gd name="T2" fmla="*/ 55 w 94"/>
                <a:gd name="T3" fmla="*/ 169 h 237"/>
                <a:gd name="T4" fmla="*/ 64 w 94"/>
                <a:gd name="T5" fmla="*/ 134 h 237"/>
                <a:gd name="T6" fmla="*/ 55 w 94"/>
                <a:gd name="T7" fmla="*/ 113 h 237"/>
                <a:gd name="T8" fmla="*/ 73 w 94"/>
                <a:gd name="T9" fmla="*/ 96 h 237"/>
                <a:gd name="T10" fmla="*/ 85 w 94"/>
                <a:gd name="T11" fmla="*/ 59 h 237"/>
                <a:gd name="T12" fmla="*/ 94 w 94"/>
                <a:gd name="T13" fmla="*/ 1 h 237"/>
                <a:gd name="T14" fmla="*/ 79 w 94"/>
                <a:gd name="T15" fmla="*/ 0 h 237"/>
                <a:gd name="T16" fmla="*/ 30 w 94"/>
                <a:gd name="T17" fmla="*/ 25 h 237"/>
                <a:gd name="T18" fmla="*/ 30 w 94"/>
                <a:gd name="T19" fmla="*/ 90 h 237"/>
                <a:gd name="T20" fmla="*/ 9 w 94"/>
                <a:gd name="T21" fmla="*/ 90 h 237"/>
                <a:gd name="T22" fmla="*/ 30 w 94"/>
                <a:gd name="T23" fmla="*/ 148 h 237"/>
                <a:gd name="T24" fmla="*/ 49 w 94"/>
                <a:gd name="T25" fmla="*/ 212 h 237"/>
                <a:gd name="T26" fmla="*/ 82 w 94"/>
                <a:gd name="T27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4" h="237">
                  <a:moveTo>
                    <a:pt x="82" y="237"/>
                  </a:moveTo>
                  <a:cubicBezTo>
                    <a:pt x="68" y="217"/>
                    <a:pt x="55" y="169"/>
                    <a:pt x="55" y="169"/>
                  </a:cubicBezTo>
                  <a:cubicBezTo>
                    <a:pt x="53" y="157"/>
                    <a:pt x="64" y="134"/>
                    <a:pt x="64" y="134"/>
                  </a:cubicBezTo>
                  <a:lnTo>
                    <a:pt x="55" y="113"/>
                  </a:lnTo>
                  <a:cubicBezTo>
                    <a:pt x="55" y="106"/>
                    <a:pt x="73" y="96"/>
                    <a:pt x="73" y="96"/>
                  </a:cubicBezTo>
                  <a:cubicBezTo>
                    <a:pt x="73" y="96"/>
                    <a:pt x="84" y="69"/>
                    <a:pt x="85" y="59"/>
                  </a:cubicBezTo>
                  <a:cubicBezTo>
                    <a:pt x="86" y="53"/>
                    <a:pt x="91" y="26"/>
                    <a:pt x="94" y="1"/>
                  </a:cubicBezTo>
                  <a:lnTo>
                    <a:pt x="79" y="0"/>
                  </a:lnTo>
                  <a:lnTo>
                    <a:pt x="30" y="25"/>
                  </a:lnTo>
                  <a:lnTo>
                    <a:pt x="30" y="90"/>
                  </a:lnTo>
                  <a:cubicBezTo>
                    <a:pt x="30" y="90"/>
                    <a:pt x="13" y="82"/>
                    <a:pt x="9" y="90"/>
                  </a:cubicBezTo>
                  <a:cubicBezTo>
                    <a:pt x="9" y="90"/>
                    <a:pt x="0" y="149"/>
                    <a:pt x="30" y="148"/>
                  </a:cubicBezTo>
                  <a:cubicBezTo>
                    <a:pt x="30" y="148"/>
                    <a:pt x="36" y="193"/>
                    <a:pt x="49" y="212"/>
                  </a:cubicBezTo>
                  <a:cubicBezTo>
                    <a:pt x="58" y="224"/>
                    <a:pt x="69" y="232"/>
                    <a:pt x="82" y="237"/>
                  </a:cubicBezTo>
                  <a:close/>
                </a:path>
              </a:pathLst>
            </a:custGeom>
            <a:solidFill>
              <a:srgbClr val="E2A0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58"/>
            <p:cNvSpPr>
              <a:spLocks/>
            </p:cNvSpPr>
            <p:nvPr/>
          </p:nvSpPr>
          <p:spPr bwMode="auto">
            <a:xfrm>
              <a:off x="10775951" y="1690688"/>
              <a:ext cx="68263" cy="166687"/>
            </a:xfrm>
            <a:custGeom>
              <a:avLst/>
              <a:gdLst>
                <a:gd name="T0" fmla="*/ 27 w 48"/>
                <a:gd name="T1" fmla="*/ 64 h 116"/>
                <a:gd name="T2" fmla="*/ 36 w 48"/>
                <a:gd name="T3" fmla="*/ 64 h 116"/>
                <a:gd name="T4" fmla="*/ 48 w 48"/>
                <a:gd name="T5" fmla="*/ 19 h 116"/>
                <a:gd name="T6" fmla="*/ 36 w 48"/>
                <a:gd name="T7" fmla="*/ 0 h 116"/>
                <a:gd name="T8" fmla="*/ 21 w 48"/>
                <a:gd name="T9" fmla="*/ 56 h 116"/>
                <a:gd name="T10" fmla="*/ 0 w 48"/>
                <a:gd name="T11" fmla="*/ 75 h 116"/>
                <a:gd name="T12" fmla="*/ 0 w 48"/>
                <a:gd name="T13" fmla="*/ 116 h 116"/>
                <a:gd name="T14" fmla="*/ 27 w 48"/>
                <a:gd name="T15" fmla="*/ 6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116">
                  <a:moveTo>
                    <a:pt x="27" y="64"/>
                  </a:moveTo>
                  <a:cubicBezTo>
                    <a:pt x="27" y="64"/>
                    <a:pt x="35" y="69"/>
                    <a:pt x="36" y="64"/>
                  </a:cubicBezTo>
                  <a:cubicBezTo>
                    <a:pt x="36" y="64"/>
                    <a:pt x="48" y="35"/>
                    <a:pt x="48" y="19"/>
                  </a:cubicBezTo>
                  <a:cubicBezTo>
                    <a:pt x="47" y="12"/>
                    <a:pt x="46" y="1"/>
                    <a:pt x="36" y="0"/>
                  </a:cubicBezTo>
                  <a:cubicBezTo>
                    <a:pt x="36" y="0"/>
                    <a:pt x="27" y="48"/>
                    <a:pt x="21" y="56"/>
                  </a:cubicBezTo>
                  <a:cubicBezTo>
                    <a:pt x="15" y="65"/>
                    <a:pt x="0" y="75"/>
                    <a:pt x="0" y="75"/>
                  </a:cubicBezTo>
                  <a:cubicBezTo>
                    <a:pt x="3" y="79"/>
                    <a:pt x="4" y="97"/>
                    <a:pt x="0" y="116"/>
                  </a:cubicBezTo>
                  <a:cubicBezTo>
                    <a:pt x="10" y="101"/>
                    <a:pt x="24" y="76"/>
                    <a:pt x="27" y="64"/>
                  </a:cubicBezTo>
                  <a:close/>
                </a:path>
              </a:pathLst>
            </a:custGeom>
            <a:solidFill>
              <a:srgbClr val="E2A0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59"/>
            <p:cNvSpPr>
              <a:spLocks/>
            </p:cNvSpPr>
            <p:nvPr/>
          </p:nvSpPr>
          <p:spPr bwMode="auto">
            <a:xfrm>
              <a:off x="10583863" y="1484313"/>
              <a:ext cx="268288" cy="255587"/>
            </a:xfrm>
            <a:custGeom>
              <a:avLst/>
              <a:gdLst>
                <a:gd name="T0" fmla="*/ 185 w 186"/>
                <a:gd name="T1" fmla="*/ 76 h 178"/>
                <a:gd name="T2" fmla="*/ 127 w 186"/>
                <a:gd name="T3" fmla="*/ 0 h 178"/>
                <a:gd name="T4" fmla="*/ 93 w 186"/>
                <a:gd name="T5" fmla="*/ 7 h 178"/>
                <a:gd name="T6" fmla="*/ 55 w 186"/>
                <a:gd name="T7" fmla="*/ 11 h 178"/>
                <a:gd name="T8" fmla="*/ 34 w 186"/>
                <a:gd name="T9" fmla="*/ 22 h 178"/>
                <a:gd name="T10" fmla="*/ 0 w 186"/>
                <a:gd name="T11" fmla="*/ 71 h 178"/>
                <a:gd name="T12" fmla="*/ 3 w 186"/>
                <a:gd name="T13" fmla="*/ 140 h 178"/>
                <a:gd name="T14" fmla="*/ 11 w 186"/>
                <a:gd name="T15" fmla="*/ 142 h 178"/>
                <a:gd name="T16" fmla="*/ 15 w 186"/>
                <a:gd name="T17" fmla="*/ 169 h 178"/>
                <a:gd name="T18" fmla="*/ 20 w 186"/>
                <a:gd name="T19" fmla="*/ 165 h 178"/>
                <a:gd name="T20" fmla="*/ 25 w 186"/>
                <a:gd name="T21" fmla="*/ 126 h 178"/>
                <a:gd name="T22" fmla="*/ 25 w 186"/>
                <a:gd name="T23" fmla="*/ 96 h 178"/>
                <a:gd name="T24" fmla="*/ 44 w 186"/>
                <a:gd name="T25" fmla="*/ 79 h 178"/>
                <a:gd name="T26" fmla="*/ 80 w 186"/>
                <a:gd name="T27" fmla="*/ 91 h 178"/>
                <a:gd name="T28" fmla="*/ 107 w 186"/>
                <a:gd name="T29" fmla="*/ 105 h 178"/>
                <a:gd name="T30" fmla="*/ 110 w 186"/>
                <a:gd name="T31" fmla="*/ 105 h 178"/>
                <a:gd name="T32" fmla="*/ 124 w 186"/>
                <a:gd name="T33" fmla="*/ 104 h 178"/>
                <a:gd name="T34" fmla="*/ 150 w 186"/>
                <a:gd name="T35" fmla="*/ 116 h 178"/>
                <a:gd name="T36" fmla="*/ 144 w 186"/>
                <a:gd name="T37" fmla="*/ 97 h 178"/>
                <a:gd name="T38" fmla="*/ 149 w 186"/>
                <a:gd name="T39" fmla="*/ 96 h 178"/>
                <a:gd name="T40" fmla="*/ 157 w 186"/>
                <a:gd name="T41" fmla="*/ 108 h 178"/>
                <a:gd name="T42" fmla="*/ 160 w 186"/>
                <a:gd name="T43" fmla="*/ 143 h 178"/>
                <a:gd name="T44" fmla="*/ 159 w 186"/>
                <a:gd name="T45" fmla="*/ 174 h 178"/>
                <a:gd name="T46" fmla="*/ 161 w 186"/>
                <a:gd name="T47" fmla="*/ 178 h 178"/>
                <a:gd name="T48" fmla="*/ 169 w 186"/>
                <a:gd name="T49" fmla="*/ 143 h 178"/>
                <a:gd name="T50" fmla="*/ 176 w 186"/>
                <a:gd name="T51" fmla="*/ 147 h 178"/>
                <a:gd name="T52" fmla="*/ 184 w 186"/>
                <a:gd name="T53" fmla="*/ 115 h 178"/>
                <a:gd name="T54" fmla="*/ 185 w 186"/>
                <a:gd name="T55" fmla="*/ 7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6" h="178">
                  <a:moveTo>
                    <a:pt x="185" y="76"/>
                  </a:moveTo>
                  <a:cubicBezTo>
                    <a:pt x="185" y="69"/>
                    <a:pt x="181" y="20"/>
                    <a:pt x="127" y="0"/>
                  </a:cubicBezTo>
                  <a:cubicBezTo>
                    <a:pt x="127" y="0"/>
                    <a:pt x="115" y="2"/>
                    <a:pt x="93" y="7"/>
                  </a:cubicBezTo>
                  <a:cubicBezTo>
                    <a:pt x="93" y="7"/>
                    <a:pt x="62" y="6"/>
                    <a:pt x="55" y="11"/>
                  </a:cubicBezTo>
                  <a:cubicBezTo>
                    <a:pt x="49" y="16"/>
                    <a:pt x="34" y="22"/>
                    <a:pt x="34" y="22"/>
                  </a:cubicBezTo>
                  <a:cubicBezTo>
                    <a:pt x="34" y="22"/>
                    <a:pt x="4" y="32"/>
                    <a:pt x="0" y="71"/>
                  </a:cubicBezTo>
                  <a:cubicBezTo>
                    <a:pt x="0" y="71"/>
                    <a:pt x="0" y="121"/>
                    <a:pt x="3" y="140"/>
                  </a:cubicBezTo>
                  <a:cubicBezTo>
                    <a:pt x="3" y="140"/>
                    <a:pt x="7" y="139"/>
                    <a:pt x="11" y="142"/>
                  </a:cubicBezTo>
                  <a:lnTo>
                    <a:pt x="15" y="169"/>
                  </a:lnTo>
                  <a:lnTo>
                    <a:pt x="20" y="165"/>
                  </a:lnTo>
                  <a:cubicBezTo>
                    <a:pt x="20" y="165"/>
                    <a:pt x="17" y="135"/>
                    <a:pt x="25" y="126"/>
                  </a:cubicBezTo>
                  <a:cubicBezTo>
                    <a:pt x="28" y="122"/>
                    <a:pt x="25" y="96"/>
                    <a:pt x="25" y="96"/>
                  </a:cubicBezTo>
                  <a:cubicBezTo>
                    <a:pt x="25" y="96"/>
                    <a:pt x="42" y="80"/>
                    <a:pt x="44" y="79"/>
                  </a:cubicBezTo>
                  <a:cubicBezTo>
                    <a:pt x="44" y="79"/>
                    <a:pt x="68" y="84"/>
                    <a:pt x="80" y="91"/>
                  </a:cubicBezTo>
                  <a:cubicBezTo>
                    <a:pt x="80" y="91"/>
                    <a:pt x="83" y="101"/>
                    <a:pt x="107" y="105"/>
                  </a:cubicBezTo>
                  <a:cubicBezTo>
                    <a:pt x="108" y="105"/>
                    <a:pt x="109" y="105"/>
                    <a:pt x="110" y="105"/>
                  </a:cubicBezTo>
                  <a:cubicBezTo>
                    <a:pt x="114" y="105"/>
                    <a:pt x="119" y="105"/>
                    <a:pt x="124" y="104"/>
                  </a:cubicBezTo>
                  <a:cubicBezTo>
                    <a:pt x="149" y="96"/>
                    <a:pt x="150" y="116"/>
                    <a:pt x="150" y="116"/>
                  </a:cubicBezTo>
                  <a:cubicBezTo>
                    <a:pt x="153" y="107"/>
                    <a:pt x="149" y="101"/>
                    <a:pt x="144" y="97"/>
                  </a:cubicBezTo>
                  <a:lnTo>
                    <a:pt x="149" y="96"/>
                  </a:lnTo>
                  <a:cubicBezTo>
                    <a:pt x="149" y="96"/>
                    <a:pt x="154" y="100"/>
                    <a:pt x="157" y="108"/>
                  </a:cubicBezTo>
                  <a:cubicBezTo>
                    <a:pt x="159" y="119"/>
                    <a:pt x="155" y="132"/>
                    <a:pt x="160" y="143"/>
                  </a:cubicBezTo>
                  <a:cubicBezTo>
                    <a:pt x="164" y="151"/>
                    <a:pt x="159" y="174"/>
                    <a:pt x="159" y="174"/>
                  </a:cubicBezTo>
                  <a:lnTo>
                    <a:pt x="161" y="178"/>
                  </a:lnTo>
                  <a:lnTo>
                    <a:pt x="169" y="143"/>
                  </a:lnTo>
                  <a:cubicBezTo>
                    <a:pt x="169" y="143"/>
                    <a:pt x="175" y="144"/>
                    <a:pt x="176" y="147"/>
                  </a:cubicBezTo>
                  <a:lnTo>
                    <a:pt x="184" y="115"/>
                  </a:lnTo>
                  <a:cubicBezTo>
                    <a:pt x="184" y="115"/>
                    <a:pt x="186" y="82"/>
                    <a:pt x="185" y="76"/>
                  </a:cubicBezTo>
                  <a:close/>
                </a:path>
              </a:pathLst>
            </a:custGeom>
            <a:solidFill>
              <a:srgbClr val="383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60"/>
            <p:cNvSpPr>
              <a:spLocks/>
            </p:cNvSpPr>
            <p:nvPr/>
          </p:nvSpPr>
          <p:spPr bwMode="auto">
            <a:xfrm>
              <a:off x="10871201" y="2224088"/>
              <a:ext cx="50800" cy="280987"/>
            </a:xfrm>
            <a:custGeom>
              <a:avLst/>
              <a:gdLst>
                <a:gd name="T0" fmla="*/ 28 w 36"/>
                <a:gd name="T1" fmla="*/ 109 h 195"/>
                <a:gd name="T2" fmla="*/ 11 w 36"/>
                <a:gd name="T3" fmla="*/ 0 h 195"/>
                <a:gd name="T4" fmla="*/ 0 w 36"/>
                <a:gd name="T5" fmla="*/ 165 h 195"/>
                <a:gd name="T6" fmla="*/ 6 w 36"/>
                <a:gd name="T7" fmla="*/ 195 h 195"/>
                <a:gd name="T8" fmla="*/ 34 w 36"/>
                <a:gd name="T9" fmla="*/ 195 h 195"/>
                <a:gd name="T10" fmla="*/ 28 w 36"/>
                <a:gd name="T11" fmla="*/ 10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195">
                  <a:moveTo>
                    <a:pt x="28" y="109"/>
                  </a:moveTo>
                  <a:cubicBezTo>
                    <a:pt x="36" y="79"/>
                    <a:pt x="20" y="16"/>
                    <a:pt x="11" y="0"/>
                  </a:cubicBezTo>
                  <a:lnTo>
                    <a:pt x="0" y="165"/>
                  </a:lnTo>
                  <a:lnTo>
                    <a:pt x="6" y="195"/>
                  </a:lnTo>
                  <a:cubicBezTo>
                    <a:pt x="6" y="195"/>
                    <a:pt x="18" y="195"/>
                    <a:pt x="34" y="195"/>
                  </a:cubicBezTo>
                  <a:cubicBezTo>
                    <a:pt x="29" y="170"/>
                    <a:pt x="23" y="129"/>
                    <a:pt x="28" y="109"/>
                  </a:cubicBezTo>
                  <a:close/>
                </a:path>
              </a:pathLst>
            </a:custGeom>
            <a:solidFill>
              <a:srgbClr val="2E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61"/>
            <p:cNvSpPr>
              <a:spLocks/>
            </p:cNvSpPr>
            <p:nvPr/>
          </p:nvSpPr>
          <p:spPr bwMode="auto">
            <a:xfrm>
              <a:off x="10769601" y="1960563"/>
              <a:ext cx="173038" cy="1022350"/>
            </a:xfrm>
            <a:custGeom>
              <a:avLst/>
              <a:gdLst>
                <a:gd name="T0" fmla="*/ 55 w 120"/>
                <a:gd name="T1" fmla="*/ 694 h 711"/>
                <a:gd name="T2" fmla="*/ 108 w 120"/>
                <a:gd name="T3" fmla="*/ 711 h 711"/>
                <a:gd name="T4" fmla="*/ 120 w 120"/>
                <a:gd name="T5" fmla="*/ 703 h 711"/>
                <a:gd name="T6" fmla="*/ 88 w 120"/>
                <a:gd name="T7" fmla="*/ 368 h 711"/>
                <a:gd name="T8" fmla="*/ 88 w 120"/>
                <a:gd name="T9" fmla="*/ 218 h 711"/>
                <a:gd name="T10" fmla="*/ 88 w 120"/>
                <a:gd name="T11" fmla="*/ 126 h 711"/>
                <a:gd name="T12" fmla="*/ 55 w 120"/>
                <a:gd name="T13" fmla="*/ 40 h 711"/>
                <a:gd name="T14" fmla="*/ 1 w 120"/>
                <a:gd name="T15" fmla="*/ 0 h 711"/>
                <a:gd name="T16" fmla="*/ 0 w 120"/>
                <a:gd name="T17" fmla="*/ 40 h 711"/>
                <a:gd name="T18" fmla="*/ 55 w 120"/>
                <a:gd name="T19" fmla="*/ 193 h 711"/>
                <a:gd name="T20" fmla="*/ 44 w 120"/>
                <a:gd name="T21" fmla="*/ 296 h 711"/>
                <a:gd name="T22" fmla="*/ 66 w 120"/>
                <a:gd name="T23" fmla="*/ 509 h 711"/>
                <a:gd name="T24" fmla="*/ 55 w 120"/>
                <a:gd name="T25" fmla="*/ 694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711">
                  <a:moveTo>
                    <a:pt x="55" y="694"/>
                  </a:moveTo>
                  <a:lnTo>
                    <a:pt x="108" y="711"/>
                  </a:lnTo>
                  <a:lnTo>
                    <a:pt x="120" y="703"/>
                  </a:lnTo>
                  <a:cubicBezTo>
                    <a:pt x="120" y="703"/>
                    <a:pt x="111" y="437"/>
                    <a:pt x="88" y="368"/>
                  </a:cubicBezTo>
                  <a:cubicBezTo>
                    <a:pt x="88" y="368"/>
                    <a:pt x="87" y="244"/>
                    <a:pt x="88" y="218"/>
                  </a:cubicBezTo>
                  <a:cubicBezTo>
                    <a:pt x="88" y="193"/>
                    <a:pt x="89" y="140"/>
                    <a:pt x="88" y="126"/>
                  </a:cubicBezTo>
                  <a:cubicBezTo>
                    <a:pt x="87" y="113"/>
                    <a:pt x="67" y="57"/>
                    <a:pt x="55" y="40"/>
                  </a:cubicBezTo>
                  <a:lnTo>
                    <a:pt x="1" y="0"/>
                  </a:lnTo>
                  <a:lnTo>
                    <a:pt x="0" y="40"/>
                  </a:lnTo>
                  <a:cubicBezTo>
                    <a:pt x="0" y="40"/>
                    <a:pt x="57" y="160"/>
                    <a:pt x="55" y="193"/>
                  </a:cubicBezTo>
                  <a:cubicBezTo>
                    <a:pt x="55" y="193"/>
                    <a:pt x="43" y="288"/>
                    <a:pt x="44" y="296"/>
                  </a:cubicBezTo>
                  <a:cubicBezTo>
                    <a:pt x="45" y="304"/>
                    <a:pt x="66" y="492"/>
                    <a:pt x="66" y="509"/>
                  </a:cubicBezTo>
                  <a:cubicBezTo>
                    <a:pt x="66" y="526"/>
                    <a:pt x="55" y="694"/>
                    <a:pt x="55" y="694"/>
                  </a:cubicBezTo>
                  <a:close/>
                </a:path>
              </a:pathLst>
            </a:custGeom>
            <a:solidFill>
              <a:srgbClr val="383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7" name="TextBox 7"/>
          <p:cNvSpPr txBox="1"/>
          <p:nvPr/>
        </p:nvSpPr>
        <p:spPr>
          <a:xfrm>
            <a:off x="190550" y="180723"/>
            <a:ext cx="14574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TextBox 43"/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9pPr>
          </a:lstStyle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</a:rPr>
              <a:t>個人成長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677483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47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5457006" y="2149790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339097" y="2149790"/>
            <a:ext cx="3744416" cy="511504"/>
            <a:chOff x="6339097" y="1573726"/>
            <a:chExt cx="3744416" cy="511504"/>
          </a:xfrm>
        </p:grpSpPr>
        <p:sp>
          <p:nvSpPr>
            <p:cNvPr id="16" name="圆角矩形 15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723350" y="1614014"/>
              <a:ext cx="265307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工作</a:t>
              </a:r>
              <a:r>
                <a:rPr lang="zh-CN" altLang="en-US" sz="20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概述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5457006" y="2986242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315199" y="2986242"/>
            <a:ext cx="3744416" cy="511504"/>
            <a:chOff x="6315199" y="2410178"/>
            <a:chExt cx="3744416" cy="511504"/>
          </a:xfrm>
        </p:grpSpPr>
        <p:sp>
          <p:nvSpPr>
            <p:cNvPr id="20" name="圆角矩形 19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6747248" y="2450466"/>
              <a:ext cx="265307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個人成長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圆角矩形 21"/>
          <p:cNvSpPr/>
          <p:nvPr/>
        </p:nvSpPr>
        <p:spPr>
          <a:xfrm>
            <a:off x="5457006" y="3872095"/>
            <a:ext cx="513261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339097" y="3872095"/>
            <a:ext cx="3744416" cy="511504"/>
            <a:chOff x="6339097" y="3296031"/>
            <a:chExt cx="3744416" cy="511504"/>
          </a:xfrm>
        </p:grpSpPr>
        <p:sp>
          <p:nvSpPr>
            <p:cNvPr id="24" name="圆角矩形 23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723349" y="3336319"/>
              <a:ext cx="2736304" cy="43092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0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不足之處</a:t>
              </a:r>
              <a:endParaRPr lang="zh-CN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-106934" y="0"/>
            <a:ext cx="3469805" cy="6859587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194519" y="2219567"/>
            <a:ext cx="2808312" cy="1354243"/>
          </a:xfrm>
          <a:prstGeom prst="rect">
            <a:avLst/>
          </a:prstGeom>
          <a:noFill/>
        </p:spPr>
        <p:txBody>
          <a:bodyPr wrap="square" lIns="121948" tIns="60973" rIns="121948" bIns="60973">
            <a:spAutoFit/>
          </a:bodyPr>
          <a:lstStyle/>
          <a:p>
            <a:pPr algn="r">
              <a:defRPr/>
            </a:pPr>
            <a:r>
              <a:rPr lang="zh-CN" altLang="en-US" sz="4800" b="1" spc="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目錄 </a:t>
            </a:r>
            <a:endParaRPr lang="en-US" altLang="zh-CN" sz="4800" b="1" spc="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下箭头 46"/>
          <p:cNvSpPr/>
          <p:nvPr/>
        </p:nvSpPr>
        <p:spPr>
          <a:xfrm rot="16200000">
            <a:off x="4278849" y="3809960"/>
            <a:ext cx="576064" cy="679828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92023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 advClick="0" advTm="0">
        <p14:prism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/>
        </p:nvGrpSpPr>
        <p:grpSpPr>
          <a:xfrm>
            <a:off x="2451834" y="1830585"/>
            <a:ext cx="977223" cy="3388559"/>
            <a:chOff x="1475656" y="1294656"/>
            <a:chExt cx="977223" cy="3790530"/>
          </a:xfrm>
        </p:grpSpPr>
        <p:sp>
          <p:nvSpPr>
            <p:cNvPr id="57" name="矩形 27"/>
            <p:cNvSpPr/>
            <p:nvPr/>
          </p:nvSpPr>
          <p:spPr>
            <a:xfrm>
              <a:off x="1475656" y="1294656"/>
              <a:ext cx="977223" cy="3790530"/>
            </a:xfrm>
            <a:custGeom>
              <a:avLst/>
              <a:gdLst>
                <a:gd name="connsiteX0" fmla="*/ 0 w 1512168"/>
                <a:gd name="connsiteY0" fmla="*/ 0 h 4025639"/>
                <a:gd name="connsiteX1" fmla="*/ 1512168 w 1512168"/>
                <a:gd name="connsiteY1" fmla="*/ 0 h 4025639"/>
                <a:gd name="connsiteX2" fmla="*/ 1512168 w 1512168"/>
                <a:gd name="connsiteY2" fmla="*/ 4025639 h 4025639"/>
                <a:gd name="connsiteX3" fmla="*/ 0 w 1512168"/>
                <a:gd name="connsiteY3" fmla="*/ 4025639 h 4025639"/>
                <a:gd name="connsiteX4" fmla="*/ 0 w 1512168"/>
                <a:gd name="connsiteY4" fmla="*/ 0 h 4025639"/>
                <a:gd name="connsiteX0" fmla="*/ 1512168 w 1603608"/>
                <a:gd name="connsiteY0" fmla="*/ 0 h 4025639"/>
                <a:gd name="connsiteX1" fmla="*/ 1512168 w 1603608"/>
                <a:gd name="connsiteY1" fmla="*/ 4025639 h 4025639"/>
                <a:gd name="connsiteX2" fmla="*/ 0 w 1603608"/>
                <a:gd name="connsiteY2" fmla="*/ 4025639 h 4025639"/>
                <a:gd name="connsiteX3" fmla="*/ 0 w 1603608"/>
                <a:gd name="connsiteY3" fmla="*/ 0 h 4025639"/>
                <a:gd name="connsiteX4" fmla="*/ 1603608 w 1603608"/>
                <a:gd name="connsiteY4" fmla="*/ 91440 h 4025639"/>
                <a:gd name="connsiteX0" fmla="*/ 1512168 w 1603608"/>
                <a:gd name="connsiteY0" fmla="*/ 4025639 h 4025639"/>
                <a:gd name="connsiteX1" fmla="*/ 0 w 1603608"/>
                <a:gd name="connsiteY1" fmla="*/ 4025639 h 4025639"/>
                <a:gd name="connsiteX2" fmla="*/ 0 w 1603608"/>
                <a:gd name="connsiteY2" fmla="*/ 0 h 4025639"/>
                <a:gd name="connsiteX3" fmla="*/ 1603608 w 1603608"/>
                <a:gd name="connsiteY3" fmla="*/ 91440 h 4025639"/>
                <a:gd name="connsiteX0" fmla="*/ 1512168 w 1512168"/>
                <a:gd name="connsiteY0" fmla="*/ 4025639 h 4025639"/>
                <a:gd name="connsiteX1" fmla="*/ 0 w 1512168"/>
                <a:gd name="connsiteY1" fmla="*/ 4025639 h 4025639"/>
                <a:gd name="connsiteX2" fmla="*/ 0 w 1512168"/>
                <a:gd name="connsiteY2" fmla="*/ 0 h 4025639"/>
                <a:gd name="connsiteX3" fmla="*/ 1462931 w 1512168"/>
                <a:gd name="connsiteY3" fmla="*/ 21102 h 4025639"/>
                <a:gd name="connsiteX0" fmla="*/ 1512168 w 1512168"/>
                <a:gd name="connsiteY0" fmla="*/ 4039706 h 4039706"/>
                <a:gd name="connsiteX1" fmla="*/ 0 w 1512168"/>
                <a:gd name="connsiteY1" fmla="*/ 4039706 h 4039706"/>
                <a:gd name="connsiteX2" fmla="*/ 0 w 1512168"/>
                <a:gd name="connsiteY2" fmla="*/ 14067 h 4039706"/>
                <a:gd name="connsiteX3" fmla="*/ 1462931 w 1512168"/>
                <a:gd name="connsiteY3" fmla="*/ 0 h 4039706"/>
                <a:gd name="connsiteX0" fmla="*/ 1512168 w 1512168"/>
                <a:gd name="connsiteY0" fmla="*/ 4026213 h 4026213"/>
                <a:gd name="connsiteX1" fmla="*/ 0 w 1512168"/>
                <a:gd name="connsiteY1" fmla="*/ 4026213 h 4026213"/>
                <a:gd name="connsiteX2" fmla="*/ 0 w 1512168"/>
                <a:gd name="connsiteY2" fmla="*/ 574 h 4026213"/>
                <a:gd name="connsiteX3" fmla="*/ 1471569 w 1512168"/>
                <a:gd name="connsiteY3" fmla="*/ 16938 h 4026213"/>
                <a:gd name="connsiteX0" fmla="*/ 1512168 w 1512168"/>
                <a:gd name="connsiteY0" fmla="*/ 4033619 h 4033619"/>
                <a:gd name="connsiteX1" fmla="*/ 0 w 1512168"/>
                <a:gd name="connsiteY1" fmla="*/ 4033619 h 4033619"/>
                <a:gd name="connsiteX2" fmla="*/ 0 w 1512168"/>
                <a:gd name="connsiteY2" fmla="*/ 7980 h 4033619"/>
                <a:gd name="connsiteX3" fmla="*/ 1488845 w 1512168"/>
                <a:gd name="connsiteY3" fmla="*/ 0 h 4033619"/>
                <a:gd name="connsiteX0" fmla="*/ 1512168 w 1512168"/>
                <a:gd name="connsiteY0" fmla="*/ 4025639 h 4025639"/>
                <a:gd name="connsiteX1" fmla="*/ 0 w 1512168"/>
                <a:gd name="connsiteY1" fmla="*/ 4025639 h 4025639"/>
                <a:gd name="connsiteX2" fmla="*/ 0 w 1512168"/>
                <a:gd name="connsiteY2" fmla="*/ 0 h 4025639"/>
                <a:gd name="connsiteX3" fmla="*/ 1497483 w 1512168"/>
                <a:gd name="connsiteY3" fmla="*/ 4193 h 4025639"/>
                <a:gd name="connsiteX0" fmla="*/ 1512168 w 1512168"/>
                <a:gd name="connsiteY0" fmla="*/ 4039704 h 4039704"/>
                <a:gd name="connsiteX1" fmla="*/ 0 w 1512168"/>
                <a:gd name="connsiteY1" fmla="*/ 4039704 h 4039704"/>
                <a:gd name="connsiteX2" fmla="*/ 0 w 1512168"/>
                <a:gd name="connsiteY2" fmla="*/ 14065 h 4039704"/>
                <a:gd name="connsiteX3" fmla="*/ 1506122 w 1512168"/>
                <a:gd name="connsiteY3" fmla="*/ 0 h 4039704"/>
                <a:gd name="connsiteX0" fmla="*/ 1512168 w 1532036"/>
                <a:gd name="connsiteY0" fmla="*/ 4039704 h 4039704"/>
                <a:gd name="connsiteX1" fmla="*/ 0 w 1532036"/>
                <a:gd name="connsiteY1" fmla="*/ 4039704 h 4039704"/>
                <a:gd name="connsiteX2" fmla="*/ 0 w 1532036"/>
                <a:gd name="connsiteY2" fmla="*/ 14065 h 4039704"/>
                <a:gd name="connsiteX3" fmla="*/ 1532036 w 1532036"/>
                <a:gd name="connsiteY3" fmla="*/ 0 h 4039704"/>
                <a:gd name="connsiteX0" fmla="*/ 1512168 w 1536268"/>
                <a:gd name="connsiteY0" fmla="*/ 4027775 h 4027775"/>
                <a:gd name="connsiteX1" fmla="*/ 0 w 1536268"/>
                <a:gd name="connsiteY1" fmla="*/ 4027775 h 4027775"/>
                <a:gd name="connsiteX2" fmla="*/ 0 w 1536268"/>
                <a:gd name="connsiteY2" fmla="*/ 2136 h 4027775"/>
                <a:gd name="connsiteX3" fmla="*/ 1536268 w 1536268"/>
                <a:gd name="connsiteY3" fmla="*/ 0 h 4027775"/>
                <a:gd name="connsiteX0" fmla="*/ 1512168 w 1548965"/>
                <a:gd name="connsiteY0" fmla="*/ 4025639 h 4025639"/>
                <a:gd name="connsiteX1" fmla="*/ 0 w 1548965"/>
                <a:gd name="connsiteY1" fmla="*/ 4025639 h 4025639"/>
                <a:gd name="connsiteX2" fmla="*/ 0 w 1548965"/>
                <a:gd name="connsiteY2" fmla="*/ 0 h 4025639"/>
                <a:gd name="connsiteX3" fmla="*/ 1548965 w 1548965"/>
                <a:gd name="connsiteY3" fmla="*/ 847 h 4025639"/>
                <a:gd name="connsiteX0" fmla="*/ 1512168 w 1553197"/>
                <a:gd name="connsiteY0" fmla="*/ 4030756 h 4030756"/>
                <a:gd name="connsiteX1" fmla="*/ 0 w 1553197"/>
                <a:gd name="connsiteY1" fmla="*/ 4030756 h 4030756"/>
                <a:gd name="connsiteX2" fmla="*/ 0 w 1553197"/>
                <a:gd name="connsiteY2" fmla="*/ 5117 h 4030756"/>
                <a:gd name="connsiteX3" fmla="*/ 1553197 w 1553197"/>
                <a:gd name="connsiteY3" fmla="*/ 0 h 4030756"/>
                <a:gd name="connsiteX0" fmla="*/ 1512168 w 1557429"/>
                <a:gd name="connsiteY0" fmla="*/ 4027774 h 4027774"/>
                <a:gd name="connsiteX1" fmla="*/ 0 w 1557429"/>
                <a:gd name="connsiteY1" fmla="*/ 4027774 h 4027774"/>
                <a:gd name="connsiteX2" fmla="*/ 0 w 1557429"/>
                <a:gd name="connsiteY2" fmla="*/ 2135 h 4027774"/>
                <a:gd name="connsiteX3" fmla="*/ 1557429 w 1557429"/>
                <a:gd name="connsiteY3" fmla="*/ 0 h 4027774"/>
                <a:gd name="connsiteX0" fmla="*/ 1512168 w 1561661"/>
                <a:gd name="connsiteY0" fmla="*/ 4025639 h 4025639"/>
                <a:gd name="connsiteX1" fmla="*/ 0 w 1561661"/>
                <a:gd name="connsiteY1" fmla="*/ 4025639 h 4025639"/>
                <a:gd name="connsiteX2" fmla="*/ 0 w 1561661"/>
                <a:gd name="connsiteY2" fmla="*/ 0 h 4025639"/>
                <a:gd name="connsiteX3" fmla="*/ 1561661 w 1561661"/>
                <a:gd name="connsiteY3" fmla="*/ 6811 h 4025639"/>
                <a:gd name="connsiteX0" fmla="*/ 1512168 w 1570126"/>
                <a:gd name="connsiteY0" fmla="*/ 4027774 h 4027774"/>
                <a:gd name="connsiteX1" fmla="*/ 0 w 1570126"/>
                <a:gd name="connsiteY1" fmla="*/ 4027774 h 4027774"/>
                <a:gd name="connsiteX2" fmla="*/ 0 w 1570126"/>
                <a:gd name="connsiteY2" fmla="*/ 2135 h 4027774"/>
                <a:gd name="connsiteX3" fmla="*/ 1570126 w 1570126"/>
                <a:gd name="connsiteY3" fmla="*/ 0 h 4027774"/>
                <a:gd name="connsiteX0" fmla="*/ 1512168 w 1574358"/>
                <a:gd name="connsiteY0" fmla="*/ 4025639 h 4025639"/>
                <a:gd name="connsiteX1" fmla="*/ 0 w 1574358"/>
                <a:gd name="connsiteY1" fmla="*/ 4025639 h 4025639"/>
                <a:gd name="connsiteX2" fmla="*/ 0 w 1574358"/>
                <a:gd name="connsiteY2" fmla="*/ 0 h 4025639"/>
                <a:gd name="connsiteX3" fmla="*/ 1574358 w 1574358"/>
                <a:gd name="connsiteY3" fmla="*/ 9793 h 4025639"/>
                <a:gd name="connsiteX0" fmla="*/ 1512168 w 1578590"/>
                <a:gd name="connsiteY0" fmla="*/ 4025639 h 4025639"/>
                <a:gd name="connsiteX1" fmla="*/ 0 w 1578590"/>
                <a:gd name="connsiteY1" fmla="*/ 4025639 h 4025639"/>
                <a:gd name="connsiteX2" fmla="*/ 0 w 1578590"/>
                <a:gd name="connsiteY2" fmla="*/ 0 h 4025639"/>
                <a:gd name="connsiteX3" fmla="*/ 1578590 w 1578590"/>
                <a:gd name="connsiteY3" fmla="*/ 847 h 402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8590" h="4025639">
                  <a:moveTo>
                    <a:pt x="1512168" y="4025639"/>
                  </a:moveTo>
                  <a:lnTo>
                    <a:pt x="0" y="4025639"/>
                  </a:lnTo>
                  <a:lnTo>
                    <a:pt x="0" y="0"/>
                  </a:lnTo>
                  <a:lnTo>
                    <a:pt x="1578590" y="847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1475656" y="3101846"/>
              <a:ext cx="864096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9"/>
          <p:cNvSpPr txBox="1"/>
          <p:nvPr/>
        </p:nvSpPr>
        <p:spPr>
          <a:xfrm>
            <a:off x="4396049" y="2281367"/>
            <a:ext cx="5587588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自身所具備的專業知識有限以及編程技術不斷更新與發展，需要不斷學習新的知識和技能，以提高自身能力。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99904" y="1596495"/>
            <a:ext cx="7459798" cy="588250"/>
            <a:chOff x="3099904" y="1452479"/>
            <a:chExt cx="7459798" cy="588250"/>
          </a:xfrm>
        </p:grpSpPr>
        <p:sp>
          <p:nvSpPr>
            <p:cNvPr id="59" name="矩形 1"/>
            <p:cNvSpPr/>
            <p:nvPr/>
          </p:nvSpPr>
          <p:spPr>
            <a:xfrm>
              <a:off x="3099904" y="1452479"/>
              <a:ext cx="7459798" cy="588250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0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351693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351693 w 6840760"/>
                <a:gd name="connsiteY4" fmla="*/ 0 h 8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373288" y="1527970"/>
              <a:ext cx="29546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專業知識與技能有限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459946" y="1269554"/>
            <a:ext cx="854394" cy="903005"/>
            <a:chOff x="3459946" y="1125538"/>
            <a:chExt cx="854394" cy="903005"/>
          </a:xfrm>
        </p:grpSpPr>
        <p:sp>
          <p:nvSpPr>
            <p:cNvPr id="60" name="等腰三角形 59"/>
            <p:cNvSpPr/>
            <p:nvPr/>
          </p:nvSpPr>
          <p:spPr>
            <a:xfrm flipV="1">
              <a:off x="3459946" y="1207397"/>
              <a:ext cx="854394" cy="821146"/>
            </a:xfrm>
            <a:prstGeom prst="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615684" y="1125538"/>
              <a:ext cx="47000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Arial" pitchFamily="34" charset="0"/>
                  <a:ea typeface="微软雅黑" pitchFamily="34" charset="-122"/>
                  <a:cs typeface="Arial" pitchFamily="34" charset="0"/>
                </a:rPr>
                <a:t>1</a:t>
              </a:r>
              <a:endParaRPr lang="zh-CN" altLang="en-US" sz="4000" b="1" dirty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4396049" y="3922518"/>
            <a:ext cx="5587589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有時候處理問題不太積極，有拖延癥。應該克服拖延癥，提高工作積極性和主動性。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099904" y="3237646"/>
            <a:ext cx="7459798" cy="588250"/>
            <a:chOff x="3099904" y="3252679"/>
            <a:chExt cx="7459798" cy="588250"/>
          </a:xfrm>
        </p:grpSpPr>
        <p:sp>
          <p:nvSpPr>
            <p:cNvPr id="64" name="矩形 1"/>
            <p:cNvSpPr/>
            <p:nvPr/>
          </p:nvSpPr>
          <p:spPr>
            <a:xfrm>
              <a:off x="3099904" y="3252679"/>
              <a:ext cx="7459798" cy="588250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0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351693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351693 w 6840760"/>
                <a:gd name="connsiteY4" fmla="*/ 0 h 8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373288" y="3340286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工作積極性不足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459946" y="2910705"/>
            <a:ext cx="854394" cy="903005"/>
            <a:chOff x="3459946" y="2925738"/>
            <a:chExt cx="854394" cy="903005"/>
          </a:xfrm>
        </p:grpSpPr>
        <p:sp>
          <p:nvSpPr>
            <p:cNvPr id="65" name="等腰三角形 64"/>
            <p:cNvSpPr/>
            <p:nvPr/>
          </p:nvSpPr>
          <p:spPr>
            <a:xfrm flipV="1">
              <a:off x="3459946" y="3007597"/>
              <a:ext cx="854394" cy="821146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650853" y="2925738"/>
              <a:ext cx="47000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Arial" pitchFamily="34" charset="0"/>
                  <a:ea typeface="微软雅黑" pitchFamily="34" charset="-122"/>
                  <a:cs typeface="Arial" pitchFamily="34" charset="0"/>
                </a:rPr>
                <a:t>2</a:t>
              </a:r>
              <a:endParaRPr lang="zh-CN" altLang="en-US" sz="4000" b="1" dirty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71" name="TextBox 23"/>
          <p:cNvSpPr txBox="1"/>
          <p:nvPr/>
        </p:nvSpPr>
        <p:spPr>
          <a:xfrm>
            <a:off x="4396049" y="5610758"/>
            <a:ext cx="5587589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有時候處理問題會受到思維定式影響，致使不能快速準確的發現解決問題的方法。應該克服思維定式，提高邏輯思維能力，靈活處理問題。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099904" y="4893830"/>
            <a:ext cx="7459798" cy="588250"/>
            <a:chOff x="3099904" y="5020823"/>
            <a:chExt cx="7459798" cy="588250"/>
          </a:xfrm>
        </p:grpSpPr>
        <p:sp>
          <p:nvSpPr>
            <p:cNvPr id="69" name="矩形 1"/>
            <p:cNvSpPr/>
            <p:nvPr/>
          </p:nvSpPr>
          <p:spPr>
            <a:xfrm>
              <a:off x="3099904" y="5020823"/>
              <a:ext cx="7459798" cy="588250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0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351693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351693 w 6840760"/>
                <a:gd name="connsiteY4" fmla="*/ 0 h 8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2" name="TextBox 24"/>
            <p:cNvSpPr txBox="1"/>
            <p:nvPr/>
          </p:nvSpPr>
          <p:spPr>
            <a:xfrm>
              <a:off x="4373288" y="5120546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邏輯思維能力受限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459946" y="4566889"/>
            <a:ext cx="854394" cy="903005"/>
            <a:chOff x="3459946" y="4693882"/>
            <a:chExt cx="854394" cy="903005"/>
          </a:xfrm>
        </p:grpSpPr>
        <p:sp>
          <p:nvSpPr>
            <p:cNvPr id="70" name="等腰三角形 69"/>
            <p:cNvSpPr/>
            <p:nvPr/>
          </p:nvSpPr>
          <p:spPr>
            <a:xfrm flipV="1">
              <a:off x="3459946" y="4775741"/>
              <a:ext cx="854394" cy="821146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dirty="0"/>
            </a:p>
          </p:txBody>
        </p:sp>
        <p:sp>
          <p:nvSpPr>
            <p:cNvPr id="73" name="TextBox 25"/>
            <p:cNvSpPr txBox="1"/>
            <p:nvPr/>
          </p:nvSpPr>
          <p:spPr>
            <a:xfrm>
              <a:off x="3650853" y="4693882"/>
              <a:ext cx="47000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Arial" pitchFamily="34" charset="0"/>
                  <a:ea typeface="微软雅黑" pitchFamily="34" charset="-122"/>
                  <a:cs typeface="Arial" pitchFamily="34" charset="0"/>
                </a:rPr>
                <a:t>3</a:t>
              </a:r>
              <a:endParaRPr lang="zh-CN" altLang="en-US" sz="4000" b="1" dirty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74" name="TextBox 31"/>
          <p:cNvSpPr txBox="1"/>
          <p:nvPr/>
        </p:nvSpPr>
        <p:spPr>
          <a:xfrm>
            <a:off x="1702718" y="1831854"/>
            <a:ext cx="677108" cy="359130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不足之處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]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190550" y="180723"/>
            <a:ext cx="845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FIH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TextBox 43"/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微软雅黑" pitchFamily="34" charset="-122"/>
              </a:defRPr>
            </a:lvl9pPr>
          </a:lstStyle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</a:rPr>
              <a:t>不足之處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80725653"/>
      </p:ext>
    </p:extLst>
  </p:cSld>
  <p:clrMapOvr>
    <a:masterClrMapping/>
  </p:clrMapOvr>
  <p:transition spd="slow" advClick="0" advTm="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6" grpId="0"/>
      <p:bldP spid="71" grpId="0"/>
      <p:bldP spid="74" grpId="0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740873"/>
            <a:ext cx="5039227" cy="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151186" y="740873"/>
            <a:ext cx="5039227" cy="0"/>
          </a:xfrm>
          <a:prstGeom prst="line">
            <a:avLst/>
          </a:prstGeom>
          <a:ln w="12700">
            <a:solidFill>
              <a:srgbClr val="A9A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" y="6406814"/>
            <a:ext cx="3041773" cy="452774"/>
          </a:xfrm>
          <a:prstGeom prst="rect">
            <a:avLst/>
          </a:prstGeom>
          <a:solidFill>
            <a:srgbClr val="EF7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041775" y="6406814"/>
            <a:ext cx="3063750" cy="452774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095207" y="6406814"/>
            <a:ext cx="3047603" cy="452774"/>
          </a:xfrm>
          <a:prstGeom prst="rect">
            <a:avLst/>
          </a:prstGeom>
          <a:solidFill>
            <a:srgbClr val="38B1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142810" y="6406814"/>
            <a:ext cx="3047603" cy="45277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0" y="-27390"/>
            <a:ext cx="3047603" cy="123423"/>
          </a:xfrm>
          <a:prstGeom prst="rect">
            <a:avLst/>
          </a:prstGeom>
          <a:solidFill>
            <a:srgbClr val="EF7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047603" y="-27390"/>
            <a:ext cx="3047603" cy="123423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5207" y="-27390"/>
            <a:ext cx="3047603" cy="123423"/>
          </a:xfrm>
          <a:prstGeom prst="rect">
            <a:avLst/>
          </a:prstGeom>
          <a:solidFill>
            <a:srgbClr val="38B1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142810" y="-27390"/>
            <a:ext cx="3047603" cy="123423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367240" y="1559294"/>
            <a:ext cx="3592616" cy="2062087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r>
              <a:rPr lang="en-US" altLang="zh-CN" sz="12800" dirty="0" smtClean="0">
                <a:solidFill>
                  <a:srgbClr val="38B1BF"/>
                </a:solidFill>
                <a:latin typeface="Impact" panose="020B0806030902050204" pitchFamily="34" charset="0"/>
              </a:rPr>
              <a:t>2020</a:t>
            </a:r>
            <a:endParaRPr lang="zh-CN" altLang="en-US" sz="12800" dirty="0">
              <a:solidFill>
                <a:srgbClr val="38B1BF"/>
              </a:solidFill>
              <a:latin typeface="Impact" panose="020B0806030902050204" pitchFamily="34" charset="0"/>
            </a:endParaRPr>
          </a:p>
        </p:txBody>
      </p:sp>
      <p:sp>
        <p:nvSpPr>
          <p:cNvPr id="19" name="文本框 5"/>
          <p:cNvSpPr txBox="1"/>
          <p:nvPr/>
        </p:nvSpPr>
        <p:spPr>
          <a:xfrm>
            <a:off x="3795899" y="4778722"/>
            <a:ext cx="1646571" cy="384705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algn="ctr"/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匯報人：王丹</a:t>
            </a:r>
            <a:endParaRPr lang="en-US" altLang="zh-CN" sz="19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075415" y="3552761"/>
            <a:ext cx="6037196" cy="938702"/>
          </a:xfrm>
          <a:prstGeom prst="rect">
            <a:avLst/>
          </a:prstGeom>
          <a:noFill/>
          <a:ln>
            <a:noFill/>
          </a:ln>
          <a:effectLst>
            <a:glow rad="1905000">
              <a:srgbClr val="F14124">
                <a:alpha val="40000"/>
              </a:srgbClr>
            </a:glow>
            <a:softEdge rad="1270000"/>
          </a:effectLst>
        </p:spPr>
        <p:txBody>
          <a:bodyPr wrap="none" lIns="91423" tIns="45712" rIns="91423" bIns="45712">
            <a:spAutoFit/>
          </a:bodyPr>
          <a:lstStyle/>
          <a:p>
            <a:pPr algn="ctr"/>
            <a:r>
              <a:rPr lang="zh-CN" altLang="en-US" sz="5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匯報完畢 感謝觀看</a:t>
            </a:r>
            <a:endParaRPr lang="zh-CN" altLang="en-US" sz="55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5"/>
          <p:cNvSpPr txBox="1"/>
          <p:nvPr/>
        </p:nvSpPr>
        <p:spPr>
          <a:xfrm>
            <a:off x="5736656" y="4778722"/>
            <a:ext cx="2787909" cy="384705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algn="ctr"/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日期：</a:t>
            </a:r>
            <a:r>
              <a:rPr lang="en-US" altLang="zh-CN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月</a:t>
            </a:r>
            <a:r>
              <a:rPr lang="en-US" altLang="zh-CN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1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日</a:t>
            </a:r>
            <a:endParaRPr lang="en-US" altLang="zh-CN" sz="19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639273" y="4529730"/>
            <a:ext cx="6911868" cy="0"/>
          </a:xfrm>
          <a:prstGeom prst="line">
            <a:avLst/>
          </a:prstGeom>
          <a:ln>
            <a:solidFill>
              <a:srgbClr val="38B1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92828" y="452774"/>
            <a:ext cx="1010848" cy="69249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ctr"/>
            <a:r>
              <a:rPr lang="en-US" altLang="zh-CN" sz="3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FIH</a:t>
            </a:r>
            <a:endParaRPr lang="zh-CN" altLang="en-US" sz="3700" dirty="0">
              <a:solidFill>
                <a:schemeClr val="tx1">
                  <a:lumMod val="75000"/>
                  <a:lumOff val="25000"/>
                </a:schemeClr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0311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 advClick="0" advTm="6000">
        <p:blinds dir="vert"/>
      </p:transition>
    </mc:Choice>
    <mc:Fallback>
      <p:transition spd="slow" advClick="0" advTm="6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3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0" accel="100000" fill="hold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900"/>
                            </p:stCondLst>
                            <p:childTnLst>
                              <p:par>
                                <p:cTn id="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9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400"/>
                            </p:stCondLst>
                            <p:childTnLst>
                              <p:par>
                                <p:cTn id="6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90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自定义 81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EF7768"/>
      </a:accent1>
      <a:accent2>
        <a:srgbClr val="C7C7C7"/>
      </a:accent2>
      <a:accent3>
        <a:srgbClr val="38B1BF"/>
      </a:accent3>
      <a:accent4>
        <a:srgbClr val="FF9933"/>
      </a:accent4>
      <a:accent5>
        <a:srgbClr val="7F7F7F"/>
      </a:accent5>
      <a:accent6>
        <a:srgbClr val="878787"/>
      </a:accent6>
      <a:hlink>
        <a:srgbClr val="006387"/>
      </a:hlink>
      <a:folHlink>
        <a:srgbClr val="8B8B8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3677</TotalTime>
  <Words>726</Words>
  <Application>Microsoft Office PowerPoint</Application>
  <PresentationFormat>自訂</PresentationFormat>
  <Paragraphs>110</Paragraphs>
  <Slides>11</Slides>
  <Notes>11</Notes>
  <HiddenSlides>0</HiddenSlides>
  <MMClips>1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第一PPT，www.1ppt.com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</vt:vector>
  </TitlesOfParts>
  <Manager>第一PPT</Manager>
  <Company>第一PPT，www.1ppt.com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简洁彩条</dc:title>
  <dc:creator>第一PPT</dc:creator>
  <cp:keywords>www.1ppt.com</cp:keywords>
  <dc:description>www.1ppt.com</dc:description>
  <cp:lastModifiedBy>H0755869</cp:lastModifiedBy>
  <cp:revision>177</cp:revision>
  <dcterms:created xsi:type="dcterms:W3CDTF">2015-04-23T03:04:04Z</dcterms:created>
  <dcterms:modified xsi:type="dcterms:W3CDTF">2020-11-05T06:33:56Z</dcterms:modified>
</cp:coreProperties>
</file>