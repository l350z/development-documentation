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39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4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12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85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22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61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90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4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3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1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323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5429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29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332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969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24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89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985F060-7FEC-470C-BB99-9701130D22F4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95B1F-ECAC-4D05-A8E1-AD6E7FC76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7935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0656" y="136118"/>
            <a:ext cx="8825657" cy="1915647"/>
          </a:xfrm>
        </p:spPr>
        <p:txBody>
          <a:bodyPr/>
          <a:lstStyle/>
          <a:p>
            <a:r>
              <a:rPr lang="zh-CN" altLang="en-US" sz="7200" dirty="0" smtClean="0"/>
              <a:t>年度总结</a:t>
            </a:r>
            <a:endParaRPr lang="zh-CN" altLang="en-US" sz="7200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0654" y="2289158"/>
            <a:ext cx="9527699" cy="2449896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总结人：李册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工</a:t>
            </a:r>
            <a:r>
              <a:rPr lang="zh-CN" altLang="en-US" dirty="0" smtClean="0">
                <a:solidFill>
                  <a:schemeClr val="tx1"/>
                </a:solidFill>
              </a:rPr>
              <a:t>号：</a:t>
            </a:r>
            <a:r>
              <a:rPr lang="en-US" altLang="zh-CN" dirty="0" smtClean="0">
                <a:solidFill>
                  <a:schemeClr val="tx1"/>
                </a:solidFill>
              </a:rPr>
              <a:t>H0758088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时</a:t>
            </a:r>
            <a:r>
              <a:rPr lang="zh-CN" altLang="en-US" dirty="0" smtClean="0">
                <a:solidFill>
                  <a:schemeClr val="tx1"/>
                </a:solidFill>
              </a:rPr>
              <a:t>间：</a:t>
            </a:r>
            <a:r>
              <a:rPr lang="en-US" altLang="zh-CN" dirty="0" smtClean="0">
                <a:solidFill>
                  <a:schemeClr val="tx1"/>
                </a:solidFill>
              </a:rPr>
              <a:t>2020-11-05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51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3072" y="391094"/>
            <a:ext cx="8825657" cy="1915647"/>
          </a:xfrm>
        </p:spPr>
        <p:txBody>
          <a:bodyPr/>
          <a:lstStyle/>
          <a:p>
            <a:r>
              <a:rPr lang="en-US" altLang="zh-CN" dirty="0" smtClean="0"/>
              <a:t>2019-12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3072" y="2576146"/>
            <a:ext cx="8957541" cy="3061635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zh-CN" dirty="0">
                <a:solidFill>
                  <a:schemeClr val="tx1"/>
                </a:solidFill>
              </a:rPr>
              <a:t>供应商报名界面更新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1-1.</a:t>
            </a:r>
            <a:r>
              <a:rPr lang="zh-CN" altLang="zh-CN" dirty="0">
                <a:solidFill>
                  <a:schemeClr val="tx1"/>
                </a:solidFill>
              </a:rPr>
              <a:t>提报名单可分</a:t>
            </a:r>
            <a:r>
              <a:rPr lang="en-US" altLang="zh-CN" dirty="0">
                <a:solidFill>
                  <a:schemeClr val="tx1"/>
                </a:solidFill>
              </a:rPr>
              <a:t>BU,</a:t>
            </a:r>
            <a:r>
              <a:rPr lang="zh-CN" altLang="zh-CN" dirty="0">
                <a:solidFill>
                  <a:schemeClr val="tx1"/>
                </a:solidFill>
              </a:rPr>
              <a:t>并且可以生成不同供应商代码；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1-2.</a:t>
            </a:r>
            <a:r>
              <a:rPr lang="zh-CN" altLang="zh-CN" dirty="0">
                <a:solidFill>
                  <a:schemeClr val="tx1"/>
                </a:solidFill>
              </a:rPr>
              <a:t>管理员可自行修改供应商的报名时间和</a:t>
            </a:r>
            <a:r>
              <a:rPr lang="en-US" altLang="zh-CN" dirty="0">
                <a:solidFill>
                  <a:schemeClr val="tx1"/>
                </a:solidFill>
              </a:rPr>
              <a:t>BU</a:t>
            </a:r>
            <a:r>
              <a:rPr lang="zh-CN" altLang="zh-CN" dirty="0">
                <a:solidFill>
                  <a:schemeClr val="tx1"/>
                </a:solidFill>
              </a:rPr>
              <a:t>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zh-CN" dirty="0">
                <a:solidFill>
                  <a:schemeClr val="tx1"/>
                </a:solidFill>
              </a:rPr>
              <a:t>费</a:t>
            </a:r>
            <a:r>
              <a:rPr lang="zh-CN" altLang="zh-CN" dirty="0" smtClean="0">
                <a:solidFill>
                  <a:schemeClr val="tx1"/>
                </a:solidFill>
              </a:rPr>
              <a:t>用</a:t>
            </a:r>
            <a:r>
              <a:rPr lang="zh-CN" altLang="en-US" dirty="0">
                <a:solidFill>
                  <a:schemeClr val="tx1"/>
                </a:solidFill>
              </a:rPr>
              <a:t>结报</a:t>
            </a:r>
            <a:r>
              <a:rPr lang="zh-CN" altLang="zh-CN" dirty="0" smtClean="0">
                <a:solidFill>
                  <a:schemeClr val="tx1"/>
                </a:solidFill>
              </a:rPr>
              <a:t>界</a:t>
            </a:r>
            <a:r>
              <a:rPr lang="zh-CN" altLang="zh-CN" dirty="0">
                <a:solidFill>
                  <a:schemeClr val="tx1"/>
                </a:solidFill>
              </a:rPr>
              <a:t>面更新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2-1.</a:t>
            </a:r>
            <a:r>
              <a:rPr lang="zh-CN" altLang="zh-CN" dirty="0">
                <a:solidFill>
                  <a:schemeClr val="tx1"/>
                </a:solidFill>
              </a:rPr>
              <a:t>廊坊厂区奖金结算可以分</a:t>
            </a:r>
            <a:r>
              <a:rPr lang="en-US" altLang="zh-CN" dirty="0">
                <a:solidFill>
                  <a:schemeClr val="tx1"/>
                </a:solidFill>
              </a:rPr>
              <a:t>BU</a:t>
            </a:r>
            <a:r>
              <a:rPr lang="zh-CN" altLang="zh-CN" dirty="0">
                <a:solidFill>
                  <a:schemeClr val="tx1"/>
                </a:solidFill>
              </a:rPr>
              <a:t>进行。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zh-CN" dirty="0">
                <a:solidFill>
                  <a:schemeClr val="tx1"/>
                </a:solidFill>
              </a:rPr>
              <a:t>新版招聘网管理平台上线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46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9274" y="-347459"/>
            <a:ext cx="8825657" cy="1915647"/>
          </a:xfrm>
        </p:spPr>
        <p:txBody>
          <a:bodyPr/>
          <a:lstStyle/>
          <a:p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-3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29273" y="1849543"/>
            <a:ext cx="8825658" cy="860400"/>
          </a:xfrm>
        </p:spPr>
        <p:txBody>
          <a:bodyPr/>
          <a:lstStyle/>
          <a:p>
            <a:r>
              <a:rPr lang="zh-CN" altLang="zh-CN" dirty="0">
                <a:solidFill>
                  <a:schemeClr val="tx1"/>
                </a:solidFill>
              </a:rPr>
              <a:t>支援招募现场 解决现场人力不足，面试量大的问题</a:t>
            </a:r>
            <a:r>
              <a:rPr lang="zh-CN" altLang="zh-CN" dirty="0" smtClean="0">
                <a:solidFill>
                  <a:schemeClr val="tx1"/>
                </a:solidFill>
              </a:rPr>
              <a:t>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129273" y="1321919"/>
            <a:ext cx="8825657" cy="19156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-4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6" name="文字版面配置區 2"/>
          <p:cNvSpPr txBox="1">
            <a:spLocks/>
          </p:cNvSpPr>
          <p:nvPr/>
        </p:nvSpPr>
        <p:spPr>
          <a:xfrm>
            <a:off x="1129271" y="3443882"/>
            <a:ext cx="9597343" cy="3062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FSK</a:t>
            </a:r>
            <a:r>
              <a:rPr lang="en-US" altLang="zh-CN" dirty="0" smtClean="0">
                <a:solidFill>
                  <a:schemeClr val="tx1"/>
                </a:solidFill>
              </a:rPr>
              <a:t>2020</a:t>
            </a:r>
            <a:r>
              <a:rPr lang="zh-TW" altLang="zh-CN" dirty="0" smtClean="0">
                <a:solidFill>
                  <a:schemeClr val="tx1"/>
                </a:solidFill>
              </a:rPr>
              <a:t>年</a:t>
            </a:r>
            <a:r>
              <a:rPr lang="zh-CN" altLang="en-US" dirty="0" smtClean="0">
                <a:solidFill>
                  <a:schemeClr val="tx1"/>
                </a:solidFill>
              </a:rPr>
              <a:t>外部推荐供应商变更</a:t>
            </a:r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1.</a:t>
            </a:r>
            <a:r>
              <a:rPr lang="zh-CN" altLang="en-US" dirty="0" smtClean="0">
                <a:solidFill>
                  <a:schemeClr val="tx1"/>
                </a:solidFill>
              </a:rPr>
              <a:t>用户领取虚拟奖金变更</a:t>
            </a:r>
            <a:r>
              <a:rPr lang="zh-TW" altLang="zh-CN" dirty="0" smtClean="0">
                <a:solidFill>
                  <a:schemeClr val="tx1"/>
                </a:solidFill>
              </a:rPr>
              <a:t>；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  <a:r>
              <a:rPr lang="zh-CN" altLang="en-US" dirty="0">
                <a:solidFill>
                  <a:schemeClr val="tx1"/>
                </a:solidFill>
              </a:rPr>
              <a:t>用户提</a:t>
            </a:r>
            <a:r>
              <a:rPr lang="zh-CN" altLang="en-US" dirty="0" smtClean="0">
                <a:solidFill>
                  <a:schemeClr val="tx1"/>
                </a:solidFill>
              </a:rPr>
              <a:t>现流程变更</a:t>
            </a:r>
            <a:r>
              <a:rPr lang="zh-TW" altLang="zh-CN" dirty="0" smtClean="0">
                <a:solidFill>
                  <a:schemeClr val="tx1"/>
                </a:solidFill>
              </a:rPr>
              <a:t>；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en-US" altLang="zh-CN" dirty="0" smtClean="0">
                <a:solidFill>
                  <a:schemeClr val="tx1"/>
                </a:solidFill>
              </a:rPr>
              <a:t>.FSK</a:t>
            </a:r>
            <a:r>
              <a:rPr lang="zh-CN" altLang="en-US" dirty="0">
                <a:solidFill>
                  <a:schemeClr val="tx1"/>
                </a:solidFill>
              </a:rPr>
              <a:t>后</a:t>
            </a:r>
            <a:r>
              <a:rPr lang="zh-CN" altLang="en-US" dirty="0" smtClean="0">
                <a:solidFill>
                  <a:schemeClr val="tx1"/>
                </a:solidFill>
              </a:rPr>
              <a:t>台也新供应商交互数据模式变更</a:t>
            </a:r>
            <a:r>
              <a:rPr lang="zh-TW" altLang="zh-CN" dirty="0" smtClean="0">
                <a:solidFill>
                  <a:schemeClr val="tx1"/>
                </a:solidFill>
              </a:rPr>
              <a:t>。</a:t>
            </a:r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TW" dirty="0" smtClean="0">
                <a:solidFill>
                  <a:schemeClr val="tx1"/>
                </a:solidFill>
              </a:rPr>
              <a:t>4.</a:t>
            </a:r>
            <a:r>
              <a:rPr lang="zh-CN" altLang="en-US" dirty="0" smtClean="0">
                <a:solidFill>
                  <a:schemeClr val="tx1"/>
                </a:solidFill>
              </a:rPr>
              <a:t>提高了数据安全性，保证用户及时领取奖金</a:t>
            </a:r>
            <a:endParaRPr lang="en-US" altLang="zh-TW" dirty="0" smtClean="0">
              <a:solidFill>
                <a:schemeClr val="tx1"/>
              </a:solidFill>
            </a:endParaRPr>
          </a:p>
          <a:p>
            <a:endParaRPr lang="zh-CN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046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84491" y="426264"/>
            <a:ext cx="8825657" cy="1915647"/>
          </a:xfrm>
        </p:spPr>
        <p:txBody>
          <a:bodyPr/>
          <a:lstStyle/>
          <a:p>
            <a:r>
              <a:rPr lang="en-US" altLang="zh-CN" dirty="0" smtClean="0"/>
              <a:t>2020-5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69255" y="2711188"/>
            <a:ext cx="8825658" cy="860400"/>
          </a:xfrm>
        </p:spPr>
        <p:txBody>
          <a:bodyPr>
            <a:normAutofit fontScale="85000" lnSpcReduction="10000"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重写奖金利率，重写抽奖方式，将之前只有钱的奖励加入物品奖励，并且可以设置领取与否。</a:t>
            </a:r>
          </a:p>
          <a:p>
            <a:r>
              <a:rPr lang="zh-CN" altLang="zh-CN" dirty="0">
                <a:solidFill>
                  <a:schemeClr val="tx1"/>
                </a:solidFill>
              </a:rPr>
              <a:t>奖金提单加入附件并查看附件，</a:t>
            </a:r>
            <a:r>
              <a:rPr lang="en-US" altLang="zh-CN" dirty="0">
                <a:solidFill>
                  <a:schemeClr val="tx1"/>
                </a:solidFill>
              </a:rPr>
              <a:t>framework</a:t>
            </a:r>
            <a:r>
              <a:rPr lang="zh-CN" altLang="zh-CN" dirty="0">
                <a:solidFill>
                  <a:schemeClr val="tx1"/>
                </a:solidFill>
              </a:rPr>
              <a:t>升级到</a:t>
            </a:r>
            <a:r>
              <a:rPr lang="en-US" altLang="zh-CN" dirty="0">
                <a:solidFill>
                  <a:schemeClr val="tx1"/>
                </a:solidFill>
              </a:rPr>
              <a:t>4.6</a:t>
            </a:r>
            <a:r>
              <a:rPr lang="zh-CN" altLang="zh-CN" dirty="0">
                <a:solidFill>
                  <a:schemeClr val="tx1"/>
                </a:solidFill>
              </a:rPr>
              <a:t>之后</a:t>
            </a:r>
          </a:p>
          <a:p>
            <a:endParaRPr lang="zh-CN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269255" y="2341911"/>
            <a:ext cx="8825657" cy="19156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 smtClean="0"/>
              <a:t>2020-6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269255" y="4378570"/>
            <a:ext cx="837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查询里加入</a:t>
            </a:r>
            <a:r>
              <a:rPr lang="zh-CN" altLang="zh-CN" dirty="0" smtClean="0"/>
              <a:t>身份</a:t>
            </a:r>
            <a:r>
              <a:rPr lang="zh-CN" altLang="en-US" dirty="0"/>
              <a:t>信息</a:t>
            </a:r>
            <a:r>
              <a:rPr lang="zh-CN" altLang="zh-CN" dirty="0" smtClean="0"/>
              <a:t>批量</a:t>
            </a:r>
            <a:r>
              <a:rPr lang="zh-CN" altLang="zh-CN" dirty="0"/>
              <a:t>查询和批量删除功能，方便供应商快速定位</a:t>
            </a:r>
            <a:r>
              <a:rPr lang="en-US" altLang="zh-CN" dirty="0"/>
              <a:t>excel</a:t>
            </a:r>
            <a:r>
              <a:rPr lang="zh-CN" altLang="zh-CN" dirty="0"/>
              <a:t>中的数据</a:t>
            </a:r>
          </a:p>
        </p:txBody>
      </p:sp>
    </p:spTree>
    <p:extLst>
      <p:ext uri="{BB962C8B-B14F-4D97-AF65-F5344CB8AC3E}">
        <p14:creationId xmlns:p14="http://schemas.microsoft.com/office/powerpoint/2010/main" val="178542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07354" y="2044049"/>
            <a:ext cx="8825657" cy="1915647"/>
          </a:xfrm>
        </p:spPr>
        <p:txBody>
          <a:bodyPr/>
          <a:lstStyle/>
          <a:p>
            <a:r>
              <a:rPr lang="en-US" altLang="zh-CN" dirty="0" smtClean="0"/>
              <a:t>2020-08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93286" y="2473796"/>
            <a:ext cx="8825658" cy="860400"/>
          </a:xfrm>
        </p:spPr>
        <p:txBody>
          <a:bodyPr/>
          <a:lstStyle/>
          <a:p>
            <a:r>
              <a:rPr lang="zh-CN" altLang="zh-CN" dirty="0">
                <a:solidFill>
                  <a:schemeClr val="tx1"/>
                </a:solidFill>
              </a:rPr>
              <a:t>对服务器里的遗留文件进行清除，清除大量无效</a:t>
            </a:r>
            <a:r>
              <a:rPr lang="en-US" altLang="zh-CN" dirty="0">
                <a:solidFill>
                  <a:schemeClr val="tx1"/>
                </a:solidFill>
              </a:rPr>
              <a:t>excel </a:t>
            </a:r>
            <a:r>
              <a:rPr lang="zh-CN" altLang="zh-CN" dirty="0">
                <a:solidFill>
                  <a:schemeClr val="tx1"/>
                </a:solidFill>
              </a:rPr>
              <a:t>和文档，节约服务器空间</a:t>
            </a:r>
          </a:p>
          <a:p>
            <a:endParaRPr lang="zh-CN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307355" y="490741"/>
            <a:ext cx="8825657" cy="19156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mtClean="0"/>
              <a:t>2020-07</a:t>
            </a:r>
            <a:r>
              <a:rPr lang="zh-CN" altLang="en-US" smtClean="0"/>
              <a:t>月</a:t>
            </a:r>
            <a:endParaRPr lang="zh-CN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225755" y="4114800"/>
            <a:ext cx="8645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修改所有图片的上传方式，将病毒图片进行清理，将前端所有</a:t>
            </a:r>
            <a:r>
              <a:rPr lang="en-US" altLang="zh-CN" dirty="0" err="1"/>
              <a:t>js</a:t>
            </a:r>
            <a:r>
              <a:rPr lang="zh-CN" altLang="zh-CN" dirty="0"/>
              <a:t>进行混淆，降低可读性。网站的整体安全上提高了一个层次。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137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02079" y="311964"/>
            <a:ext cx="8825657" cy="1915647"/>
          </a:xfrm>
        </p:spPr>
        <p:txBody>
          <a:bodyPr/>
          <a:lstStyle/>
          <a:p>
            <a:r>
              <a:rPr lang="en-US" altLang="zh-CN" dirty="0" smtClean="0"/>
              <a:t>2020-09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02078" y="2421043"/>
            <a:ext cx="8825658" cy="860400"/>
          </a:xfrm>
        </p:spPr>
        <p:txBody>
          <a:bodyPr/>
          <a:lstStyle/>
          <a:p>
            <a:r>
              <a:rPr lang="zh-CN" altLang="zh-CN" dirty="0">
                <a:solidFill>
                  <a:schemeClr val="tx1"/>
                </a:solidFill>
              </a:rPr>
              <a:t>修改短信通知账号密码，修改龙华短信通知，修改奖金审核流程配合</a:t>
            </a:r>
            <a:r>
              <a:rPr lang="en-US" altLang="zh-CN" dirty="0">
                <a:solidFill>
                  <a:schemeClr val="tx1"/>
                </a:solidFill>
              </a:rPr>
              <a:t>workflow</a:t>
            </a:r>
            <a:endParaRPr lang="zh-CN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202078" y="2025304"/>
            <a:ext cx="8825657" cy="19156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 smtClean="0"/>
              <a:t>2020-10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202078" y="4141177"/>
            <a:ext cx="92080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升级招聘网后台消息提醒功能，配合浏览</a:t>
            </a:r>
            <a:r>
              <a:rPr lang="zh-CN" altLang="zh-CN" sz="2000" dirty="0" smtClean="0"/>
              <a:t>器新</a:t>
            </a:r>
            <a:r>
              <a:rPr lang="en-US" altLang="zh-CN" sz="2000" dirty="0" err="1"/>
              <a:t>api</a:t>
            </a:r>
            <a:r>
              <a:rPr lang="zh-CN" altLang="zh-CN" sz="2000" dirty="0"/>
              <a:t>消息提醒，主动提示用户有消息。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2059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4955" y="0"/>
            <a:ext cx="8825657" cy="1915647"/>
          </a:xfrm>
        </p:spPr>
        <p:txBody>
          <a:bodyPr/>
          <a:lstStyle/>
          <a:p>
            <a:r>
              <a:rPr lang="zh-CN" altLang="en-US" dirty="0" smtClean="0"/>
              <a:t>结语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49323" y="2429835"/>
            <a:ext cx="9269561" cy="3153280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2020</a:t>
            </a:r>
            <a:r>
              <a:rPr lang="zh-CN" altLang="en-US" dirty="0" smtClean="0">
                <a:solidFill>
                  <a:schemeClr val="tx1"/>
                </a:solidFill>
              </a:rPr>
              <a:t>年如白驹过隙一般就要结束。在这一年里，我在自己的工作岗位上兢兢业业，完成了所有任务，给</a:t>
            </a:r>
            <a:r>
              <a:rPr lang="en-US" altLang="zh-CN" dirty="0" smtClean="0">
                <a:solidFill>
                  <a:schemeClr val="tx1"/>
                </a:solidFill>
              </a:rPr>
              <a:t>2020</a:t>
            </a:r>
            <a:r>
              <a:rPr lang="zh-CN" altLang="en-US" dirty="0" smtClean="0">
                <a:solidFill>
                  <a:schemeClr val="tx1"/>
                </a:solidFill>
              </a:rPr>
              <a:t>年划上了一个完整的句号，在未来的日子里，我还会如现在一般，在稳定的工作中提高自己的工作能力。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送</a:t>
            </a:r>
            <a:r>
              <a:rPr lang="zh-CN" altLang="en-US" dirty="0" smtClean="0">
                <a:solidFill>
                  <a:schemeClr val="tx1"/>
                </a:solidFill>
              </a:rPr>
              <a:t>别</a:t>
            </a:r>
            <a:r>
              <a:rPr lang="en-US" altLang="zh-CN" dirty="0" smtClean="0">
                <a:solidFill>
                  <a:schemeClr val="tx1"/>
                </a:solidFill>
              </a:rPr>
              <a:t>2020 </a:t>
            </a:r>
            <a:r>
              <a:rPr lang="zh-CN" altLang="en-US" dirty="0" smtClean="0">
                <a:solidFill>
                  <a:schemeClr val="tx1"/>
                </a:solidFill>
              </a:rPr>
              <a:t>马上迎接</a:t>
            </a:r>
            <a:r>
              <a:rPr lang="en-US" altLang="zh-CN" dirty="0" smtClean="0">
                <a:solidFill>
                  <a:schemeClr val="tx1"/>
                </a:solidFill>
              </a:rPr>
              <a:t>2021 </a:t>
            </a:r>
            <a:r>
              <a:rPr lang="zh-CN" altLang="en-US" dirty="0" smtClean="0">
                <a:solidFill>
                  <a:schemeClr val="tx1"/>
                </a:solidFill>
              </a:rPr>
              <a:t>，愿公司越来越好，愿自己的能力越来越强。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4922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511</Words>
  <Application>Microsoft Office PowerPoint</Application>
  <PresentationFormat>寬螢幕</PresentationFormat>
  <Paragraphs>35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宋体</vt:lpstr>
      <vt:lpstr>Arial</vt:lpstr>
      <vt:lpstr>Century Gothic</vt:lpstr>
      <vt:lpstr>Wingdings 3</vt:lpstr>
      <vt:lpstr>離子</vt:lpstr>
      <vt:lpstr>年度总结</vt:lpstr>
      <vt:lpstr>2019-12月</vt:lpstr>
      <vt:lpstr>2020年-3月</vt:lpstr>
      <vt:lpstr>2020-5月</vt:lpstr>
      <vt:lpstr>2020-08月</vt:lpstr>
      <vt:lpstr>2020-09月</vt:lpstr>
      <vt:lpstr>结语</vt:lpstr>
    </vt:vector>
  </TitlesOfParts>
  <Company>FoxconnIT-Team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年度总结</dc:title>
  <dc:creator>gao</dc:creator>
  <cp:lastModifiedBy>gao</cp:lastModifiedBy>
  <cp:revision>9</cp:revision>
  <dcterms:created xsi:type="dcterms:W3CDTF">2020-11-05T06:35:02Z</dcterms:created>
  <dcterms:modified xsi:type="dcterms:W3CDTF">2020-11-05T06:51:35Z</dcterms:modified>
</cp:coreProperties>
</file>