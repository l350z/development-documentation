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7" r:id="rId1"/>
    <p:sldMasterId id="2147483679" r:id="rId2"/>
  </p:sldMasterIdLst>
  <p:notesMasterIdLst>
    <p:notesMasterId r:id="rId24"/>
  </p:notesMasterIdLst>
  <p:sldIdLst>
    <p:sldId id="256" r:id="rId3"/>
    <p:sldId id="286" r:id="rId4"/>
    <p:sldId id="257" r:id="rId5"/>
    <p:sldId id="284" r:id="rId6"/>
    <p:sldId id="299" r:id="rId7"/>
    <p:sldId id="287" r:id="rId8"/>
    <p:sldId id="263" r:id="rId9"/>
    <p:sldId id="288" r:id="rId10"/>
    <p:sldId id="282" r:id="rId11"/>
    <p:sldId id="289" r:id="rId12"/>
    <p:sldId id="290" r:id="rId13"/>
    <p:sldId id="291" r:id="rId14"/>
    <p:sldId id="292" r:id="rId15"/>
    <p:sldId id="293" r:id="rId16"/>
    <p:sldId id="294" r:id="rId17"/>
    <p:sldId id="301" r:id="rId18"/>
    <p:sldId id="295" r:id="rId19"/>
    <p:sldId id="297" r:id="rId20"/>
    <p:sldId id="296" r:id="rId21"/>
    <p:sldId id="298" r:id="rId22"/>
    <p:sldId id="281" r:id="rId23"/>
  </p:sldIdLst>
  <p:sldSz cx="12192000" cy="6858000"/>
  <p:notesSz cx="6858000" cy="9144000"/>
  <p:defaultTextStyle>
    <a:defPPr>
      <a:defRPr lang="zh-CN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3A1C"/>
    <a:srgbClr val="F23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34" autoAdjust="0"/>
    <p:restoredTop sz="93692"/>
  </p:normalViewPr>
  <p:slideViewPr>
    <p:cSldViewPr snapToGrid="0" snapToObjects="1">
      <p:cViewPr varScale="1">
        <p:scale>
          <a:sx n="68" d="100"/>
          <a:sy n="68" d="100"/>
        </p:scale>
        <p:origin x="9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5" d="100"/>
          <a:sy n="85" d="100"/>
        </p:scale>
        <p:origin x="2680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6E1E63-6347-BD4F-A808-7F54FA34CE72}" type="datetimeFigureOut">
              <a:rPr kumimoji="1" lang="zh-CN" altLang="en-US" smtClean="0"/>
              <a:t>2020/11/4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1EDE8F-5748-564A-B104-45C8D634421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12194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1EDE8F-5748-564A-B104-45C8D6344219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86146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www.officeplus.cn/Template/Home.shtml" TargetMode="Externa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43" y="0"/>
            <a:ext cx="12191058" cy="5774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4" name="Group 41154"/>
          <p:cNvGrpSpPr>
            <a:grpSpLocks/>
          </p:cNvGrpSpPr>
          <p:nvPr userDrawn="1"/>
        </p:nvGrpSpPr>
        <p:grpSpPr bwMode="auto">
          <a:xfrm>
            <a:off x="9472085" y="5091643"/>
            <a:ext cx="1602316" cy="99483"/>
            <a:chOff x="4477" y="2290"/>
            <a:chExt cx="757" cy="47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5" name="Rectangle 41001"/>
            <p:cNvSpPr>
              <a:spLocks noChangeArrowheads="1"/>
            </p:cNvSpPr>
            <p:nvPr/>
          </p:nvSpPr>
          <p:spPr bwMode="auto">
            <a:xfrm>
              <a:off x="4477" y="2290"/>
              <a:ext cx="176" cy="4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 sz="160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6" name="Rectangle 41003"/>
            <p:cNvSpPr>
              <a:spLocks noChangeArrowheads="1"/>
            </p:cNvSpPr>
            <p:nvPr/>
          </p:nvSpPr>
          <p:spPr bwMode="auto">
            <a:xfrm>
              <a:off x="4710" y="2290"/>
              <a:ext cx="524" cy="4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 sz="1600"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7" name="Group 41153"/>
          <p:cNvGrpSpPr>
            <a:grpSpLocks/>
          </p:cNvGrpSpPr>
          <p:nvPr userDrawn="1"/>
        </p:nvGrpSpPr>
        <p:grpSpPr bwMode="auto">
          <a:xfrm>
            <a:off x="7607300" y="4594226"/>
            <a:ext cx="1602317" cy="99484"/>
            <a:chOff x="3596" y="2055"/>
            <a:chExt cx="757" cy="47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8" name="Rectangle 41005"/>
            <p:cNvSpPr>
              <a:spLocks noChangeArrowheads="1"/>
            </p:cNvSpPr>
            <p:nvPr/>
          </p:nvSpPr>
          <p:spPr bwMode="auto">
            <a:xfrm>
              <a:off x="4178" y="2055"/>
              <a:ext cx="175" cy="4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 sz="160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9" name="Rectangle 41007"/>
            <p:cNvSpPr>
              <a:spLocks noChangeArrowheads="1"/>
            </p:cNvSpPr>
            <p:nvPr/>
          </p:nvSpPr>
          <p:spPr bwMode="auto">
            <a:xfrm>
              <a:off x="3596" y="2055"/>
              <a:ext cx="524" cy="4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 sz="1600"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0" name="Group 41152"/>
          <p:cNvGrpSpPr>
            <a:grpSpLocks/>
          </p:cNvGrpSpPr>
          <p:nvPr userDrawn="1"/>
        </p:nvGrpSpPr>
        <p:grpSpPr bwMode="auto">
          <a:xfrm>
            <a:off x="10337801" y="4346576"/>
            <a:ext cx="1606551" cy="99483"/>
            <a:chOff x="4886" y="1938"/>
            <a:chExt cx="759" cy="47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1" name="Rectangle 41009"/>
            <p:cNvSpPr>
              <a:spLocks noChangeArrowheads="1"/>
            </p:cNvSpPr>
            <p:nvPr/>
          </p:nvSpPr>
          <p:spPr bwMode="auto">
            <a:xfrm>
              <a:off x="5468" y="1938"/>
              <a:ext cx="177" cy="4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 sz="160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2" name="Rectangle 41011"/>
            <p:cNvSpPr>
              <a:spLocks noChangeArrowheads="1"/>
            </p:cNvSpPr>
            <p:nvPr/>
          </p:nvSpPr>
          <p:spPr bwMode="auto">
            <a:xfrm>
              <a:off x="4886" y="1938"/>
              <a:ext cx="524" cy="4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 sz="1600"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3" name="Group 41151"/>
          <p:cNvGrpSpPr>
            <a:grpSpLocks/>
          </p:cNvGrpSpPr>
          <p:nvPr userDrawn="1"/>
        </p:nvGrpSpPr>
        <p:grpSpPr bwMode="auto">
          <a:xfrm>
            <a:off x="10068985" y="3927477"/>
            <a:ext cx="1602316" cy="95249"/>
            <a:chOff x="4759" y="1740"/>
            <a:chExt cx="757" cy="45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4" name="Rectangle 41013"/>
            <p:cNvSpPr>
              <a:spLocks noChangeArrowheads="1"/>
            </p:cNvSpPr>
            <p:nvPr/>
          </p:nvSpPr>
          <p:spPr bwMode="auto">
            <a:xfrm>
              <a:off x="5339" y="1740"/>
              <a:ext cx="177" cy="4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 sz="160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5" name="Rectangle 41015"/>
            <p:cNvSpPr>
              <a:spLocks noChangeArrowheads="1"/>
            </p:cNvSpPr>
            <p:nvPr/>
          </p:nvSpPr>
          <p:spPr bwMode="auto">
            <a:xfrm>
              <a:off x="4759" y="1740"/>
              <a:ext cx="522" cy="4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 sz="1600"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16" name="Oval 41109"/>
          <p:cNvSpPr>
            <a:spLocks noChangeArrowheads="1"/>
          </p:cNvSpPr>
          <p:nvPr userDrawn="1"/>
        </p:nvSpPr>
        <p:spPr bwMode="auto">
          <a:xfrm>
            <a:off x="6250518" y="3713692"/>
            <a:ext cx="1181100" cy="1178984"/>
          </a:xfrm>
          <a:prstGeom prst="ellipse">
            <a:avLst/>
          </a:prstGeom>
          <a:solidFill>
            <a:schemeClr val="accent1">
              <a:alpha val="40000"/>
            </a:schemeClr>
          </a:solidFill>
          <a:ln>
            <a:noFill/>
          </a:ln>
          <a:extLst/>
        </p:spPr>
        <p:txBody>
          <a:bodyPr/>
          <a:lstStyle>
            <a:lvl1pPr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600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17" name="Group 41155"/>
          <p:cNvGrpSpPr>
            <a:grpSpLocks/>
          </p:cNvGrpSpPr>
          <p:nvPr userDrawn="1"/>
        </p:nvGrpSpPr>
        <p:grpSpPr bwMode="auto">
          <a:xfrm>
            <a:off x="6472767" y="3868210"/>
            <a:ext cx="821267" cy="747183"/>
            <a:chOff x="3060" y="1712"/>
            <a:chExt cx="388" cy="353"/>
          </a:xfrm>
        </p:grpSpPr>
        <p:sp>
          <p:nvSpPr>
            <p:cNvPr id="18" name="Freeform 41110"/>
            <p:cNvSpPr>
              <a:spLocks/>
            </p:cNvSpPr>
            <p:nvPr/>
          </p:nvSpPr>
          <p:spPr bwMode="auto">
            <a:xfrm>
              <a:off x="3163" y="1712"/>
              <a:ext cx="155" cy="139"/>
            </a:xfrm>
            <a:custGeom>
              <a:avLst/>
              <a:gdLst>
                <a:gd name="T0" fmla="*/ 113 w 89"/>
                <a:gd name="T1" fmla="*/ 130 h 80"/>
                <a:gd name="T2" fmla="*/ 42 w 89"/>
                <a:gd name="T3" fmla="*/ 139 h 80"/>
                <a:gd name="T4" fmla="*/ 5 w 89"/>
                <a:gd name="T5" fmla="*/ 36 h 80"/>
                <a:gd name="T6" fmla="*/ 33 w 89"/>
                <a:gd name="T7" fmla="*/ 19 h 80"/>
                <a:gd name="T8" fmla="*/ 24 w 89"/>
                <a:gd name="T9" fmla="*/ 45 h 80"/>
                <a:gd name="T10" fmla="*/ 52 w 89"/>
                <a:gd name="T11" fmla="*/ 14 h 80"/>
                <a:gd name="T12" fmla="*/ 117 w 89"/>
                <a:gd name="T13" fmla="*/ 5 h 80"/>
                <a:gd name="T14" fmla="*/ 150 w 89"/>
                <a:gd name="T15" fmla="*/ 47 h 80"/>
                <a:gd name="T16" fmla="*/ 113 w 89"/>
                <a:gd name="T17" fmla="*/ 130 h 8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9" h="80">
                  <a:moveTo>
                    <a:pt x="65" y="75"/>
                  </a:moveTo>
                  <a:cubicBezTo>
                    <a:pt x="51" y="79"/>
                    <a:pt x="38" y="74"/>
                    <a:pt x="24" y="80"/>
                  </a:cubicBezTo>
                  <a:cubicBezTo>
                    <a:pt x="24" y="61"/>
                    <a:pt x="12" y="41"/>
                    <a:pt x="3" y="21"/>
                  </a:cubicBezTo>
                  <a:cubicBezTo>
                    <a:pt x="0" y="20"/>
                    <a:pt x="7" y="11"/>
                    <a:pt x="19" y="11"/>
                  </a:cubicBezTo>
                  <a:cubicBezTo>
                    <a:pt x="20" y="12"/>
                    <a:pt x="14" y="26"/>
                    <a:pt x="14" y="26"/>
                  </a:cubicBezTo>
                  <a:cubicBezTo>
                    <a:pt x="14" y="26"/>
                    <a:pt x="29" y="8"/>
                    <a:pt x="30" y="8"/>
                  </a:cubicBezTo>
                  <a:cubicBezTo>
                    <a:pt x="44" y="0"/>
                    <a:pt x="53" y="0"/>
                    <a:pt x="67" y="3"/>
                  </a:cubicBezTo>
                  <a:cubicBezTo>
                    <a:pt x="80" y="6"/>
                    <a:pt x="89" y="18"/>
                    <a:pt x="86" y="27"/>
                  </a:cubicBezTo>
                  <a:cubicBezTo>
                    <a:pt x="77" y="40"/>
                    <a:pt x="65" y="61"/>
                    <a:pt x="65" y="75"/>
                  </a:cubicBezTo>
                  <a:close/>
                </a:path>
              </a:pathLst>
            </a:custGeom>
            <a:solidFill>
              <a:srgbClr val="474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9" name="Freeform 41111"/>
            <p:cNvSpPr>
              <a:spLocks/>
            </p:cNvSpPr>
            <p:nvPr/>
          </p:nvSpPr>
          <p:spPr bwMode="auto">
            <a:xfrm>
              <a:off x="3063" y="1894"/>
              <a:ext cx="385" cy="171"/>
            </a:xfrm>
            <a:custGeom>
              <a:avLst/>
              <a:gdLst>
                <a:gd name="T0" fmla="*/ 0 w 221"/>
                <a:gd name="T1" fmla="*/ 72 h 98"/>
                <a:gd name="T2" fmla="*/ 82 w 221"/>
                <a:gd name="T3" fmla="*/ 171 h 98"/>
                <a:gd name="T4" fmla="*/ 279 w 221"/>
                <a:gd name="T5" fmla="*/ 171 h 98"/>
                <a:gd name="T6" fmla="*/ 347 w 221"/>
                <a:gd name="T7" fmla="*/ 0 h 98"/>
                <a:gd name="T8" fmla="*/ 103 w 221"/>
                <a:gd name="T9" fmla="*/ 86 h 98"/>
                <a:gd name="T10" fmla="*/ 0 w 221"/>
                <a:gd name="T11" fmla="*/ 72 h 9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1" h="98">
                  <a:moveTo>
                    <a:pt x="0" y="41"/>
                  </a:moveTo>
                  <a:cubicBezTo>
                    <a:pt x="3" y="69"/>
                    <a:pt x="21" y="98"/>
                    <a:pt x="47" y="98"/>
                  </a:cubicBezTo>
                  <a:cubicBezTo>
                    <a:pt x="160" y="98"/>
                    <a:pt x="160" y="98"/>
                    <a:pt x="160" y="98"/>
                  </a:cubicBezTo>
                  <a:cubicBezTo>
                    <a:pt x="199" y="98"/>
                    <a:pt x="221" y="32"/>
                    <a:pt x="199" y="0"/>
                  </a:cubicBezTo>
                  <a:cubicBezTo>
                    <a:pt x="160" y="30"/>
                    <a:pt x="112" y="49"/>
                    <a:pt x="59" y="49"/>
                  </a:cubicBezTo>
                  <a:cubicBezTo>
                    <a:pt x="39" y="49"/>
                    <a:pt x="19" y="46"/>
                    <a:pt x="0" y="41"/>
                  </a:cubicBezTo>
                  <a:close/>
                </a:path>
              </a:pathLst>
            </a:custGeom>
            <a:solidFill>
              <a:srgbClr val="474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0" name="Freeform 41112"/>
            <p:cNvSpPr>
              <a:spLocks/>
            </p:cNvSpPr>
            <p:nvPr/>
          </p:nvSpPr>
          <p:spPr bwMode="auto">
            <a:xfrm>
              <a:off x="3060" y="1793"/>
              <a:ext cx="348" cy="185"/>
            </a:xfrm>
            <a:custGeom>
              <a:avLst/>
              <a:gdLst>
                <a:gd name="T0" fmla="*/ 183 w 200"/>
                <a:gd name="T1" fmla="*/ 0 h 106"/>
                <a:gd name="T2" fmla="*/ 21 w 200"/>
                <a:gd name="T3" fmla="*/ 98 h 106"/>
                <a:gd name="T4" fmla="*/ 3 w 200"/>
                <a:gd name="T5" fmla="*/ 169 h 106"/>
                <a:gd name="T6" fmla="*/ 106 w 200"/>
                <a:gd name="T7" fmla="*/ 185 h 106"/>
                <a:gd name="T8" fmla="*/ 348 w 200"/>
                <a:gd name="T9" fmla="*/ 99 h 106"/>
                <a:gd name="T10" fmla="*/ 346 w 200"/>
                <a:gd name="T11" fmla="*/ 98 h 106"/>
                <a:gd name="T12" fmla="*/ 183 w 200"/>
                <a:gd name="T13" fmla="*/ 0 h 10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0" h="106">
                  <a:moveTo>
                    <a:pt x="105" y="0"/>
                  </a:moveTo>
                  <a:cubicBezTo>
                    <a:pt x="68" y="0"/>
                    <a:pt x="34" y="29"/>
                    <a:pt x="12" y="56"/>
                  </a:cubicBezTo>
                  <a:cubicBezTo>
                    <a:pt x="3" y="66"/>
                    <a:pt x="0" y="82"/>
                    <a:pt x="2" y="97"/>
                  </a:cubicBezTo>
                  <a:cubicBezTo>
                    <a:pt x="21" y="103"/>
                    <a:pt x="41" y="106"/>
                    <a:pt x="61" y="106"/>
                  </a:cubicBezTo>
                  <a:cubicBezTo>
                    <a:pt x="114" y="106"/>
                    <a:pt x="162" y="87"/>
                    <a:pt x="200" y="57"/>
                  </a:cubicBezTo>
                  <a:cubicBezTo>
                    <a:pt x="200" y="57"/>
                    <a:pt x="199" y="56"/>
                    <a:pt x="199" y="56"/>
                  </a:cubicBezTo>
                  <a:cubicBezTo>
                    <a:pt x="177" y="29"/>
                    <a:pt x="143" y="0"/>
                    <a:pt x="105" y="0"/>
                  </a:cubicBezTo>
                  <a:close/>
                </a:path>
              </a:pathLst>
            </a:custGeom>
            <a:solidFill>
              <a:srgbClr val="636C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1" name="Freeform 41113"/>
            <p:cNvSpPr>
              <a:spLocks/>
            </p:cNvSpPr>
            <p:nvPr/>
          </p:nvSpPr>
          <p:spPr bwMode="auto">
            <a:xfrm>
              <a:off x="3063" y="1894"/>
              <a:ext cx="347" cy="86"/>
            </a:xfrm>
            <a:custGeom>
              <a:avLst/>
              <a:gdLst>
                <a:gd name="T0" fmla="*/ 103 w 199"/>
                <a:gd name="T1" fmla="*/ 84 h 49"/>
                <a:gd name="T2" fmla="*/ 0 w 199"/>
                <a:gd name="T3" fmla="*/ 70 h 49"/>
                <a:gd name="T4" fmla="*/ 0 w 199"/>
                <a:gd name="T5" fmla="*/ 72 h 49"/>
                <a:gd name="T6" fmla="*/ 103 w 199"/>
                <a:gd name="T7" fmla="*/ 86 h 49"/>
                <a:gd name="T8" fmla="*/ 347 w 199"/>
                <a:gd name="T9" fmla="*/ 0 h 49"/>
                <a:gd name="T10" fmla="*/ 345 w 199"/>
                <a:gd name="T11" fmla="*/ 0 h 49"/>
                <a:gd name="T12" fmla="*/ 103 w 199"/>
                <a:gd name="T13" fmla="*/ 84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9" h="49">
                  <a:moveTo>
                    <a:pt x="59" y="48"/>
                  </a:moveTo>
                  <a:cubicBezTo>
                    <a:pt x="39" y="48"/>
                    <a:pt x="19" y="45"/>
                    <a:pt x="0" y="40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19" y="46"/>
                    <a:pt x="39" y="49"/>
                    <a:pt x="59" y="49"/>
                  </a:cubicBezTo>
                  <a:cubicBezTo>
                    <a:pt x="112" y="49"/>
                    <a:pt x="160" y="30"/>
                    <a:pt x="199" y="0"/>
                  </a:cubicBezTo>
                  <a:cubicBezTo>
                    <a:pt x="198" y="0"/>
                    <a:pt x="198" y="0"/>
                    <a:pt x="198" y="0"/>
                  </a:cubicBezTo>
                  <a:cubicBezTo>
                    <a:pt x="160" y="30"/>
                    <a:pt x="112" y="48"/>
                    <a:pt x="59" y="48"/>
                  </a:cubicBezTo>
                  <a:close/>
                </a:path>
              </a:pathLst>
            </a:custGeom>
            <a:solidFill>
              <a:srgbClr val="474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2" name="Freeform 41114"/>
            <p:cNvSpPr>
              <a:spLocks/>
            </p:cNvSpPr>
            <p:nvPr/>
          </p:nvSpPr>
          <p:spPr bwMode="auto">
            <a:xfrm>
              <a:off x="3063" y="1893"/>
              <a:ext cx="345" cy="85"/>
            </a:xfrm>
            <a:custGeom>
              <a:avLst/>
              <a:gdLst>
                <a:gd name="T0" fmla="*/ 345 w 198"/>
                <a:gd name="T1" fmla="*/ 2 h 49"/>
                <a:gd name="T2" fmla="*/ 345 w 198"/>
                <a:gd name="T3" fmla="*/ 0 h 49"/>
                <a:gd name="T4" fmla="*/ 103 w 198"/>
                <a:gd name="T5" fmla="*/ 85 h 49"/>
                <a:gd name="T6" fmla="*/ 0 w 198"/>
                <a:gd name="T7" fmla="*/ 69 h 49"/>
                <a:gd name="T8" fmla="*/ 0 w 198"/>
                <a:gd name="T9" fmla="*/ 71 h 49"/>
                <a:gd name="T10" fmla="*/ 103 w 198"/>
                <a:gd name="T11" fmla="*/ 85 h 49"/>
                <a:gd name="T12" fmla="*/ 345 w 198"/>
                <a:gd name="T13" fmla="*/ 2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8" h="49">
                  <a:moveTo>
                    <a:pt x="198" y="1"/>
                  </a:moveTo>
                  <a:cubicBezTo>
                    <a:pt x="198" y="0"/>
                    <a:pt x="198" y="0"/>
                    <a:pt x="198" y="0"/>
                  </a:cubicBezTo>
                  <a:cubicBezTo>
                    <a:pt x="160" y="30"/>
                    <a:pt x="112" y="49"/>
                    <a:pt x="59" y="49"/>
                  </a:cubicBezTo>
                  <a:cubicBezTo>
                    <a:pt x="39" y="49"/>
                    <a:pt x="19" y="46"/>
                    <a:pt x="0" y="40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19" y="46"/>
                    <a:pt x="39" y="49"/>
                    <a:pt x="59" y="49"/>
                  </a:cubicBezTo>
                  <a:cubicBezTo>
                    <a:pt x="112" y="49"/>
                    <a:pt x="160" y="31"/>
                    <a:pt x="198" y="1"/>
                  </a:cubicBezTo>
                  <a:close/>
                </a:path>
              </a:pathLst>
            </a:custGeom>
            <a:solidFill>
              <a:srgbClr val="474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3" name="Freeform 41115"/>
            <p:cNvSpPr>
              <a:spLocks/>
            </p:cNvSpPr>
            <p:nvPr/>
          </p:nvSpPr>
          <p:spPr bwMode="auto">
            <a:xfrm>
              <a:off x="3213" y="1868"/>
              <a:ext cx="61" cy="120"/>
            </a:xfrm>
            <a:custGeom>
              <a:avLst/>
              <a:gdLst>
                <a:gd name="T0" fmla="*/ 26 w 35"/>
                <a:gd name="T1" fmla="*/ 106 h 69"/>
                <a:gd name="T2" fmla="*/ 26 w 35"/>
                <a:gd name="T3" fmla="*/ 106 h 69"/>
                <a:gd name="T4" fmla="*/ 17 w 35"/>
                <a:gd name="T5" fmla="*/ 106 h 69"/>
                <a:gd name="T6" fmla="*/ 12 w 35"/>
                <a:gd name="T7" fmla="*/ 104 h 69"/>
                <a:gd name="T8" fmla="*/ 7 w 35"/>
                <a:gd name="T9" fmla="*/ 104 h 69"/>
                <a:gd name="T10" fmla="*/ 0 w 35"/>
                <a:gd name="T11" fmla="*/ 101 h 69"/>
                <a:gd name="T12" fmla="*/ 2 w 35"/>
                <a:gd name="T13" fmla="*/ 94 h 69"/>
                <a:gd name="T14" fmla="*/ 3 w 35"/>
                <a:gd name="T15" fmla="*/ 87 h 69"/>
                <a:gd name="T16" fmla="*/ 14 w 35"/>
                <a:gd name="T17" fmla="*/ 89 h 69"/>
                <a:gd name="T18" fmla="*/ 24 w 35"/>
                <a:gd name="T19" fmla="*/ 90 h 69"/>
                <a:gd name="T20" fmla="*/ 37 w 35"/>
                <a:gd name="T21" fmla="*/ 87 h 69"/>
                <a:gd name="T22" fmla="*/ 40 w 35"/>
                <a:gd name="T23" fmla="*/ 78 h 69"/>
                <a:gd name="T24" fmla="*/ 38 w 35"/>
                <a:gd name="T25" fmla="*/ 75 h 69"/>
                <a:gd name="T26" fmla="*/ 37 w 35"/>
                <a:gd name="T27" fmla="*/ 71 h 69"/>
                <a:gd name="T28" fmla="*/ 31 w 35"/>
                <a:gd name="T29" fmla="*/ 68 h 69"/>
                <a:gd name="T30" fmla="*/ 28 w 35"/>
                <a:gd name="T31" fmla="*/ 66 h 69"/>
                <a:gd name="T32" fmla="*/ 21 w 35"/>
                <a:gd name="T33" fmla="*/ 64 h 69"/>
                <a:gd name="T34" fmla="*/ 14 w 35"/>
                <a:gd name="T35" fmla="*/ 61 h 69"/>
                <a:gd name="T36" fmla="*/ 7 w 35"/>
                <a:gd name="T37" fmla="*/ 56 h 69"/>
                <a:gd name="T38" fmla="*/ 3 w 35"/>
                <a:gd name="T39" fmla="*/ 49 h 69"/>
                <a:gd name="T40" fmla="*/ 2 w 35"/>
                <a:gd name="T41" fmla="*/ 40 h 69"/>
                <a:gd name="T42" fmla="*/ 9 w 35"/>
                <a:gd name="T43" fmla="*/ 23 h 69"/>
                <a:gd name="T44" fmla="*/ 26 w 35"/>
                <a:gd name="T45" fmla="*/ 14 h 69"/>
                <a:gd name="T46" fmla="*/ 26 w 35"/>
                <a:gd name="T47" fmla="*/ 2 h 69"/>
                <a:gd name="T48" fmla="*/ 31 w 35"/>
                <a:gd name="T49" fmla="*/ 0 h 69"/>
                <a:gd name="T50" fmla="*/ 38 w 35"/>
                <a:gd name="T51" fmla="*/ 2 h 69"/>
                <a:gd name="T52" fmla="*/ 38 w 35"/>
                <a:gd name="T53" fmla="*/ 14 h 69"/>
                <a:gd name="T54" fmla="*/ 47 w 35"/>
                <a:gd name="T55" fmla="*/ 16 h 69"/>
                <a:gd name="T56" fmla="*/ 58 w 35"/>
                <a:gd name="T57" fmla="*/ 19 h 69"/>
                <a:gd name="T58" fmla="*/ 52 w 35"/>
                <a:gd name="T59" fmla="*/ 33 h 69"/>
                <a:gd name="T60" fmla="*/ 49 w 35"/>
                <a:gd name="T61" fmla="*/ 31 h 69"/>
                <a:gd name="T62" fmla="*/ 45 w 35"/>
                <a:gd name="T63" fmla="*/ 30 h 69"/>
                <a:gd name="T64" fmla="*/ 40 w 35"/>
                <a:gd name="T65" fmla="*/ 30 h 69"/>
                <a:gd name="T66" fmla="*/ 33 w 35"/>
                <a:gd name="T67" fmla="*/ 30 h 69"/>
                <a:gd name="T68" fmla="*/ 30 w 35"/>
                <a:gd name="T69" fmla="*/ 30 h 69"/>
                <a:gd name="T70" fmla="*/ 26 w 35"/>
                <a:gd name="T71" fmla="*/ 31 h 69"/>
                <a:gd name="T72" fmla="*/ 23 w 35"/>
                <a:gd name="T73" fmla="*/ 33 h 69"/>
                <a:gd name="T74" fmla="*/ 21 w 35"/>
                <a:gd name="T75" fmla="*/ 38 h 69"/>
                <a:gd name="T76" fmla="*/ 23 w 35"/>
                <a:gd name="T77" fmla="*/ 42 h 69"/>
                <a:gd name="T78" fmla="*/ 24 w 35"/>
                <a:gd name="T79" fmla="*/ 45 h 69"/>
                <a:gd name="T80" fmla="*/ 28 w 35"/>
                <a:gd name="T81" fmla="*/ 47 h 69"/>
                <a:gd name="T82" fmla="*/ 31 w 35"/>
                <a:gd name="T83" fmla="*/ 49 h 69"/>
                <a:gd name="T84" fmla="*/ 40 w 35"/>
                <a:gd name="T85" fmla="*/ 52 h 69"/>
                <a:gd name="T86" fmla="*/ 49 w 35"/>
                <a:gd name="T87" fmla="*/ 56 h 69"/>
                <a:gd name="T88" fmla="*/ 54 w 35"/>
                <a:gd name="T89" fmla="*/ 61 h 69"/>
                <a:gd name="T90" fmla="*/ 59 w 35"/>
                <a:gd name="T91" fmla="*/ 68 h 69"/>
                <a:gd name="T92" fmla="*/ 61 w 35"/>
                <a:gd name="T93" fmla="*/ 78 h 69"/>
                <a:gd name="T94" fmla="*/ 54 w 35"/>
                <a:gd name="T95" fmla="*/ 96 h 69"/>
                <a:gd name="T96" fmla="*/ 38 w 35"/>
                <a:gd name="T97" fmla="*/ 104 h 69"/>
                <a:gd name="T98" fmla="*/ 38 w 35"/>
                <a:gd name="T99" fmla="*/ 120 h 69"/>
                <a:gd name="T100" fmla="*/ 31 w 35"/>
                <a:gd name="T101" fmla="*/ 120 h 69"/>
                <a:gd name="T102" fmla="*/ 26 w 35"/>
                <a:gd name="T103" fmla="*/ 120 h 69"/>
                <a:gd name="T104" fmla="*/ 26 w 35"/>
                <a:gd name="T105" fmla="*/ 106 h 69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35" h="69">
                  <a:moveTo>
                    <a:pt x="15" y="61"/>
                  </a:moveTo>
                  <a:cubicBezTo>
                    <a:pt x="15" y="61"/>
                    <a:pt x="15" y="61"/>
                    <a:pt x="15" y="61"/>
                  </a:cubicBezTo>
                  <a:cubicBezTo>
                    <a:pt x="13" y="61"/>
                    <a:pt x="12" y="61"/>
                    <a:pt x="10" y="61"/>
                  </a:cubicBezTo>
                  <a:cubicBezTo>
                    <a:pt x="9" y="61"/>
                    <a:pt x="8" y="61"/>
                    <a:pt x="7" y="60"/>
                  </a:cubicBezTo>
                  <a:cubicBezTo>
                    <a:pt x="6" y="60"/>
                    <a:pt x="5" y="60"/>
                    <a:pt x="4" y="60"/>
                  </a:cubicBezTo>
                  <a:cubicBezTo>
                    <a:pt x="2" y="59"/>
                    <a:pt x="1" y="59"/>
                    <a:pt x="0" y="58"/>
                  </a:cubicBezTo>
                  <a:cubicBezTo>
                    <a:pt x="0" y="57"/>
                    <a:pt x="0" y="56"/>
                    <a:pt x="1" y="54"/>
                  </a:cubicBezTo>
                  <a:cubicBezTo>
                    <a:pt x="1" y="53"/>
                    <a:pt x="2" y="51"/>
                    <a:pt x="2" y="50"/>
                  </a:cubicBezTo>
                  <a:cubicBezTo>
                    <a:pt x="4" y="51"/>
                    <a:pt x="6" y="51"/>
                    <a:pt x="8" y="51"/>
                  </a:cubicBezTo>
                  <a:cubicBezTo>
                    <a:pt x="10" y="52"/>
                    <a:pt x="12" y="52"/>
                    <a:pt x="14" y="52"/>
                  </a:cubicBezTo>
                  <a:cubicBezTo>
                    <a:pt x="17" y="52"/>
                    <a:pt x="19" y="51"/>
                    <a:pt x="21" y="50"/>
                  </a:cubicBezTo>
                  <a:cubicBezTo>
                    <a:pt x="22" y="49"/>
                    <a:pt x="23" y="48"/>
                    <a:pt x="23" y="45"/>
                  </a:cubicBezTo>
                  <a:cubicBezTo>
                    <a:pt x="23" y="44"/>
                    <a:pt x="23" y="43"/>
                    <a:pt x="22" y="43"/>
                  </a:cubicBezTo>
                  <a:cubicBezTo>
                    <a:pt x="22" y="42"/>
                    <a:pt x="21" y="41"/>
                    <a:pt x="21" y="41"/>
                  </a:cubicBezTo>
                  <a:cubicBezTo>
                    <a:pt x="20" y="40"/>
                    <a:pt x="19" y="40"/>
                    <a:pt x="18" y="39"/>
                  </a:cubicBezTo>
                  <a:cubicBezTo>
                    <a:pt x="17" y="39"/>
                    <a:pt x="17" y="39"/>
                    <a:pt x="16" y="38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0" y="36"/>
                    <a:pt x="9" y="35"/>
                    <a:pt x="8" y="35"/>
                  </a:cubicBezTo>
                  <a:cubicBezTo>
                    <a:pt x="6" y="34"/>
                    <a:pt x="5" y="33"/>
                    <a:pt x="4" y="32"/>
                  </a:cubicBezTo>
                  <a:cubicBezTo>
                    <a:pt x="3" y="31"/>
                    <a:pt x="3" y="30"/>
                    <a:pt x="2" y="28"/>
                  </a:cubicBezTo>
                  <a:cubicBezTo>
                    <a:pt x="2" y="27"/>
                    <a:pt x="1" y="25"/>
                    <a:pt x="1" y="23"/>
                  </a:cubicBezTo>
                  <a:cubicBezTo>
                    <a:pt x="1" y="19"/>
                    <a:pt x="3" y="15"/>
                    <a:pt x="5" y="13"/>
                  </a:cubicBezTo>
                  <a:cubicBezTo>
                    <a:pt x="8" y="10"/>
                    <a:pt x="11" y="9"/>
                    <a:pt x="15" y="8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6" y="0"/>
                    <a:pt x="17" y="0"/>
                    <a:pt x="18" y="0"/>
                  </a:cubicBezTo>
                  <a:cubicBezTo>
                    <a:pt x="19" y="0"/>
                    <a:pt x="20" y="0"/>
                    <a:pt x="22" y="1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3" y="8"/>
                    <a:pt x="25" y="9"/>
                    <a:pt x="27" y="9"/>
                  </a:cubicBezTo>
                  <a:cubicBezTo>
                    <a:pt x="29" y="9"/>
                    <a:pt x="31" y="10"/>
                    <a:pt x="33" y="11"/>
                  </a:cubicBezTo>
                  <a:cubicBezTo>
                    <a:pt x="32" y="13"/>
                    <a:pt x="32" y="16"/>
                    <a:pt x="30" y="19"/>
                  </a:cubicBezTo>
                  <a:cubicBezTo>
                    <a:pt x="30" y="19"/>
                    <a:pt x="29" y="18"/>
                    <a:pt x="28" y="18"/>
                  </a:cubicBezTo>
                  <a:cubicBezTo>
                    <a:pt x="27" y="18"/>
                    <a:pt x="27" y="17"/>
                    <a:pt x="26" y="17"/>
                  </a:cubicBezTo>
                  <a:cubicBezTo>
                    <a:pt x="25" y="17"/>
                    <a:pt x="24" y="17"/>
                    <a:pt x="23" y="17"/>
                  </a:cubicBezTo>
                  <a:cubicBezTo>
                    <a:pt x="22" y="17"/>
                    <a:pt x="21" y="17"/>
                    <a:pt x="19" y="17"/>
                  </a:cubicBezTo>
                  <a:cubicBezTo>
                    <a:pt x="19" y="17"/>
                    <a:pt x="18" y="17"/>
                    <a:pt x="17" y="17"/>
                  </a:cubicBezTo>
                  <a:cubicBezTo>
                    <a:pt x="16" y="17"/>
                    <a:pt x="15" y="17"/>
                    <a:pt x="15" y="18"/>
                  </a:cubicBezTo>
                  <a:cubicBezTo>
                    <a:pt x="14" y="18"/>
                    <a:pt x="13" y="18"/>
                    <a:pt x="13" y="19"/>
                  </a:cubicBezTo>
                  <a:cubicBezTo>
                    <a:pt x="13" y="20"/>
                    <a:pt x="12" y="21"/>
                    <a:pt x="12" y="22"/>
                  </a:cubicBezTo>
                  <a:cubicBezTo>
                    <a:pt x="12" y="23"/>
                    <a:pt x="12" y="24"/>
                    <a:pt x="13" y="24"/>
                  </a:cubicBezTo>
                  <a:cubicBezTo>
                    <a:pt x="13" y="25"/>
                    <a:pt x="14" y="26"/>
                    <a:pt x="14" y="26"/>
                  </a:cubicBezTo>
                  <a:cubicBezTo>
                    <a:pt x="15" y="26"/>
                    <a:pt x="15" y="27"/>
                    <a:pt x="16" y="27"/>
                  </a:cubicBezTo>
                  <a:cubicBezTo>
                    <a:pt x="17" y="28"/>
                    <a:pt x="18" y="28"/>
                    <a:pt x="18" y="28"/>
                  </a:cubicBezTo>
                  <a:cubicBezTo>
                    <a:pt x="23" y="30"/>
                    <a:pt x="23" y="30"/>
                    <a:pt x="23" y="30"/>
                  </a:cubicBezTo>
                  <a:cubicBezTo>
                    <a:pt x="24" y="31"/>
                    <a:pt x="26" y="31"/>
                    <a:pt x="28" y="32"/>
                  </a:cubicBezTo>
                  <a:cubicBezTo>
                    <a:pt x="29" y="33"/>
                    <a:pt x="30" y="34"/>
                    <a:pt x="31" y="35"/>
                  </a:cubicBezTo>
                  <a:cubicBezTo>
                    <a:pt x="32" y="36"/>
                    <a:pt x="33" y="37"/>
                    <a:pt x="34" y="39"/>
                  </a:cubicBezTo>
                  <a:cubicBezTo>
                    <a:pt x="34" y="41"/>
                    <a:pt x="35" y="42"/>
                    <a:pt x="35" y="45"/>
                  </a:cubicBezTo>
                  <a:cubicBezTo>
                    <a:pt x="35" y="49"/>
                    <a:pt x="34" y="52"/>
                    <a:pt x="31" y="55"/>
                  </a:cubicBezTo>
                  <a:cubicBezTo>
                    <a:pt x="29" y="58"/>
                    <a:pt x="26" y="59"/>
                    <a:pt x="22" y="60"/>
                  </a:cubicBezTo>
                  <a:cubicBezTo>
                    <a:pt x="22" y="69"/>
                    <a:pt x="22" y="69"/>
                    <a:pt x="22" y="69"/>
                  </a:cubicBezTo>
                  <a:cubicBezTo>
                    <a:pt x="21" y="69"/>
                    <a:pt x="19" y="69"/>
                    <a:pt x="18" y="69"/>
                  </a:cubicBezTo>
                  <a:cubicBezTo>
                    <a:pt x="17" y="69"/>
                    <a:pt x="16" y="69"/>
                    <a:pt x="15" y="69"/>
                  </a:cubicBezTo>
                  <a:lnTo>
                    <a:pt x="15" y="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4" name="Freeform 41116"/>
            <p:cNvSpPr>
              <a:spLocks/>
            </p:cNvSpPr>
            <p:nvPr/>
          </p:nvSpPr>
          <p:spPr bwMode="auto">
            <a:xfrm>
              <a:off x="3187" y="1778"/>
              <a:ext cx="106" cy="24"/>
            </a:xfrm>
            <a:custGeom>
              <a:avLst/>
              <a:gdLst>
                <a:gd name="T0" fmla="*/ 7 w 61"/>
                <a:gd name="T1" fmla="*/ 24 h 14"/>
                <a:gd name="T2" fmla="*/ 2 w 61"/>
                <a:gd name="T3" fmla="*/ 21 h 14"/>
                <a:gd name="T4" fmla="*/ 5 w 61"/>
                <a:gd name="T5" fmla="*/ 14 h 14"/>
                <a:gd name="T6" fmla="*/ 101 w 61"/>
                <a:gd name="T7" fmla="*/ 12 h 14"/>
                <a:gd name="T8" fmla="*/ 106 w 61"/>
                <a:gd name="T9" fmla="*/ 19 h 14"/>
                <a:gd name="T10" fmla="*/ 99 w 61"/>
                <a:gd name="T11" fmla="*/ 22 h 14"/>
                <a:gd name="T12" fmla="*/ 9 w 61"/>
                <a:gd name="T13" fmla="*/ 24 h 14"/>
                <a:gd name="T14" fmla="*/ 7 w 61"/>
                <a:gd name="T15" fmla="*/ 24 h 1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14">
                  <a:moveTo>
                    <a:pt x="4" y="14"/>
                  </a:moveTo>
                  <a:cubicBezTo>
                    <a:pt x="2" y="14"/>
                    <a:pt x="1" y="13"/>
                    <a:pt x="1" y="12"/>
                  </a:cubicBezTo>
                  <a:cubicBezTo>
                    <a:pt x="0" y="11"/>
                    <a:pt x="1" y="9"/>
                    <a:pt x="3" y="8"/>
                  </a:cubicBezTo>
                  <a:cubicBezTo>
                    <a:pt x="4" y="8"/>
                    <a:pt x="27" y="0"/>
                    <a:pt x="58" y="7"/>
                  </a:cubicBezTo>
                  <a:cubicBezTo>
                    <a:pt x="60" y="7"/>
                    <a:pt x="61" y="9"/>
                    <a:pt x="61" y="11"/>
                  </a:cubicBezTo>
                  <a:cubicBezTo>
                    <a:pt x="60" y="12"/>
                    <a:pt x="59" y="13"/>
                    <a:pt x="57" y="13"/>
                  </a:cubicBezTo>
                  <a:cubicBezTo>
                    <a:pt x="28" y="6"/>
                    <a:pt x="5" y="14"/>
                    <a:pt x="5" y="14"/>
                  </a:cubicBezTo>
                  <a:lnTo>
                    <a:pt x="4" y="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25" name="Group 41148"/>
          <p:cNvGrpSpPr>
            <a:grpSpLocks/>
          </p:cNvGrpSpPr>
          <p:nvPr userDrawn="1"/>
        </p:nvGrpSpPr>
        <p:grpSpPr bwMode="auto">
          <a:xfrm>
            <a:off x="6989234" y="2481792"/>
            <a:ext cx="5202767" cy="349251"/>
            <a:chOff x="3304" y="1057"/>
            <a:chExt cx="2458" cy="165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26" name="Rectangle 41017"/>
            <p:cNvSpPr>
              <a:spLocks noChangeArrowheads="1"/>
            </p:cNvSpPr>
            <p:nvPr/>
          </p:nvSpPr>
          <p:spPr bwMode="auto">
            <a:xfrm>
              <a:off x="5586" y="1175"/>
              <a:ext cx="176" cy="4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 sz="160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7" name="Rectangle 41019"/>
            <p:cNvSpPr>
              <a:spLocks noChangeArrowheads="1"/>
            </p:cNvSpPr>
            <p:nvPr/>
          </p:nvSpPr>
          <p:spPr bwMode="auto">
            <a:xfrm>
              <a:off x="5005" y="1175"/>
              <a:ext cx="524" cy="4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 sz="160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8" name="Freeform 41120"/>
            <p:cNvSpPr>
              <a:spLocks/>
            </p:cNvSpPr>
            <p:nvPr/>
          </p:nvSpPr>
          <p:spPr bwMode="auto">
            <a:xfrm>
              <a:off x="3304" y="1057"/>
              <a:ext cx="365" cy="47"/>
            </a:xfrm>
            <a:custGeom>
              <a:avLst/>
              <a:gdLst>
                <a:gd name="T0" fmla="*/ 365 w 210"/>
                <a:gd name="T1" fmla="*/ 0 h 27"/>
                <a:gd name="T2" fmla="*/ 0 w 210"/>
                <a:gd name="T3" fmla="*/ 0 h 27"/>
                <a:gd name="T4" fmla="*/ 0 w 210"/>
                <a:gd name="T5" fmla="*/ 47 h 27"/>
                <a:gd name="T6" fmla="*/ 351 w 210"/>
                <a:gd name="T7" fmla="*/ 47 h 27"/>
                <a:gd name="T8" fmla="*/ 365 w 210"/>
                <a:gd name="T9" fmla="*/ 0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0" h="27">
                  <a:moveTo>
                    <a:pt x="21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202" y="27"/>
                    <a:pt x="202" y="27"/>
                    <a:pt x="202" y="27"/>
                  </a:cubicBezTo>
                  <a:cubicBezTo>
                    <a:pt x="204" y="18"/>
                    <a:pt x="207" y="9"/>
                    <a:pt x="2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29" name="Group 41147"/>
          <p:cNvGrpSpPr>
            <a:grpSpLocks/>
          </p:cNvGrpSpPr>
          <p:nvPr userDrawn="1"/>
        </p:nvGrpSpPr>
        <p:grpSpPr bwMode="auto">
          <a:xfrm>
            <a:off x="7711017" y="1893359"/>
            <a:ext cx="1761067" cy="1761067"/>
            <a:chOff x="3645" y="779"/>
            <a:chExt cx="832" cy="832"/>
          </a:xfrm>
        </p:grpSpPr>
        <p:sp>
          <p:nvSpPr>
            <p:cNvPr id="30" name="Oval 41021"/>
            <p:cNvSpPr>
              <a:spLocks noChangeArrowheads="1"/>
            </p:cNvSpPr>
            <p:nvPr/>
          </p:nvSpPr>
          <p:spPr bwMode="auto">
            <a:xfrm>
              <a:off x="3645" y="779"/>
              <a:ext cx="832" cy="832"/>
            </a:xfrm>
            <a:prstGeom prst="ellipse">
              <a:avLst/>
            </a:pr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 sz="160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1" name="Oval 41022"/>
            <p:cNvSpPr>
              <a:spLocks noChangeArrowheads="1"/>
            </p:cNvSpPr>
            <p:nvPr/>
          </p:nvSpPr>
          <p:spPr bwMode="auto">
            <a:xfrm>
              <a:off x="3645" y="779"/>
              <a:ext cx="832" cy="83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 sz="160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" name="Freeform 41023"/>
            <p:cNvSpPr>
              <a:spLocks/>
            </p:cNvSpPr>
            <p:nvPr/>
          </p:nvSpPr>
          <p:spPr bwMode="auto">
            <a:xfrm>
              <a:off x="4146" y="1047"/>
              <a:ext cx="6" cy="5"/>
            </a:xfrm>
            <a:custGeom>
              <a:avLst/>
              <a:gdLst>
                <a:gd name="T0" fmla="*/ 0 w 3"/>
                <a:gd name="T1" fmla="*/ 0 h 3"/>
                <a:gd name="T2" fmla="*/ 0 w 3"/>
                <a:gd name="T3" fmla="*/ 2 h 3"/>
                <a:gd name="T4" fmla="*/ 4 w 3"/>
                <a:gd name="T5" fmla="*/ 2 h 3"/>
                <a:gd name="T6" fmla="*/ 4 w 3"/>
                <a:gd name="T7" fmla="*/ 5 h 3"/>
                <a:gd name="T8" fmla="*/ 6 w 3"/>
                <a:gd name="T9" fmla="*/ 5 h 3"/>
                <a:gd name="T10" fmla="*/ 6 w 3"/>
                <a:gd name="T11" fmla="*/ 2 h 3"/>
                <a:gd name="T12" fmla="*/ 6 w 3"/>
                <a:gd name="T13" fmla="*/ 0 h 3"/>
                <a:gd name="T14" fmla="*/ 4 w 3"/>
                <a:gd name="T15" fmla="*/ 0 h 3"/>
                <a:gd name="T16" fmla="*/ 0 w 3"/>
                <a:gd name="T17" fmla="*/ 0 h 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cubicBezTo>
                    <a:pt x="0" y="0"/>
                    <a:pt x="0" y="1"/>
                    <a:pt x="0" y="1"/>
                  </a:cubicBezTo>
                  <a:cubicBezTo>
                    <a:pt x="1" y="1"/>
                    <a:pt x="1" y="1"/>
                    <a:pt x="2" y="1"/>
                  </a:cubicBezTo>
                  <a:cubicBezTo>
                    <a:pt x="2" y="2"/>
                    <a:pt x="2" y="3"/>
                    <a:pt x="2" y="3"/>
                  </a:cubicBezTo>
                  <a:cubicBezTo>
                    <a:pt x="2" y="3"/>
                    <a:pt x="3" y="3"/>
                    <a:pt x="3" y="3"/>
                  </a:cubicBezTo>
                  <a:cubicBezTo>
                    <a:pt x="3" y="3"/>
                    <a:pt x="3" y="2"/>
                    <a:pt x="3" y="1"/>
                  </a:cubicBezTo>
                  <a:cubicBezTo>
                    <a:pt x="3" y="1"/>
                    <a:pt x="3" y="0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33" name="Freeform 41024"/>
            <p:cNvSpPr>
              <a:spLocks/>
            </p:cNvSpPr>
            <p:nvPr/>
          </p:nvSpPr>
          <p:spPr bwMode="auto">
            <a:xfrm>
              <a:off x="4152" y="1029"/>
              <a:ext cx="13" cy="5"/>
            </a:xfrm>
            <a:custGeom>
              <a:avLst/>
              <a:gdLst>
                <a:gd name="T0" fmla="*/ 7 w 8"/>
                <a:gd name="T1" fmla="*/ 5 h 3"/>
                <a:gd name="T2" fmla="*/ 8 w 8"/>
                <a:gd name="T3" fmla="*/ 5 h 3"/>
                <a:gd name="T4" fmla="*/ 11 w 8"/>
                <a:gd name="T5" fmla="*/ 5 h 3"/>
                <a:gd name="T6" fmla="*/ 13 w 8"/>
                <a:gd name="T7" fmla="*/ 5 h 3"/>
                <a:gd name="T8" fmla="*/ 13 w 8"/>
                <a:gd name="T9" fmla="*/ 3 h 3"/>
                <a:gd name="T10" fmla="*/ 11 w 8"/>
                <a:gd name="T11" fmla="*/ 3 h 3"/>
                <a:gd name="T12" fmla="*/ 11 w 8"/>
                <a:gd name="T13" fmla="*/ 0 h 3"/>
                <a:gd name="T14" fmla="*/ 8 w 8"/>
                <a:gd name="T15" fmla="*/ 0 h 3"/>
                <a:gd name="T16" fmla="*/ 8 w 8"/>
                <a:gd name="T17" fmla="*/ 3 h 3"/>
                <a:gd name="T18" fmla="*/ 7 w 8"/>
                <a:gd name="T19" fmla="*/ 3 h 3"/>
                <a:gd name="T20" fmla="*/ 3 w 8"/>
                <a:gd name="T21" fmla="*/ 3 h 3"/>
                <a:gd name="T22" fmla="*/ 0 w 8"/>
                <a:gd name="T23" fmla="*/ 3 h 3"/>
                <a:gd name="T24" fmla="*/ 0 w 8"/>
                <a:gd name="T25" fmla="*/ 5 h 3"/>
                <a:gd name="T26" fmla="*/ 3 w 8"/>
                <a:gd name="T27" fmla="*/ 5 h 3"/>
                <a:gd name="T28" fmla="*/ 7 w 8"/>
                <a:gd name="T29" fmla="*/ 5 h 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8" h="3">
                  <a:moveTo>
                    <a:pt x="4" y="3"/>
                  </a:moveTo>
                  <a:cubicBezTo>
                    <a:pt x="4" y="3"/>
                    <a:pt x="5" y="3"/>
                    <a:pt x="5" y="3"/>
                  </a:cubicBezTo>
                  <a:cubicBezTo>
                    <a:pt x="6" y="3"/>
                    <a:pt x="6" y="3"/>
                    <a:pt x="7" y="3"/>
                  </a:cubicBezTo>
                  <a:cubicBezTo>
                    <a:pt x="7" y="3"/>
                    <a:pt x="8" y="3"/>
                    <a:pt x="8" y="3"/>
                  </a:cubicBezTo>
                  <a:cubicBezTo>
                    <a:pt x="8" y="3"/>
                    <a:pt x="8" y="2"/>
                    <a:pt x="8" y="2"/>
                  </a:cubicBezTo>
                  <a:cubicBezTo>
                    <a:pt x="8" y="2"/>
                    <a:pt x="7" y="2"/>
                    <a:pt x="7" y="2"/>
                  </a:cubicBezTo>
                  <a:cubicBezTo>
                    <a:pt x="7" y="1"/>
                    <a:pt x="7" y="1"/>
                    <a:pt x="7" y="0"/>
                  </a:cubicBezTo>
                  <a:cubicBezTo>
                    <a:pt x="6" y="0"/>
                    <a:pt x="6" y="0"/>
                    <a:pt x="5" y="0"/>
                  </a:cubicBezTo>
                  <a:cubicBezTo>
                    <a:pt x="5" y="1"/>
                    <a:pt x="5" y="1"/>
                    <a:pt x="5" y="2"/>
                  </a:cubicBezTo>
                  <a:cubicBezTo>
                    <a:pt x="5" y="2"/>
                    <a:pt x="4" y="2"/>
                    <a:pt x="4" y="2"/>
                  </a:cubicBezTo>
                  <a:cubicBezTo>
                    <a:pt x="3" y="2"/>
                    <a:pt x="3" y="2"/>
                    <a:pt x="2" y="2"/>
                  </a:cubicBezTo>
                  <a:cubicBezTo>
                    <a:pt x="2" y="2"/>
                    <a:pt x="1" y="2"/>
                    <a:pt x="0" y="2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1" y="3"/>
                    <a:pt x="2" y="3"/>
                    <a:pt x="2" y="3"/>
                  </a:cubicBezTo>
                  <a:cubicBezTo>
                    <a:pt x="3" y="3"/>
                    <a:pt x="3" y="3"/>
                    <a:pt x="4" y="3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34" name="Freeform 41025"/>
            <p:cNvSpPr>
              <a:spLocks/>
            </p:cNvSpPr>
            <p:nvPr/>
          </p:nvSpPr>
          <p:spPr bwMode="auto">
            <a:xfrm>
              <a:off x="4179" y="991"/>
              <a:ext cx="20" cy="14"/>
            </a:xfrm>
            <a:custGeom>
              <a:avLst/>
              <a:gdLst>
                <a:gd name="T0" fmla="*/ 4 w 11"/>
                <a:gd name="T1" fmla="*/ 5 h 8"/>
                <a:gd name="T2" fmla="*/ 4 w 11"/>
                <a:gd name="T3" fmla="*/ 7 h 8"/>
                <a:gd name="T4" fmla="*/ 4 w 11"/>
                <a:gd name="T5" fmla="*/ 11 h 8"/>
                <a:gd name="T6" fmla="*/ 5 w 11"/>
                <a:gd name="T7" fmla="*/ 11 h 8"/>
                <a:gd name="T8" fmla="*/ 5 w 11"/>
                <a:gd name="T9" fmla="*/ 14 h 8"/>
                <a:gd name="T10" fmla="*/ 9 w 11"/>
                <a:gd name="T11" fmla="*/ 14 h 8"/>
                <a:gd name="T12" fmla="*/ 11 w 11"/>
                <a:gd name="T13" fmla="*/ 14 h 8"/>
                <a:gd name="T14" fmla="*/ 11 w 11"/>
                <a:gd name="T15" fmla="*/ 11 h 8"/>
                <a:gd name="T16" fmla="*/ 9 w 11"/>
                <a:gd name="T17" fmla="*/ 11 h 8"/>
                <a:gd name="T18" fmla="*/ 9 w 11"/>
                <a:gd name="T19" fmla="*/ 7 h 8"/>
                <a:gd name="T20" fmla="*/ 9 w 11"/>
                <a:gd name="T21" fmla="*/ 5 h 8"/>
                <a:gd name="T22" fmla="*/ 11 w 11"/>
                <a:gd name="T23" fmla="*/ 5 h 8"/>
                <a:gd name="T24" fmla="*/ 15 w 11"/>
                <a:gd name="T25" fmla="*/ 5 h 8"/>
                <a:gd name="T26" fmla="*/ 15 w 11"/>
                <a:gd name="T27" fmla="*/ 7 h 8"/>
                <a:gd name="T28" fmla="*/ 18 w 11"/>
                <a:gd name="T29" fmla="*/ 7 h 8"/>
                <a:gd name="T30" fmla="*/ 20 w 11"/>
                <a:gd name="T31" fmla="*/ 7 h 8"/>
                <a:gd name="T32" fmla="*/ 20 w 11"/>
                <a:gd name="T33" fmla="*/ 5 h 8"/>
                <a:gd name="T34" fmla="*/ 20 w 11"/>
                <a:gd name="T35" fmla="*/ 2 h 8"/>
                <a:gd name="T36" fmla="*/ 18 w 11"/>
                <a:gd name="T37" fmla="*/ 2 h 8"/>
                <a:gd name="T38" fmla="*/ 15 w 11"/>
                <a:gd name="T39" fmla="*/ 2 h 8"/>
                <a:gd name="T40" fmla="*/ 11 w 11"/>
                <a:gd name="T41" fmla="*/ 2 h 8"/>
                <a:gd name="T42" fmla="*/ 9 w 11"/>
                <a:gd name="T43" fmla="*/ 2 h 8"/>
                <a:gd name="T44" fmla="*/ 5 w 11"/>
                <a:gd name="T45" fmla="*/ 2 h 8"/>
                <a:gd name="T46" fmla="*/ 5 w 11"/>
                <a:gd name="T47" fmla="*/ 0 h 8"/>
                <a:gd name="T48" fmla="*/ 4 w 11"/>
                <a:gd name="T49" fmla="*/ 0 h 8"/>
                <a:gd name="T50" fmla="*/ 0 w 11"/>
                <a:gd name="T51" fmla="*/ 0 h 8"/>
                <a:gd name="T52" fmla="*/ 0 w 11"/>
                <a:gd name="T53" fmla="*/ 2 h 8"/>
                <a:gd name="T54" fmla="*/ 4 w 11"/>
                <a:gd name="T55" fmla="*/ 2 h 8"/>
                <a:gd name="T56" fmla="*/ 4 w 11"/>
                <a:gd name="T57" fmla="*/ 5 h 8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1" h="8">
                  <a:moveTo>
                    <a:pt x="2" y="3"/>
                  </a:moveTo>
                  <a:cubicBezTo>
                    <a:pt x="2" y="3"/>
                    <a:pt x="2" y="4"/>
                    <a:pt x="2" y="4"/>
                  </a:cubicBezTo>
                  <a:cubicBezTo>
                    <a:pt x="2" y="5"/>
                    <a:pt x="2" y="6"/>
                    <a:pt x="2" y="6"/>
                  </a:cubicBezTo>
                  <a:cubicBezTo>
                    <a:pt x="2" y="6"/>
                    <a:pt x="3" y="6"/>
                    <a:pt x="3" y="6"/>
                  </a:cubicBezTo>
                  <a:cubicBezTo>
                    <a:pt x="3" y="7"/>
                    <a:pt x="3" y="7"/>
                    <a:pt x="3" y="8"/>
                  </a:cubicBezTo>
                  <a:cubicBezTo>
                    <a:pt x="4" y="8"/>
                    <a:pt x="4" y="8"/>
                    <a:pt x="5" y="8"/>
                  </a:cubicBezTo>
                  <a:cubicBezTo>
                    <a:pt x="5" y="8"/>
                    <a:pt x="6" y="8"/>
                    <a:pt x="6" y="8"/>
                  </a:cubicBezTo>
                  <a:cubicBezTo>
                    <a:pt x="6" y="7"/>
                    <a:pt x="6" y="7"/>
                    <a:pt x="6" y="6"/>
                  </a:cubicBezTo>
                  <a:cubicBezTo>
                    <a:pt x="6" y="6"/>
                    <a:pt x="5" y="6"/>
                    <a:pt x="5" y="6"/>
                  </a:cubicBezTo>
                  <a:cubicBezTo>
                    <a:pt x="5" y="6"/>
                    <a:pt x="5" y="5"/>
                    <a:pt x="5" y="4"/>
                  </a:cubicBezTo>
                  <a:cubicBezTo>
                    <a:pt x="5" y="4"/>
                    <a:pt x="5" y="3"/>
                    <a:pt x="5" y="3"/>
                  </a:cubicBezTo>
                  <a:cubicBezTo>
                    <a:pt x="5" y="3"/>
                    <a:pt x="6" y="3"/>
                    <a:pt x="6" y="3"/>
                  </a:cubicBezTo>
                  <a:cubicBezTo>
                    <a:pt x="7" y="3"/>
                    <a:pt x="7" y="3"/>
                    <a:pt x="8" y="3"/>
                  </a:cubicBezTo>
                  <a:cubicBezTo>
                    <a:pt x="8" y="3"/>
                    <a:pt x="8" y="4"/>
                    <a:pt x="8" y="4"/>
                  </a:cubicBezTo>
                  <a:cubicBezTo>
                    <a:pt x="8" y="4"/>
                    <a:pt x="9" y="4"/>
                    <a:pt x="10" y="4"/>
                  </a:cubicBezTo>
                  <a:cubicBezTo>
                    <a:pt x="10" y="4"/>
                    <a:pt x="11" y="4"/>
                    <a:pt x="11" y="4"/>
                  </a:cubicBezTo>
                  <a:cubicBezTo>
                    <a:pt x="11" y="4"/>
                    <a:pt x="11" y="3"/>
                    <a:pt x="11" y="3"/>
                  </a:cubicBezTo>
                  <a:cubicBezTo>
                    <a:pt x="11" y="2"/>
                    <a:pt x="11" y="2"/>
                    <a:pt x="11" y="1"/>
                  </a:cubicBezTo>
                  <a:cubicBezTo>
                    <a:pt x="11" y="1"/>
                    <a:pt x="10" y="1"/>
                    <a:pt x="10" y="1"/>
                  </a:cubicBezTo>
                  <a:cubicBezTo>
                    <a:pt x="9" y="1"/>
                    <a:pt x="8" y="1"/>
                    <a:pt x="8" y="1"/>
                  </a:cubicBezTo>
                  <a:cubicBezTo>
                    <a:pt x="7" y="1"/>
                    <a:pt x="7" y="1"/>
                    <a:pt x="6" y="1"/>
                  </a:cubicBezTo>
                  <a:cubicBezTo>
                    <a:pt x="6" y="1"/>
                    <a:pt x="5" y="1"/>
                    <a:pt x="5" y="1"/>
                  </a:cubicBezTo>
                  <a:cubicBezTo>
                    <a:pt x="4" y="1"/>
                    <a:pt x="4" y="1"/>
                    <a:pt x="3" y="1"/>
                  </a:cubicBezTo>
                  <a:cubicBezTo>
                    <a:pt x="3" y="1"/>
                    <a:pt x="3" y="0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1" y="1"/>
                    <a:pt x="1" y="1"/>
                    <a:pt x="2" y="1"/>
                  </a:cubicBezTo>
                  <a:cubicBezTo>
                    <a:pt x="2" y="2"/>
                    <a:pt x="2" y="2"/>
                    <a:pt x="2" y="3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35" name="Freeform 41026"/>
            <p:cNvSpPr>
              <a:spLocks/>
            </p:cNvSpPr>
            <p:nvPr/>
          </p:nvSpPr>
          <p:spPr bwMode="auto">
            <a:xfrm>
              <a:off x="4174" y="1111"/>
              <a:ext cx="52" cy="28"/>
            </a:xfrm>
            <a:custGeom>
              <a:avLst/>
              <a:gdLst>
                <a:gd name="T0" fmla="*/ 3 w 30"/>
                <a:gd name="T1" fmla="*/ 28 h 16"/>
                <a:gd name="T2" fmla="*/ 5 w 30"/>
                <a:gd name="T3" fmla="*/ 28 h 16"/>
                <a:gd name="T4" fmla="*/ 9 w 30"/>
                <a:gd name="T5" fmla="*/ 28 h 16"/>
                <a:gd name="T6" fmla="*/ 10 w 30"/>
                <a:gd name="T7" fmla="*/ 28 h 16"/>
                <a:gd name="T8" fmla="*/ 10 w 30"/>
                <a:gd name="T9" fmla="*/ 26 h 16"/>
                <a:gd name="T10" fmla="*/ 14 w 30"/>
                <a:gd name="T11" fmla="*/ 26 h 16"/>
                <a:gd name="T12" fmla="*/ 16 w 30"/>
                <a:gd name="T13" fmla="*/ 26 h 16"/>
                <a:gd name="T14" fmla="*/ 19 w 30"/>
                <a:gd name="T15" fmla="*/ 26 h 16"/>
                <a:gd name="T16" fmla="*/ 19 w 30"/>
                <a:gd name="T17" fmla="*/ 23 h 16"/>
                <a:gd name="T18" fmla="*/ 23 w 30"/>
                <a:gd name="T19" fmla="*/ 23 h 16"/>
                <a:gd name="T20" fmla="*/ 24 w 30"/>
                <a:gd name="T21" fmla="*/ 23 h 16"/>
                <a:gd name="T22" fmla="*/ 28 w 30"/>
                <a:gd name="T23" fmla="*/ 23 h 16"/>
                <a:gd name="T24" fmla="*/ 29 w 30"/>
                <a:gd name="T25" fmla="*/ 23 h 16"/>
                <a:gd name="T26" fmla="*/ 33 w 30"/>
                <a:gd name="T27" fmla="*/ 23 h 16"/>
                <a:gd name="T28" fmla="*/ 33 w 30"/>
                <a:gd name="T29" fmla="*/ 26 h 16"/>
                <a:gd name="T30" fmla="*/ 35 w 30"/>
                <a:gd name="T31" fmla="*/ 26 h 16"/>
                <a:gd name="T32" fmla="*/ 38 w 30"/>
                <a:gd name="T33" fmla="*/ 26 h 16"/>
                <a:gd name="T34" fmla="*/ 40 w 30"/>
                <a:gd name="T35" fmla="*/ 26 h 16"/>
                <a:gd name="T36" fmla="*/ 43 w 30"/>
                <a:gd name="T37" fmla="*/ 26 h 16"/>
                <a:gd name="T38" fmla="*/ 47 w 30"/>
                <a:gd name="T39" fmla="*/ 26 h 16"/>
                <a:gd name="T40" fmla="*/ 49 w 30"/>
                <a:gd name="T41" fmla="*/ 26 h 16"/>
                <a:gd name="T42" fmla="*/ 52 w 30"/>
                <a:gd name="T43" fmla="*/ 26 h 16"/>
                <a:gd name="T44" fmla="*/ 52 w 30"/>
                <a:gd name="T45" fmla="*/ 23 h 16"/>
                <a:gd name="T46" fmla="*/ 49 w 30"/>
                <a:gd name="T47" fmla="*/ 23 h 16"/>
                <a:gd name="T48" fmla="*/ 49 w 30"/>
                <a:gd name="T49" fmla="*/ 19 h 16"/>
                <a:gd name="T50" fmla="*/ 49 w 30"/>
                <a:gd name="T51" fmla="*/ 18 h 16"/>
                <a:gd name="T52" fmla="*/ 47 w 30"/>
                <a:gd name="T53" fmla="*/ 18 h 16"/>
                <a:gd name="T54" fmla="*/ 43 w 30"/>
                <a:gd name="T55" fmla="*/ 18 h 16"/>
                <a:gd name="T56" fmla="*/ 43 w 30"/>
                <a:gd name="T57" fmla="*/ 14 h 16"/>
                <a:gd name="T58" fmla="*/ 40 w 30"/>
                <a:gd name="T59" fmla="*/ 14 h 16"/>
                <a:gd name="T60" fmla="*/ 38 w 30"/>
                <a:gd name="T61" fmla="*/ 14 h 16"/>
                <a:gd name="T62" fmla="*/ 38 w 30"/>
                <a:gd name="T63" fmla="*/ 11 h 16"/>
                <a:gd name="T64" fmla="*/ 35 w 30"/>
                <a:gd name="T65" fmla="*/ 11 h 16"/>
                <a:gd name="T66" fmla="*/ 33 w 30"/>
                <a:gd name="T67" fmla="*/ 11 h 16"/>
                <a:gd name="T68" fmla="*/ 33 w 30"/>
                <a:gd name="T69" fmla="*/ 9 h 16"/>
                <a:gd name="T70" fmla="*/ 29 w 30"/>
                <a:gd name="T71" fmla="*/ 9 h 16"/>
                <a:gd name="T72" fmla="*/ 28 w 30"/>
                <a:gd name="T73" fmla="*/ 9 h 16"/>
                <a:gd name="T74" fmla="*/ 24 w 30"/>
                <a:gd name="T75" fmla="*/ 9 h 16"/>
                <a:gd name="T76" fmla="*/ 24 w 30"/>
                <a:gd name="T77" fmla="*/ 11 h 16"/>
                <a:gd name="T78" fmla="*/ 23 w 30"/>
                <a:gd name="T79" fmla="*/ 11 h 16"/>
                <a:gd name="T80" fmla="*/ 19 w 30"/>
                <a:gd name="T81" fmla="*/ 11 h 16"/>
                <a:gd name="T82" fmla="*/ 16 w 30"/>
                <a:gd name="T83" fmla="*/ 11 h 16"/>
                <a:gd name="T84" fmla="*/ 16 w 30"/>
                <a:gd name="T85" fmla="*/ 9 h 16"/>
                <a:gd name="T86" fmla="*/ 16 w 30"/>
                <a:gd name="T87" fmla="*/ 5 h 16"/>
                <a:gd name="T88" fmla="*/ 14 w 30"/>
                <a:gd name="T89" fmla="*/ 5 h 16"/>
                <a:gd name="T90" fmla="*/ 14 w 30"/>
                <a:gd name="T91" fmla="*/ 4 h 16"/>
                <a:gd name="T92" fmla="*/ 14 w 30"/>
                <a:gd name="T93" fmla="*/ 0 h 16"/>
                <a:gd name="T94" fmla="*/ 10 w 30"/>
                <a:gd name="T95" fmla="*/ 0 h 16"/>
                <a:gd name="T96" fmla="*/ 9 w 30"/>
                <a:gd name="T97" fmla="*/ 0 h 16"/>
                <a:gd name="T98" fmla="*/ 9 w 30"/>
                <a:gd name="T99" fmla="*/ 4 h 16"/>
                <a:gd name="T100" fmla="*/ 9 w 30"/>
                <a:gd name="T101" fmla="*/ 5 h 16"/>
                <a:gd name="T102" fmla="*/ 5 w 30"/>
                <a:gd name="T103" fmla="*/ 5 h 16"/>
                <a:gd name="T104" fmla="*/ 5 w 30"/>
                <a:gd name="T105" fmla="*/ 9 h 16"/>
                <a:gd name="T106" fmla="*/ 5 w 30"/>
                <a:gd name="T107" fmla="*/ 11 h 16"/>
                <a:gd name="T108" fmla="*/ 3 w 30"/>
                <a:gd name="T109" fmla="*/ 11 h 16"/>
                <a:gd name="T110" fmla="*/ 3 w 30"/>
                <a:gd name="T111" fmla="*/ 14 h 16"/>
                <a:gd name="T112" fmla="*/ 3 w 30"/>
                <a:gd name="T113" fmla="*/ 18 h 16"/>
                <a:gd name="T114" fmla="*/ 3 w 30"/>
                <a:gd name="T115" fmla="*/ 19 h 16"/>
                <a:gd name="T116" fmla="*/ 0 w 30"/>
                <a:gd name="T117" fmla="*/ 19 h 16"/>
                <a:gd name="T118" fmla="*/ 0 w 30"/>
                <a:gd name="T119" fmla="*/ 23 h 16"/>
                <a:gd name="T120" fmla="*/ 0 w 30"/>
                <a:gd name="T121" fmla="*/ 26 h 16"/>
                <a:gd name="T122" fmla="*/ 3 w 30"/>
                <a:gd name="T123" fmla="*/ 26 h 16"/>
                <a:gd name="T124" fmla="*/ 3 w 30"/>
                <a:gd name="T125" fmla="*/ 28 h 1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30" h="16">
                  <a:moveTo>
                    <a:pt x="2" y="16"/>
                  </a:moveTo>
                  <a:cubicBezTo>
                    <a:pt x="2" y="16"/>
                    <a:pt x="3" y="16"/>
                    <a:pt x="3" y="16"/>
                  </a:cubicBezTo>
                  <a:cubicBezTo>
                    <a:pt x="4" y="16"/>
                    <a:pt x="4" y="16"/>
                    <a:pt x="5" y="16"/>
                  </a:cubicBezTo>
                  <a:cubicBezTo>
                    <a:pt x="5" y="16"/>
                    <a:pt x="6" y="16"/>
                    <a:pt x="6" y="16"/>
                  </a:cubicBezTo>
                  <a:cubicBezTo>
                    <a:pt x="6" y="16"/>
                    <a:pt x="6" y="15"/>
                    <a:pt x="6" y="15"/>
                  </a:cubicBezTo>
                  <a:cubicBezTo>
                    <a:pt x="7" y="15"/>
                    <a:pt x="7" y="15"/>
                    <a:pt x="8" y="15"/>
                  </a:cubicBezTo>
                  <a:cubicBezTo>
                    <a:pt x="8" y="15"/>
                    <a:pt x="9" y="15"/>
                    <a:pt x="9" y="15"/>
                  </a:cubicBezTo>
                  <a:cubicBezTo>
                    <a:pt x="10" y="15"/>
                    <a:pt x="10" y="15"/>
                    <a:pt x="11" y="15"/>
                  </a:cubicBezTo>
                  <a:cubicBezTo>
                    <a:pt x="11" y="14"/>
                    <a:pt x="11" y="13"/>
                    <a:pt x="11" y="13"/>
                  </a:cubicBezTo>
                  <a:cubicBezTo>
                    <a:pt x="11" y="13"/>
                    <a:pt x="12" y="13"/>
                    <a:pt x="13" y="13"/>
                  </a:cubicBezTo>
                  <a:cubicBezTo>
                    <a:pt x="13" y="13"/>
                    <a:pt x="14" y="13"/>
                    <a:pt x="14" y="13"/>
                  </a:cubicBezTo>
                  <a:cubicBezTo>
                    <a:pt x="15" y="13"/>
                    <a:pt x="15" y="13"/>
                    <a:pt x="16" y="13"/>
                  </a:cubicBezTo>
                  <a:cubicBezTo>
                    <a:pt x="16" y="13"/>
                    <a:pt x="17" y="13"/>
                    <a:pt x="17" y="13"/>
                  </a:cubicBezTo>
                  <a:cubicBezTo>
                    <a:pt x="18" y="13"/>
                    <a:pt x="18" y="13"/>
                    <a:pt x="19" y="13"/>
                  </a:cubicBezTo>
                  <a:cubicBezTo>
                    <a:pt x="19" y="13"/>
                    <a:pt x="19" y="14"/>
                    <a:pt x="19" y="15"/>
                  </a:cubicBezTo>
                  <a:cubicBezTo>
                    <a:pt x="19" y="15"/>
                    <a:pt x="20" y="15"/>
                    <a:pt x="20" y="15"/>
                  </a:cubicBezTo>
                  <a:cubicBezTo>
                    <a:pt x="21" y="15"/>
                    <a:pt x="21" y="15"/>
                    <a:pt x="22" y="15"/>
                  </a:cubicBezTo>
                  <a:cubicBezTo>
                    <a:pt x="22" y="15"/>
                    <a:pt x="23" y="15"/>
                    <a:pt x="23" y="15"/>
                  </a:cubicBezTo>
                  <a:cubicBezTo>
                    <a:pt x="24" y="15"/>
                    <a:pt x="25" y="15"/>
                    <a:pt x="25" y="15"/>
                  </a:cubicBezTo>
                  <a:cubicBezTo>
                    <a:pt x="26" y="15"/>
                    <a:pt x="26" y="15"/>
                    <a:pt x="27" y="15"/>
                  </a:cubicBezTo>
                  <a:cubicBezTo>
                    <a:pt x="27" y="15"/>
                    <a:pt x="28" y="15"/>
                    <a:pt x="28" y="15"/>
                  </a:cubicBezTo>
                  <a:cubicBezTo>
                    <a:pt x="29" y="15"/>
                    <a:pt x="29" y="15"/>
                    <a:pt x="30" y="15"/>
                  </a:cubicBezTo>
                  <a:cubicBezTo>
                    <a:pt x="30" y="14"/>
                    <a:pt x="30" y="13"/>
                    <a:pt x="30" y="13"/>
                  </a:cubicBezTo>
                  <a:cubicBezTo>
                    <a:pt x="29" y="13"/>
                    <a:pt x="29" y="13"/>
                    <a:pt x="28" y="13"/>
                  </a:cubicBezTo>
                  <a:cubicBezTo>
                    <a:pt x="28" y="12"/>
                    <a:pt x="28" y="12"/>
                    <a:pt x="28" y="11"/>
                  </a:cubicBezTo>
                  <a:cubicBezTo>
                    <a:pt x="28" y="11"/>
                    <a:pt x="28" y="10"/>
                    <a:pt x="28" y="10"/>
                  </a:cubicBezTo>
                  <a:cubicBezTo>
                    <a:pt x="28" y="10"/>
                    <a:pt x="27" y="10"/>
                    <a:pt x="27" y="10"/>
                  </a:cubicBezTo>
                  <a:cubicBezTo>
                    <a:pt x="26" y="10"/>
                    <a:pt x="26" y="10"/>
                    <a:pt x="25" y="10"/>
                  </a:cubicBezTo>
                  <a:cubicBezTo>
                    <a:pt x="25" y="9"/>
                    <a:pt x="25" y="8"/>
                    <a:pt x="25" y="8"/>
                  </a:cubicBezTo>
                  <a:cubicBezTo>
                    <a:pt x="25" y="8"/>
                    <a:pt x="24" y="8"/>
                    <a:pt x="23" y="8"/>
                  </a:cubicBezTo>
                  <a:cubicBezTo>
                    <a:pt x="23" y="8"/>
                    <a:pt x="22" y="8"/>
                    <a:pt x="22" y="8"/>
                  </a:cubicBezTo>
                  <a:cubicBezTo>
                    <a:pt x="22" y="7"/>
                    <a:pt x="22" y="7"/>
                    <a:pt x="22" y="6"/>
                  </a:cubicBezTo>
                  <a:cubicBezTo>
                    <a:pt x="21" y="6"/>
                    <a:pt x="21" y="6"/>
                    <a:pt x="20" y="6"/>
                  </a:cubicBezTo>
                  <a:cubicBezTo>
                    <a:pt x="20" y="6"/>
                    <a:pt x="19" y="6"/>
                    <a:pt x="19" y="6"/>
                  </a:cubicBezTo>
                  <a:cubicBezTo>
                    <a:pt x="19" y="6"/>
                    <a:pt x="19" y="5"/>
                    <a:pt x="19" y="5"/>
                  </a:cubicBezTo>
                  <a:cubicBezTo>
                    <a:pt x="18" y="5"/>
                    <a:pt x="18" y="5"/>
                    <a:pt x="17" y="5"/>
                  </a:cubicBezTo>
                  <a:cubicBezTo>
                    <a:pt x="17" y="5"/>
                    <a:pt x="16" y="5"/>
                    <a:pt x="16" y="5"/>
                  </a:cubicBezTo>
                  <a:cubicBezTo>
                    <a:pt x="15" y="5"/>
                    <a:pt x="15" y="5"/>
                    <a:pt x="14" y="5"/>
                  </a:cubicBezTo>
                  <a:cubicBezTo>
                    <a:pt x="14" y="5"/>
                    <a:pt x="14" y="6"/>
                    <a:pt x="14" y="6"/>
                  </a:cubicBezTo>
                  <a:cubicBezTo>
                    <a:pt x="14" y="6"/>
                    <a:pt x="13" y="6"/>
                    <a:pt x="13" y="6"/>
                  </a:cubicBezTo>
                  <a:cubicBezTo>
                    <a:pt x="12" y="6"/>
                    <a:pt x="11" y="6"/>
                    <a:pt x="11" y="6"/>
                  </a:cubicBezTo>
                  <a:cubicBezTo>
                    <a:pt x="10" y="6"/>
                    <a:pt x="10" y="6"/>
                    <a:pt x="9" y="6"/>
                  </a:cubicBezTo>
                  <a:cubicBezTo>
                    <a:pt x="9" y="6"/>
                    <a:pt x="9" y="5"/>
                    <a:pt x="9" y="5"/>
                  </a:cubicBezTo>
                  <a:cubicBezTo>
                    <a:pt x="9" y="4"/>
                    <a:pt x="9" y="4"/>
                    <a:pt x="9" y="3"/>
                  </a:cubicBezTo>
                  <a:cubicBezTo>
                    <a:pt x="9" y="3"/>
                    <a:pt x="8" y="3"/>
                    <a:pt x="8" y="3"/>
                  </a:cubicBezTo>
                  <a:cubicBezTo>
                    <a:pt x="8" y="3"/>
                    <a:pt x="8" y="2"/>
                    <a:pt x="8" y="2"/>
                  </a:cubicBezTo>
                  <a:cubicBezTo>
                    <a:pt x="8" y="1"/>
                    <a:pt x="8" y="0"/>
                    <a:pt x="8" y="0"/>
                  </a:cubicBezTo>
                  <a:cubicBezTo>
                    <a:pt x="7" y="0"/>
                    <a:pt x="7" y="0"/>
                    <a:pt x="6" y="0"/>
                  </a:cubicBezTo>
                  <a:cubicBezTo>
                    <a:pt x="6" y="0"/>
                    <a:pt x="5" y="0"/>
                    <a:pt x="5" y="0"/>
                  </a:cubicBezTo>
                  <a:cubicBezTo>
                    <a:pt x="5" y="0"/>
                    <a:pt x="5" y="1"/>
                    <a:pt x="5" y="2"/>
                  </a:cubicBezTo>
                  <a:cubicBezTo>
                    <a:pt x="5" y="2"/>
                    <a:pt x="5" y="3"/>
                    <a:pt x="5" y="3"/>
                  </a:cubicBezTo>
                  <a:cubicBezTo>
                    <a:pt x="4" y="3"/>
                    <a:pt x="4" y="3"/>
                    <a:pt x="3" y="3"/>
                  </a:cubicBezTo>
                  <a:cubicBezTo>
                    <a:pt x="3" y="4"/>
                    <a:pt x="3" y="4"/>
                    <a:pt x="3" y="5"/>
                  </a:cubicBezTo>
                  <a:cubicBezTo>
                    <a:pt x="3" y="5"/>
                    <a:pt x="3" y="6"/>
                    <a:pt x="3" y="6"/>
                  </a:cubicBezTo>
                  <a:cubicBezTo>
                    <a:pt x="3" y="6"/>
                    <a:pt x="2" y="6"/>
                    <a:pt x="2" y="6"/>
                  </a:cubicBezTo>
                  <a:cubicBezTo>
                    <a:pt x="2" y="7"/>
                    <a:pt x="2" y="7"/>
                    <a:pt x="2" y="8"/>
                  </a:cubicBezTo>
                  <a:cubicBezTo>
                    <a:pt x="2" y="8"/>
                    <a:pt x="2" y="9"/>
                    <a:pt x="2" y="10"/>
                  </a:cubicBezTo>
                  <a:cubicBezTo>
                    <a:pt x="2" y="10"/>
                    <a:pt x="2" y="11"/>
                    <a:pt x="2" y="11"/>
                  </a:cubicBezTo>
                  <a:cubicBezTo>
                    <a:pt x="1" y="11"/>
                    <a:pt x="1" y="11"/>
                    <a:pt x="0" y="11"/>
                  </a:cubicBezTo>
                  <a:cubicBezTo>
                    <a:pt x="0" y="12"/>
                    <a:pt x="0" y="12"/>
                    <a:pt x="0" y="13"/>
                  </a:cubicBezTo>
                  <a:cubicBezTo>
                    <a:pt x="0" y="13"/>
                    <a:pt x="0" y="14"/>
                    <a:pt x="0" y="15"/>
                  </a:cubicBezTo>
                  <a:cubicBezTo>
                    <a:pt x="1" y="15"/>
                    <a:pt x="1" y="15"/>
                    <a:pt x="2" y="15"/>
                  </a:cubicBezTo>
                  <a:cubicBezTo>
                    <a:pt x="2" y="15"/>
                    <a:pt x="2" y="16"/>
                    <a:pt x="2" y="16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36" name="Freeform 41027"/>
            <p:cNvSpPr>
              <a:spLocks noEditPoints="1"/>
            </p:cNvSpPr>
            <p:nvPr/>
          </p:nvSpPr>
          <p:spPr bwMode="auto">
            <a:xfrm>
              <a:off x="4049" y="1120"/>
              <a:ext cx="158" cy="73"/>
            </a:xfrm>
            <a:custGeom>
              <a:avLst/>
              <a:gdLst>
                <a:gd name="T0" fmla="*/ 155 w 91"/>
                <a:gd name="T1" fmla="*/ 45 h 42"/>
                <a:gd name="T2" fmla="*/ 153 w 91"/>
                <a:gd name="T3" fmla="*/ 52 h 42"/>
                <a:gd name="T4" fmla="*/ 148 w 91"/>
                <a:gd name="T5" fmla="*/ 47 h 42"/>
                <a:gd name="T6" fmla="*/ 141 w 91"/>
                <a:gd name="T7" fmla="*/ 42 h 42"/>
                <a:gd name="T8" fmla="*/ 130 w 91"/>
                <a:gd name="T9" fmla="*/ 47 h 42"/>
                <a:gd name="T10" fmla="*/ 120 w 91"/>
                <a:gd name="T11" fmla="*/ 52 h 42"/>
                <a:gd name="T12" fmla="*/ 115 w 91"/>
                <a:gd name="T13" fmla="*/ 47 h 42"/>
                <a:gd name="T14" fmla="*/ 125 w 91"/>
                <a:gd name="T15" fmla="*/ 42 h 42"/>
                <a:gd name="T16" fmla="*/ 120 w 91"/>
                <a:gd name="T17" fmla="*/ 30 h 42"/>
                <a:gd name="T18" fmla="*/ 111 w 91"/>
                <a:gd name="T19" fmla="*/ 28 h 42"/>
                <a:gd name="T20" fmla="*/ 115 w 91"/>
                <a:gd name="T21" fmla="*/ 37 h 42"/>
                <a:gd name="T22" fmla="*/ 106 w 91"/>
                <a:gd name="T23" fmla="*/ 45 h 42"/>
                <a:gd name="T24" fmla="*/ 101 w 91"/>
                <a:gd name="T25" fmla="*/ 33 h 42"/>
                <a:gd name="T26" fmla="*/ 92 w 91"/>
                <a:gd name="T27" fmla="*/ 24 h 42"/>
                <a:gd name="T28" fmla="*/ 87 w 91"/>
                <a:gd name="T29" fmla="*/ 14 h 42"/>
                <a:gd name="T30" fmla="*/ 76 w 91"/>
                <a:gd name="T31" fmla="*/ 9 h 42"/>
                <a:gd name="T32" fmla="*/ 68 w 91"/>
                <a:gd name="T33" fmla="*/ 0 h 42"/>
                <a:gd name="T34" fmla="*/ 71 w 91"/>
                <a:gd name="T35" fmla="*/ 9 h 42"/>
                <a:gd name="T36" fmla="*/ 78 w 91"/>
                <a:gd name="T37" fmla="*/ 17 h 42"/>
                <a:gd name="T38" fmla="*/ 90 w 91"/>
                <a:gd name="T39" fmla="*/ 23 h 42"/>
                <a:gd name="T40" fmla="*/ 87 w 91"/>
                <a:gd name="T41" fmla="*/ 30 h 42"/>
                <a:gd name="T42" fmla="*/ 78 w 91"/>
                <a:gd name="T43" fmla="*/ 38 h 42"/>
                <a:gd name="T44" fmla="*/ 71 w 91"/>
                <a:gd name="T45" fmla="*/ 42 h 42"/>
                <a:gd name="T46" fmla="*/ 71 w 91"/>
                <a:gd name="T47" fmla="*/ 37 h 42"/>
                <a:gd name="T48" fmla="*/ 78 w 91"/>
                <a:gd name="T49" fmla="*/ 28 h 42"/>
                <a:gd name="T50" fmla="*/ 68 w 91"/>
                <a:gd name="T51" fmla="*/ 23 h 42"/>
                <a:gd name="T52" fmla="*/ 59 w 91"/>
                <a:gd name="T53" fmla="*/ 14 h 42"/>
                <a:gd name="T54" fmla="*/ 49 w 91"/>
                <a:gd name="T55" fmla="*/ 9 h 42"/>
                <a:gd name="T56" fmla="*/ 38 w 91"/>
                <a:gd name="T57" fmla="*/ 14 h 42"/>
                <a:gd name="T58" fmla="*/ 33 w 91"/>
                <a:gd name="T59" fmla="*/ 19 h 42"/>
                <a:gd name="T60" fmla="*/ 23 w 91"/>
                <a:gd name="T61" fmla="*/ 24 h 42"/>
                <a:gd name="T62" fmla="*/ 23 w 91"/>
                <a:gd name="T63" fmla="*/ 37 h 42"/>
                <a:gd name="T64" fmla="*/ 14 w 91"/>
                <a:gd name="T65" fmla="*/ 45 h 42"/>
                <a:gd name="T66" fmla="*/ 0 w 91"/>
                <a:gd name="T67" fmla="*/ 47 h 42"/>
                <a:gd name="T68" fmla="*/ 14 w 91"/>
                <a:gd name="T69" fmla="*/ 50 h 42"/>
                <a:gd name="T70" fmla="*/ 24 w 91"/>
                <a:gd name="T71" fmla="*/ 45 h 42"/>
                <a:gd name="T72" fmla="*/ 38 w 91"/>
                <a:gd name="T73" fmla="*/ 42 h 42"/>
                <a:gd name="T74" fmla="*/ 54 w 91"/>
                <a:gd name="T75" fmla="*/ 42 h 42"/>
                <a:gd name="T76" fmla="*/ 59 w 91"/>
                <a:gd name="T77" fmla="*/ 47 h 42"/>
                <a:gd name="T78" fmla="*/ 66 w 91"/>
                <a:gd name="T79" fmla="*/ 59 h 42"/>
                <a:gd name="T80" fmla="*/ 78 w 91"/>
                <a:gd name="T81" fmla="*/ 61 h 42"/>
                <a:gd name="T82" fmla="*/ 87 w 91"/>
                <a:gd name="T83" fmla="*/ 70 h 42"/>
                <a:gd name="T84" fmla="*/ 97 w 91"/>
                <a:gd name="T85" fmla="*/ 70 h 42"/>
                <a:gd name="T86" fmla="*/ 102 w 91"/>
                <a:gd name="T87" fmla="*/ 61 h 42"/>
                <a:gd name="T88" fmla="*/ 116 w 91"/>
                <a:gd name="T89" fmla="*/ 64 h 42"/>
                <a:gd name="T90" fmla="*/ 130 w 91"/>
                <a:gd name="T91" fmla="*/ 68 h 42"/>
                <a:gd name="T92" fmla="*/ 144 w 91"/>
                <a:gd name="T93" fmla="*/ 64 h 42"/>
                <a:gd name="T94" fmla="*/ 155 w 91"/>
                <a:gd name="T95" fmla="*/ 64 h 42"/>
                <a:gd name="T96" fmla="*/ 158 w 91"/>
                <a:gd name="T97" fmla="*/ 50 h 42"/>
                <a:gd name="T98" fmla="*/ 28 w 91"/>
                <a:gd name="T99" fmla="*/ 30 h 42"/>
                <a:gd name="T100" fmla="*/ 57 w 91"/>
                <a:gd name="T101" fmla="*/ 24 h 42"/>
                <a:gd name="T102" fmla="*/ 49 w 91"/>
                <a:gd name="T103" fmla="*/ 33 h 42"/>
                <a:gd name="T104" fmla="*/ 52 w 91"/>
                <a:gd name="T105" fmla="*/ 19 h 42"/>
                <a:gd name="T106" fmla="*/ 54 w 91"/>
                <a:gd name="T107" fmla="*/ 23 h 4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1" h="42">
                  <a:moveTo>
                    <a:pt x="91" y="29"/>
                  </a:moveTo>
                  <a:cubicBezTo>
                    <a:pt x="91" y="28"/>
                    <a:pt x="91" y="28"/>
                    <a:pt x="91" y="27"/>
                  </a:cubicBezTo>
                  <a:cubicBezTo>
                    <a:pt x="91" y="27"/>
                    <a:pt x="91" y="26"/>
                    <a:pt x="91" y="26"/>
                  </a:cubicBezTo>
                  <a:cubicBezTo>
                    <a:pt x="91" y="25"/>
                    <a:pt x="91" y="25"/>
                    <a:pt x="91" y="24"/>
                  </a:cubicBezTo>
                  <a:cubicBezTo>
                    <a:pt x="90" y="24"/>
                    <a:pt x="90" y="24"/>
                    <a:pt x="89" y="24"/>
                  </a:cubicBezTo>
                  <a:cubicBezTo>
                    <a:pt x="89" y="25"/>
                    <a:pt x="89" y="25"/>
                    <a:pt x="89" y="26"/>
                  </a:cubicBezTo>
                  <a:cubicBezTo>
                    <a:pt x="89" y="26"/>
                    <a:pt x="88" y="26"/>
                    <a:pt x="88" y="26"/>
                  </a:cubicBezTo>
                  <a:cubicBezTo>
                    <a:pt x="88" y="26"/>
                    <a:pt x="88" y="27"/>
                    <a:pt x="88" y="27"/>
                  </a:cubicBezTo>
                  <a:cubicBezTo>
                    <a:pt x="88" y="27"/>
                    <a:pt x="89" y="27"/>
                    <a:pt x="89" y="27"/>
                  </a:cubicBezTo>
                  <a:cubicBezTo>
                    <a:pt x="89" y="28"/>
                    <a:pt x="89" y="28"/>
                    <a:pt x="89" y="29"/>
                  </a:cubicBezTo>
                  <a:cubicBezTo>
                    <a:pt x="89" y="29"/>
                    <a:pt x="88" y="29"/>
                    <a:pt x="88" y="29"/>
                  </a:cubicBezTo>
                  <a:cubicBezTo>
                    <a:pt x="88" y="29"/>
                    <a:pt x="88" y="30"/>
                    <a:pt x="88" y="30"/>
                  </a:cubicBezTo>
                  <a:cubicBezTo>
                    <a:pt x="87" y="30"/>
                    <a:pt x="87" y="30"/>
                    <a:pt x="86" y="30"/>
                  </a:cubicBezTo>
                  <a:cubicBezTo>
                    <a:pt x="86" y="30"/>
                    <a:pt x="85" y="30"/>
                    <a:pt x="85" y="30"/>
                  </a:cubicBezTo>
                  <a:cubicBezTo>
                    <a:pt x="84" y="30"/>
                    <a:pt x="83" y="30"/>
                    <a:pt x="83" y="30"/>
                  </a:cubicBezTo>
                  <a:cubicBezTo>
                    <a:pt x="83" y="30"/>
                    <a:pt x="83" y="29"/>
                    <a:pt x="83" y="29"/>
                  </a:cubicBezTo>
                  <a:cubicBezTo>
                    <a:pt x="83" y="28"/>
                    <a:pt x="83" y="28"/>
                    <a:pt x="83" y="27"/>
                  </a:cubicBezTo>
                  <a:cubicBezTo>
                    <a:pt x="83" y="27"/>
                    <a:pt x="84" y="27"/>
                    <a:pt x="85" y="27"/>
                  </a:cubicBezTo>
                  <a:cubicBezTo>
                    <a:pt x="85" y="27"/>
                    <a:pt x="86" y="27"/>
                    <a:pt x="86" y="27"/>
                  </a:cubicBezTo>
                  <a:cubicBezTo>
                    <a:pt x="86" y="27"/>
                    <a:pt x="86" y="26"/>
                    <a:pt x="86" y="26"/>
                  </a:cubicBezTo>
                  <a:cubicBezTo>
                    <a:pt x="86" y="26"/>
                    <a:pt x="85" y="26"/>
                    <a:pt x="85" y="26"/>
                  </a:cubicBezTo>
                  <a:cubicBezTo>
                    <a:pt x="84" y="26"/>
                    <a:pt x="83" y="26"/>
                    <a:pt x="83" y="26"/>
                  </a:cubicBezTo>
                  <a:cubicBezTo>
                    <a:pt x="82" y="26"/>
                    <a:pt x="82" y="26"/>
                    <a:pt x="81" y="26"/>
                  </a:cubicBezTo>
                  <a:cubicBezTo>
                    <a:pt x="81" y="25"/>
                    <a:pt x="81" y="25"/>
                    <a:pt x="81" y="24"/>
                  </a:cubicBezTo>
                  <a:cubicBezTo>
                    <a:pt x="81" y="24"/>
                    <a:pt x="80" y="24"/>
                    <a:pt x="80" y="24"/>
                  </a:cubicBezTo>
                  <a:cubicBezTo>
                    <a:pt x="80" y="25"/>
                    <a:pt x="80" y="25"/>
                    <a:pt x="80" y="26"/>
                  </a:cubicBezTo>
                  <a:cubicBezTo>
                    <a:pt x="79" y="26"/>
                    <a:pt x="79" y="26"/>
                    <a:pt x="78" y="26"/>
                  </a:cubicBezTo>
                  <a:cubicBezTo>
                    <a:pt x="78" y="26"/>
                    <a:pt x="77" y="26"/>
                    <a:pt x="77" y="26"/>
                  </a:cubicBezTo>
                  <a:cubicBezTo>
                    <a:pt x="76" y="26"/>
                    <a:pt x="76" y="26"/>
                    <a:pt x="75" y="26"/>
                  </a:cubicBezTo>
                  <a:cubicBezTo>
                    <a:pt x="75" y="26"/>
                    <a:pt x="75" y="27"/>
                    <a:pt x="75" y="27"/>
                  </a:cubicBezTo>
                  <a:cubicBezTo>
                    <a:pt x="75" y="27"/>
                    <a:pt x="74" y="27"/>
                    <a:pt x="74" y="27"/>
                  </a:cubicBezTo>
                  <a:cubicBezTo>
                    <a:pt x="73" y="27"/>
                    <a:pt x="73" y="27"/>
                    <a:pt x="72" y="27"/>
                  </a:cubicBezTo>
                  <a:cubicBezTo>
                    <a:pt x="72" y="28"/>
                    <a:pt x="72" y="28"/>
                    <a:pt x="72" y="29"/>
                  </a:cubicBezTo>
                  <a:cubicBezTo>
                    <a:pt x="72" y="29"/>
                    <a:pt x="71" y="29"/>
                    <a:pt x="71" y="29"/>
                  </a:cubicBezTo>
                  <a:cubicBezTo>
                    <a:pt x="71" y="29"/>
                    <a:pt x="71" y="30"/>
                    <a:pt x="71" y="30"/>
                  </a:cubicBezTo>
                  <a:cubicBezTo>
                    <a:pt x="70" y="30"/>
                    <a:pt x="69" y="30"/>
                    <a:pt x="69" y="30"/>
                  </a:cubicBezTo>
                  <a:cubicBezTo>
                    <a:pt x="68" y="30"/>
                    <a:pt x="68" y="30"/>
                    <a:pt x="67" y="30"/>
                  </a:cubicBezTo>
                  <a:cubicBezTo>
                    <a:pt x="67" y="30"/>
                    <a:pt x="66" y="30"/>
                    <a:pt x="66" y="30"/>
                  </a:cubicBezTo>
                  <a:cubicBezTo>
                    <a:pt x="65" y="30"/>
                    <a:pt x="65" y="30"/>
                    <a:pt x="64" y="30"/>
                  </a:cubicBezTo>
                  <a:cubicBezTo>
                    <a:pt x="64" y="30"/>
                    <a:pt x="64" y="29"/>
                    <a:pt x="64" y="29"/>
                  </a:cubicBezTo>
                  <a:cubicBezTo>
                    <a:pt x="64" y="28"/>
                    <a:pt x="64" y="28"/>
                    <a:pt x="64" y="27"/>
                  </a:cubicBezTo>
                  <a:cubicBezTo>
                    <a:pt x="65" y="27"/>
                    <a:pt x="65" y="27"/>
                    <a:pt x="66" y="27"/>
                  </a:cubicBezTo>
                  <a:cubicBezTo>
                    <a:pt x="66" y="27"/>
                    <a:pt x="67" y="27"/>
                    <a:pt x="67" y="27"/>
                  </a:cubicBezTo>
                  <a:cubicBezTo>
                    <a:pt x="68" y="27"/>
                    <a:pt x="68" y="27"/>
                    <a:pt x="69" y="27"/>
                  </a:cubicBezTo>
                  <a:cubicBezTo>
                    <a:pt x="69" y="27"/>
                    <a:pt x="70" y="27"/>
                    <a:pt x="71" y="27"/>
                  </a:cubicBezTo>
                  <a:cubicBezTo>
                    <a:pt x="71" y="27"/>
                    <a:pt x="72" y="27"/>
                    <a:pt x="72" y="27"/>
                  </a:cubicBezTo>
                  <a:cubicBezTo>
                    <a:pt x="72" y="27"/>
                    <a:pt x="72" y="26"/>
                    <a:pt x="72" y="26"/>
                  </a:cubicBezTo>
                  <a:cubicBezTo>
                    <a:pt x="72" y="25"/>
                    <a:pt x="72" y="25"/>
                    <a:pt x="72" y="24"/>
                  </a:cubicBezTo>
                  <a:cubicBezTo>
                    <a:pt x="72" y="24"/>
                    <a:pt x="71" y="24"/>
                    <a:pt x="71" y="24"/>
                  </a:cubicBezTo>
                  <a:cubicBezTo>
                    <a:pt x="71" y="23"/>
                    <a:pt x="71" y="23"/>
                    <a:pt x="71" y="22"/>
                  </a:cubicBezTo>
                  <a:cubicBezTo>
                    <a:pt x="71" y="22"/>
                    <a:pt x="71" y="21"/>
                    <a:pt x="71" y="21"/>
                  </a:cubicBezTo>
                  <a:cubicBezTo>
                    <a:pt x="70" y="21"/>
                    <a:pt x="69" y="21"/>
                    <a:pt x="69" y="21"/>
                  </a:cubicBezTo>
                  <a:cubicBezTo>
                    <a:pt x="69" y="20"/>
                    <a:pt x="69" y="20"/>
                    <a:pt x="69" y="19"/>
                  </a:cubicBezTo>
                  <a:cubicBezTo>
                    <a:pt x="69" y="19"/>
                    <a:pt x="69" y="18"/>
                    <a:pt x="69" y="17"/>
                  </a:cubicBezTo>
                  <a:cubicBezTo>
                    <a:pt x="68" y="17"/>
                    <a:pt x="68" y="17"/>
                    <a:pt x="67" y="17"/>
                  </a:cubicBezTo>
                  <a:cubicBezTo>
                    <a:pt x="67" y="17"/>
                    <a:pt x="67" y="16"/>
                    <a:pt x="67" y="16"/>
                  </a:cubicBezTo>
                  <a:cubicBezTo>
                    <a:pt x="67" y="15"/>
                    <a:pt x="67" y="15"/>
                    <a:pt x="67" y="14"/>
                  </a:cubicBezTo>
                  <a:cubicBezTo>
                    <a:pt x="67" y="14"/>
                    <a:pt x="66" y="14"/>
                    <a:pt x="66" y="14"/>
                  </a:cubicBezTo>
                  <a:cubicBezTo>
                    <a:pt x="65" y="14"/>
                    <a:pt x="65" y="14"/>
                    <a:pt x="64" y="14"/>
                  </a:cubicBezTo>
                  <a:cubicBezTo>
                    <a:pt x="64" y="15"/>
                    <a:pt x="64" y="15"/>
                    <a:pt x="64" y="16"/>
                  </a:cubicBezTo>
                  <a:cubicBezTo>
                    <a:pt x="64" y="16"/>
                    <a:pt x="63" y="16"/>
                    <a:pt x="63" y="16"/>
                  </a:cubicBezTo>
                  <a:cubicBezTo>
                    <a:pt x="63" y="16"/>
                    <a:pt x="63" y="17"/>
                    <a:pt x="63" y="17"/>
                  </a:cubicBezTo>
                  <a:cubicBezTo>
                    <a:pt x="63" y="17"/>
                    <a:pt x="64" y="17"/>
                    <a:pt x="64" y="17"/>
                  </a:cubicBezTo>
                  <a:cubicBezTo>
                    <a:pt x="64" y="18"/>
                    <a:pt x="64" y="19"/>
                    <a:pt x="64" y="19"/>
                  </a:cubicBezTo>
                  <a:cubicBezTo>
                    <a:pt x="65" y="19"/>
                    <a:pt x="65" y="19"/>
                    <a:pt x="66" y="19"/>
                  </a:cubicBezTo>
                  <a:cubicBezTo>
                    <a:pt x="66" y="20"/>
                    <a:pt x="66" y="20"/>
                    <a:pt x="66" y="21"/>
                  </a:cubicBezTo>
                  <a:cubicBezTo>
                    <a:pt x="65" y="21"/>
                    <a:pt x="65" y="21"/>
                    <a:pt x="64" y="21"/>
                  </a:cubicBezTo>
                  <a:cubicBezTo>
                    <a:pt x="64" y="21"/>
                    <a:pt x="64" y="22"/>
                    <a:pt x="64" y="22"/>
                  </a:cubicBezTo>
                  <a:cubicBezTo>
                    <a:pt x="64" y="22"/>
                    <a:pt x="63" y="22"/>
                    <a:pt x="63" y="22"/>
                  </a:cubicBezTo>
                  <a:cubicBezTo>
                    <a:pt x="63" y="23"/>
                    <a:pt x="63" y="23"/>
                    <a:pt x="63" y="24"/>
                  </a:cubicBezTo>
                  <a:cubicBezTo>
                    <a:pt x="63" y="25"/>
                    <a:pt x="63" y="25"/>
                    <a:pt x="63" y="26"/>
                  </a:cubicBezTo>
                  <a:cubicBezTo>
                    <a:pt x="62" y="26"/>
                    <a:pt x="62" y="26"/>
                    <a:pt x="61" y="26"/>
                  </a:cubicBezTo>
                  <a:cubicBezTo>
                    <a:pt x="61" y="26"/>
                    <a:pt x="60" y="26"/>
                    <a:pt x="59" y="26"/>
                  </a:cubicBezTo>
                  <a:cubicBezTo>
                    <a:pt x="59" y="25"/>
                    <a:pt x="59" y="25"/>
                    <a:pt x="59" y="24"/>
                  </a:cubicBezTo>
                  <a:cubicBezTo>
                    <a:pt x="59" y="24"/>
                    <a:pt x="58" y="24"/>
                    <a:pt x="58" y="24"/>
                  </a:cubicBezTo>
                  <a:cubicBezTo>
                    <a:pt x="58" y="23"/>
                    <a:pt x="58" y="23"/>
                    <a:pt x="58" y="22"/>
                  </a:cubicBezTo>
                  <a:cubicBezTo>
                    <a:pt x="58" y="22"/>
                    <a:pt x="58" y="21"/>
                    <a:pt x="58" y="21"/>
                  </a:cubicBezTo>
                  <a:cubicBezTo>
                    <a:pt x="58" y="20"/>
                    <a:pt x="58" y="20"/>
                    <a:pt x="58" y="19"/>
                  </a:cubicBezTo>
                  <a:cubicBezTo>
                    <a:pt x="57" y="19"/>
                    <a:pt x="57" y="19"/>
                    <a:pt x="56" y="19"/>
                  </a:cubicBezTo>
                  <a:cubicBezTo>
                    <a:pt x="56" y="19"/>
                    <a:pt x="56" y="18"/>
                    <a:pt x="56" y="17"/>
                  </a:cubicBezTo>
                  <a:cubicBezTo>
                    <a:pt x="56" y="17"/>
                    <a:pt x="55" y="17"/>
                    <a:pt x="55" y="17"/>
                  </a:cubicBezTo>
                  <a:cubicBezTo>
                    <a:pt x="55" y="17"/>
                    <a:pt x="55" y="16"/>
                    <a:pt x="55" y="16"/>
                  </a:cubicBezTo>
                  <a:cubicBezTo>
                    <a:pt x="55" y="15"/>
                    <a:pt x="55" y="15"/>
                    <a:pt x="55" y="14"/>
                  </a:cubicBezTo>
                  <a:cubicBezTo>
                    <a:pt x="54" y="14"/>
                    <a:pt x="54" y="14"/>
                    <a:pt x="53" y="14"/>
                  </a:cubicBezTo>
                  <a:cubicBezTo>
                    <a:pt x="53" y="14"/>
                    <a:pt x="53" y="13"/>
                    <a:pt x="53" y="13"/>
                  </a:cubicBezTo>
                  <a:cubicBezTo>
                    <a:pt x="53" y="12"/>
                    <a:pt x="53" y="12"/>
                    <a:pt x="53" y="11"/>
                  </a:cubicBezTo>
                  <a:cubicBezTo>
                    <a:pt x="53" y="11"/>
                    <a:pt x="53" y="10"/>
                    <a:pt x="53" y="10"/>
                  </a:cubicBezTo>
                  <a:cubicBezTo>
                    <a:pt x="53" y="10"/>
                    <a:pt x="52" y="10"/>
                    <a:pt x="52" y="10"/>
                  </a:cubicBezTo>
                  <a:cubicBezTo>
                    <a:pt x="51" y="10"/>
                    <a:pt x="51" y="10"/>
                    <a:pt x="50" y="10"/>
                  </a:cubicBezTo>
                  <a:cubicBezTo>
                    <a:pt x="50" y="9"/>
                    <a:pt x="50" y="8"/>
                    <a:pt x="50" y="8"/>
                  </a:cubicBezTo>
                  <a:cubicBezTo>
                    <a:pt x="50" y="8"/>
                    <a:pt x="49" y="8"/>
                    <a:pt x="49" y="8"/>
                  </a:cubicBezTo>
                  <a:cubicBezTo>
                    <a:pt x="48" y="8"/>
                    <a:pt x="48" y="8"/>
                    <a:pt x="47" y="8"/>
                  </a:cubicBezTo>
                  <a:cubicBezTo>
                    <a:pt x="46" y="8"/>
                    <a:pt x="46" y="8"/>
                    <a:pt x="45" y="8"/>
                  </a:cubicBezTo>
                  <a:cubicBezTo>
                    <a:pt x="45" y="7"/>
                    <a:pt x="45" y="7"/>
                    <a:pt x="45" y="6"/>
                  </a:cubicBezTo>
                  <a:cubicBezTo>
                    <a:pt x="45" y="6"/>
                    <a:pt x="44" y="6"/>
                    <a:pt x="44" y="6"/>
                  </a:cubicBezTo>
                  <a:cubicBezTo>
                    <a:pt x="44" y="6"/>
                    <a:pt x="44" y="5"/>
                    <a:pt x="44" y="5"/>
                  </a:cubicBezTo>
                  <a:cubicBezTo>
                    <a:pt x="43" y="5"/>
                    <a:pt x="43" y="5"/>
                    <a:pt x="42" y="5"/>
                  </a:cubicBezTo>
                  <a:cubicBezTo>
                    <a:pt x="42" y="4"/>
                    <a:pt x="42" y="3"/>
                    <a:pt x="42" y="3"/>
                  </a:cubicBezTo>
                  <a:cubicBezTo>
                    <a:pt x="42" y="3"/>
                    <a:pt x="41" y="3"/>
                    <a:pt x="41" y="3"/>
                  </a:cubicBezTo>
                  <a:cubicBezTo>
                    <a:pt x="41" y="2"/>
                    <a:pt x="41" y="2"/>
                    <a:pt x="41" y="1"/>
                  </a:cubicBezTo>
                  <a:cubicBezTo>
                    <a:pt x="40" y="1"/>
                    <a:pt x="40" y="1"/>
                    <a:pt x="39" y="1"/>
                  </a:cubicBezTo>
                  <a:cubicBezTo>
                    <a:pt x="39" y="1"/>
                    <a:pt x="39" y="0"/>
                    <a:pt x="39" y="0"/>
                  </a:cubicBezTo>
                  <a:cubicBezTo>
                    <a:pt x="39" y="0"/>
                    <a:pt x="38" y="0"/>
                    <a:pt x="38" y="0"/>
                  </a:cubicBezTo>
                  <a:cubicBezTo>
                    <a:pt x="38" y="0"/>
                    <a:pt x="38" y="1"/>
                    <a:pt x="38" y="1"/>
                  </a:cubicBezTo>
                  <a:cubicBezTo>
                    <a:pt x="38" y="2"/>
                    <a:pt x="38" y="2"/>
                    <a:pt x="38" y="3"/>
                  </a:cubicBezTo>
                  <a:cubicBezTo>
                    <a:pt x="38" y="3"/>
                    <a:pt x="39" y="3"/>
                    <a:pt x="39" y="3"/>
                  </a:cubicBezTo>
                  <a:cubicBezTo>
                    <a:pt x="39" y="3"/>
                    <a:pt x="39" y="4"/>
                    <a:pt x="39" y="5"/>
                  </a:cubicBezTo>
                  <a:cubicBezTo>
                    <a:pt x="40" y="5"/>
                    <a:pt x="40" y="5"/>
                    <a:pt x="41" y="5"/>
                  </a:cubicBezTo>
                  <a:cubicBezTo>
                    <a:pt x="41" y="5"/>
                    <a:pt x="41" y="6"/>
                    <a:pt x="41" y="6"/>
                  </a:cubicBezTo>
                  <a:cubicBezTo>
                    <a:pt x="41" y="6"/>
                    <a:pt x="42" y="6"/>
                    <a:pt x="42" y="6"/>
                  </a:cubicBezTo>
                  <a:cubicBezTo>
                    <a:pt x="42" y="7"/>
                    <a:pt x="42" y="7"/>
                    <a:pt x="42" y="8"/>
                  </a:cubicBezTo>
                  <a:cubicBezTo>
                    <a:pt x="42" y="8"/>
                    <a:pt x="42" y="9"/>
                    <a:pt x="42" y="10"/>
                  </a:cubicBezTo>
                  <a:cubicBezTo>
                    <a:pt x="43" y="10"/>
                    <a:pt x="43" y="10"/>
                    <a:pt x="44" y="10"/>
                  </a:cubicBezTo>
                  <a:cubicBezTo>
                    <a:pt x="44" y="10"/>
                    <a:pt x="45" y="10"/>
                    <a:pt x="45" y="10"/>
                  </a:cubicBezTo>
                  <a:cubicBezTo>
                    <a:pt x="46" y="10"/>
                    <a:pt x="46" y="10"/>
                    <a:pt x="47" y="10"/>
                  </a:cubicBezTo>
                  <a:cubicBezTo>
                    <a:pt x="47" y="10"/>
                    <a:pt x="47" y="11"/>
                    <a:pt x="47" y="11"/>
                  </a:cubicBezTo>
                  <a:cubicBezTo>
                    <a:pt x="48" y="11"/>
                    <a:pt x="48" y="11"/>
                    <a:pt x="49" y="11"/>
                  </a:cubicBezTo>
                  <a:cubicBezTo>
                    <a:pt x="49" y="12"/>
                    <a:pt x="49" y="12"/>
                    <a:pt x="49" y="13"/>
                  </a:cubicBezTo>
                  <a:cubicBezTo>
                    <a:pt x="49" y="13"/>
                    <a:pt x="50" y="13"/>
                    <a:pt x="50" y="13"/>
                  </a:cubicBezTo>
                  <a:cubicBezTo>
                    <a:pt x="51" y="13"/>
                    <a:pt x="51" y="13"/>
                    <a:pt x="52" y="13"/>
                  </a:cubicBezTo>
                  <a:cubicBezTo>
                    <a:pt x="52" y="13"/>
                    <a:pt x="52" y="14"/>
                    <a:pt x="52" y="14"/>
                  </a:cubicBezTo>
                  <a:cubicBezTo>
                    <a:pt x="52" y="15"/>
                    <a:pt x="52" y="15"/>
                    <a:pt x="52" y="16"/>
                  </a:cubicBezTo>
                  <a:cubicBezTo>
                    <a:pt x="51" y="16"/>
                    <a:pt x="51" y="16"/>
                    <a:pt x="50" y="16"/>
                  </a:cubicBezTo>
                  <a:cubicBezTo>
                    <a:pt x="50" y="16"/>
                    <a:pt x="49" y="16"/>
                    <a:pt x="49" y="16"/>
                  </a:cubicBezTo>
                  <a:cubicBezTo>
                    <a:pt x="49" y="16"/>
                    <a:pt x="49" y="17"/>
                    <a:pt x="49" y="17"/>
                  </a:cubicBezTo>
                  <a:cubicBezTo>
                    <a:pt x="49" y="17"/>
                    <a:pt x="50" y="17"/>
                    <a:pt x="50" y="17"/>
                  </a:cubicBezTo>
                  <a:cubicBezTo>
                    <a:pt x="50" y="18"/>
                    <a:pt x="50" y="19"/>
                    <a:pt x="50" y="19"/>
                  </a:cubicBezTo>
                  <a:cubicBezTo>
                    <a:pt x="50" y="19"/>
                    <a:pt x="49" y="19"/>
                    <a:pt x="49" y="19"/>
                  </a:cubicBezTo>
                  <a:cubicBezTo>
                    <a:pt x="49" y="20"/>
                    <a:pt x="49" y="20"/>
                    <a:pt x="49" y="21"/>
                  </a:cubicBezTo>
                  <a:cubicBezTo>
                    <a:pt x="49" y="21"/>
                    <a:pt x="49" y="22"/>
                    <a:pt x="49" y="22"/>
                  </a:cubicBezTo>
                  <a:cubicBezTo>
                    <a:pt x="48" y="22"/>
                    <a:pt x="48" y="22"/>
                    <a:pt x="47" y="22"/>
                  </a:cubicBezTo>
                  <a:cubicBezTo>
                    <a:pt x="46" y="22"/>
                    <a:pt x="46" y="22"/>
                    <a:pt x="45" y="22"/>
                  </a:cubicBezTo>
                  <a:cubicBezTo>
                    <a:pt x="45" y="23"/>
                    <a:pt x="45" y="23"/>
                    <a:pt x="45" y="24"/>
                  </a:cubicBezTo>
                  <a:cubicBezTo>
                    <a:pt x="45" y="25"/>
                    <a:pt x="45" y="25"/>
                    <a:pt x="45" y="26"/>
                  </a:cubicBezTo>
                  <a:cubicBezTo>
                    <a:pt x="45" y="26"/>
                    <a:pt x="44" y="26"/>
                    <a:pt x="44" y="26"/>
                  </a:cubicBezTo>
                  <a:cubicBezTo>
                    <a:pt x="43" y="26"/>
                    <a:pt x="43" y="26"/>
                    <a:pt x="42" y="26"/>
                  </a:cubicBezTo>
                  <a:cubicBezTo>
                    <a:pt x="42" y="25"/>
                    <a:pt x="42" y="25"/>
                    <a:pt x="42" y="24"/>
                  </a:cubicBezTo>
                  <a:cubicBezTo>
                    <a:pt x="42" y="24"/>
                    <a:pt x="41" y="24"/>
                    <a:pt x="41" y="24"/>
                  </a:cubicBezTo>
                  <a:cubicBezTo>
                    <a:pt x="40" y="24"/>
                    <a:pt x="40" y="24"/>
                    <a:pt x="39" y="24"/>
                  </a:cubicBezTo>
                  <a:cubicBezTo>
                    <a:pt x="39" y="23"/>
                    <a:pt x="39" y="23"/>
                    <a:pt x="39" y="22"/>
                  </a:cubicBezTo>
                  <a:cubicBezTo>
                    <a:pt x="39" y="22"/>
                    <a:pt x="38" y="22"/>
                    <a:pt x="38" y="22"/>
                  </a:cubicBezTo>
                  <a:cubicBezTo>
                    <a:pt x="38" y="22"/>
                    <a:pt x="38" y="21"/>
                    <a:pt x="38" y="21"/>
                  </a:cubicBezTo>
                  <a:cubicBezTo>
                    <a:pt x="38" y="21"/>
                    <a:pt x="39" y="21"/>
                    <a:pt x="39" y="21"/>
                  </a:cubicBezTo>
                  <a:cubicBezTo>
                    <a:pt x="40" y="21"/>
                    <a:pt x="40" y="21"/>
                    <a:pt x="41" y="21"/>
                  </a:cubicBezTo>
                  <a:cubicBezTo>
                    <a:pt x="41" y="21"/>
                    <a:pt x="42" y="21"/>
                    <a:pt x="42" y="21"/>
                  </a:cubicBezTo>
                  <a:cubicBezTo>
                    <a:pt x="43" y="21"/>
                    <a:pt x="43" y="21"/>
                    <a:pt x="44" y="21"/>
                  </a:cubicBezTo>
                  <a:cubicBezTo>
                    <a:pt x="44" y="20"/>
                    <a:pt x="44" y="20"/>
                    <a:pt x="44" y="19"/>
                  </a:cubicBezTo>
                  <a:cubicBezTo>
                    <a:pt x="44" y="19"/>
                    <a:pt x="45" y="19"/>
                    <a:pt x="45" y="19"/>
                  </a:cubicBezTo>
                  <a:cubicBezTo>
                    <a:pt x="45" y="19"/>
                    <a:pt x="45" y="18"/>
                    <a:pt x="45" y="17"/>
                  </a:cubicBezTo>
                  <a:cubicBezTo>
                    <a:pt x="45" y="17"/>
                    <a:pt x="45" y="16"/>
                    <a:pt x="45" y="16"/>
                  </a:cubicBezTo>
                  <a:cubicBezTo>
                    <a:pt x="45" y="16"/>
                    <a:pt x="44" y="16"/>
                    <a:pt x="44" y="16"/>
                  </a:cubicBezTo>
                  <a:cubicBezTo>
                    <a:pt x="44" y="15"/>
                    <a:pt x="44" y="15"/>
                    <a:pt x="44" y="14"/>
                  </a:cubicBezTo>
                  <a:cubicBezTo>
                    <a:pt x="43" y="14"/>
                    <a:pt x="43" y="14"/>
                    <a:pt x="42" y="14"/>
                  </a:cubicBezTo>
                  <a:cubicBezTo>
                    <a:pt x="42" y="14"/>
                    <a:pt x="41" y="14"/>
                    <a:pt x="41" y="14"/>
                  </a:cubicBezTo>
                  <a:cubicBezTo>
                    <a:pt x="41" y="14"/>
                    <a:pt x="41" y="13"/>
                    <a:pt x="41" y="13"/>
                  </a:cubicBezTo>
                  <a:cubicBezTo>
                    <a:pt x="40" y="13"/>
                    <a:pt x="40" y="13"/>
                    <a:pt x="39" y="13"/>
                  </a:cubicBezTo>
                  <a:cubicBezTo>
                    <a:pt x="39" y="13"/>
                    <a:pt x="38" y="13"/>
                    <a:pt x="38" y="13"/>
                  </a:cubicBezTo>
                  <a:cubicBezTo>
                    <a:pt x="38" y="12"/>
                    <a:pt x="38" y="12"/>
                    <a:pt x="38" y="11"/>
                  </a:cubicBezTo>
                  <a:cubicBezTo>
                    <a:pt x="37" y="11"/>
                    <a:pt x="37" y="11"/>
                    <a:pt x="36" y="11"/>
                  </a:cubicBezTo>
                  <a:cubicBezTo>
                    <a:pt x="36" y="11"/>
                    <a:pt x="36" y="10"/>
                    <a:pt x="36" y="10"/>
                  </a:cubicBezTo>
                  <a:cubicBezTo>
                    <a:pt x="35" y="10"/>
                    <a:pt x="35" y="10"/>
                    <a:pt x="34" y="10"/>
                  </a:cubicBezTo>
                  <a:cubicBezTo>
                    <a:pt x="34" y="9"/>
                    <a:pt x="34" y="8"/>
                    <a:pt x="34" y="8"/>
                  </a:cubicBezTo>
                  <a:cubicBezTo>
                    <a:pt x="34" y="8"/>
                    <a:pt x="33" y="8"/>
                    <a:pt x="33" y="8"/>
                  </a:cubicBezTo>
                  <a:cubicBezTo>
                    <a:pt x="33" y="7"/>
                    <a:pt x="33" y="7"/>
                    <a:pt x="33" y="6"/>
                  </a:cubicBezTo>
                  <a:cubicBezTo>
                    <a:pt x="32" y="6"/>
                    <a:pt x="32" y="6"/>
                    <a:pt x="31" y="6"/>
                  </a:cubicBezTo>
                  <a:cubicBezTo>
                    <a:pt x="31" y="6"/>
                    <a:pt x="31" y="5"/>
                    <a:pt x="31" y="5"/>
                  </a:cubicBezTo>
                  <a:cubicBezTo>
                    <a:pt x="31" y="5"/>
                    <a:pt x="30" y="5"/>
                    <a:pt x="30" y="5"/>
                  </a:cubicBezTo>
                  <a:cubicBezTo>
                    <a:pt x="29" y="5"/>
                    <a:pt x="29" y="5"/>
                    <a:pt x="28" y="5"/>
                  </a:cubicBezTo>
                  <a:cubicBezTo>
                    <a:pt x="28" y="5"/>
                    <a:pt x="28" y="6"/>
                    <a:pt x="28" y="6"/>
                  </a:cubicBezTo>
                  <a:cubicBezTo>
                    <a:pt x="28" y="6"/>
                    <a:pt x="27" y="6"/>
                    <a:pt x="27" y="6"/>
                  </a:cubicBezTo>
                  <a:cubicBezTo>
                    <a:pt x="27" y="7"/>
                    <a:pt x="27" y="7"/>
                    <a:pt x="27" y="8"/>
                  </a:cubicBezTo>
                  <a:cubicBezTo>
                    <a:pt x="26" y="8"/>
                    <a:pt x="26" y="8"/>
                    <a:pt x="25" y="8"/>
                  </a:cubicBezTo>
                  <a:cubicBezTo>
                    <a:pt x="25" y="8"/>
                    <a:pt x="24" y="8"/>
                    <a:pt x="24" y="8"/>
                  </a:cubicBezTo>
                  <a:cubicBezTo>
                    <a:pt x="23" y="8"/>
                    <a:pt x="22" y="8"/>
                    <a:pt x="22" y="8"/>
                  </a:cubicBezTo>
                  <a:cubicBezTo>
                    <a:pt x="22" y="7"/>
                    <a:pt x="22" y="7"/>
                    <a:pt x="22" y="6"/>
                  </a:cubicBezTo>
                  <a:cubicBezTo>
                    <a:pt x="21" y="6"/>
                    <a:pt x="21" y="6"/>
                    <a:pt x="20" y="6"/>
                  </a:cubicBezTo>
                  <a:cubicBezTo>
                    <a:pt x="20" y="6"/>
                    <a:pt x="19" y="6"/>
                    <a:pt x="19" y="6"/>
                  </a:cubicBezTo>
                  <a:cubicBezTo>
                    <a:pt x="19" y="7"/>
                    <a:pt x="19" y="7"/>
                    <a:pt x="19" y="8"/>
                  </a:cubicBezTo>
                  <a:cubicBezTo>
                    <a:pt x="19" y="8"/>
                    <a:pt x="19" y="9"/>
                    <a:pt x="19" y="10"/>
                  </a:cubicBezTo>
                  <a:cubicBezTo>
                    <a:pt x="19" y="10"/>
                    <a:pt x="19" y="11"/>
                    <a:pt x="19" y="11"/>
                  </a:cubicBezTo>
                  <a:cubicBezTo>
                    <a:pt x="19" y="12"/>
                    <a:pt x="19" y="12"/>
                    <a:pt x="19" y="13"/>
                  </a:cubicBezTo>
                  <a:cubicBezTo>
                    <a:pt x="18" y="13"/>
                    <a:pt x="18" y="13"/>
                    <a:pt x="17" y="13"/>
                  </a:cubicBezTo>
                  <a:cubicBezTo>
                    <a:pt x="17" y="13"/>
                    <a:pt x="16" y="13"/>
                    <a:pt x="16" y="13"/>
                  </a:cubicBezTo>
                  <a:cubicBezTo>
                    <a:pt x="16" y="13"/>
                    <a:pt x="16" y="14"/>
                    <a:pt x="16" y="14"/>
                  </a:cubicBezTo>
                  <a:cubicBezTo>
                    <a:pt x="15" y="14"/>
                    <a:pt x="15" y="14"/>
                    <a:pt x="14" y="14"/>
                  </a:cubicBezTo>
                  <a:cubicBezTo>
                    <a:pt x="14" y="14"/>
                    <a:pt x="13" y="14"/>
                    <a:pt x="13" y="14"/>
                  </a:cubicBezTo>
                  <a:cubicBezTo>
                    <a:pt x="13" y="15"/>
                    <a:pt x="13" y="15"/>
                    <a:pt x="13" y="16"/>
                  </a:cubicBezTo>
                  <a:cubicBezTo>
                    <a:pt x="12" y="16"/>
                    <a:pt x="12" y="16"/>
                    <a:pt x="11" y="16"/>
                  </a:cubicBezTo>
                  <a:cubicBezTo>
                    <a:pt x="11" y="16"/>
                    <a:pt x="11" y="17"/>
                    <a:pt x="11" y="17"/>
                  </a:cubicBezTo>
                  <a:cubicBezTo>
                    <a:pt x="11" y="18"/>
                    <a:pt x="11" y="19"/>
                    <a:pt x="11" y="19"/>
                  </a:cubicBezTo>
                  <a:cubicBezTo>
                    <a:pt x="12" y="19"/>
                    <a:pt x="12" y="19"/>
                    <a:pt x="13" y="19"/>
                  </a:cubicBezTo>
                  <a:cubicBezTo>
                    <a:pt x="13" y="20"/>
                    <a:pt x="13" y="20"/>
                    <a:pt x="13" y="21"/>
                  </a:cubicBezTo>
                  <a:cubicBezTo>
                    <a:pt x="12" y="21"/>
                    <a:pt x="12" y="21"/>
                    <a:pt x="11" y="21"/>
                  </a:cubicBezTo>
                  <a:cubicBezTo>
                    <a:pt x="11" y="21"/>
                    <a:pt x="11" y="22"/>
                    <a:pt x="11" y="22"/>
                  </a:cubicBezTo>
                  <a:cubicBezTo>
                    <a:pt x="11" y="22"/>
                    <a:pt x="10" y="22"/>
                    <a:pt x="10" y="22"/>
                  </a:cubicBezTo>
                  <a:cubicBezTo>
                    <a:pt x="10" y="23"/>
                    <a:pt x="10" y="23"/>
                    <a:pt x="10" y="24"/>
                  </a:cubicBezTo>
                  <a:cubicBezTo>
                    <a:pt x="9" y="24"/>
                    <a:pt x="8" y="24"/>
                    <a:pt x="8" y="24"/>
                  </a:cubicBezTo>
                  <a:cubicBezTo>
                    <a:pt x="8" y="25"/>
                    <a:pt x="8" y="25"/>
                    <a:pt x="8" y="26"/>
                  </a:cubicBezTo>
                  <a:cubicBezTo>
                    <a:pt x="7" y="26"/>
                    <a:pt x="7" y="26"/>
                    <a:pt x="6" y="26"/>
                  </a:cubicBezTo>
                  <a:cubicBezTo>
                    <a:pt x="6" y="26"/>
                    <a:pt x="5" y="26"/>
                    <a:pt x="5" y="26"/>
                  </a:cubicBezTo>
                  <a:cubicBezTo>
                    <a:pt x="5" y="26"/>
                    <a:pt x="5" y="27"/>
                    <a:pt x="5" y="27"/>
                  </a:cubicBezTo>
                  <a:cubicBezTo>
                    <a:pt x="4" y="27"/>
                    <a:pt x="4" y="27"/>
                    <a:pt x="3" y="27"/>
                  </a:cubicBezTo>
                  <a:cubicBezTo>
                    <a:pt x="3" y="27"/>
                    <a:pt x="2" y="27"/>
                    <a:pt x="2" y="27"/>
                  </a:cubicBezTo>
                  <a:cubicBezTo>
                    <a:pt x="1" y="27"/>
                    <a:pt x="1" y="27"/>
                    <a:pt x="0" y="27"/>
                  </a:cubicBezTo>
                  <a:cubicBezTo>
                    <a:pt x="0" y="28"/>
                    <a:pt x="0" y="28"/>
                    <a:pt x="0" y="29"/>
                  </a:cubicBezTo>
                  <a:cubicBezTo>
                    <a:pt x="1" y="29"/>
                    <a:pt x="1" y="29"/>
                    <a:pt x="2" y="29"/>
                  </a:cubicBezTo>
                  <a:cubicBezTo>
                    <a:pt x="2" y="29"/>
                    <a:pt x="3" y="29"/>
                    <a:pt x="3" y="29"/>
                  </a:cubicBezTo>
                  <a:cubicBezTo>
                    <a:pt x="4" y="29"/>
                    <a:pt x="4" y="29"/>
                    <a:pt x="5" y="29"/>
                  </a:cubicBezTo>
                  <a:cubicBezTo>
                    <a:pt x="5" y="29"/>
                    <a:pt x="6" y="29"/>
                    <a:pt x="6" y="29"/>
                  </a:cubicBezTo>
                  <a:cubicBezTo>
                    <a:pt x="7" y="29"/>
                    <a:pt x="7" y="29"/>
                    <a:pt x="8" y="29"/>
                  </a:cubicBezTo>
                  <a:cubicBezTo>
                    <a:pt x="8" y="28"/>
                    <a:pt x="8" y="28"/>
                    <a:pt x="8" y="27"/>
                  </a:cubicBezTo>
                  <a:cubicBezTo>
                    <a:pt x="8" y="27"/>
                    <a:pt x="9" y="27"/>
                    <a:pt x="10" y="27"/>
                  </a:cubicBezTo>
                  <a:cubicBezTo>
                    <a:pt x="10" y="27"/>
                    <a:pt x="11" y="27"/>
                    <a:pt x="11" y="27"/>
                  </a:cubicBezTo>
                  <a:cubicBezTo>
                    <a:pt x="11" y="27"/>
                    <a:pt x="11" y="26"/>
                    <a:pt x="11" y="26"/>
                  </a:cubicBezTo>
                  <a:cubicBezTo>
                    <a:pt x="12" y="26"/>
                    <a:pt x="12" y="26"/>
                    <a:pt x="13" y="26"/>
                  </a:cubicBezTo>
                  <a:cubicBezTo>
                    <a:pt x="13" y="26"/>
                    <a:pt x="14" y="26"/>
                    <a:pt x="14" y="26"/>
                  </a:cubicBezTo>
                  <a:cubicBezTo>
                    <a:pt x="15" y="26"/>
                    <a:pt x="15" y="26"/>
                    <a:pt x="16" y="26"/>
                  </a:cubicBezTo>
                  <a:cubicBezTo>
                    <a:pt x="16" y="26"/>
                    <a:pt x="17" y="26"/>
                    <a:pt x="17" y="26"/>
                  </a:cubicBezTo>
                  <a:cubicBezTo>
                    <a:pt x="18" y="26"/>
                    <a:pt x="18" y="26"/>
                    <a:pt x="19" y="26"/>
                  </a:cubicBezTo>
                  <a:cubicBezTo>
                    <a:pt x="19" y="25"/>
                    <a:pt x="19" y="25"/>
                    <a:pt x="19" y="24"/>
                  </a:cubicBezTo>
                  <a:cubicBezTo>
                    <a:pt x="19" y="24"/>
                    <a:pt x="20" y="24"/>
                    <a:pt x="20" y="24"/>
                  </a:cubicBezTo>
                  <a:cubicBezTo>
                    <a:pt x="21" y="24"/>
                    <a:pt x="21" y="24"/>
                    <a:pt x="22" y="24"/>
                  </a:cubicBezTo>
                  <a:cubicBezTo>
                    <a:pt x="22" y="24"/>
                    <a:pt x="23" y="24"/>
                    <a:pt x="24" y="24"/>
                  </a:cubicBezTo>
                  <a:cubicBezTo>
                    <a:pt x="24" y="24"/>
                    <a:pt x="25" y="24"/>
                    <a:pt x="25" y="24"/>
                  </a:cubicBezTo>
                  <a:cubicBezTo>
                    <a:pt x="26" y="24"/>
                    <a:pt x="26" y="24"/>
                    <a:pt x="27" y="24"/>
                  </a:cubicBezTo>
                  <a:cubicBezTo>
                    <a:pt x="27" y="24"/>
                    <a:pt x="28" y="24"/>
                    <a:pt x="28" y="24"/>
                  </a:cubicBezTo>
                  <a:cubicBezTo>
                    <a:pt x="29" y="24"/>
                    <a:pt x="29" y="24"/>
                    <a:pt x="30" y="24"/>
                  </a:cubicBezTo>
                  <a:cubicBezTo>
                    <a:pt x="30" y="24"/>
                    <a:pt x="31" y="24"/>
                    <a:pt x="31" y="24"/>
                  </a:cubicBezTo>
                  <a:cubicBezTo>
                    <a:pt x="32" y="24"/>
                    <a:pt x="32" y="24"/>
                    <a:pt x="33" y="24"/>
                  </a:cubicBezTo>
                  <a:cubicBezTo>
                    <a:pt x="33" y="24"/>
                    <a:pt x="34" y="24"/>
                    <a:pt x="34" y="24"/>
                  </a:cubicBezTo>
                  <a:cubicBezTo>
                    <a:pt x="35" y="24"/>
                    <a:pt x="35" y="24"/>
                    <a:pt x="36" y="24"/>
                  </a:cubicBezTo>
                  <a:cubicBezTo>
                    <a:pt x="36" y="25"/>
                    <a:pt x="36" y="25"/>
                    <a:pt x="36" y="26"/>
                  </a:cubicBezTo>
                  <a:cubicBezTo>
                    <a:pt x="35" y="26"/>
                    <a:pt x="35" y="26"/>
                    <a:pt x="34" y="26"/>
                  </a:cubicBezTo>
                  <a:cubicBezTo>
                    <a:pt x="34" y="26"/>
                    <a:pt x="34" y="27"/>
                    <a:pt x="34" y="27"/>
                  </a:cubicBezTo>
                  <a:cubicBezTo>
                    <a:pt x="35" y="27"/>
                    <a:pt x="35" y="27"/>
                    <a:pt x="36" y="27"/>
                  </a:cubicBezTo>
                  <a:cubicBezTo>
                    <a:pt x="36" y="28"/>
                    <a:pt x="36" y="28"/>
                    <a:pt x="36" y="29"/>
                  </a:cubicBezTo>
                  <a:cubicBezTo>
                    <a:pt x="36" y="29"/>
                    <a:pt x="36" y="30"/>
                    <a:pt x="36" y="30"/>
                  </a:cubicBezTo>
                  <a:cubicBezTo>
                    <a:pt x="36" y="31"/>
                    <a:pt x="36" y="31"/>
                    <a:pt x="36" y="32"/>
                  </a:cubicBezTo>
                  <a:cubicBezTo>
                    <a:pt x="36" y="33"/>
                    <a:pt x="36" y="33"/>
                    <a:pt x="36" y="34"/>
                  </a:cubicBezTo>
                  <a:cubicBezTo>
                    <a:pt x="37" y="34"/>
                    <a:pt x="37" y="34"/>
                    <a:pt x="38" y="34"/>
                  </a:cubicBezTo>
                  <a:cubicBezTo>
                    <a:pt x="38" y="34"/>
                    <a:pt x="38" y="35"/>
                    <a:pt x="38" y="35"/>
                  </a:cubicBezTo>
                  <a:cubicBezTo>
                    <a:pt x="38" y="35"/>
                    <a:pt x="39" y="35"/>
                    <a:pt x="39" y="35"/>
                  </a:cubicBezTo>
                  <a:cubicBezTo>
                    <a:pt x="40" y="35"/>
                    <a:pt x="40" y="35"/>
                    <a:pt x="41" y="35"/>
                  </a:cubicBezTo>
                  <a:cubicBezTo>
                    <a:pt x="41" y="35"/>
                    <a:pt x="42" y="35"/>
                    <a:pt x="42" y="35"/>
                  </a:cubicBezTo>
                  <a:cubicBezTo>
                    <a:pt x="43" y="35"/>
                    <a:pt x="43" y="35"/>
                    <a:pt x="44" y="35"/>
                  </a:cubicBezTo>
                  <a:cubicBezTo>
                    <a:pt x="44" y="35"/>
                    <a:pt x="45" y="35"/>
                    <a:pt x="45" y="35"/>
                  </a:cubicBezTo>
                  <a:cubicBezTo>
                    <a:pt x="45" y="36"/>
                    <a:pt x="45" y="36"/>
                    <a:pt x="45" y="37"/>
                  </a:cubicBezTo>
                  <a:cubicBezTo>
                    <a:pt x="46" y="37"/>
                    <a:pt x="46" y="37"/>
                    <a:pt x="47" y="37"/>
                  </a:cubicBezTo>
                  <a:cubicBezTo>
                    <a:pt x="47" y="37"/>
                    <a:pt x="47" y="38"/>
                    <a:pt x="47" y="39"/>
                  </a:cubicBezTo>
                  <a:cubicBezTo>
                    <a:pt x="47" y="39"/>
                    <a:pt x="47" y="40"/>
                    <a:pt x="47" y="40"/>
                  </a:cubicBezTo>
                  <a:cubicBezTo>
                    <a:pt x="48" y="40"/>
                    <a:pt x="48" y="40"/>
                    <a:pt x="49" y="40"/>
                  </a:cubicBezTo>
                  <a:cubicBezTo>
                    <a:pt x="49" y="40"/>
                    <a:pt x="50" y="40"/>
                    <a:pt x="50" y="40"/>
                  </a:cubicBezTo>
                  <a:cubicBezTo>
                    <a:pt x="51" y="40"/>
                    <a:pt x="51" y="40"/>
                    <a:pt x="52" y="40"/>
                  </a:cubicBezTo>
                  <a:cubicBezTo>
                    <a:pt x="52" y="40"/>
                    <a:pt x="53" y="40"/>
                    <a:pt x="53" y="40"/>
                  </a:cubicBezTo>
                  <a:cubicBezTo>
                    <a:pt x="53" y="41"/>
                    <a:pt x="53" y="41"/>
                    <a:pt x="53" y="42"/>
                  </a:cubicBezTo>
                  <a:cubicBezTo>
                    <a:pt x="54" y="42"/>
                    <a:pt x="54" y="42"/>
                    <a:pt x="55" y="42"/>
                  </a:cubicBezTo>
                  <a:cubicBezTo>
                    <a:pt x="55" y="41"/>
                    <a:pt x="55" y="41"/>
                    <a:pt x="55" y="40"/>
                  </a:cubicBezTo>
                  <a:cubicBezTo>
                    <a:pt x="55" y="40"/>
                    <a:pt x="56" y="40"/>
                    <a:pt x="56" y="40"/>
                  </a:cubicBezTo>
                  <a:cubicBezTo>
                    <a:pt x="56" y="40"/>
                    <a:pt x="56" y="39"/>
                    <a:pt x="56" y="39"/>
                  </a:cubicBezTo>
                  <a:cubicBezTo>
                    <a:pt x="56" y="38"/>
                    <a:pt x="56" y="37"/>
                    <a:pt x="56" y="37"/>
                  </a:cubicBezTo>
                  <a:cubicBezTo>
                    <a:pt x="56" y="36"/>
                    <a:pt x="56" y="36"/>
                    <a:pt x="56" y="36"/>
                  </a:cubicBezTo>
                  <a:cubicBezTo>
                    <a:pt x="56" y="35"/>
                    <a:pt x="56" y="35"/>
                    <a:pt x="56" y="35"/>
                  </a:cubicBezTo>
                  <a:cubicBezTo>
                    <a:pt x="57" y="35"/>
                    <a:pt x="57" y="35"/>
                    <a:pt x="58" y="35"/>
                  </a:cubicBezTo>
                  <a:cubicBezTo>
                    <a:pt x="58" y="35"/>
                    <a:pt x="59" y="35"/>
                    <a:pt x="59" y="35"/>
                  </a:cubicBezTo>
                  <a:cubicBezTo>
                    <a:pt x="60" y="35"/>
                    <a:pt x="61" y="35"/>
                    <a:pt x="61" y="35"/>
                  </a:cubicBezTo>
                  <a:cubicBezTo>
                    <a:pt x="62" y="35"/>
                    <a:pt x="62" y="35"/>
                    <a:pt x="63" y="35"/>
                  </a:cubicBezTo>
                  <a:cubicBezTo>
                    <a:pt x="63" y="35"/>
                    <a:pt x="64" y="35"/>
                    <a:pt x="64" y="35"/>
                  </a:cubicBezTo>
                  <a:cubicBezTo>
                    <a:pt x="64" y="36"/>
                    <a:pt x="64" y="36"/>
                    <a:pt x="64" y="37"/>
                  </a:cubicBezTo>
                  <a:cubicBezTo>
                    <a:pt x="65" y="37"/>
                    <a:pt x="65" y="37"/>
                    <a:pt x="66" y="37"/>
                  </a:cubicBezTo>
                  <a:cubicBezTo>
                    <a:pt x="66" y="37"/>
                    <a:pt x="67" y="37"/>
                    <a:pt x="67" y="37"/>
                  </a:cubicBezTo>
                  <a:cubicBezTo>
                    <a:pt x="68" y="37"/>
                    <a:pt x="68" y="37"/>
                    <a:pt x="69" y="37"/>
                  </a:cubicBezTo>
                  <a:cubicBezTo>
                    <a:pt x="69" y="37"/>
                    <a:pt x="69" y="38"/>
                    <a:pt x="69" y="39"/>
                  </a:cubicBezTo>
                  <a:cubicBezTo>
                    <a:pt x="69" y="39"/>
                    <a:pt x="70" y="39"/>
                    <a:pt x="71" y="39"/>
                  </a:cubicBezTo>
                  <a:cubicBezTo>
                    <a:pt x="71" y="39"/>
                    <a:pt x="72" y="39"/>
                    <a:pt x="72" y="39"/>
                  </a:cubicBezTo>
                  <a:cubicBezTo>
                    <a:pt x="73" y="39"/>
                    <a:pt x="73" y="39"/>
                    <a:pt x="74" y="39"/>
                  </a:cubicBezTo>
                  <a:cubicBezTo>
                    <a:pt x="74" y="39"/>
                    <a:pt x="75" y="39"/>
                    <a:pt x="75" y="39"/>
                  </a:cubicBezTo>
                  <a:cubicBezTo>
                    <a:pt x="76" y="39"/>
                    <a:pt x="76" y="39"/>
                    <a:pt x="77" y="39"/>
                  </a:cubicBezTo>
                  <a:cubicBezTo>
                    <a:pt x="77" y="39"/>
                    <a:pt x="78" y="39"/>
                    <a:pt x="78" y="39"/>
                  </a:cubicBezTo>
                  <a:cubicBezTo>
                    <a:pt x="79" y="39"/>
                    <a:pt x="79" y="39"/>
                    <a:pt x="80" y="39"/>
                  </a:cubicBezTo>
                  <a:cubicBezTo>
                    <a:pt x="80" y="38"/>
                    <a:pt x="80" y="37"/>
                    <a:pt x="80" y="37"/>
                  </a:cubicBezTo>
                  <a:cubicBezTo>
                    <a:pt x="80" y="37"/>
                    <a:pt x="81" y="37"/>
                    <a:pt x="81" y="37"/>
                  </a:cubicBezTo>
                  <a:cubicBezTo>
                    <a:pt x="82" y="37"/>
                    <a:pt x="82" y="37"/>
                    <a:pt x="83" y="37"/>
                  </a:cubicBezTo>
                  <a:cubicBezTo>
                    <a:pt x="83" y="37"/>
                    <a:pt x="83" y="38"/>
                    <a:pt x="83" y="39"/>
                  </a:cubicBezTo>
                  <a:cubicBezTo>
                    <a:pt x="83" y="39"/>
                    <a:pt x="84" y="39"/>
                    <a:pt x="85" y="39"/>
                  </a:cubicBezTo>
                  <a:cubicBezTo>
                    <a:pt x="85" y="39"/>
                    <a:pt x="86" y="39"/>
                    <a:pt x="86" y="39"/>
                  </a:cubicBezTo>
                  <a:cubicBezTo>
                    <a:pt x="87" y="39"/>
                    <a:pt x="87" y="39"/>
                    <a:pt x="88" y="39"/>
                  </a:cubicBezTo>
                  <a:cubicBezTo>
                    <a:pt x="88" y="38"/>
                    <a:pt x="88" y="37"/>
                    <a:pt x="88" y="37"/>
                  </a:cubicBezTo>
                  <a:cubicBezTo>
                    <a:pt x="88" y="37"/>
                    <a:pt x="89" y="37"/>
                    <a:pt x="89" y="37"/>
                  </a:cubicBezTo>
                  <a:cubicBezTo>
                    <a:pt x="89" y="36"/>
                    <a:pt x="89" y="36"/>
                    <a:pt x="89" y="35"/>
                  </a:cubicBezTo>
                  <a:cubicBezTo>
                    <a:pt x="89" y="35"/>
                    <a:pt x="89" y="34"/>
                    <a:pt x="89" y="34"/>
                  </a:cubicBezTo>
                  <a:cubicBezTo>
                    <a:pt x="89" y="33"/>
                    <a:pt x="89" y="33"/>
                    <a:pt x="89" y="32"/>
                  </a:cubicBezTo>
                  <a:cubicBezTo>
                    <a:pt x="89" y="31"/>
                    <a:pt x="89" y="31"/>
                    <a:pt x="89" y="30"/>
                  </a:cubicBezTo>
                  <a:cubicBezTo>
                    <a:pt x="90" y="30"/>
                    <a:pt x="90" y="30"/>
                    <a:pt x="91" y="30"/>
                  </a:cubicBezTo>
                  <a:cubicBezTo>
                    <a:pt x="91" y="30"/>
                    <a:pt x="91" y="29"/>
                    <a:pt x="91" y="29"/>
                  </a:cubicBezTo>
                  <a:close/>
                  <a:moveTo>
                    <a:pt x="20" y="17"/>
                  </a:moveTo>
                  <a:cubicBezTo>
                    <a:pt x="20" y="17"/>
                    <a:pt x="19" y="17"/>
                    <a:pt x="19" y="17"/>
                  </a:cubicBezTo>
                  <a:cubicBezTo>
                    <a:pt x="19" y="18"/>
                    <a:pt x="19" y="19"/>
                    <a:pt x="19" y="19"/>
                  </a:cubicBezTo>
                  <a:cubicBezTo>
                    <a:pt x="18" y="19"/>
                    <a:pt x="18" y="19"/>
                    <a:pt x="17" y="19"/>
                  </a:cubicBezTo>
                  <a:cubicBezTo>
                    <a:pt x="17" y="19"/>
                    <a:pt x="17" y="18"/>
                    <a:pt x="17" y="17"/>
                  </a:cubicBezTo>
                  <a:cubicBezTo>
                    <a:pt x="17" y="17"/>
                    <a:pt x="16" y="17"/>
                    <a:pt x="16" y="17"/>
                  </a:cubicBezTo>
                  <a:cubicBezTo>
                    <a:pt x="16" y="17"/>
                    <a:pt x="16" y="16"/>
                    <a:pt x="16" y="16"/>
                  </a:cubicBezTo>
                  <a:cubicBezTo>
                    <a:pt x="16" y="16"/>
                    <a:pt x="17" y="16"/>
                    <a:pt x="17" y="16"/>
                  </a:cubicBezTo>
                  <a:cubicBezTo>
                    <a:pt x="18" y="16"/>
                    <a:pt x="18" y="16"/>
                    <a:pt x="19" y="16"/>
                  </a:cubicBezTo>
                  <a:cubicBezTo>
                    <a:pt x="19" y="16"/>
                    <a:pt x="20" y="16"/>
                    <a:pt x="20" y="16"/>
                  </a:cubicBezTo>
                  <a:cubicBezTo>
                    <a:pt x="20" y="16"/>
                    <a:pt x="20" y="17"/>
                    <a:pt x="20" y="17"/>
                  </a:cubicBezTo>
                  <a:close/>
                  <a:moveTo>
                    <a:pt x="33" y="14"/>
                  </a:moveTo>
                  <a:cubicBezTo>
                    <a:pt x="33" y="15"/>
                    <a:pt x="33" y="15"/>
                    <a:pt x="33" y="16"/>
                  </a:cubicBezTo>
                  <a:cubicBezTo>
                    <a:pt x="33" y="16"/>
                    <a:pt x="33" y="17"/>
                    <a:pt x="33" y="17"/>
                  </a:cubicBezTo>
                  <a:cubicBezTo>
                    <a:pt x="33" y="18"/>
                    <a:pt x="33" y="19"/>
                    <a:pt x="33" y="19"/>
                  </a:cubicBezTo>
                  <a:cubicBezTo>
                    <a:pt x="32" y="19"/>
                    <a:pt x="32" y="19"/>
                    <a:pt x="31" y="19"/>
                  </a:cubicBezTo>
                  <a:cubicBezTo>
                    <a:pt x="31" y="19"/>
                    <a:pt x="30" y="19"/>
                    <a:pt x="30" y="19"/>
                  </a:cubicBezTo>
                  <a:cubicBezTo>
                    <a:pt x="29" y="19"/>
                    <a:pt x="29" y="19"/>
                    <a:pt x="28" y="19"/>
                  </a:cubicBezTo>
                  <a:cubicBezTo>
                    <a:pt x="28" y="19"/>
                    <a:pt x="28" y="18"/>
                    <a:pt x="28" y="17"/>
                  </a:cubicBezTo>
                  <a:cubicBezTo>
                    <a:pt x="28" y="17"/>
                    <a:pt x="28" y="16"/>
                    <a:pt x="28" y="16"/>
                  </a:cubicBezTo>
                  <a:cubicBezTo>
                    <a:pt x="28" y="15"/>
                    <a:pt x="28" y="15"/>
                    <a:pt x="28" y="14"/>
                  </a:cubicBezTo>
                  <a:cubicBezTo>
                    <a:pt x="29" y="14"/>
                    <a:pt x="29" y="14"/>
                    <a:pt x="30" y="14"/>
                  </a:cubicBezTo>
                  <a:cubicBezTo>
                    <a:pt x="30" y="14"/>
                    <a:pt x="30" y="13"/>
                    <a:pt x="30" y="13"/>
                  </a:cubicBezTo>
                  <a:cubicBezTo>
                    <a:pt x="30" y="12"/>
                    <a:pt x="30" y="12"/>
                    <a:pt x="30" y="11"/>
                  </a:cubicBezTo>
                  <a:cubicBezTo>
                    <a:pt x="30" y="11"/>
                    <a:pt x="30" y="10"/>
                    <a:pt x="30" y="10"/>
                  </a:cubicBezTo>
                  <a:cubicBezTo>
                    <a:pt x="30" y="9"/>
                    <a:pt x="30" y="8"/>
                    <a:pt x="30" y="8"/>
                  </a:cubicBezTo>
                  <a:cubicBezTo>
                    <a:pt x="30" y="8"/>
                    <a:pt x="31" y="8"/>
                    <a:pt x="31" y="8"/>
                  </a:cubicBezTo>
                  <a:cubicBezTo>
                    <a:pt x="31" y="8"/>
                    <a:pt x="31" y="9"/>
                    <a:pt x="31" y="10"/>
                  </a:cubicBezTo>
                  <a:cubicBezTo>
                    <a:pt x="31" y="10"/>
                    <a:pt x="31" y="11"/>
                    <a:pt x="31" y="11"/>
                  </a:cubicBezTo>
                  <a:cubicBezTo>
                    <a:pt x="31" y="12"/>
                    <a:pt x="31" y="12"/>
                    <a:pt x="31" y="13"/>
                  </a:cubicBezTo>
                  <a:cubicBezTo>
                    <a:pt x="32" y="13"/>
                    <a:pt x="32" y="13"/>
                    <a:pt x="33" y="13"/>
                  </a:cubicBezTo>
                  <a:cubicBezTo>
                    <a:pt x="33" y="13"/>
                    <a:pt x="33" y="14"/>
                    <a:pt x="33" y="14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37" name="Freeform 41028"/>
            <p:cNvSpPr>
              <a:spLocks/>
            </p:cNvSpPr>
            <p:nvPr/>
          </p:nvSpPr>
          <p:spPr bwMode="auto">
            <a:xfrm>
              <a:off x="4199" y="1108"/>
              <a:ext cx="8" cy="7"/>
            </a:xfrm>
            <a:custGeom>
              <a:avLst/>
              <a:gdLst>
                <a:gd name="T0" fmla="*/ 0 w 5"/>
                <a:gd name="T1" fmla="*/ 7 h 4"/>
                <a:gd name="T2" fmla="*/ 3 w 5"/>
                <a:gd name="T3" fmla="*/ 7 h 4"/>
                <a:gd name="T4" fmla="*/ 5 w 5"/>
                <a:gd name="T5" fmla="*/ 7 h 4"/>
                <a:gd name="T6" fmla="*/ 8 w 5"/>
                <a:gd name="T7" fmla="*/ 7 h 4"/>
                <a:gd name="T8" fmla="*/ 8 w 5"/>
                <a:gd name="T9" fmla="*/ 4 h 4"/>
                <a:gd name="T10" fmla="*/ 8 w 5"/>
                <a:gd name="T11" fmla="*/ 0 h 4"/>
                <a:gd name="T12" fmla="*/ 5 w 5"/>
                <a:gd name="T13" fmla="*/ 0 h 4"/>
                <a:gd name="T14" fmla="*/ 3 w 5"/>
                <a:gd name="T15" fmla="*/ 0 h 4"/>
                <a:gd name="T16" fmla="*/ 3 w 5"/>
                <a:gd name="T17" fmla="*/ 4 h 4"/>
                <a:gd name="T18" fmla="*/ 0 w 5"/>
                <a:gd name="T19" fmla="*/ 4 h 4"/>
                <a:gd name="T20" fmla="*/ 0 w 5"/>
                <a:gd name="T21" fmla="*/ 7 h 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" h="4">
                  <a:moveTo>
                    <a:pt x="0" y="4"/>
                  </a:moveTo>
                  <a:cubicBezTo>
                    <a:pt x="1" y="4"/>
                    <a:pt x="1" y="4"/>
                    <a:pt x="2" y="4"/>
                  </a:cubicBezTo>
                  <a:cubicBezTo>
                    <a:pt x="2" y="4"/>
                    <a:pt x="3" y="4"/>
                    <a:pt x="3" y="4"/>
                  </a:cubicBezTo>
                  <a:cubicBezTo>
                    <a:pt x="4" y="4"/>
                    <a:pt x="4" y="4"/>
                    <a:pt x="5" y="4"/>
                  </a:cubicBezTo>
                  <a:cubicBezTo>
                    <a:pt x="5" y="3"/>
                    <a:pt x="5" y="2"/>
                    <a:pt x="5" y="2"/>
                  </a:cubicBezTo>
                  <a:cubicBezTo>
                    <a:pt x="5" y="1"/>
                    <a:pt x="5" y="1"/>
                    <a:pt x="5" y="0"/>
                  </a:cubicBezTo>
                  <a:cubicBezTo>
                    <a:pt x="4" y="0"/>
                    <a:pt x="4" y="0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2" y="1"/>
                    <a:pt x="2" y="1"/>
                    <a:pt x="2" y="2"/>
                  </a:cubicBezTo>
                  <a:cubicBezTo>
                    <a:pt x="1" y="2"/>
                    <a:pt x="1" y="2"/>
                    <a:pt x="0" y="2"/>
                  </a:cubicBezTo>
                  <a:cubicBezTo>
                    <a:pt x="0" y="2"/>
                    <a:pt x="0" y="3"/>
                    <a:pt x="0" y="4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38" name="Freeform 41029"/>
            <p:cNvSpPr>
              <a:spLocks/>
            </p:cNvSpPr>
            <p:nvPr/>
          </p:nvSpPr>
          <p:spPr bwMode="auto">
            <a:xfrm>
              <a:off x="4207" y="1207"/>
              <a:ext cx="39" cy="61"/>
            </a:xfrm>
            <a:custGeom>
              <a:avLst/>
              <a:gdLst>
                <a:gd name="T0" fmla="*/ 39 w 22"/>
                <a:gd name="T1" fmla="*/ 52 h 35"/>
                <a:gd name="T2" fmla="*/ 39 w 22"/>
                <a:gd name="T3" fmla="*/ 47 h 35"/>
                <a:gd name="T4" fmla="*/ 35 w 22"/>
                <a:gd name="T5" fmla="*/ 45 h 35"/>
                <a:gd name="T6" fmla="*/ 34 w 22"/>
                <a:gd name="T7" fmla="*/ 42 h 35"/>
                <a:gd name="T8" fmla="*/ 30 w 22"/>
                <a:gd name="T9" fmla="*/ 38 h 35"/>
                <a:gd name="T10" fmla="*/ 27 w 22"/>
                <a:gd name="T11" fmla="*/ 37 h 35"/>
                <a:gd name="T12" fmla="*/ 25 w 22"/>
                <a:gd name="T13" fmla="*/ 33 h 35"/>
                <a:gd name="T14" fmla="*/ 21 w 22"/>
                <a:gd name="T15" fmla="*/ 31 h 35"/>
                <a:gd name="T16" fmla="*/ 21 w 22"/>
                <a:gd name="T17" fmla="*/ 24 h 35"/>
                <a:gd name="T18" fmla="*/ 20 w 22"/>
                <a:gd name="T19" fmla="*/ 23 h 35"/>
                <a:gd name="T20" fmla="*/ 16 w 22"/>
                <a:gd name="T21" fmla="*/ 19 h 35"/>
                <a:gd name="T22" fmla="*/ 14 w 22"/>
                <a:gd name="T23" fmla="*/ 16 h 35"/>
                <a:gd name="T24" fmla="*/ 11 w 22"/>
                <a:gd name="T25" fmla="*/ 14 h 35"/>
                <a:gd name="T26" fmla="*/ 11 w 22"/>
                <a:gd name="T27" fmla="*/ 9 h 35"/>
                <a:gd name="T28" fmla="*/ 7 w 22"/>
                <a:gd name="T29" fmla="*/ 5 h 35"/>
                <a:gd name="T30" fmla="*/ 5 w 22"/>
                <a:gd name="T31" fmla="*/ 2 h 35"/>
                <a:gd name="T32" fmla="*/ 2 w 22"/>
                <a:gd name="T33" fmla="*/ 0 h 35"/>
                <a:gd name="T34" fmla="*/ 0 w 22"/>
                <a:gd name="T35" fmla="*/ 2 h 35"/>
                <a:gd name="T36" fmla="*/ 2 w 22"/>
                <a:gd name="T37" fmla="*/ 5 h 35"/>
                <a:gd name="T38" fmla="*/ 2 w 22"/>
                <a:gd name="T39" fmla="*/ 10 h 35"/>
                <a:gd name="T40" fmla="*/ 5 w 22"/>
                <a:gd name="T41" fmla="*/ 14 h 35"/>
                <a:gd name="T42" fmla="*/ 7 w 22"/>
                <a:gd name="T43" fmla="*/ 16 h 35"/>
                <a:gd name="T44" fmla="*/ 11 w 22"/>
                <a:gd name="T45" fmla="*/ 19 h 35"/>
                <a:gd name="T46" fmla="*/ 14 w 22"/>
                <a:gd name="T47" fmla="*/ 23 h 35"/>
                <a:gd name="T48" fmla="*/ 14 w 22"/>
                <a:gd name="T49" fmla="*/ 28 h 35"/>
                <a:gd name="T50" fmla="*/ 16 w 22"/>
                <a:gd name="T51" fmla="*/ 31 h 35"/>
                <a:gd name="T52" fmla="*/ 16 w 22"/>
                <a:gd name="T53" fmla="*/ 37 h 35"/>
                <a:gd name="T54" fmla="*/ 20 w 22"/>
                <a:gd name="T55" fmla="*/ 38 h 35"/>
                <a:gd name="T56" fmla="*/ 21 w 22"/>
                <a:gd name="T57" fmla="*/ 42 h 35"/>
                <a:gd name="T58" fmla="*/ 21 w 22"/>
                <a:gd name="T59" fmla="*/ 47 h 35"/>
                <a:gd name="T60" fmla="*/ 25 w 22"/>
                <a:gd name="T61" fmla="*/ 51 h 35"/>
                <a:gd name="T62" fmla="*/ 27 w 22"/>
                <a:gd name="T63" fmla="*/ 52 h 35"/>
                <a:gd name="T64" fmla="*/ 30 w 22"/>
                <a:gd name="T65" fmla="*/ 56 h 35"/>
                <a:gd name="T66" fmla="*/ 34 w 22"/>
                <a:gd name="T67" fmla="*/ 59 h 35"/>
                <a:gd name="T68" fmla="*/ 35 w 22"/>
                <a:gd name="T69" fmla="*/ 61 h 35"/>
                <a:gd name="T70" fmla="*/ 39 w 22"/>
                <a:gd name="T71" fmla="*/ 59 h 35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22" h="35">
                  <a:moveTo>
                    <a:pt x="22" y="32"/>
                  </a:moveTo>
                  <a:cubicBezTo>
                    <a:pt x="22" y="32"/>
                    <a:pt x="22" y="31"/>
                    <a:pt x="22" y="30"/>
                  </a:cubicBezTo>
                  <a:cubicBezTo>
                    <a:pt x="22" y="30"/>
                    <a:pt x="22" y="29"/>
                    <a:pt x="22" y="29"/>
                  </a:cubicBezTo>
                  <a:cubicBezTo>
                    <a:pt x="22" y="28"/>
                    <a:pt x="22" y="28"/>
                    <a:pt x="22" y="27"/>
                  </a:cubicBezTo>
                  <a:cubicBezTo>
                    <a:pt x="21" y="27"/>
                    <a:pt x="21" y="27"/>
                    <a:pt x="20" y="27"/>
                  </a:cubicBezTo>
                  <a:cubicBezTo>
                    <a:pt x="20" y="27"/>
                    <a:pt x="20" y="26"/>
                    <a:pt x="20" y="26"/>
                  </a:cubicBezTo>
                  <a:cubicBezTo>
                    <a:pt x="20" y="26"/>
                    <a:pt x="19" y="26"/>
                    <a:pt x="19" y="26"/>
                  </a:cubicBezTo>
                  <a:cubicBezTo>
                    <a:pt x="19" y="25"/>
                    <a:pt x="19" y="24"/>
                    <a:pt x="19" y="24"/>
                  </a:cubicBezTo>
                  <a:cubicBezTo>
                    <a:pt x="19" y="23"/>
                    <a:pt x="19" y="23"/>
                    <a:pt x="19" y="22"/>
                  </a:cubicBezTo>
                  <a:cubicBezTo>
                    <a:pt x="18" y="22"/>
                    <a:pt x="18" y="22"/>
                    <a:pt x="17" y="22"/>
                  </a:cubicBezTo>
                  <a:cubicBezTo>
                    <a:pt x="17" y="22"/>
                    <a:pt x="17" y="21"/>
                    <a:pt x="17" y="21"/>
                  </a:cubicBezTo>
                  <a:cubicBezTo>
                    <a:pt x="17" y="21"/>
                    <a:pt x="16" y="21"/>
                    <a:pt x="15" y="21"/>
                  </a:cubicBezTo>
                  <a:cubicBezTo>
                    <a:pt x="15" y="20"/>
                    <a:pt x="15" y="20"/>
                    <a:pt x="15" y="19"/>
                  </a:cubicBezTo>
                  <a:cubicBezTo>
                    <a:pt x="15" y="19"/>
                    <a:pt x="14" y="19"/>
                    <a:pt x="14" y="19"/>
                  </a:cubicBezTo>
                  <a:cubicBezTo>
                    <a:pt x="14" y="19"/>
                    <a:pt x="14" y="18"/>
                    <a:pt x="14" y="18"/>
                  </a:cubicBezTo>
                  <a:cubicBezTo>
                    <a:pt x="13" y="18"/>
                    <a:pt x="13" y="18"/>
                    <a:pt x="12" y="18"/>
                  </a:cubicBezTo>
                  <a:cubicBezTo>
                    <a:pt x="12" y="17"/>
                    <a:pt x="12" y="16"/>
                    <a:pt x="12" y="16"/>
                  </a:cubicBezTo>
                  <a:cubicBezTo>
                    <a:pt x="12" y="15"/>
                    <a:pt x="12" y="15"/>
                    <a:pt x="12" y="14"/>
                  </a:cubicBezTo>
                  <a:cubicBezTo>
                    <a:pt x="12" y="14"/>
                    <a:pt x="11" y="14"/>
                    <a:pt x="11" y="14"/>
                  </a:cubicBezTo>
                  <a:cubicBezTo>
                    <a:pt x="11" y="14"/>
                    <a:pt x="11" y="13"/>
                    <a:pt x="11" y="13"/>
                  </a:cubicBezTo>
                  <a:cubicBezTo>
                    <a:pt x="11" y="12"/>
                    <a:pt x="11" y="12"/>
                    <a:pt x="11" y="11"/>
                  </a:cubicBezTo>
                  <a:cubicBezTo>
                    <a:pt x="10" y="11"/>
                    <a:pt x="10" y="11"/>
                    <a:pt x="9" y="11"/>
                  </a:cubicBezTo>
                  <a:cubicBezTo>
                    <a:pt x="9" y="10"/>
                    <a:pt x="9" y="10"/>
                    <a:pt x="9" y="9"/>
                  </a:cubicBezTo>
                  <a:cubicBezTo>
                    <a:pt x="9" y="9"/>
                    <a:pt x="8" y="9"/>
                    <a:pt x="8" y="9"/>
                  </a:cubicBezTo>
                  <a:cubicBezTo>
                    <a:pt x="8" y="9"/>
                    <a:pt x="8" y="8"/>
                    <a:pt x="8" y="8"/>
                  </a:cubicBezTo>
                  <a:cubicBezTo>
                    <a:pt x="7" y="8"/>
                    <a:pt x="7" y="8"/>
                    <a:pt x="6" y="8"/>
                  </a:cubicBezTo>
                  <a:cubicBezTo>
                    <a:pt x="6" y="7"/>
                    <a:pt x="6" y="7"/>
                    <a:pt x="6" y="6"/>
                  </a:cubicBezTo>
                  <a:cubicBezTo>
                    <a:pt x="6" y="6"/>
                    <a:pt x="6" y="5"/>
                    <a:pt x="6" y="5"/>
                  </a:cubicBezTo>
                  <a:cubicBezTo>
                    <a:pt x="6" y="5"/>
                    <a:pt x="5" y="5"/>
                    <a:pt x="4" y="5"/>
                  </a:cubicBezTo>
                  <a:cubicBezTo>
                    <a:pt x="4" y="4"/>
                    <a:pt x="4" y="4"/>
                    <a:pt x="4" y="3"/>
                  </a:cubicBezTo>
                  <a:cubicBezTo>
                    <a:pt x="4" y="3"/>
                    <a:pt x="3" y="3"/>
                    <a:pt x="3" y="3"/>
                  </a:cubicBezTo>
                  <a:cubicBezTo>
                    <a:pt x="3" y="2"/>
                    <a:pt x="3" y="2"/>
                    <a:pt x="3" y="1"/>
                  </a:cubicBezTo>
                  <a:cubicBezTo>
                    <a:pt x="2" y="1"/>
                    <a:pt x="2" y="1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0" y="3"/>
                    <a:pt x="1" y="3"/>
                    <a:pt x="1" y="3"/>
                  </a:cubicBezTo>
                  <a:cubicBezTo>
                    <a:pt x="1" y="4"/>
                    <a:pt x="1" y="4"/>
                    <a:pt x="1" y="5"/>
                  </a:cubicBezTo>
                  <a:cubicBezTo>
                    <a:pt x="1" y="5"/>
                    <a:pt x="1" y="6"/>
                    <a:pt x="1" y="6"/>
                  </a:cubicBezTo>
                  <a:cubicBezTo>
                    <a:pt x="2" y="6"/>
                    <a:pt x="2" y="6"/>
                    <a:pt x="3" y="6"/>
                  </a:cubicBezTo>
                  <a:cubicBezTo>
                    <a:pt x="3" y="7"/>
                    <a:pt x="3" y="7"/>
                    <a:pt x="3" y="8"/>
                  </a:cubicBezTo>
                  <a:cubicBezTo>
                    <a:pt x="3" y="8"/>
                    <a:pt x="4" y="8"/>
                    <a:pt x="4" y="8"/>
                  </a:cubicBezTo>
                  <a:cubicBezTo>
                    <a:pt x="4" y="8"/>
                    <a:pt x="4" y="9"/>
                    <a:pt x="4" y="9"/>
                  </a:cubicBezTo>
                  <a:cubicBezTo>
                    <a:pt x="4" y="10"/>
                    <a:pt x="4" y="10"/>
                    <a:pt x="4" y="11"/>
                  </a:cubicBezTo>
                  <a:cubicBezTo>
                    <a:pt x="5" y="11"/>
                    <a:pt x="6" y="11"/>
                    <a:pt x="6" y="11"/>
                  </a:cubicBezTo>
                  <a:cubicBezTo>
                    <a:pt x="6" y="12"/>
                    <a:pt x="6" y="12"/>
                    <a:pt x="6" y="13"/>
                  </a:cubicBezTo>
                  <a:cubicBezTo>
                    <a:pt x="7" y="13"/>
                    <a:pt x="7" y="13"/>
                    <a:pt x="8" y="13"/>
                  </a:cubicBezTo>
                  <a:cubicBezTo>
                    <a:pt x="8" y="13"/>
                    <a:pt x="8" y="14"/>
                    <a:pt x="8" y="14"/>
                  </a:cubicBezTo>
                  <a:cubicBezTo>
                    <a:pt x="8" y="15"/>
                    <a:pt x="8" y="15"/>
                    <a:pt x="8" y="16"/>
                  </a:cubicBezTo>
                  <a:cubicBezTo>
                    <a:pt x="8" y="16"/>
                    <a:pt x="8" y="17"/>
                    <a:pt x="8" y="18"/>
                  </a:cubicBezTo>
                  <a:cubicBezTo>
                    <a:pt x="8" y="18"/>
                    <a:pt x="9" y="18"/>
                    <a:pt x="9" y="18"/>
                  </a:cubicBezTo>
                  <a:cubicBezTo>
                    <a:pt x="9" y="18"/>
                    <a:pt x="9" y="19"/>
                    <a:pt x="9" y="19"/>
                  </a:cubicBezTo>
                  <a:cubicBezTo>
                    <a:pt x="9" y="20"/>
                    <a:pt x="9" y="20"/>
                    <a:pt x="9" y="21"/>
                  </a:cubicBezTo>
                  <a:cubicBezTo>
                    <a:pt x="9" y="21"/>
                    <a:pt x="9" y="22"/>
                    <a:pt x="9" y="22"/>
                  </a:cubicBezTo>
                  <a:cubicBezTo>
                    <a:pt x="10" y="22"/>
                    <a:pt x="10" y="22"/>
                    <a:pt x="11" y="22"/>
                  </a:cubicBezTo>
                  <a:cubicBezTo>
                    <a:pt x="11" y="23"/>
                    <a:pt x="11" y="23"/>
                    <a:pt x="11" y="24"/>
                  </a:cubicBezTo>
                  <a:cubicBezTo>
                    <a:pt x="11" y="24"/>
                    <a:pt x="12" y="24"/>
                    <a:pt x="12" y="24"/>
                  </a:cubicBezTo>
                  <a:cubicBezTo>
                    <a:pt x="12" y="24"/>
                    <a:pt x="12" y="25"/>
                    <a:pt x="12" y="26"/>
                  </a:cubicBezTo>
                  <a:cubicBezTo>
                    <a:pt x="12" y="26"/>
                    <a:pt x="12" y="27"/>
                    <a:pt x="12" y="27"/>
                  </a:cubicBezTo>
                  <a:cubicBezTo>
                    <a:pt x="13" y="27"/>
                    <a:pt x="13" y="27"/>
                    <a:pt x="14" y="27"/>
                  </a:cubicBezTo>
                  <a:cubicBezTo>
                    <a:pt x="14" y="28"/>
                    <a:pt x="14" y="28"/>
                    <a:pt x="14" y="29"/>
                  </a:cubicBezTo>
                  <a:cubicBezTo>
                    <a:pt x="14" y="29"/>
                    <a:pt x="14" y="30"/>
                    <a:pt x="14" y="30"/>
                  </a:cubicBezTo>
                  <a:cubicBezTo>
                    <a:pt x="14" y="30"/>
                    <a:pt x="15" y="30"/>
                    <a:pt x="15" y="30"/>
                  </a:cubicBezTo>
                  <a:cubicBezTo>
                    <a:pt x="16" y="30"/>
                    <a:pt x="17" y="30"/>
                    <a:pt x="17" y="30"/>
                  </a:cubicBezTo>
                  <a:cubicBezTo>
                    <a:pt x="17" y="31"/>
                    <a:pt x="17" y="32"/>
                    <a:pt x="17" y="32"/>
                  </a:cubicBezTo>
                  <a:cubicBezTo>
                    <a:pt x="18" y="32"/>
                    <a:pt x="18" y="32"/>
                    <a:pt x="19" y="32"/>
                  </a:cubicBezTo>
                  <a:cubicBezTo>
                    <a:pt x="19" y="33"/>
                    <a:pt x="19" y="33"/>
                    <a:pt x="19" y="34"/>
                  </a:cubicBezTo>
                  <a:cubicBezTo>
                    <a:pt x="19" y="34"/>
                    <a:pt x="20" y="34"/>
                    <a:pt x="20" y="34"/>
                  </a:cubicBezTo>
                  <a:cubicBezTo>
                    <a:pt x="20" y="34"/>
                    <a:pt x="20" y="35"/>
                    <a:pt x="20" y="35"/>
                  </a:cubicBezTo>
                  <a:cubicBezTo>
                    <a:pt x="21" y="35"/>
                    <a:pt x="21" y="35"/>
                    <a:pt x="22" y="35"/>
                  </a:cubicBezTo>
                  <a:cubicBezTo>
                    <a:pt x="22" y="35"/>
                    <a:pt x="22" y="34"/>
                    <a:pt x="22" y="34"/>
                  </a:cubicBezTo>
                  <a:cubicBezTo>
                    <a:pt x="22" y="33"/>
                    <a:pt x="22" y="33"/>
                    <a:pt x="22" y="32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39" name="Freeform 41030"/>
            <p:cNvSpPr>
              <a:spLocks/>
            </p:cNvSpPr>
            <p:nvPr/>
          </p:nvSpPr>
          <p:spPr bwMode="auto">
            <a:xfrm>
              <a:off x="4117" y="998"/>
              <a:ext cx="33" cy="73"/>
            </a:xfrm>
            <a:custGeom>
              <a:avLst/>
              <a:gdLst>
                <a:gd name="T0" fmla="*/ 5 w 19"/>
                <a:gd name="T1" fmla="*/ 71 h 42"/>
                <a:gd name="T2" fmla="*/ 9 w 19"/>
                <a:gd name="T3" fmla="*/ 68 h 42"/>
                <a:gd name="T4" fmla="*/ 14 w 19"/>
                <a:gd name="T5" fmla="*/ 68 h 42"/>
                <a:gd name="T6" fmla="*/ 23 w 19"/>
                <a:gd name="T7" fmla="*/ 68 h 42"/>
                <a:gd name="T8" fmla="*/ 24 w 19"/>
                <a:gd name="T9" fmla="*/ 66 h 42"/>
                <a:gd name="T10" fmla="*/ 23 w 19"/>
                <a:gd name="T11" fmla="*/ 63 h 42"/>
                <a:gd name="T12" fmla="*/ 23 w 19"/>
                <a:gd name="T13" fmla="*/ 57 h 42"/>
                <a:gd name="T14" fmla="*/ 24 w 19"/>
                <a:gd name="T15" fmla="*/ 54 h 42"/>
                <a:gd name="T16" fmla="*/ 24 w 19"/>
                <a:gd name="T17" fmla="*/ 49 h 42"/>
                <a:gd name="T18" fmla="*/ 28 w 19"/>
                <a:gd name="T19" fmla="*/ 45 h 42"/>
                <a:gd name="T20" fmla="*/ 30 w 19"/>
                <a:gd name="T21" fmla="*/ 43 h 42"/>
                <a:gd name="T22" fmla="*/ 33 w 19"/>
                <a:gd name="T23" fmla="*/ 40 h 42"/>
                <a:gd name="T24" fmla="*/ 30 w 19"/>
                <a:gd name="T25" fmla="*/ 37 h 42"/>
                <a:gd name="T26" fmla="*/ 24 w 19"/>
                <a:gd name="T27" fmla="*/ 37 h 42"/>
                <a:gd name="T28" fmla="*/ 23 w 19"/>
                <a:gd name="T29" fmla="*/ 35 h 42"/>
                <a:gd name="T30" fmla="*/ 23 w 19"/>
                <a:gd name="T31" fmla="*/ 30 h 42"/>
                <a:gd name="T32" fmla="*/ 23 w 19"/>
                <a:gd name="T33" fmla="*/ 23 h 42"/>
                <a:gd name="T34" fmla="*/ 23 w 19"/>
                <a:gd name="T35" fmla="*/ 17 h 42"/>
                <a:gd name="T36" fmla="*/ 24 w 19"/>
                <a:gd name="T37" fmla="*/ 14 h 42"/>
                <a:gd name="T38" fmla="*/ 28 w 19"/>
                <a:gd name="T39" fmla="*/ 12 h 42"/>
                <a:gd name="T40" fmla="*/ 30 w 19"/>
                <a:gd name="T41" fmla="*/ 9 h 42"/>
                <a:gd name="T42" fmla="*/ 30 w 19"/>
                <a:gd name="T43" fmla="*/ 3 h 42"/>
                <a:gd name="T44" fmla="*/ 28 w 19"/>
                <a:gd name="T45" fmla="*/ 0 h 42"/>
                <a:gd name="T46" fmla="*/ 24 w 19"/>
                <a:gd name="T47" fmla="*/ 3 h 42"/>
                <a:gd name="T48" fmla="*/ 23 w 19"/>
                <a:gd name="T49" fmla="*/ 7 h 42"/>
                <a:gd name="T50" fmla="*/ 23 w 19"/>
                <a:gd name="T51" fmla="*/ 12 h 42"/>
                <a:gd name="T52" fmla="*/ 19 w 19"/>
                <a:gd name="T53" fmla="*/ 14 h 42"/>
                <a:gd name="T54" fmla="*/ 17 w 19"/>
                <a:gd name="T55" fmla="*/ 17 h 42"/>
                <a:gd name="T56" fmla="*/ 14 w 19"/>
                <a:gd name="T57" fmla="*/ 21 h 42"/>
                <a:gd name="T58" fmla="*/ 10 w 19"/>
                <a:gd name="T59" fmla="*/ 23 h 42"/>
                <a:gd name="T60" fmla="*/ 10 w 19"/>
                <a:gd name="T61" fmla="*/ 30 h 42"/>
                <a:gd name="T62" fmla="*/ 14 w 19"/>
                <a:gd name="T63" fmla="*/ 31 h 42"/>
                <a:gd name="T64" fmla="*/ 17 w 19"/>
                <a:gd name="T65" fmla="*/ 35 h 42"/>
                <a:gd name="T66" fmla="*/ 19 w 19"/>
                <a:gd name="T67" fmla="*/ 37 h 42"/>
                <a:gd name="T68" fmla="*/ 17 w 19"/>
                <a:gd name="T69" fmla="*/ 40 h 42"/>
                <a:gd name="T70" fmla="*/ 14 w 19"/>
                <a:gd name="T71" fmla="*/ 43 h 42"/>
                <a:gd name="T72" fmla="*/ 10 w 19"/>
                <a:gd name="T73" fmla="*/ 45 h 42"/>
                <a:gd name="T74" fmla="*/ 10 w 19"/>
                <a:gd name="T75" fmla="*/ 50 h 42"/>
                <a:gd name="T76" fmla="*/ 14 w 19"/>
                <a:gd name="T77" fmla="*/ 54 h 42"/>
                <a:gd name="T78" fmla="*/ 17 w 19"/>
                <a:gd name="T79" fmla="*/ 50 h 42"/>
                <a:gd name="T80" fmla="*/ 19 w 19"/>
                <a:gd name="T81" fmla="*/ 49 h 42"/>
                <a:gd name="T82" fmla="*/ 19 w 19"/>
                <a:gd name="T83" fmla="*/ 54 h 42"/>
                <a:gd name="T84" fmla="*/ 17 w 19"/>
                <a:gd name="T85" fmla="*/ 57 h 42"/>
                <a:gd name="T86" fmla="*/ 10 w 19"/>
                <a:gd name="T87" fmla="*/ 57 h 42"/>
                <a:gd name="T88" fmla="*/ 9 w 19"/>
                <a:gd name="T89" fmla="*/ 59 h 42"/>
                <a:gd name="T90" fmla="*/ 5 w 19"/>
                <a:gd name="T91" fmla="*/ 63 h 42"/>
                <a:gd name="T92" fmla="*/ 3 w 19"/>
                <a:gd name="T93" fmla="*/ 66 h 42"/>
                <a:gd name="T94" fmla="*/ 0 w 19"/>
                <a:gd name="T95" fmla="*/ 68 h 42"/>
                <a:gd name="T96" fmla="*/ 0 w 19"/>
                <a:gd name="T97" fmla="*/ 73 h 42"/>
                <a:gd name="T98" fmla="*/ 3 w 19"/>
                <a:gd name="T99" fmla="*/ 71 h 42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19" h="42">
                  <a:moveTo>
                    <a:pt x="2" y="41"/>
                  </a:moveTo>
                  <a:cubicBezTo>
                    <a:pt x="2" y="41"/>
                    <a:pt x="3" y="41"/>
                    <a:pt x="3" y="41"/>
                  </a:cubicBezTo>
                  <a:cubicBezTo>
                    <a:pt x="4" y="41"/>
                    <a:pt x="4" y="41"/>
                    <a:pt x="5" y="41"/>
                  </a:cubicBezTo>
                  <a:cubicBezTo>
                    <a:pt x="5" y="40"/>
                    <a:pt x="5" y="40"/>
                    <a:pt x="5" y="39"/>
                  </a:cubicBezTo>
                  <a:cubicBezTo>
                    <a:pt x="5" y="39"/>
                    <a:pt x="6" y="39"/>
                    <a:pt x="6" y="39"/>
                  </a:cubicBezTo>
                  <a:cubicBezTo>
                    <a:pt x="7" y="39"/>
                    <a:pt x="7" y="39"/>
                    <a:pt x="8" y="39"/>
                  </a:cubicBezTo>
                  <a:cubicBezTo>
                    <a:pt x="9" y="39"/>
                    <a:pt x="9" y="39"/>
                    <a:pt x="10" y="39"/>
                  </a:cubicBezTo>
                  <a:cubicBezTo>
                    <a:pt x="11" y="39"/>
                    <a:pt x="12" y="39"/>
                    <a:pt x="13" y="39"/>
                  </a:cubicBezTo>
                  <a:cubicBezTo>
                    <a:pt x="13" y="39"/>
                    <a:pt x="13" y="38"/>
                    <a:pt x="13" y="38"/>
                  </a:cubicBezTo>
                  <a:cubicBezTo>
                    <a:pt x="13" y="38"/>
                    <a:pt x="14" y="38"/>
                    <a:pt x="14" y="38"/>
                  </a:cubicBezTo>
                  <a:cubicBezTo>
                    <a:pt x="14" y="37"/>
                    <a:pt x="14" y="36"/>
                    <a:pt x="14" y="36"/>
                  </a:cubicBezTo>
                  <a:cubicBezTo>
                    <a:pt x="14" y="36"/>
                    <a:pt x="13" y="36"/>
                    <a:pt x="13" y="36"/>
                  </a:cubicBezTo>
                  <a:cubicBezTo>
                    <a:pt x="13" y="35"/>
                    <a:pt x="13" y="35"/>
                    <a:pt x="13" y="34"/>
                  </a:cubicBezTo>
                  <a:cubicBezTo>
                    <a:pt x="13" y="34"/>
                    <a:pt x="13" y="33"/>
                    <a:pt x="13" y="33"/>
                  </a:cubicBezTo>
                  <a:cubicBezTo>
                    <a:pt x="13" y="32"/>
                    <a:pt x="13" y="32"/>
                    <a:pt x="13" y="31"/>
                  </a:cubicBezTo>
                  <a:cubicBezTo>
                    <a:pt x="13" y="31"/>
                    <a:pt x="14" y="31"/>
                    <a:pt x="14" y="31"/>
                  </a:cubicBezTo>
                  <a:cubicBezTo>
                    <a:pt x="14" y="31"/>
                    <a:pt x="14" y="30"/>
                    <a:pt x="14" y="29"/>
                  </a:cubicBezTo>
                  <a:cubicBezTo>
                    <a:pt x="14" y="29"/>
                    <a:pt x="14" y="28"/>
                    <a:pt x="14" y="28"/>
                  </a:cubicBezTo>
                  <a:cubicBezTo>
                    <a:pt x="14" y="27"/>
                    <a:pt x="14" y="27"/>
                    <a:pt x="14" y="26"/>
                  </a:cubicBezTo>
                  <a:cubicBezTo>
                    <a:pt x="15" y="26"/>
                    <a:pt x="15" y="26"/>
                    <a:pt x="16" y="26"/>
                  </a:cubicBezTo>
                  <a:cubicBezTo>
                    <a:pt x="16" y="26"/>
                    <a:pt x="16" y="25"/>
                    <a:pt x="16" y="25"/>
                  </a:cubicBezTo>
                  <a:cubicBezTo>
                    <a:pt x="16" y="25"/>
                    <a:pt x="17" y="25"/>
                    <a:pt x="17" y="25"/>
                  </a:cubicBezTo>
                  <a:cubicBezTo>
                    <a:pt x="17" y="24"/>
                    <a:pt x="17" y="23"/>
                    <a:pt x="17" y="23"/>
                  </a:cubicBezTo>
                  <a:cubicBezTo>
                    <a:pt x="18" y="23"/>
                    <a:pt x="18" y="23"/>
                    <a:pt x="19" y="23"/>
                  </a:cubicBezTo>
                  <a:cubicBezTo>
                    <a:pt x="19" y="22"/>
                    <a:pt x="19" y="22"/>
                    <a:pt x="19" y="21"/>
                  </a:cubicBezTo>
                  <a:cubicBezTo>
                    <a:pt x="18" y="21"/>
                    <a:pt x="18" y="21"/>
                    <a:pt x="17" y="21"/>
                  </a:cubicBezTo>
                  <a:cubicBezTo>
                    <a:pt x="17" y="21"/>
                    <a:pt x="16" y="21"/>
                    <a:pt x="16" y="21"/>
                  </a:cubicBezTo>
                  <a:cubicBezTo>
                    <a:pt x="15" y="21"/>
                    <a:pt x="15" y="21"/>
                    <a:pt x="14" y="21"/>
                  </a:cubicBezTo>
                  <a:cubicBezTo>
                    <a:pt x="14" y="21"/>
                    <a:pt x="14" y="20"/>
                    <a:pt x="14" y="20"/>
                  </a:cubicBezTo>
                  <a:cubicBezTo>
                    <a:pt x="14" y="20"/>
                    <a:pt x="13" y="20"/>
                    <a:pt x="13" y="20"/>
                  </a:cubicBezTo>
                  <a:cubicBezTo>
                    <a:pt x="13" y="19"/>
                    <a:pt x="13" y="19"/>
                    <a:pt x="13" y="18"/>
                  </a:cubicBezTo>
                  <a:cubicBezTo>
                    <a:pt x="13" y="18"/>
                    <a:pt x="13" y="17"/>
                    <a:pt x="13" y="17"/>
                  </a:cubicBezTo>
                  <a:cubicBezTo>
                    <a:pt x="13" y="16"/>
                    <a:pt x="13" y="15"/>
                    <a:pt x="13" y="15"/>
                  </a:cubicBezTo>
                  <a:cubicBezTo>
                    <a:pt x="13" y="14"/>
                    <a:pt x="13" y="14"/>
                    <a:pt x="13" y="13"/>
                  </a:cubicBezTo>
                  <a:cubicBezTo>
                    <a:pt x="13" y="13"/>
                    <a:pt x="13" y="12"/>
                    <a:pt x="13" y="12"/>
                  </a:cubicBezTo>
                  <a:cubicBezTo>
                    <a:pt x="13" y="11"/>
                    <a:pt x="13" y="11"/>
                    <a:pt x="13" y="10"/>
                  </a:cubicBezTo>
                  <a:cubicBezTo>
                    <a:pt x="13" y="10"/>
                    <a:pt x="13" y="9"/>
                    <a:pt x="13" y="8"/>
                  </a:cubicBezTo>
                  <a:cubicBezTo>
                    <a:pt x="13" y="8"/>
                    <a:pt x="14" y="8"/>
                    <a:pt x="14" y="8"/>
                  </a:cubicBezTo>
                  <a:cubicBezTo>
                    <a:pt x="14" y="8"/>
                    <a:pt x="14" y="7"/>
                    <a:pt x="14" y="7"/>
                  </a:cubicBezTo>
                  <a:cubicBezTo>
                    <a:pt x="15" y="7"/>
                    <a:pt x="15" y="7"/>
                    <a:pt x="16" y="7"/>
                  </a:cubicBezTo>
                  <a:cubicBezTo>
                    <a:pt x="16" y="6"/>
                    <a:pt x="16" y="6"/>
                    <a:pt x="16" y="5"/>
                  </a:cubicBezTo>
                  <a:cubicBezTo>
                    <a:pt x="16" y="5"/>
                    <a:pt x="17" y="5"/>
                    <a:pt x="17" y="5"/>
                  </a:cubicBezTo>
                  <a:cubicBezTo>
                    <a:pt x="17" y="5"/>
                    <a:pt x="17" y="4"/>
                    <a:pt x="17" y="4"/>
                  </a:cubicBezTo>
                  <a:cubicBezTo>
                    <a:pt x="17" y="3"/>
                    <a:pt x="17" y="3"/>
                    <a:pt x="17" y="2"/>
                  </a:cubicBezTo>
                  <a:cubicBezTo>
                    <a:pt x="17" y="2"/>
                    <a:pt x="17" y="1"/>
                    <a:pt x="17" y="0"/>
                  </a:cubicBezTo>
                  <a:cubicBezTo>
                    <a:pt x="17" y="0"/>
                    <a:pt x="16" y="0"/>
                    <a:pt x="16" y="0"/>
                  </a:cubicBezTo>
                  <a:cubicBezTo>
                    <a:pt x="15" y="0"/>
                    <a:pt x="15" y="0"/>
                    <a:pt x="14" y="0"/>
                  </a:cubicBezTo>
                  <a:cubicBezTo>
                    <a:pt x="14" y="1"/>
                    <a:pt x="14" y="2"/>
                    <a:pt x="14" y="2"/>
                  </a:cubicBezTo>
                  <a:cubicBezTo>
                    <a:pt x="14" y="2"/>
                    <a:pt x="13" y="2"/>
                    <a:pt x="13" y="2"/>
                  </a:cubicBezTo>
                  <a:cubicBezTo>
                    <a:pt x="13" y="3"/>
                    <a:pt x="13" y="3"/>
                    <a:pt x="13" y="4"/>
                  </a:cubicBezTo>
                  <a:cubicBezTo>
                    <a:pt x="13" y="4"/>
                    <a:pt x="13" y="5"/>
                    <a:pt x="13" y="5"/>
                  </a:cubicBezTo>
                  <a:cubicBezTo>
                    <a:pt x="13" y="6"/>
                    <a:pt x="13" y="6"/>
                    <a:pt x="13" y="7"/>
                  </a:cubicBezTo>
                  <a:cubicBezTo>
                    <a:pt x="12" y="7"/>
                    <a:pt x="12" y="7"/>
                    <a:pt x="11" y="7"/>
                  </a:cubicBezTo>
                  <a:cubicBezTo>
                    <a:pt x="11" y="7"/>
                    <a:pt x="11" y="8"/>
                    <a:pt x="11" y="8"/>
                  </a:cubicBezTo>
                  <a:cubicBezTo>
                    <a:pt x="11" y="9"/>
                    <a:pt x="11" y="10"/>
                    <a:pt x="11" y="10"/>
                  </a:cubicBezTo>
                  <a:cubicBezTo>
                    <a:pt x="11" y="10"/>
                    <a:pt x="10" y="10"/>
                    <a:pt x="10" y="10"/>
                  </a:cubicBezTo>
                  <a:cubicBezTo>
                    <a:pt x="9" y="10"/>
                    <a:pt x="9" y="10"/>
                    <a:pt x="8" y="10"/>
                  </a:cubicBezTo>
                  <a:cubicBezTo>
                    <a:pt x="8" y="11"/>
                    <a:pt x="8" y="11"/>
                    <a:pt x="8" y="12"/>
                  </a:cubicBezTo>
                  <a:cubicBezTo>
                    <a:pt x="7" y="12"/>
                    <a:pt x="7" y="12"/>
                    <a:pt x="6" y="12"/>
                  </a:cubicBezTo>
                  <a:cubicBezTo>
                    <a:pt x="6" y="12"/>
                    <a:pt x="6" y="13"/>
                    <a:pt x="6" y="13"/>
                  </a:cubicBezTo>
                  <a:cubicBezTo>
                    <a:pt x="6" y="14"/>
                    <a:pt x="6" y="14"/>
                    <a:pt x="6" y="15"/>
                  </a:cubicBezTo>
                  <a:cubicBezTo>
                    <a:pt x="6" y="15"/>
                    <a:pt x="6" y="16"/>
                    <a:pt x="6" y="17"/>
                  </a:cubicBezTo>
                  <a:cubicBezTo>
                    <a:pt x="6" y="17"/>
                    <a:pt x="6" y="18"/>
                    <a:pt x="6" y="18"/>
                  </a:cubicBezTo>
                  <a:cubicBezTo>
                    <a:pt x="7" y="18"/>
                    <a:pt x="7" y="18"/>
                    <a:pt x="8" y="18"/>
                  </a:cubicBezTo>
                  <a:cubicBezTo>
                    <a:pt x="8" y="19"/>
                    <a:pt x="8" y="19"/>
                    <a:pt x="8" y="20"/>
                  </a:cubicBezTo>
                  <a:cubicBezTo>
                    <a:pt x="9" y="20"/>
                    <a:pt x="9" y="20"/>
                    <a:pt x="10" y="20"/>
                  </a:cubicBezTo>
                  <a:cubicBezTo>
                    <a:pt x="10" y="20"/>
                    <a:pt x="11" y="20"/>
                    <a:pt x="11" y="20"/>
                  </a:cubicBezTo>
                  <a:cubicBezTo>
                    <a:pt x="11" y="20"/>
                    <a:pt x="11" y="21"/>
                    <a:pt x="11" y="21"/>
                  </a:cubicBezTo>
                  <a:cubicBezTo>
                    <a:pt x="11" y="22"/>
                    <a:pt x="11" y="22"/>
                    <a:pt x="11" y="23"/>
                  </a:cubicBezTo>
                  <a:cubicBezTo>
                    <a:pt x="11" y="23"/>
                    <a:pt x="10" y="23"/>
                    <a:pt x="10" y="23"/>
                  </a:cubicBezTo>
                  <a:cubicBezTo>
                    <a:pt x="10" y="23"/>
                    <a:pt x="10" y="24"/>
                    <a:pt x="10" y="25"/>
                  </a:cubicBezTo>
                  <a:cubicBezTo>
                    <a:pt x="9" y="25"/>
                    <a:pt x="9" y="25"/>
                    <a:pt x="8" y="25"/>
                  </a:cubicBezTo>
                  <a:cubicBezTo>
                    <a:pt x="8" y="25"/>
                    <a:pt x="8" y="26"/>
                    <a:pt x="8" y="26"/>
                  </a:cubicBezTo>
                  <a:cubicBezTo>
                    <a:pt x="7" y="26"/>
                    <a:pt x="7" y="26"/>
                    <a:pt x="6" y="26"/>
                  </a:cubicBezTo>
                  <a:cubicBezTo>
                    <a:pt x="6" y="27"/>
                    <a:pt x="6" y="27"/>
                    <a:pt x="6" y="28"/>
                  </a:cubicBezTo>
                  <a:cubicBezTo>
                    <a:pt x="6" y="28"/>
                    <a:pt x="6" y="29"/>
                    <a:pt x="6" y="29"/>
                  </a:cubicBezTo>
                  <a:cubicBezTo>
                    <a:pt x="6" y="30"/>
                    <a:pt x="6" y="31"/>
                    <a:pt x="6" y="31"/>
                  </a:cubicBezTo>
                  <a:cubicBezTo>
                    <a:pt x="7" y="31"/>
                    <a:pt x="7" y="31"/>
                    <a:pt x="8" y="31"/>
                  </a:cubicBezTo>
                  <a:cubicBezTo>
                    <a:pt x="8" y="31"/>
                    <a:pt x="8" y="30"/>
                    <a:pt x="8" y="29"/>
                  </a:cubicBezTo>
                  <a:cubicBezTo>
                    <a:pt x="9" y="29"/>
                    <a:pt x="9" y="29"/>
                    <a:pt x="10" y="29"/>
                  </a:cubicBezTo>
                  <a:cubicBezTo>
                    <a:pt x="10" y="29"/>
                    <a:pt x="10" y="28"/>
                    <a:pt x="10" y="28"/>
                  </a:cubicBezTo>
                  <a:cubicBezTo>
                    <a:pt x="10" y="28"/>
                    <a:pt x="11" y="28"/>
                    <a:pt x="11" y="28"/>
                  </a:cubicBezTo>
                  <a:cubicBezTo>
                    <a:pt x="11" y="28"/>
                    <a:pt x="11" y="29"/>
                    <a:pt x="11" y="29"/>
                  </a:cubicBezTo>
                  <a:cubicBezTo>
                    <a:pt x="11" y="30"/>
                    <a:pt x="11" y="31"/>
                    <a:pt x="11" y="31"/>
                  </a:cubicBezTo>
                  <a:cubicBezTo>
                    <a:pt x="11" y="32"/>
                    <a:pt x="11" y="32"/>
                    <a:pt x="11" y="33"/>
                  </a:cubicBezTo>
                  <a:cubicBezTo>
                    <a:pt x="11" y="33"/>
                    <a:pt x="10" y="33"/>
                    <a:pt x="10" y="33"/>
                  </a:cubicBezTo>
                  <a:cubicBezTo>
                    <a:pt x="9" y="33"/>
                    <a:pt x="9" y="33"/>
                    <a:pt x="8" y="33"/>
                  </a:cubicBezTo>
                  <a:cubicBezTo>
                    <a:pt x="7" y="33"/>
                    <a:pt x="7" y="33"/>
                    <a:pt x="6" y="33"/>
                  </a:cubicBezTo>
                  <a:cubicBezTo>
                    <a:pt x="6" y="33"/>
                    <a:pt x="6" y="34"/>
                    <a:pt x="6" y="34"/>
                  </a:cubicBezTo>
                  <a:cubicBezTo>
                    <a:pt x="6" y="34"/>
                    <a:pt x="5" y="34"/>
                    <a:pt x="5" y="34"/>
                  </a:cubicBezTo>
                  <a:cubicBezTo>
                    <a:pt x="5" y="35"/>
                    <a:pt x="5" y="35"/>
                    <a:pt x="5" y="36"/>
                  </a:cubicBezTo>
                  <a:cubicBezTo>
                    <a:pt x="4" y="36"/>
                    <a:pt x="4" y="36"/>
                    <a:pt x="3" y="36"/>
                  </a:cubicBezTo>
                  <a:cubicBezTo>
                    <a:pt x="3" y="36"/>
                    <a:pt x="2" y="36"/>
                    <a:pt x="2" y="36"/>
                  </a:cubicBezTo>
                  <a:cubicBezTo>
                    <a:pt x="2" y="36"/>
                    <a:pt x="2" y="37"/>
                    <a:pt x="2" y="38"/>
                  </a:cubicBezTo>
                  <a:cubicBezTo>
                    <a:pt x="2" y="38"/>
                    <a:pt x="2" y="39"/>
                    <a:pt x="2" y="39"/>
                  </a:cubicBezTo>
                  <a:cubicBezTo>
                    <a:pt x="1" y="39"/>
                    <a:pt x="1" y="39"/>
                    <a:pt x="0" y="39"/>
                  </a:cubicBezTo>
                  <a:cubicBezTo>
                    <a:pt x="0" y="40"/>
                    <a:pt x="0" y="40"/>
                    <a:pt x="0" y="41"/>
                  </a:cubicBezTo>
                  <a:cubicBezTo>
                    <a:pt x="0" y="41"/>
                    <a:pt x="0" y="42"/>
                    <a:pt x="0" y="42"/>
                  </a:cubicBezTo>
                  <a:cubicBezTo>
                    <a:pt x="1" y="42"/>
                    <a:pt x="1" y="42"/>
                    <a:pt x="2" y="42"/>
                  </a:cubicBezTo>
                  <a:cubicBezTo>
                    <a:pt x="2" y="42"/>
                    <a:pt x="2" y="41"/>
                    <a:pt x="2" y="41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40" name="Freeform 41031"/>
            <p:cNvSpPr>
              <a:spLocks/>
            </p:cNvSpPr>
            <p:nvPr/>
          </p:nvSpPr>
          <p:spPr bwMode="auto">
            <a:xfrm>
              <a:off x="4265" y="1193"/>
              <a:ext cx="29" cy="24"/>
            </a:xfrm>
            <a:custGeom>
              <a:avLst/>
              <a:gdLst>
                <a:gd name="T0" fmla="*/ 24 w 17"/>
                <a:gd name="T1" fmla="*/ 14 h 14"/>
                <a:gd name="T2" fmla="*/ 20 w 17"/>
                <a:gd name="T3" fmla="*/ 14 h 14"/>
                <a:gd name="T4" fmla="*/ 19 w 17"/>
                <a:gd name="T5" fmla="*/ 14 h 14"/>
                <a:gd name="T6" fmla="*/ 19 w 17"/>
                <a:gd name="T7" fmla="*/ 10 h 14"/>
                <a:gd name="T8" fmla="*/ 15 w 17"/>
                <a:gd name="T9" fmla="*/ 10 h 14"/>
                <a:gd name="T10" fmla="*/ 14 w 17"/>
                <a:gd name="T11" fmla="*/ 10 h 14"/>
                <a:gd name="T12" fmla="*/ 10 w 17"/>
                <a:gd name="T13" fmla="*/ 10 h 14"/>
                <a:gd name="T14" fmla="*/ 10 w 17"/>
                <a:gd name="T15" fmla="*/ 7 h 14"/>
                <a:gd name="T16" fmla="*/ 7 w 17"/>
                <a:gd name="T17" fmla="*/ 7 h 14"/>
                <a:gd name="T18" fmla="*/ 7 w 17"/>
                <a:gd name="T19" fmla="*/ 5 h 14"/>
                <a:gd name="T20" fmla="*/ 7 w 17"/>
                <a:gd name="T21" fmla="*/ 2 h 14"/>
                <a:gd name="T22" fmla="*/ 5 w 17"/>
                <a:gd name="T23" fmla="*/ 2 h 14"/>
                <a:gd name="T24" fmla="*/ 5 w 17"/>
                <a:gd name="T25" fmla="*/ 0 h 14"/>
                <a:gd name="T26" fmla="*/ 2 w 17"/>
                <a:gd name="T27" fmla="*/ 0 h 14"/>
                <a:gd name="T28" fmla="*/ 0 w 17"/>
                <a:gd name="T29" fmla="*/ 0 h 14"/>
                <a:gd name="T30" fmla="*/ 0 w 17"/>
                <a:gd name="T31" fmla="*/ 2 h 14"/>
                <a:gd name="T32" fmla="*/ 0 w 17"/>
                <a:gd name="T33" fmla="*/ 5 h 14"/>
                <a:gd name="T34" fmla="*/ 0 w 17"/>
                <a:gd name="T35" fmla="*/ 7 h 14"/>
                <a:gd name="T36" fmla="*/ 2 w 17"/>
                <a:gd name="T37" fmla="*/ 7 h 14"/>
                <a:gd name="T38" fmla="*/ 2 w 17"/>
                <a:gd name="T39" fmla="*/ 10 h 14"/>
                <a:gd name="T40" fmla="*/ 5 w 17"/>
                <a:gd name="T41" fmla="*/ 10 h 14"/>
                <a:gd name="T42" fmla="*/ 5 w 17"/>
                <a:gd name="T43" fmla="*/ 14 h 14"/>
                <a:gd name="T44" fmla="*/ 7 w 17"/>
                <a:gd name="T45" fmla="*/ 14 h 14"/>
                <a:gd name="T46" fmla="*/ 7 w 17"/>
                <a:gd name="T47" fmla="*/ 15 h 14"/>
                <a:gd name="T48" fmla="*/ 10 w 17"/>
                <a:gd name="T49" fmla="*/ 15 h 14"/>
                <a:gd name="T50" fmla="*/ 14 w 17"/>
                <a:gd name="T51" fmla="*/ 15 h 14"/>
                <a:gd name="T52" fmla="*/ 15 w 17"/>
                <a:gd name="T53" fmla="*/ 15 h 14"/>
                <a:gd name="T54" fmla="*/ 15 w 17"/>
                <a:gd name="T55" fmla="*/ 19 h 14"/>
                <a:gd name="T56" fmla="*/ 15 w 17"/>
                <a:gd name="T57" fmla="*/ 22 h 14"/>
                <a:gd name="T58" fmla="*/ 15 w 17"/>
                <a:gd name="T59" fmla="*/ 24 h 14"/>
                <a:gd name="T60" fmla="*/ 19 w 17"/>
                <a:gd name="T61" fmla="*/ 24 h 14"/>
                <a:gd name="T62" fmla="*/ 20 w 17"/>
                <a:gd name="T63" fmla="*/ 24 h 14"/>
                <a:gd name="T64" fmla="*/ 24 w 17"/>
                <a:gd name="T65" fmla="*/ 24 h 14"/>
                <a:gd name="T66" fmla="*/ 24 w 17"/>
                <a:gd name="T67" fmla="*/ 22 h 14"/>
                <a:gd name="T68" fmla="*/ 24 w 17"/>
                <a:gd name="T69" fmla="*/ 19 h 14"/>
                <a:gd name="T70" fmla="*/ 26 w 17"/>
                <a:gd name="T71" fmla="*/ 19 h 14"/>
                <a:gd name="T72" fmla="*/ 26 w 17"/>
                <a:gd name="T73" fmla="*/ 15 h 14"/>
                <a:gd name="T74" fmla="*/ 29 w 17"/>
                <a:gd name="T75" fmla="*/ 15 h 14"/>
                <a:gd name="T76" fmla="*/ 29 w 17"/>
                <a:gd name="T77" fmla="*/ 14 h 14"/>
                <a:gd name="T78" fmla="*/ 26 w 17"/>
                <a:gd name="T79" fmla="*/ 14 h 14"/>
                <a:gd name="T80" fmla="*/ 24 w 17"/>
                <a:gd name="T81" fmla="*/ 14 h 14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7" h="14">
                  <a:moveTo>
                    <a:pt x="14" y="8"/>
                  </a:moveTo>
                  <a:cubicBezTo>
                    <a:pt x="13" y="8"/>
                    <a:pt x="13" y="8"/>
                    <a:pt x="12" y="8"/>
                  </a:cubicBezTo>
                  <a:cubicBezTo>
                    <a:pt x="12" y="8"/>
                    <a:pt x="11" y="8"/>
                    <a:pt x="11" y="8"/>
                  </a:cubicBezTo>
                  <a:cubicBezTo>
                    <a:pt x="11" y="7"/>
                    <a:pt x="11" y="7"/>
                    <a:pt x="11" y="6"/>
                  </a:cubicBezTo>
                  <a:cubicBezTo>
                    <a:pt x="10" y="6"/>
                    <a:pt x="10" y="6"/>
                    <a:pt x="9" y="6"/>
                  </a:cubicBezTo>
                  <a:cubicBezTo>
                    <a:pt x="9" y="6"/>
                    <a:pt x="8" y="6"/>
                    <a:pt x="8" y="6"/>
                  </a:cubicBezTo>
                  <a:cubicBezTo>
                    <a:pt x="7" y="6"/>
                    <a:pt x="6" y="6"/>
                    <a:pt x="6" y="6"/>
                  </a:cubicBezTo>
                  <a:cubicBezTo>
                    <a:pt x="6" y="6"/>
                    <a:pt x="6" y="5"/>
                    <a:pt x="6" y="4"/>
                  </a:cubicBezTo>
                  <a:cubicBezTo>
                    <a:pt x="5" y="4"/>
                    <a:pt x="5" y="4"/>
                    <a:pt x="4" y="4"/>
                  </a:cubicBezTo>
                  <a:cubicBezTo>
                    <a:pt x="4" y="4"/>
                    <a:pt x="4" y="3"/>
                    <a:pt x="4" y="3"/>
                  </a:cubicBezTo>
                  <a:cubicBezTo>
                    <a:pt x="4" y="2"/>
                    <a:pt x="4" y="2"/>
                    <a:pt x="4" y="1"/>
                  </a:cubicBezTo>
                  <a:cubicBezTo>
                    <a:pt x="4" y="1"/>
                    <a:pt x="3" y="1"/>
                    <a:pt x="3" y="1"/>
                  </a:cubicBezTo>
                  <a:cubicBezTo>
                    <a:pt x="3" y="1"/>
                    <a:pt x="3" y="0"/>
                    <a:pt x="3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0" y="3"/>
                    <a:pt x="0" y="4"/>
                    <a:pt x="0" y="4"/>
                  </a:cubicBezTo>
                  <a:cubicBezTo>
                    <a:pt x="0" y="4"/>
                    <a:pt x="1" y="4"/>
                    <a:pt x="1" y="4"/>
                  </a:cubicBezTo>
                  <a:cubicBezTo>
                    <a:pt x="1" y="5"/>
                    <a:pt x="1" y="6"/>
                    <a:pt x="1" y="6"/>
                  </a:cubicBezTo>
                  <a:cubicBezTo>
                    <a:pt x="2" y="6"/>
                    <a:pt x="2" y="6"/>
                    <a:pt x="3" y="6"/>
                  </a:cubicBezTo>
                  <a:cubicBezTo>
                    <a:pt x="3" y="7"/>
                    <a:pt x="3" y="7"/>
                    <a:pt x="3" y="8"/>
                  </a:cubicBezTo>
                  <a:cubicBezTo>
                    <a:pt x="3" y="8"/>
                    <a:pt x="4" y="8"/>
                    <a:pt x="4" y="8"/>
                  </a:cubicBezTo>
                  <a:cubicBezTo>
                    <a:pt x="4" y="8"/>
                    <a:pt x="4" y="9"/>
                    <a:pt x="4" y="9"/>
                  </a:cubicBezTo>
                  <a:cubicBezTo>
                    <a:pt x="5" y="9"/>
                    <a:pt x="5" y="9"/>
                    <a:pt x="6" y="9"/>
                  </a:cubicBezTo>
                  <a:cubicBezTo>
                    <a:pt x="6" y="9"/>
                    <a:pt x="7" y="9"/>
                    <a:pt x="8" y="9"/>
                  </a:cubicBezTo>
                  <a:cubicBezTo>
                    <a:pt x="8" y="9"/>
                    <a:pt x="9" y="9"/>
                    <a:pt x="9" y="9"/>
                  </a:cubicBezTo>
                  <a:cubicBezTo>
                    <a:pt x="9" y="10"/>
                    <a:pt x="9" y="10"/>
                    <a:pt x="9" y="11"/>
                  </a:cubicBezTo>
                  <a:cubicBezTo>
                    <a:pt x="9" y="12"/>
                    <a:pt x="9" y="12"/>
                    <a:pt x="9" y="13"/>
                  </a:cubicBezTo>
                  <a:cubicBezTo>
                    <a:pt x="9" y="13"/>
                    <a:pt x="9" y="14"/>
                    <a:pt x="9" y="14"/>
                  </a:cubicBezTo>
                  <a:cubicBezTo>
                    <a:pt x="10" y="14"/>
                    <a:pt x="10" y="14"/>
                    <a:pt x="11" y="14"/>
                  </a:cubicBezTo>
                  <a:cubicBezTo>
                    <a:pt x="11" y="14"/>
                    <a:pt x="12" y="14"/>
                    <a:pt x="12" y="14"/>
                  </a:cubicBezTo>
                  <a:cubicBezTo>
                    <a:pt x="13" y="14"/>
                    <a:pt x="13" y="14"/>
                    <a:pt x="14" y="14"/>
                  </a:cubicBezTo>
                  <a:cubicBezTo>
                    <a:pt x="14" y="14"/>
                    <a:pt x="14" y="13"/>
                    <a:pt x="14" y="13"/>
                  </a:cubicBezTo>
                  <a:cubicBezTo>
                    <a:pt x="14" y="12"/>
                    <a:pt x="14" y="12"/>
                    <a:pt x="14" y="11"/>
                  </a:cubicBezTo>
                  <a:cubicBezTo>
                    <a:pt x="14" y="11"/>
                    <a:pt x="15" y="11"/>
                    <a:pt x="15" y="11"/>
                  </a:cubicBezTo>
                  <a:cubicBezTo>
                    <a:pt x="15" y="10"/>
                    <a:pt x="15" y="10"/>
                    <a:pt x="15" y="9"/>
                  </a:cubicBezTo>
                  <a:cubicBezTo>
                    <a:pt x="16" y="9"/>
                    <a:pt x="16" y="9"/>
                    <a:pt x="17" y="9"/>
                  </a:cubicBezTo>
                  <a:cubicBezTo>
                    <a:pt x="17" y="9"/>
                    <a:pt x="17" y="8"/>
                    <a:pt x="17" y="8"/>
                  </a:cubicBezTo>
                  <a:cubicBezTo>
                    <a:pt x="16" y="8"/>
                    <a:pt x="16" y="8"/>
                    <a:pt x="15" y="8"/>
                  </a:cubicBezTo>
                  <a:cubicBezTo>
                    <a:pt x="15" y="8"/>
                    <a:pt x="14" y="8"/>
                    <a:pt x="14" y="8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41" name="Freeform 41032"/>
            <p:cNvSpPr>
              <a:spLocks/>
            </p:cNvSpPr>
            <p:nvPr/>
          </p:nvSpPr>
          <p:spPr bwMode="auto">
            <a:xfrm>
              <a:off x="4111" y="1066"/>
              <a:ext cx="4" cy="3"/>
            </a:xfrm>
            <a:custGeom>
              <a:avLst/>
              <a:gdLst>
                <a:gd name="T0" fmla="*/ 0 w 2"/>
                <a:gd name="T1" fmla="*/ 3 h 2"/>
                <a:gd name="T2" fmla="*/ 4 w 2"/>
                <a:gd name="T3" fmla="*/ 3 h 2"/>
                <a:gd name="T4" fmla="*/ 4 w 2"/>
                <a:gd name="T5" fmla="*/ 0 h 2"/>
                <a:gd name="T6" fmla="*/ 0 w 2"/>
                <a:gd name="T7" fmla="*/ 0 h 2"/>
                <a:gd name="T8" fmla="*/ 0 w 2"/>
                <a:gd name="T9" fmla="*/ 3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2">
                  <a:moveTo>
                    <a:pt x="0" y="2"/>
                  </a:moveTo>
                  <a:cubicBezTo>
                    <a:pt x="1" y="2"/>
                    <a:pt x="1" y="2"/>
                    <a:pt x="2" y="2"/>
                  </a:cubicBezTo>
                  <a:cubicBezTo>
                    <a:pt x="2" y="1"/>
                    <a:pt x="2" y="1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42" name="Freeform 41033"/>
            <p:cNvSpPr>
              <a:spLocks/>
            </p:cNvSpPr>
            <p:nvPr/>
          </p:nvSpPr>
          <p:spPr bwMode="auto">
            <a:xfrm>
              <a:off x="4103" y="1043"/>
              <a:ext cx="3" cy="5"/>
            </a:xfrm>
            <a:custGeom>
              <a:avLst/>
              <a:gdLst>
                <a:gd name="T0" fmla="*/ 3 w 2"/>
                <a:gd name="T1" fmla="*/ 3 h 3"/>
                <a:gd name="T2" fmla="*/ 3 w 2"/>
                <a:gd name="T3" fmla="*/ 0 h 3"/>
                <a:gd name="T4" fmla="*/ 0 w 2"/>
                <a:gd name="T5" fmla="*/ 0 h 3"/>
                <a:gd name="T6" fmla="*/ 0 w 2"/>
                <a:gd name="T7" fmla="*/ 3 h 3"/>
                <a:gd name="T8" fmla="*/ 0 w 2"/>
                <a:gd name="T9" fmla="*/ 5 h 3"/>
                <a:gd name="T10" fmla="*/ 3 w 2"/>
                <a:gd name="T11" fmla="*/ 5 h 3"/>
                <a:gd name="T12" fmla="*/ 3 w 2"/>
                <a:gd name="T13" fmla="*/ 3 h 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" h="3">
                  <a:moveTo>
                    <a:pt x="2" y="2"/>
                  </a:moveTo>
                  <a:cubicBezTo>
                    <a:pt x="2" y="1"/>
                    <a:pt x="2" y="1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1" y="3"/>
                    <a:pt x="1" y="3"/>
                    <a:pt x="2" y="3"/>
                  </a:cubicBezTo>
                  <a:cubicBezTo>
                    <a:pt x="2" y="3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43" name="Freeform 41034"/>
            <p:cNvSpPr>
              <a:spLocks/>
            </p:cNvSpPr>
            <p:nvPr/>
          </p:nvSpPr>
          <p:spPr bwMode="auto">
            <a:xfrm>
              <a:off x="4106" y="1048"/>
              <a:ext cx="5" cy="13"/>
            </a:xfrm>
            <a:custGeom>
              <a:avLst/>
              <a:gdLst>
                <a:gd name="T0" fmla="*/ 0 w 3"/>
                <a:gd name="T1" fmla="*/ 7 h 7"/>
                <a:gd name="T2" fmla="*/ 0 w 3"/>
                <a:gd name="T3" fmla="*/ 9 h 7"/>
                <a:gd name="T4" fmla="*/ 2 w 3"/>
                <a:gd name="T5" fmla="*/ 9 h 7"/>
                <a:gd name="T6" fmla="*/ 2 w 3"/>
                <a:gd name="T7" fmla="*/ 13 h 7"/>
                <a:gd name="T8" fmla="*/ 5 w 3"/>
                <a:gd name="T9" fmla="*/ 13 h 7"/>
                <a:gd name="T10" fmla="*/ 5 w 3"/>
                <a:gd name="T11" fmla="*/ 9 h 7"/>
                <a:gd name="T12" fmla="*/ 5 w 3"/>
                <a:gd name="T13" fmla="*/ 7 h 7"/>
                <a:gd name="T14" fmla="*/ 2 w 3"/>
                <a:gd name="T15" fmla="*/ 7 h 7"/>
                <a:gd name="T16" fmla="*/ 2 w 3"/>
                <a:gd name="T17" fmla="*/ 4 h 7"/>
                <a:gd name="T18" fmla="*/ 2 w 3"/>
                <a:gd name="T19" fmla="*/ 0 h 7"/>
                <a:gd name="T20" fmla="*/ 0 w 3"/>
                <a:gd name="T21" fmla="*/ 0 h 7"/>
                <a:gd name="T22" fmla="*/ 0 w 3"/>
                <a:gd name="T23" fmla="*/ 4 h 7"/>
                <a:gd name="T24" fmla="*/ 0 w 3"/>
                <a:gd name="T25" fmla="*/ 7 h 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" h="7">
                  <a:moveTo>
                    <a:pt x="0" y="4"/>
                  </a:moveTo>
                  <a:cubicBezTo>
                    <a:pt x="0" y="4"/>
                    <a:pt x="0" y="5"/>
                    <a:pt x="0" y="5"/>
                  </a:cubicBezTo>
                  <a:cubicBezTo>
                    <a:pt x="0" y="5"/>
                    <a:pt x="1" y="5"/>
                    <a:pt x="1" y="5"/>
                  </a:cubicBezTo>
                  <a:cubicBezTo>
                    <a:pt x="1" y="6"/>
                    <a:pt x="1" y="6"/>
                    <a:pt x="1" y="7"/>
                  </a:cubicBezTo>
                  <a:cubicBezTo>
                    <a:pt x="2" y="7"/>
                    <a:pt x="2" y="7"/>
                    <a:pt x="3" y="7"/>
                  </a:cubicBezTo>
                  <a:cubicBezTo>
                    <a:pt x="3" y="6"/>
                    <a:pt x="3" y="6"/>
                    <a:pt x="3" y="5"/>
                  </a:cubicBezTo>
                  <a:cubicBezTo>
                    <a:pt x="3" y="5"/>
                    <a:pt x="3" y="4"/>
                    <a:pt x="3" y="4"/>
                  </a:cubicBezTo>
                  <a:cubicBezTo>
                    <a:pt x="2" y="4"/>
                    <a:pt x="2" y="4"/>
                    <a:pt x="1" y="4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1" y="2"/>
                    <a:pt x="1" y="1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0" y="3"/>
                    <a:pt x="0" y="4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44" name="Freeform 41035"/>
            <p:cNvSpPr>
              <a:spLocks/>
            </p:cNvSpPr>
            <p:nvPr/>
          </p:nvSpPr>
          <p:spPr bwMode="auto">
            <a:xfrm>
              <a:off x="3782" y="1395"/>
              <a:ext cx="2" cy="3"/>
            </a:xfrm>
            <a:custGeom>
              <a:avLst/>
              <a:gdLst>
                <a:gd name="T0" fmla="*/ 0 w 1"/>
                <a:gd name="T1" fmla="*/ 3 h 2"/>
                <a:gd name="T2" fmla="*/ 2 w 1"/>
                <a:gd name="T3" fmla="*/ 3 h 2"/>
                <a:gd name="T4" fmla="*/ 2 w 1"/>
                <a:gd name="T5" fmla="*/ 0 h 2"/>
                <a:gd name="T6" fmla="*/ 0 w 1"/>
                <a:gd name="T7" fmla="*/ 0 h 2"/>
                <a:gd name="T8" fmla="*/ 0 w 1"/>
                <a:gd name="T9" fmla="*/ 3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cubicBezTo>
                    <a:pt x="0" y="2"/>
                    <a:pt x="1" y="2"/>
                    <a:pt x="1" y="2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45" name="Freeform 41036"/>
            <p:cNvSpPr>
              <a:spLocks/>
            </p:cNvSpPr>
            <p:nvPr/>
          </p:nvSpPr>
          <p:spPr bwMode="auto">
            <a:xfrm>
              <a:off x="3739" y="937"/>
              <a:ext cx="21" cy="10"/>
            </a:xfrm>
            <a:custGeom>
              <a:avLst/>
              <a:gdLst>
                <a:gd name="T0" fmla="*/ 2 w 12"/>
                <a:gd name="T1" fmla="*/ 5 h 6"/>
                <a:gd name="T2" fmla="*/ 5 w 12"/>
                <a:gd name="T3" fmla="*/ 5 h 6"/>
                <a:gd name="T4" fmla="*/ 7 w 12"/>
                <a:gd name="T5" fmla="*/ 5 h 6"/>
                <a:gd name="T6" fmla="*/ 7 w 12"/>
                <a:gd name="T7" fmla="*/ 8 h 6"/>
                <a:gd name="T8" fmla="*/ 11 w 12"/>
                <a:gd name="T9" fmla="*/ 8 h 6"/>
                <a:gd name="T10" fmla="*/ 12 w 12"/>
                <a:gd name="T11" fmla="*/ 8 h 6"/>
                <a:gd name="T12" fmla="*/ 12 w 12"/>
                <a:gd name="T13" fmla="*/ 10 h 6"/>
                <a:gd name="T14" fmla="*/ 16 w 12"/>
                <a:gd name="T15" fmla="*/ 10 h 6"/>
                <a:gd name="T16" fmla="*/ 19 w 12"/>
                <a:gd name="T17" fmla="*/ 10 h 6"/>
                <a:gd name="T18" fmla="*/ 19 w 12"/>
                <a:gd name="T19" fmla="*/ 8 h 6"/>
                <a:gd name="T20" fmla="*/ 21 w 12"/>
                <a:gd name="T21" fmla="*/ 8 h 6"/>
                <a:gd name="T22" fmla="*/ 21 w 12"/>
                <a:gd name="T23" fmla="*/ 5 h 6"/>
                <a:gd name="T24" fmla="*/ 19 w 12"/>
                <a:gd name="T25" fmla="*/ 5 h 6"/>
                <a:gd name="T26" fmla="*/ 19 w 12"/>
                <a:gd name="T27" fmla="*/ 2 h 6"/>
                <a:gd name="T28" fmla="*/ 16 w 12"/>
                <a:gd name="T29" fmla="*/ 2 h 6"/>
                <a:gd name="T30" fmla="*/ 12 w 12"/>
                <a:gd name="T31" fmla="*/ 2 h 6"/>
                <a:gd name="T32" fmla="*/ 11 w 12"/>
                <a:gd name="T33" fmla="*/ 2 h 6"/>
                <a:gd name="T34" fmla="*/ 7 w 12"/>
                <a:gd name="T35" fmla="*/ 2 h 6"/>
                <a:gd name="T36" fmla="*/ 5 w 12"/>
                <a:gd name="T37" fmla="*/ 2 h 6"/>
                <a:gd name="T38" fmla="*/ 5 w 12"/>
                <a:gd name="T39" fmla="*/ 0 h 6"/>
                <a:gd name="T40" fmla="*/ 2 w 12"/>
                <a:gd name="T41" fmla="*/ 0 h 6"/>
                <a:gd name="T42" fmla="*/ 0 w 12"/>
                <a:gd name="T43" fmla="*/ 0 h 6"/>
                <a:gd name="T44" fmla="*/ 0 w 12"/>
                <a:gd name="T45" fmla="*/ 2 h 6"/>
                <a:gd name="T46" fmla="*/ 2 w 12"/>
                <a:gd name="T47" fmla="*/ 2 h 6"/>
                <a:gd name="T48" fmla="*/ 2 w 12"/>
                <a:gd name="T49" fmla="*/ 5 h 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2" h="6">
                  <a:moveTo>
                    <a:pt x="1" y="3"/>
                  </a:moveTo>
                  <a:cubicBezTo>
                    <a:pt x="2" y="3"/>
                    <a:pt x="2" y="3"/>
                    <a:pt x="3" y="3"/>
                  </a:cubicBezTo>
                  <a:cubicBezTo>
                    <a:pt x="3" y="3"/>
                    <a:pt x="4" y="3"/>
                    <a:pt x="4" y="3"/>
                  </a:cubicBezTo>
                  <a:cubicBezTo>
                    <a:pt x="4" y="4"/>
                    <a:pt x="4" y="4"/>
                    <a:pt x="4" y="5"/>
                  </a:cubicBezTo>
                  <a:cubicBezTo>
                    <a:pt x="5" y="5"/>
                    <a:pt x="5" y="5"/>
                    <a:pt x="6" y="5"/>
                  </a:cubicBezTo>
                  <a:cubicBezTo>
                    <a:pt x="6" y="5"/>
                    <a:pt x="7" y="5"/>
                    <a:pt x="7" y="5"/>
                  </a:cubicBezTo>
                  <a:cubicBezTo>
                    <a:pt x="7" y="5"/>
                    <a:pt x="7" y="6"/>
                    <a:pt x="7" y="6"/>
                  </a:cubicBezTo>
                  <a:cubicBezTo>
                    <a:pt x="8" y="6"/>
                    <a:pt x="9" y="6"/>
                    <a:pt x="9" y="6"/>
                  </a:cubicBezTo>
                  <a:cubicBezTo>
                    <a:pt x="10" y="6"/>
                    <a:pt x="10" y="6"/>
                    <a:pt x="11" y="6"/>
                  </a:cubicBezTo>
                  <a:cubicBezTo>
                    <a:pt x="11" y="6"/>
                    <a:pt x="11" y="5"/>
                    <a:pt x="11" y="5"/>
                  </a:cubicBezTo>
                  <a:cubicBezTo>
                    <a:pt x="11" y="5"/>
                    <a:pt x="12" y="5"/>
                    <a:pt x="12" y="5"/>
                  </a:cubicBezTo>
                  <a:cubicBezTo>
                    <a:pt x="12" y="4"/>
                    <a:pt x="12" y="4"/>
                    <a:pt x="12" y="3"/>
                  </a:cubicBezTo>
                  <a:cubicBezTo>
                    <a:pt x="12" y="3"/>
                    <a:pt x="11" y="3"/>
                    <a:pt x="11" y="3"/>
                  </a:cubicBezTo>
                  <a:cubicBezTo>
                    <a:pt x="11" y="3"/>
                    <a:pt x="11" y="2"/>
                    <a:pt x="11" y="1"/>
                  </a:cubicBezTo>
                  <a:cubicBezTo>
                    <a:pt x="10" y="1"/>
                    <a:pt x="10" y="1"/>
                    <a:pt x="9" y="1"/>
                  </a:cubicBezTo>
                  <a:cubicBezTo>
                    <a:pt x="9" y="1"/>
                    <a:pt x="8" y="1"/>
                    <a:pt x="7" y="1"/>
                  </a:cubicBezTo>
                  <a:cubicBezTo>
                    <a:pt x="7" y="1"/>
                    <a:pt x="6" y="1"/>
                    <a:pt x="6" y="1"/>
                  </a:cubicBezTo>
                  <a:cubicBezTo>
                    <a:pt x="5" y="1"/>
                    <a:pt x="5" y="1"/>
                    <a:pt x="4" y="1"/>
                  </a:cubicBezTo>
                  <a:cubicBezTo>
                    <a:pt x="4" y="1"/>
                    <a:pt x="3" y="1"/>
                    <a:pt x="3" y="1"/>
                  </a:cubicBezTo>
                  <a:cubicBezTo>
                    <a:pt x="3" y="1"/>
                    <a:pt x="3" y="0"/>
                    <a:pt x="3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ubicBezTo>
                    <a:pt x="1" y="2"/>
                    <a:pt x="1" y="3"/>
                    <a:pt x="1" y="3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46" name="Freeform 41037"/>
            <p:cNvSpPr>
              <a:spLocks/>
            </p:cNvSpPr>
            <p:nvPr/>
          </p:nvSpPr>
          <p:spPr bwMode="auto">
            <a:xfrm>
              <a:off x="3765" y="939"/>
              <a:ext cx="9" cy="12"/>
            </a:xfrm>
            <a:custGeom>
              <a:avLst/>
              <a:gdLst>
                <a:gd name="T0" fmla="*/ 4 w 5"/>
                <a:gd name="T1" fmla="*/ 9 h 7"/>
                <a:gd name="T2" fmla="*/ 7 w 5"/>
                <a:gd name="T3" fmla="*/ 9 h 7"/>
                <a:gd name="T4" fmla="*/ 9 w 5"/>
                <a:gd name="T5" fmla="*/ 9 h 7"/>
                <a:gd name="T6" fmla="*/ 9 w 5"/>
                <a:gd name="T7" fmla="*/ 7 h 7"/>
                <a:gd name="T8" fmla="*/ 9 w 5"/>
                <a:gd name="T9" fmla="*/ 3 h 7"/>
                <a:gd name="T10" fmla="*/ 9 w 5"/>
                <a:gd name="T11" fmla="*/ 0 h 7"/>
                <a:gd name="T12" fmla="*/ 7 w 5"/>
                <a:gd name="T13" fmla="*/ 0 h 7"/>
                <a:gd name="T14" fmla="*/ 7 w 5"/>
                <a:gd name="T15" fmla="*/ 3 h 7"/>
                <a:gd name="T16" fmla="*/ 7 w 5"/>
                <a:gd name="T17" fmla="*/ 7 h 7"/>
                <a:gd name="T18" fmla="*/ 4 w 5"/>
                <a:gd name="T19" fmla="*/ 7 h 7"/>
                <a:gd name="T20" fmla="*/ 0 w 5"/>
                <a:gd name="T21" fmla="*/ 7 h 7"/>
                <a:gd name="T22" fmla="*/ 0 w 5"/>
                <a:gd name="T23" fmla="*/ 9 h 7"/>
                <a:gd name="T24" fmla="*/ 0 w 5"/>
                <a:gd name="T25" fmla="*/ 12 h 7"/>
                <a:gd name="T26" fmla="*/ 4 w 5"/>
                <a:gd name="T27" fmla="*/ 12 h 7"/>
                <a:gd name="T28" fmla="*/ 4 w 5"/>
                <a:gd name="T29" fmla="*/ 9 h 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5" h="7">
                  <a:moveTo>
                    <a:pt x="2" y="5"/>
                  </a:moveTo>
                  <a:cubicBezTo>
                    <a:pt x="2" y="5"/>
                    <a:pt x="3" y="5"/>
                    <a:pt x="4" y="5"/>
                  </a:cubicBezTo>
                  <a:cubicBezTo>
                    <a:pt x="4" y="5"/>
                    <a:pt x="5" y="5"/>
                    <a:pt x="5" y="5"/>
                  </a:cubicBezTo>
                  <a:cubicBezTo>
                    <a:pt x="5" y="5"/>
                    <a:pt x="5" y="4"/>
                    <a:pt x="5" y="4"/>
                  </a:cubicBezTo>
                  <a:cubicBezTo>
                    <a:pt x="5" y="3"/>
                    <a:pt x="5" y="3"/>
                    <a:pt x="5" y="2"/>
                  </a:cubicBezTo>
                  <a:cubicBezTo>
                    <a:pt x="5" y="2"/>
                    <a:pt x="5" y="1"/>
                    <a:pt x="5" y="0"/>
                  </a:cubicBezTo>
                  <a:cubicBezTo>
                    <a:pt x="5" y="0"/>
                    <a:pt x="4" y="0"/>
                    <a:pt x="4" y="0"/>
                  </a:cubicBezTo>
                  <a:cubicBezTo>
                    <a:pt x="4" y="1"/>
                    <a:pt x="4" y="2"/>
                    <a:pt x="4" y="2"/>
                  </a:cubicBezTo>
                  <a:cubicBezTo>
                    <a:pt x="4" y="3"/>
                    <a:pt x="4" y="3"/>
                    <a:pt x="4" y="4"/>
                  </a:cubicBezTo>
                  <a:cubicBezTo>
                    <a:pt x="3" y="4"/>
                    <a:pt x="2" y="4"/>
                    <a:pt x="2" y="4"/>
                  </a:cubicBezTo>
                  <a:cubicBezTo>
                    <a:pt x="1" y="4"/>
                    <a:pt x="1" y="4"/>
                    <a:pt x="0" y="4"/>
                  </a:cubicBezTo>
                  <a:cubicBezTo>
                    <a:pt x="0" y="4"/>
                    <a:pt x="0" y="5"/>
                    <a:pt x="0" y="5"/>
                  </a:cubicBezTo>
                  <a:cubicBezTo>
                    <a:pt x="0" y="6"/>
                    <a:pt x="0" y="6"/>
                    <a:pt x="0" y="7"/>
                  </a:cubicBezTo>
                  <a:cubicBezTo>
                    <a:pt x="1" y="7"/>
                    <a:pt x="1" y="7"/>
                    <a:pt x="2" y="7"/>
                  </a:cubicBezTo>
                  <a:cubicBezTo>
                    <a:pt x="2" y="6"/>
                    <a:pt x="2" y="6"/>
                    <a:pt x="2" y="5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47" name="Freeform 41038"/>
            <p:cNvSpPr>
              <a:spLocks/>
            </p:cNvSpPr>
            <p:nvPr/>
          </p:nvSpPr>
          <p:spPr bwMode="auto">
            <a:xfrm>
              <a:off x="3828" y="860"/>
              <a:ext cx="14" cy="13"/>
            </a:xfrm>
            <a:custGeom>
              <a:avLst/>
              <a:gdLst>
                <a:gd name="T0" fmla="*/ 4 w 8"/>
                <a:gd name="T1" fmla="*/ 7 h 7"/>
                <a:gd name="T2" fmla="*/ 4 w 8"/>
                <a:gd name="T3" fmla="*/ 9 h 7"/>
                <a:gd name="T4" fmla="*/ 4 w 8"/>
                <a:gd name="T5" fmla="*/ 13 h 7"/>
                <a:gd name="T6" fmla="*/ 5 w 8"/>
                <a:gd name="T7" fmla="*/ 13 h 7"/>
                <a:gd name="T8" fmla="*/ 9 w 8"/>
                <a:gd name="T9" fmla="*/ 13 h 7"/>
                <a:gd name="T10" fmla="*/ 9 w 8"/>
                <a:gd name="T11" fmla="*/ 9 h 7"/>
                <a:gd name="T12" fmla="*/ 5 w 8"/>
                <a:gd name="T13" fmla="*/ 9 h 7"/>
                <a:gd name="T14" fmla="*/ 5 w 8"/>
                <a:gd name="T15" fmla="*/ 7 h 7"/>
                <a:gd name="T16" fmla="*/ 5 w 8"/>
                <a:gd name="T17" fmla="*/ 4 h 7"/>
                <a:gd name="T18" fmla="*/ 9 w 8"/>
                <a:gd name="T19" fmla="*/ 4 h 7"/>
                <a:gd name="T20" fmla="*/ 12 w 8"/>
                <a:gd name="T21" fmla="*/ 4 h 7"/>
                <a:gd name="T22" fmla="*/ 14 w 8"/>
                <a:gd name="T23" fmla="*/ 4 h 7"/>
                <a:gd name="T24" fmla="*/ 14 w 8"/>
                <a:gd name="T25" fmla="*/ 0 h 7"/>
                <a:gd name="T26" fmla="*/ 12 w 8"/>
                <a:gd name="T27" fmla="*/ 0 h 7"/>
                <a:gd name="T28" fmla="*/ 9 w 8"/>
                <a:gd name="T29" fmla="*/ 0 h 7"/>
                <a:gd name="T30" fmla="*/ 5 w 8"/>
                <a:gd name="T31" fmla="*/ 0 h 7"/>
                <a:gd name="T32" fmla="*/ 4 w 8"/>
                <a:gd name="T33" fmla="*/ 0 h 7"/>
                <a:gd name="T34" fmla="*/ 0 w 8"/>
                <a:gd name="T35" fmla="*/ 0 h 7"/>
                <a:gd name="T36" fmla="*/ 0 w 8"/>
                <a:gd name="T37" fmla="*/ 4 h 7"/>
                <a:gd name="T38" fmla="*/ 4 w 8"/>
                <a:gd name="T39" fmla="*/ 4 h 7"/>
                <a:gd name="T40" fmla="*/ 4 w 8"/>
                <a:gd name="T41" fmla="*/ 7 h 7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8" h="7">
                  <a:moveTo>
                    <a:pt x="2" y="4"/>
                  </a:moveTo>
                  <a:cubicBezTo>
                    <a:pt x="2" y="4"/>
                    <a:pt x="2" y="5"/>
                    <a:pt x="2" y="5"/>
                  </a:cubicBezTo>
                  <a:cubicBezTo>
                    <a:pt x="2" y="6"/>
                    <a:pt x="2" y="6"/>
                    <a:pt x="2" y="7"/>
                  </a:cubicBezTo>
                  <a:cubicBezTo>
                    <a:pt x="2" y="7"/>
                    <a:pt x="3" y="7"/>
                    <a:pt x="3" y="7"/>
                  </a:cubicBezTo>
                  <a:cubicBezTo>
                    <a:pt x="4" y="7"/>
                    <a:pt x="5" y="7"/>
                    <a:pt x="5" y="7"/>
                  </a:cubicBezTo>
                  <a:cubicBezTo>
                    <a:pt x="5" y="6"/>
                    <a:pt x="5" y="6"/>
                    <a:pt x="5" y="5"/>
                  </a:cubicBezTo>
                  <a:cubicBezTo>
                    <a:pt x="5" y="5"/>
                    <a:pt x="4" y="5"/>
                    <a:pt x="3" y="5"/>
                  </a:cubicBezTo>
                  <a:cubicBezTo>
                    <a:pt x="3" y="5"/>
                    <a:pt x="3" y="4"/>
                    <a:pt x="3" y="4"/>
                  </a:cubicBezTo>
                  <a:cubicBezTo>
                    <a:pt x="3" y="3"/>
                    <a:pt x="3" y="3"/>
                    <a:pt x="3" y="2"/>
                  </a:cubicBezTo>
                  <a:cubicBezTo>
                    <a:pt x="4" y="2"/>
                    <a:pt x="5" y="2"/>
                    <a:pt x="5" y="2"/>
                  </a:cubicBezTo>
                  <a:cubicBezTo>
                    <a:pt x="6" y="2"/>
                    <a:pt x="6" y="2"/>
                    <a:pt x="7" y="2"/>
                  </a:cubicBezTo>
                  <a:cubicBezTo>
                    <a:pt x="7" y="2"/>
                    <a:pt x="8" y="2"/>
                    <a:pt x="8" y="2"/>
                  </a:cubicBezTo>
                  <a:cubicBezTo>
                    <a:pt x="8" y="1"/>
                    <a:pt x="8" y="1"/>
                    <a:pt x="8" y="0"/>
                  </a:cubicBezTo>
                  <a:cubicBezTo>
                    <a:pt x="8" y="0"/>
                    <a:pt x="7" y="0"/>
                    <a:pt x="7" y="0"/>
                  </a:cubicBezTo>
                  <a:cubicBezTo>
                    <a:pt x="6" y="0"/>
                    <a:pt x="6" y="0"/>
                    <a:pt x="5" y="0"/>
                  </a:cubicBezTo>
                  <a:cubicBezTo>
                    <a:pt x="5" y="0"/>
                    <a:pt x="4" y="0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1" y="2"/>
                    <a:pt x="1" y="2"/>
                    <a:pt x="2" y="2"/>
                  </a:cubicBezTo>
                  <a:cubicBezTo>
                    <a:pt x="2" y="3"/>
                    <a:pt x="2" y="3"/>
                    <a:pt x="2" y="4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48" name="Freeform 41039"/>
            <p:cNvSpPr>
              <a:spLocks/>
            </p:cNvSpPr>
            <p:nvPr/>
          </p:nvSpPr>
          <p:spPr bwMode="auto">
            <a:xfrm>
              <a:off x="4045" y="1069"/>
              <a:ext cx="9" cy="14"/>
            </a:xfrm>
            <a:custGeom>
              <a:avLst/>
              <a:gdLst>
                <a:gd name="T0" fmla="*/ 4 w 5"/>
                <a:gd name="T1" fmla="*/ 11 h 8"/>
                <a:gd name="T2" fmla="*/ 4 w 5"/>
                <a:gd name="T3" fmla="*/ 9 h 8"/>
                <a:gd name="T4" fmla="*/ 4 w 5"/>
                <a:gd name="T5" fmla="*/ 5 h 8"/>
                <a:gd name="T6" fmla="*/ 7 w 5"/>
                <a:gd name="T7" fmla="*/ 5 h 8"/>
                <a:gd name="T8" fmla="*/ 9 w 5"/>
                <a:gd name="T9" fmla="*/ 5 h 8"/>
                <a:gd name="T10" fmla="*/ 9 w 5"/>
                <a:gd name="T11" fmla="*/ 2 h 8"/>
                <a:gd name="T12" fmla="*/ 7 w 5"/>
                <a:gd name="T13" fmla="*/ 2 h 8"/>
                <a:gd name="T14" fmla="*/ 7 w 5"/>
                <a:gd name="T15" fmla="*/ 0 h 8"/>
                <a:gd name="T16" fmla="*/ 4 w 5"/>
                <a:gd name="T17" fmla="*/ 0 h 8"/>
                <a:gd name="T18" fmla="*/ 4 w 5"/>
                <a:gd name="T19" fmla="*/ 2 h 8"/>
                <a:gd name="T20" fmla="*/ 0 w 5"/>
                <a:gd name="T21" fmla="*/ 2 h 8"/>
                <a:gd name="T22" fmla="*/ 0 w 5"/>
                <a:gd name="T23" fmla="*/ 5 h 8"/>
                <a:gd name="T24" fmla="*/ 0 w 5"/>
                <a:gd name="T25" fmla="*/ 9 h 8"/>
                <a:gd name="T26" fmla="*/ 0 w 5"/>
                <a:gd name="T27" fmla="*/ 11 h 8"/>
                <a:gd name="T28" fmla="*/ 0 w 5"/>
                <a:gd name="T29" fmla="*/ 14 h 8"/>
                <a:gd name="T30" fmla="*/ 4 w 5"/>
                <a:gd name="T31" fmla="*/ 14 h 8"/>
                <a:gd name="T32" fmla="*/ 4 w 5"/>
                <a:gd name="T33" fmla="*/ 11 h 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5" h="8">
                  <a:moveTo>
                    <a:pt x="2" y="6"/>
                  </a:moveTo>
                  <a:cubicBezTo>
                    <a:pt x="2" y="6"/>
                    <a:pt x="2" y="5"/>
                    <a:pt x="2" y="5"/>
                  </a:cubicBezTo>
                  <a:cubicBezTo>
                    <a:pt x="2" y="4"/>
                    <a:pt x="2" y="3"/>
                    <a:pt x="2" y="3"/>
                  </a:cubicBezTo>
                  <a:cubicBezTo>
                    <a:pt x="3" y="3"/>
                    <a:pt x="3" y="3"/>
                    <a:pt x="4" y="3"/>
                  </a:cubicBezTo>
                  <a:cubicBezTo>
                    <a:pt x="4" y="3"/>
                    <a:pt x="5" y="3"/>
                    <a:pt x="5" y="3"/>
                  </a:cubicBezTo>
                  <a:cubicBezTo>
                    <a:pt x="5" y="2"/>
                    <a:pt x="5" y="2"/>
                    <a:pt x="5" y="1"/>
                  </a:cubicBezTo>
                  <a:cubicBezTo>
                    <a:pt x="5" y="1"/>
                    <a:pt x="4" y="1"/>
                    <a:pt x="4" y="1"/>
                  </a:cubicBezTo>
                  <a:cubicBezTo>
                    <a:pt x="4" y="1"/>
                    <a:pt x="4" y="0"/>
                    <a:pt x="4" y="0"/>
                  </a:cubicBezTo>
                  <a:cubicBezTo>
                    <a:pt x="3" y="0"/>
                    <a:pt x="3" y="0"/>
                    <a:pt x="2" y="0"/>
                  </a:cubicBezTo>
                  <a:cubicBezTo>
                    <a:pt x="2" y="0"/>
                    <a:pt x="2" y="1"/>
                    <a:pt x="2" y="1"/>
                  </a:cubicBezTo>
                  <a:cubicBezTo>
                    <a:pt x="2" y="1"/>
                    <a:pt x="1" y="1"/>
                    <a:pt x="0" y="1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0" y="3"/>
                    <a:pt x="0" y="4"/>
                    <a:pt x="0" y="5"/>
                  </a:cubicBezTo>
                  <a:cubicBezTo>
                    <a:pt x="0" y="5"/>
                    <a:pt x="0" y="6"/>
                    <a:pt x="0" y="6"/>
                  </a:cubicBezTo>
                  <a:cubicBezTo>
                    <a:pt x="0" y="7"/>
                    <a:pt x="0" y="7"/>
                    <a:pt x="0" y="8"/>
                  </a:cubicBezTo>
                  <a:cubicBezTo>
                    <a:pt x="1" y="8"/>
                    <a:pt x="2" y="8"/>
                    <a:pt x="2" y="8"/>
                  </a:cubicBezTo>
                  <a:cubicBezTo>
                    <a:pt x="2" y="7"/>
                    <a:pt x="2" y="7"/>
                    <a:pt x="2" y="6"/>
                  </a:cubicBezTo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49" name="Freeform 41040"/>
            <p:cNvSpPr>
              <a:spLocks/>
            </p:cNvSpPr>
            <p:nvPr/>
          </p:nvSpPr>
          <p:spPr bwMode="auto">
            <a:xfrm>
              <a:off x="3751" y="909"/>
              <a:ext cx="26" cy="28"/>
            </a:xfrm>
            <a:custGeom>
              <a:avLst/>
              <a:gdLst>
                <a:gd name="T0" fmla="*/ 0 w 15"/>
                <a:gd name="T1" fmla="*/ 11 h 16"/>
                <a:gd name="T2" fmla="*/ 0 w 15"/>
                <a:gd name="T3" fmla="*/ 14 h 16"/>
                <a:gd name="T4" fmla="*/ 3 w 15"/>
                <a:gd name="T5" fmla="*/ 14 h 16"/>
                <a:gd name="T6" fmla="*/ 3 w 15"/>
                <a:gd name="T7" fmla="*/ 18 h 16"/>
                <a:gd name="T8" fmla="*/ 7 w 15"/>
                <a:gd name="T9" fmla="*/ 18 h 16"/>
                <a:gd name="T10" fmla="*/ 7 w 15"/>
                <a:gd name="T11" fmla="*/ 19 h 16"/>
                <a:gd name="T12" fmla="*/ 7 w 15"/>
                <a:gd name="T13" fmla="*/ 23 h 16"/>
                <a:gd name="T14" fmla="*/ 7 w 15"/>
                <a:gd name="T15" fmla="*/ 25 h 16"/>
                <a:gd name="T16" fmla="*/ 3 w 15"/>
                <a:gd name="T17" fmla="*/ 25 h 16"/>
                <a:gd name="T18" fmla="*/ 0 w 15"/>
                <a:gd name="T19" fmla="*/ 25 h 16"/>
                <a:gd name="T20" fmla="*/ 0 w 15"/>
                <a:gd name="T21" fmla="*/ 28 h 16"/>
                <a:gd name="T22" fmla="*/ 3 w 15"/>
                <a:gd name="T23" fmla="*/ 28 h 16"/>
                <a:gd name="T24" fmla="*/ 7 w 15"/>
                <a:gd name="T25" fmla="*/ 28 h 16"/>
                <a:gd name="T26" fmla="*/ 9 w 15"/>
                <a:gd name="T27" fmla="*/ 28 h 16"/>
                <a:gd name="T28" fmla="*/ 12 w 15"/>
                <a:gd name="T29" fmla="*/ 28 h 16"/>
                <a:gd name="T30" fmla="*/ 12 w 15"/>
                <a:gd name="T31" fmla="*/ 25 h 16"/>
                <a:gd name="T32" fmla="*/ 14 w 15"/>
                <a:gd name="T33" fmla="*/ 25 h 16"/>
                <a:gd name="T34" fmla="*/ 17 w 15"/>
                <a:gd name="T35" fmla="*/ 25 h 16"/>
                <a:gd name="T36" fmla="*/ 17 w 15"/>
                <a:gd name="T37" fmla="*/ 28 h 16"/>
                <a:gd name="T38" fmla="*/ 21 w 15"/>
                <a:gd name="T39" fmla="*/ 28 h 16"/>
                <a:gd name="T40" fmla="*/ 21 w 15"/>
                <a:gd name="T41" fmla="*/ 25 h 16"/>
                <a:gd name="T42" fmla="*/ 21 w 15"/>
                <a:gd name="T43" fmla="*/ 23 h 16"/>
                <a:gd name="T44" fmla="*/ 21 w 15"/>
                <a:gd name="T45" fmla="*/ 19 h 16"/>
                <a:gd name="T46" fmla="*/ 21 w 15"/>
                <a:gd name="T47" fmla="*/ 18 h 16"/>
                <a:gd name="T48" fmla="*/ 23 w 15"/>
                <a:gd name="T49" fmla="*/ 18 h 16"/>
                <a:gd name="T50" fmla="*/ 23 w 15"/>
                <a:gd name="T51" fmla="*/ 14 h 16"/>
                <a:gd name="T52" fmla="*/ 26 w 15"/>
                <a:gd name="T53" fmla="*/ 14 h 16"/>
                <a:gd name="T54" fmla="*/ 26 w 15"/>
                <a:gd name="T55" fmla="*/ 11 h 16"/>
                <a:gd name="T56" fmla="*/ 23 w 15"/>
                <a:gd name="T57" fmla="*/ 11 h 16"/>
                <a:gd name="T58" fmla="*/ 21 w 15"/>
                <a:gd name="T59" fmla="*/ 11 h 16"/>
                <a:gd name="T60" fmla="*/ 21 w 15"/>
                <a:gd name="T61" fmla="*/ 14 h 16"/>
                <a:gd name="T62" fmla="*/ 17 w 15"/>
                <a:gd name="T63" fmla="*/ 14 h 16"/>
                <a:gd name="T64" fmla="*/ 14 w 15"/>
                <a:gd name="T65" fmla="*/ 14 h 16"/>
                <a:gd name="T66" fmla="*/ 14 w 15"/>
                <a:gd name="T67" fmla="*/ 11 h 16"/>
                <a:gd name="T68" fmla="*/ 14 w 15"/>
                <a:gd name="T69" fmla="*/ 9 h 16"/>
                <a:gd name="T70" fmla="*/ 14 w 15"/>
                <a:gd name="T71" fmla="*/ 5 h 16"/>
                <a:gd name="T72" fmla="*/ 12 w 15"/>
                <a:gd name="T73" fmla="*/ 5 h 16"/>
                <a:gd name="T74" fmla="*/ 12 w 15"/>
                <a:gd name="T75" fmla="*/ 2 h 16"/>
                <a:gd name="T76" fmla="*/ 10 w 15"/>
                <a:gd name="T77" fmla="*/ 2 h 16"/>
                <a:gd name="T78" fmla="*/ 10 w 15"/>
                <a:gd name="T79" fmla="*/ 2 h 16"/>
                <a:gd name="T80" fmla="*/ 9 w 15"/>
                <a:gd name="T81" fmla="*/ 2 h 16"/>
                <a:gd name="T82" fmla="*/ 9 w 15"/>
                <a:gd name="T83" fmla="*/ 0 h 16"/>
                <a:gd name="T84" fmla="*/ 9 w 15"/>
                <a:gd name="T85" fmla="*/ 0 h 16"/>
                <a:gd name="T86" fmla="*/ 0 w 15"/>
                <a:gd name="T87" fmla="*/ 9 h 16"/>
                <a:gd name="T88" fmla="*/ 0 w 15"/>
                <a:gd name="T89" fmla="*/ 9 h 16"/>
                <a:gd name="T90" fmla="*/ 0 w 15"/>
                <a:gd name="T91" fmla="*/ 11 h 1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15" h="16">
                  <a:moveTo>
                    <a:pt x="0" y="6"/>
                  </a:moveTo>
                  <a:cubicBezTo>
                    <a:pt x="0" y="7"/>
                    <a:pt x="0" y="7"/>
                    <a:pt x="0" y="8"/>
                  </a:cubicBezTo>
                  <a:cubicBezTo>
                    <a:pt x="1" y="8"/>
                    <a:pt x="2" y="8"/>
                    <a:pt x="2" y="8"/>
                  </a:cubicBezTo>
                  <a:cubicBezTo>
                    <a:pt x="2" y="8"/>
                    <a:pt x="2" y="9"/>
                    <a:pt x="2" y="10"/>
                  </a:cubicBezTo>
                  <a:cubicBezTo>
                    <a:pt x="3" y="10"/>
                    <a:pt x="3" y="10"/>
                    <a:pt x="4" y="10"/>
                  </a:cubicBezTo>
                  <a:cubicBezTo>
                    <a:pt x="4" y="10"/>
                    <a:pt x="4" y="11"/>
                    <a:pt x="4" y="11"/>
                  </a:cubicBezTo>
                  <a:cubicBezTo>
                    <a:pt x="4" y="12"/>
                    <a:pt x="4" y="12"/>
                    <a:pt x="4" y="13"/>
                  </a:cubicBezTo>
                  <a:cubicBezTo>
                    <a:pt x="4" y="13"/>
                    <a:pt x="4" y="14"/>
                    <a:pt x="4" y="14"/>
                  </a:cubicBezTo>
                  <a:cubicBezTo>
                    <a:pt x="3" y="14"/>
                    <a:pt x="3" y="14"/>
                    <a:pt x="2" y="14"/>
                  </a:cubicBezTo>
                  <a:cubicBezTo>
                    <a:pt x="2" y="14"/>
                    <a:pt x="1" y="14"/>
                    <a:pt x="0" y="14"/>
                  </a:cubicBezTo>
                  <a:cubicBezTo>
                    <a:pt x="0" y="15"/>
                    <a:pt x="0" y="15"/>
                    <a:pt x="0" y="16"/>
                  </a:cubicBezTo>
                  <a:cubicBezTo>
                    <a:pt x="1" y="16"/>
                    <a:pt x="2" y="16"/>
                    <a:pt x="2" y="16"/>
                  </a:cubicBezTo>
                  <a:cubicBezTo>
                    <a:pt x="3" y="16"/>
                    <a:pt x="3" y="16"/>
                    <a:pt x="4" y="16"/>
                  </a:cubicBezTo>
                  <a:cubicBezTo>
                    <a:pt x="4" y="16"/>
                    <a:pt x="5" y="16"/>
                    <a:pt x="5" y="16"/>
                  </a:cubicBezTo>
                  <a:cubicBezTo>
                    <a:pt x="6" y="16"/>
                    <a:pt x="6" y="16"/>
                    <a:pt x="7" y="16"/>
                  </a:cubicBezTo>
                  <a:cubicBezTo>
                    <a:pt x="7" y="15"/>
                    <a:pt x="7" y="15"/>
                    <a:pt x="7" y="14"/>
                  </a:cubicBezTo>
                  <a:cubicBezTo>
                    <a:pt x="7" y="14"/>
                    <a:pt x="8" y="14"/>
                    <a:pt x="8" y="14"/>
                  </a:cubicBezTo>
                  <a:cubicBezTo>
                    <a:pt x="9" y="14"/>
                    <a:pt x="9" y="14"/>
                    <a:pt x="10" y="14"/>
                  </a:cubicBezTo>
                  <a:cubicBezTo>
                    <a:pt x="10" y="15"/>
                    <a:pt x="10" y="15"/>
                    <a:pt x="10" y="16"/>
                  </a:cubicBezTo>
                  <a:cubicBezTo>
                    <a:pt x="10" y="16"/>
                    <a:pt x="11" y="16"/>
                    <a:pt x="12" y="16"/>
                  </a:cubicBezTo>
                  <a:cubicBezTo>
                    <a:pt x="12" y="15"/>
                    <a:pt x="12" y="15"/>
                    <a:pt x="12" y="14"/>
                  </a:cubicBezTo>
                  <a:cubicBezTo>
                    <a:pt x="12" y="14"/>
                    <a:pt x="12" y="13"/>
                    <a:pt x="12" y="13"/>
                  </a:cubicBezTo>
                  <a:cubicBezTo>
                    <a:pt x="12" y="12"/>
                    <a:pt x="12" y="12"/>
                    <a:pt x="12" y="11"/>
                  </a:cubicBezTo>
                  <a:cubicBezTo>
                    <a:pt x="12" y="11"/>
                    <a:pt x="12" y="10"/>
                    <a:pt x="12" y="10"/>
                  </a:cubicBezTo>
                  <a:cubicBezTo>
                    <a:pt x="12" y="10"/>
                    <a:pt x="13" y="10"/>
                    <a:pt x="13" y="10"/>
                  </a:cubicBezTo>
                  <a:cubicBezTo>
                    <a:pt x="13" y="9"/>
                    <a:pt x="13" y="8"/>
                    <a:pt x="13" y="8"/>
                  </a:cubicBezTo>
                  <a:cubicBezTo>
                    <a:pt x="14" y="8"/>
                    <a:pt x="14" y="8"/>
                    <a:pt x="15" y="8"/>
                  </a:cubicBezTo>
                  <a:cubicBezTo>
                    <a:pt x="15" y="7"/>
                    <a:pt x="15" y="7"/>
                    <a:pt x="15" y="6"/>
                  </a:cubicBezTo>
                  <a:cubicBezTo>
                    <a:pt x="14" y="6"/>
                    <a:pt x="14" y="6"/>
                    <a:pt x="13" y="6"/>
                  </a:cubicBezTo>
                  <a:cubicBezTo>
                    <a:pt x="13" y="6"/>
                    <a:pt x="12" y="6"/>
                    <a:pt x="12" y="6"/>
                  </a:cubicBezTo>
                  <a:cubicBezTo>
                    <a:pt x="12" y="7"/>
                    <a:pt x="12" y="7"/>
                    <a:pt x="12" y="8"/>
                  </a:cubicBezTo>
                  <a:cubicBezTo>
                    <a:pt x="11" y="8"/>
                    <a:pt x="10" y="8"/>
                    <a:pt x="10" y="8"/>
                  </a:cubicBezTo>
                  <a:cubicBezTo>
                    <a:pt x="9" y="8"/>
                    <a:pt x="9" y="8"/>
                    <a:pt x="8" y="8"/>
                  </a:cubicBezTo>
                  <a:cubicBezTo>
                    <a:pt x="8" y="7"/>
                    <a:pt x="8" y="7"/>
                    <a:pt x="8" y="6"/>
                  </a:cubicBezTo>
                  <a:cubicBezTo>
                    <a:pt x="8" y="6"/>
                    <a:pt x="8" y="5"/>
                    <a:pt x="8" y="5"/>
                  </a:cubicBezTo>
                  <a:cubicBezTo>
                    <a:pt x="8" y="4"/>
                    <a:pt x="8" y="4"/>
                    <a:pt x="8" y="3"/>
                  </a:cubicBezTo>
                  <a:cubicBezTo>
                    <a:pt x="8" y="3"/>
                    <a:pt x="7" y="3"/>
                    <a:pt x="7" y="3"/>
                  </a:cubicBezTo>
                  <a:cubicBezTo>
                    <a:pt x="7" y="2"/>
                    <a:pt x="7" y="2"/>
                    <a:pt x="7" y="1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5" y="1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1"/>
                    <a:pt x="2" y="3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6"/>
                    <a:pt x="0" y="6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50" name="Freeform 41041"/>
            <p:cNvSpPr>
              <a:spLocks/>
            </p:cNvSpPr>
            <p:nvPr/>
          </p:nvSpPr>
          <p:spPr bwMode="auto">
            <a:xfrm>
              <a:off x="3737" y="934"/>
              <a:ext cx="2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  <a:gd name="T4" fmla="*/ 0 60000 65536"/>
                <a:gd name="T5" fmla="*/ 0 60000 65536"/>
                <a:gd name="T6" fmla="*/ 0 60000 65536"/>
                <a:gd name="T7" fmla="*/ 0 60000 65536"/>
              </a:gdLst>
              <a:ahLst/>
              <a:cxnLst>
                <a:cxn ang="T4">
                  <a:pos x="T0" y="0"/>
                </a:cxn>
                <a:cxn ang="T5">
                  <a:pos x="T1" y="0"/>
                </a:cxn>
                <a:cxn ang="T6">
                  <a:pos x="T2" y="0"/>
                </a:cxn>
                <a:cxn ang="T7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51" name="Freeform 41042"/>
            <p:cNvSpPr>
              <a:spLocks/>
            </p:cNvSpPr>
            <p:nvPr/>
          </p:nvSpPr>
          <p:spPr bwMode="auto">
            <a:xfrm>
              <a:off x="3842" y="864"/>
              <a:ext cx="5" cy="5"/>
            </a:xfrm>
            <a:custGeom>
              <a:avLst/>
              <a:gdLst>
                <a:gd name="T0" fmla="*/ 0 w 3"/>
                <a:gd name="T1" fmla="*/ 5 h 3"/>
                <a:gd name="T2" fmla="*/ 3 w 3"/>
                <a:gd name="T3" fmla="*/ 5 h 3"/>
                <a:gd name="T4" fmla="*/ 5 w 3"/>
                <a:gd name="T5" fmla="*/ 5 h 3"/>
                <a:gd name="T6" fmla="*/ 5 w 3"/>
                <a:gd name="T7" fmla="*/ 3 h 3"/>
                <a:gd name="T8" fmla="*/ 3 w 3"/>
                <a:gd name="T9" fmla="*/ 3 h 3"/>
                <a:gd name="T10" fmla="*/ 3 w 3"/>
                <a:gd name="T11" fmla="*/ 0 h 3"/>
                <a:gd name="T12" fmla="*/ 0 w 3"/>
                <a:gd name="T13" fmla="*/ 0 h 3"/>
                <a:gd name="T14" fmla="*/ 0 w 3"/>
                <a:gd name="T15" fmla="*/ 3 h 3"/>
                <a:gd name="T16" fmla="*/ 0 w 3"/>
                <a:gd name="T17" fmla="*/ 5 h 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" h="3">
                  <a:moveTo>
                    <a:pt x="0" y="3"/>
                  </a:moveTo>
                  <a:cubicBezTo>
                    <a:pt x="1" y="3"/>
                    <a:pt x="1" y="3"/>
                    <a:pt x="2" y="3"/>
                  </a:cubicBezTo>
                  <a:cubicBezTo>
                    <a:pt x="2" y="3"/>
                    <a:pt x="3" y="3"/>
                    <a:pt x="3" y="3"/>
                  </a:cubicBezTo>
                  <a:cubicBezTo>
                    <a:pt x="3" y="3"/>
                    <a:pt x="3" y="2"/>
                    <a:pt x="3" y="2"/>
                  </a:cubicBezTo>
                  <a:cubicBezTo>
                    <a:pt x="3" y="2"/>
                    <a:pt x="2" y="2"/>
                    <a:pt x="2" y="2"/>
                  </a:cubicBezTo>
                  <a:cubicBezTo>
                    <a:pt x="2" y="1"/>
                    <a:pt x="2" y="1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0" y="2"/>
                    <a:pt x="0" y="3"/>
                    <a:pt x="0" y="3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52" name="Freeform 41043"/>
            <p:cNvSpPr>
              <a:spLocks/>
            </p:cNvSpPr>
            <p:nvPr/>
          </p:nvSpPr>
          <p:spPr bwMode="auto">
            <a:xfrm>
              <a:off x="4280" y="960"/>
              <a:ext cx="4" cy="1"/>
            </a:xfrm>
            <a:custGeom>
              <a:avLst/>
              <a:gdLst>
                <a:gd name="T0" fmla="*/ 4 w 2"/>
                <a:gd name="T1" fmla="*/ 1 h 1"/>
                <a:gd name="T2" fmla="*/ 4 w 2"/>
                <a:gd name="T3" fmla="*/ 0 h 1"/>
                <a:gd name="T4" fmla="*/ 0 w 2"/>
                <a:gd name="T5" fmla="*/ 0 h 1"/>
                <a:gd name="T6" fmla="*/ 0 w 2"/>
                <a:gd name="T7" fmla="*/ 1 h 1"/>
                <a:gd name="T8" fmla="*/ 4 w 2"/>
                <a:gd name="T9" fmla="*/ 1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1">
                  <a:moveTo>
                    <a:pt x="2" y="1"/>
                  </a:moveTo>
                  <a:cubicBezTo>
                    <a:pt x="2" y="1"/>
                    <a:pt x="2" y="0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1" y="1"/>
                    <a:pt x="1" y="1"/>
                    <a:pt x="2" y="1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53" name="Freeform 41044"/>
            <p:cNvSpPr>
              <a:spLocks noEditPoints="1"/>
            </p:cNvSpPr>
            <p:nvPr/>
          </p:nvSpPr>
          <p:spPr bwMode="auto">
            <a:xfrm>
              <a:off x="3648" y="1243"/>
              <a:ext cx="136" cy="260"/>
            </a:xfrm>
            <a:custGeom>
              <a:avLst/>
              <a:gdLst>
                <a:gd name="T0" fmla="*/ 136 w 78"/>
                <a:gd name="T1" fmla="*/ 253 h 149"/>
                <a:gd name="T2" fmla="*/ 136 w 78"/>
                <a:gd name="T3" fmla="*/ 244 h 149"/>
                <a:gd name="T4" fmla="*/ 134 w 78"/>
                <a:gd name="T5" fmla="*/ 239 h 149"/>
                <a:gd name="T6" fmla="*/ 134 w 78"/>
                <a:gd name="T7" fmla="*/ 230 h 149"/>
                <a:gd name="T8" fmla="*/ 134 w 78"/>
                <a:gd name="T9" fmla="*/ 222 h 149"/>
                <a:gd name="T10" fmla="*/ 134 w 78"/>
                <a:gd name="T11" fmla="*/ 213 h 149"/>
                <a:gd name="T12" fmla="*/ 134 w 78"/>
                <a:gd name="T13" fmla="*/ 211 h 149"/>
                <a:gd name="T14" fmla="*/ 134 w 78"/>
                <a:gd name="T15" fmla="*/ 202 h 149"/>
                <a:gd name="T16" fmla="*/ 131 w 78"/>
                <a:gd name="T17" fmla="*/ 197 h 149"/>
                <a:gd name="T18" fmla="*/ 134 w 78"/>
                <a:gd name="T19" fmla="*/ 190 h 149"/>
                <a:gd name="T20" fmla="*/ 131 w 78"/>
                <a:gd name="T21" fmla="*/ 185 h 149"/>
                <a:gd name="T22" fmla="*/ 131 w 78"/>
                <a:gd name="T23" fmla="*/ 176 h 149"/>
                <a:gd name="T24" fmla="*/ 126 w 78"/>
                <a:gd name="T25" fmla="*/ 174 h 149"/>
                <a:gd name="T26" fmla="*/ 124 w 78"/>
                <a:gd name="T27" fmla="*/ 168 h 149"/>
                <a:gd name="T28" fmla="*/ 117 w 78"/>
                <a:gd name="T29" fmla="*/ 166 h 149"/>
                <a:gd name="T30" fmla="*/ 110 w 78"/>
                <a:gd name="T31" fmla="*/ 166 h 149"/>
                <a:gd name="T32" fmla="*/ 106 w 78"/>
                <a:gd name="T33" fmla="*/ 161 h 149"/>
                <a:gd name="T34" fmla="*/ 103 w 78"/>
                <a:gd name="T35" fmla="*/ 155 h 149"/>
                <a:gd name="T36" fmla="*/ 101 w 78"/>
                <a:gd name="T37" fmla="*/ 148 h 149"/>
                <a:gd name="T38" fmla="*/ 98 w 78"/>
                <a:gd name="T39" fmla="*/ 143 h 149"/>
                <a:gd name="T40" fmla="*/ 96 w 78"/>
                <a:gd name="T41" fmla="*/ 138 h 149"/>
                <a:gd name="T42" fmla="*/ 92 w 78"/>
                <a:gd name="T43" fmla="*/ 133 h 149"/>
                <a:gd name="T44" fmla="*/ 91 w 78"/>
                <a:gd name="T45" fmla="*/ 126 h 149"/>
                <a:gd name="T46" fmla="*/ 87 w 78"/>
                <a:gd name="T47" fmla="*/ 120 h 149"/>
                <a:gd name="T48" fmla="*/ 82 w 78"/>
                <a:gd name="T49" fmla="*/ 117 h 149"/>
                <a:gd name="T50" fmla="*/ 78 w 78"/>
                <a:gd name="T51" fmla="*/ 112 h 149"/>
                <a:gd name="T52" fmla="*/ 82 w 78"/>
                <a:gd name="T53" fmla="*/ 106 h 149"/>
                <a:gd name="T54" fmla="*/ 82 w 78"/>
                <a:gd name="T55" fmla="*/ 98 h 149"/>
                <a:gd name="T56" fmla="*/ 82 w 78"/>
                <a:gd name="T57" fmla="*/ 89 h 149"/>
                <a:gd name="T58" fmla="*/ 85 w 78"/>
                <a:gd name="T59" fmla="*/ 84 h 149"/>
                <a:gd name="T60" fmla="*/ 91 w 78"/>
                <a:gd name="T61" fmla="*/ 80 h 149"/>
                <a:gd name="T62" fmla="*/ 92 w 78"/>
                <a:gd name="T63" fmla="*/ 75 h 149"/>
                <a:gd name="T64" fmla="*/ 96 w 78"/>
                <a:gd name="T65" fmla="*/ 70 h 149"/>
                <a:gd name="T66" fmla="*/ 96 w 78"/>
                <a:gd name="T67" fmla="*/ 61 h 149"/>
                <a:gd name="T68" fmla="*/ 96 w 78"/>
                <a:gd name="T69" fmla="*/ 52 h 149"/>
                <a:gd name="T70" fmla="*/ 92 w 78"/>
                <a:gd name="T71" fmla="*/ 47 h 149"/>
                <a:gd name="T72" fmla="*/ 87 w 78"/>
                <a:gd name="T73" fmla="*/ 51 h 149"/>
                <a:gd name="T74" fmla="*/ 85 w 78"/>
                <a:gd name="T75" fmla="*/ 56 h 149"/>
                <a:gd name="T76" fmla="*/ 78 w 78"/>
                <a:gd name="T77" fmla="*/ 52 h 149"/>
                <a:gd name="T78" fmla="*/ 73 w 78"/>
                <a:gd name="T79" fmla="*/ 51 h 149"/>
                <a:gd name="T80" fmla="*/ 68 w 78"/>
                <a:gd name="T81" fmla="*/ 47 h 149"/>
                <a:gd name="T82" fmla="*/ 66 w 78"/>
                <a:gd name="T83" fmla="*/ 42 h 149"/>
                <a:gd name="T84" fmla="*/ 63 w 78"/>
                <a:gd name="T85" fmla="*/ 37 h 149"/>
                <a:gd name="T86" fmla="*/ 59 w 78"/>
                <a:gd name="T87" fmla="*/ 30 h 149"/>
                <a:gd name="T88" fmla="*/ 54 w 78"/>
                <a:gd name="T89" fmla="*/ 28 h 149"/>
                <a:gd name="T90" fmla="*/ 49 w 78"/>
                <a:gd name="T91" fmla="*/ 24 h 149"/>
                <a:gd name="T92" fmla="*/ 44 w 78"/>
                <a:gd name="T93" fmla="*/ 23 h 149"/>
                <a:gd name="T94" fmla="*/ 38 w 78"/>
                <a:gd name="T95" fmla="*/ 19 h 149"/>
                <a:gd name="T96" fmla="*/ 35 w 78"/>
                <a:gd name="T97" fmla="*/ 14 h 149"/>
                <a:gd name="T98" fmla="*/ 30 w 78"/>
                <a:gd name="T99" fmla="*/ 10 h 149"/>
                <a:gd name="T100" fmla="*/ 28 w 78"/>
                <a:gd name="T101" fmla="*/ 10 h 149"/>
                <a:gd name="T102" fmla="*/ 19 w 78"/>
                <a:gd name="T103" fmla="*/ 10 h 149"/>
                <a:gd name="T104" fmla="*/ 14 w 78"/>
                <a:gd name="T105" fmla="*/ 9 h 149"/>
                <a:gd name="T106" fmla="*/ 9 w 78"/>
                <a:gd name="T107" fmla="*/ 5 h 149"/>
                <a:gd name="T108" fmla="*/ 3 w 78"/>
                <a:gd name="T109" fmla="*/ 2 h 149"/>
                <a:gd name="T110" fmla="*/ 0 w 78"/>
                <a:gd name="T111" fmla="*/ 0 h 149"/>
                <a:gd name="T112" fmla="*/ 136 w 78"/>
                <a:gd name="T113" fmla="*/ 258 h 149"/>
                <a:gd name="T114" fmla="*/ 38 w 78"/>
                <a:gd name="T115" fmla="*/ 96 h 149"/>
                <a:gd name="T116" fmla="*/ 35 w 78"/>
                <a:gd name="T117" fmla="*/ 89 h 149"/>
                <a:gd name="T118" fmla="*/ 42 w 78"/>
                <a:gd name="T119" fmla="*/ 92 h 149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78" h="149">
                  <a:moveTo>
                    <a:pt x="78" y="148"/>
                  </a:moveTo>
                  <a:cubicBezTo>
                    <a:pt x="78" y="148"/>
                    <a:pt x="78" y="147"/>
                    <a:pt x="78" y="147"/>
                  </a:cubicBezTo>
                  <a:cubicBezTo>
                    <a:pt x="78" y="146"/>
                    <a:pt x="78" y="145"/>
                    <a:pt x="78" y="145"/>
                  </a:cubicBezTo>
                  <a:cubicBezTo>
                    <a:pt x="78" y="144"/>
                    <a:pt x="78" y="144"/>
                    <a:pt x="78" y="143"/>
                  </a:cubicBezTo>
                  <a:cubicBezTo>
                    <a:pt x="78" y="143"/>
                    <a:pt x="78" y="142"/>
                    <a:pt x="78" y="142"/>
                  </a:cubicBezTo>
                  <a:cubicBezTo>
                    <a:pt x="78" y="141"/>
                    <a:pt x="78" y="141"/>
                    <a:pt x="78" y="140"/>
                  </a:cubicBezTo>
                  <a:cubicBezTo>
                    <a:pt x="78" y="139"/>
                    <a:pt x="78" y="139"/>
                    <a:pt x="78" y="138"/>
                  </a:cubicBezTo>
                  <a:cubicBezTo>
                    <a:pt x="78" y="138"/>
                    <a:pt x="77" y="138"/>
                    <a:pt x="77" y="138"/>
                  </a:cubicBezTo>
                  <a:cubicBezTo>
                    <a:pt x="77" y="138"/>
                    <a:pt x="77" y="137"/>
                    <a:pt x="77" y="137"/>
                  </a:cubicBezTo>
                  <a:cubicBezTo>
                    <a:pt x="77" y="136"/>
                    <a:pt x="77" y="136"/>
                    <a:pt x="77" y="135"/>
                  </a:cubicBezTo>
                  <a:cubicBezTo>
                    <a:pt x="77" y="135"/>
                    <a:pt x="77" y="134"/>
                    <a:pt x="77" y="134"/>
                  </a:cubicBezTo>
                  <a:cubicBezTo>
                    <a:pt x="77" y="133"/>
                    <a:pt x="77" y="133"/>
                    <a:pt x="77" y="132"/>
                  </a:cubicBezTo>
                  <a:cubicBezTo>
                    <a:pt x="77" y="131"/>
                    <a:pt x="77" y="131"/>
                    <a:pt x="77" y="130"/>
                  </a:cubicBezTo>
                  <a:cubicBezTo>
                    <a:pt x="77" y="130"/>
                    <a:pt x="77" y="129"/>
                    <a:pt x="77" y="129"/>
                  </a:cubicBezTo>
                  <a:cubicBezTo>
                    <a:pt x="77" y="128"/>
                    <a:pt x="77" y="128"/>
                    <a:pt x="77" y="127"/>
                  </a:cubicBezTo>
                  <a:cubicBezTo>
                    <a:pt x="77" y="127"/>
                    <a:pt x="77" y="126"/>
                    <a:pt x="77" y="125"/>
                  </a:cubicBezTo>
                  <a:cubicBezTo>
                    <a:pt x="77" y="125"/>
                    <a:pt x="77" y="124"/>
                    <a:pt x="77" y="124"/>
                  </a:cubicBezTo>
                  <a:cubicBezTo>
                    <a:pt x="77" y="123"/>
                    <a:pt x="77" y="123"/>
                    <a:pt x="77" y="122"/>
                  </a:cubicBezTo>
                  <a:cubicBezTo>
                    <a:pt x="76" y="122"/>
                    <a:pt x="76" y="122"/>
                    <a:pt x="75" y="122"/>
                  </a:cubicBezTo>
                  <a:cubicBezTo>
                    <a:pt x="75" y="122"/>
                    <a:pt x="75" y="121"/>
                    <a:pt x="75" y="121"/>
                  </a:cubicBezTo>
                  <a:cubicBezTo>
                    <a:pt x="76" y="121"/>
                    <a:pt x="76" y="121"/>
                    <a:pt x="77" y="121"/>
                  </a:cubicBezTo>
                  <a:cubicBezTo>
                    <a:pt x="77" y="120"/>
                    <a:pt x="77" y="120"/>
                    <a:pt x="77" y="119"/>
                  </a:cubicBezTo>
                  <a:cubicBezTo>
                    <a:pt x="77" y="119"/>
                    <a:pt x="77" y="118"/>
                    <a:pt x="77" y="118"/>
                  </a:cubicBezTo>
                  <a:cubicBezTo>
                    <a:pt x="77" y="117"/>
                    <a:pt x="77" y="116"/>
                    <a:pt x="77" y="116"/>
                  </a:cubicBezTo>
                  <a:cubicBezTo>
                    <a:pt x="76" y="116"/>
                    <a:pt x="76" y="116"/>
                    <a:pt x="75" y="116"/>
                  </a:cubicBezTo>
                  <a:cubicBezTo>
                    <a:pt x="75" y="115"/>
                    <a:pt x="75" y="115"/>
                    <a:pt x="75" y="114"/>
                  </a:cubicBezTo>
                  <a:cubicBezTo>
                    <a:pt x="75" y="114"/>
                    <a:pt x="75" y="113"/>
                    <a:pt x="75" y="113"/>
                  </a:cubicBezTo>
                  <a:cubicBezTo>
                    <a:pt x="76" y="113"/>
                    <a:pt x="76" y="113"/>
                    <a:pt x="77" y="113"/>
                  </a:cubicBezTo>
                  <a:cubicBezTo>
                    <a:pt x="77" y="112"/>
                    <a:pt x="77" y="112"/>
                    <a:pt x="77" y="111"/>
                  </a:cubicBezTo>
                  <a:cubicBezTo>
                    <a:pt x="77" y="110"/>
                    <a:pt x="77" y="110"/>
                    <a:pt x="77" y="109"/>
                  </a:cubicBezTo>
                  <a:cubicBezTo>
                    <a:pt x="76" y="109"/>
                    <a:pt x="76" y="109"/>
                    <a:pt x="75" y="109"/>
                  </a:cubicBezTo>
                  <a:cubicBezTo>
                    <a:pt x="75" y="109"/>
                    <a:pt x="75" y="108"/>
                    <a:pt x="75" y="108"/>
                  </a:cubicBezTo>
                  <a:cubicBezTo>
                    <a:pt x="75" y="107"/>
                    <a:pt x="75" y="107"/>
                    <a:pt x="75" y="106"/>
                  </a:cubicBezTo>
                  <a:cubicBezTo>
                    <a:pt x="75" y="106"/>
                    <a:pt x="75" y="105"/>
                    <a:pt x="75" y="105"/>
                  </a:cubicBezTo>
                  <a:cubicBezTo>
                    <a:pt x="75" y="104"/>
                    <a:pt x="75" y="104"/>
                    <a:pt x="75" y="103"/>
                  </a:cubicBezTo>
                  <a:cubicBezTo>
                    <a:pt x="75" y="102"/>
                    <a:pt x="75" y="102"/>
                    <a:pt x="75" y="101"/>
                  </a:cubicBezTo>
                  <a:cubicBezTo>
                    <a:pt x="75" y="101"/>
                    <a:pt x="74" y="101"/>
                    <a:pt x="74" y="101"/>
                  </a:cubicBezTo>
                  <a:cubicBezTo>
                    <a:pt x="74" y="101"/>
                    <a:pt x="74" y="100"/>
                    <a:pt x="74" y="100"/>
                  </a:cubicBezTo>
                  <a:cubicBezTo>
                    <a:pt x="73" y="100"/>
                    <a:pt x="73" y="100"/>
                    <a:pt x="72" y="100"/>
                  </a:cubicBezTo>
                  <a:cubicBezTo>
                    <a:pt x="72" y="99"/>
                    <a:pt x="72" y="99"/>
                    <a:pt x="72" y="98"/>
                  </a:cubicBezTo>
                  <a:cubicBezTo>
                    <a:pt x="72" y="98"/>
                    <a:pt x="71" y="98"/>
                    <a:pt x="71" y="98"/>
                  </a:cubicBezTo>
                  <a:cubicBezTo>
                    <a:pt x="71" y="98"/>
                    <a:pt x="71" y="97"/>
                    <a:pt x="71" y="96"/>
                  </a:cubicBezTo>
                  <a:cubicBezTo>
                    <a:pt x="70" y="96"/>
                    <a:pt x="69" y="96"/>
                    <a:pt x="69" y="96"/>
                  </a:cubicBezTo>
                  <a:cubicBezTo>
                    <a:pt x="68" y="96"/>
                    <a:pt x="68" y="96"/>
                    <a:pt x="67" y="96"/>
                  </a:cubicBezTo>
                  <a:cubicBezTo>
                    <a:pt x="67" y="96"/>
                    <a:pt x="67" y="95"/>
                    <a:pt x="67" y="95"/>
                  </a:cubicBezTo>
                  <a:cubicBezTo>
                    <a:pt x="67" y="95"/>
                    <a:pt x="66" y="95"/>
                    <a:pt x="66" y="95"/>
                  </a:cubicBezTo>
                  <a:cubicBezTo>
                    <a:pt x="65" y="95"/>
                    <a:pt x="65" y="95"/>
                    <a:pt x="64" y="95"/>
                  </a:cubicBezTo>
                  <a:cubicBezTo>
                    <a:pt x="64" y="95"/>
                    <a:pt x="63" y="95"/>
                    <a:pt x="63" y="95"/>
                  </a:cubicBezTo>
                  <a:cubicBezTo>
                    <a:pt x="63" y="94"/>
                    <a:pt x="63" y="94"/>
                    <a:pt x="63" y="93"/>
                  </a:cubicBezTo>
                  <a:cubicBezTo>
                    <a:pt x="62" y="93"/>
                    <a:pt x="62" y="93"/>
                    <a:pt x="61" y="93"/>
                  </a:cubicBezTo>
                  <a:cubicBezTo>
                    <a:pt x="61" y="93"/>
                    <a:pt x="61" y="92"/>
                    <a:pt x="61" y="92"/>
                  </a:cubicBezTo>
                  <a:cubicBezTo>
                    <a:pt x="61" y="91"/>
                    <a:pt x="61" y="91"/>
                    <a:pt x="61" y="90"/>
                  </a:cubicBezTo>
                  <a:cubicBezTo>
                    <a:pt x="61" y="90"/>
                    <a:pt x="60" y="90"/>
                    <a:pt x="59" y="90"/>
                  </a:cubicBezTo>
                  <a:cubicBezTo>
                    <a:pt x="59" y="90"/>
                    <a:pt x="59" y="89"/>
                    <a:pt x="59" y="89"/>
                  </a:cubicBezTo>
                  <a:cubicBezTo>
                    <a:pt x="59" y="89"/>
                    <a:pt x="58" y="89"/>
                    <a:pt x="58" y="89"/>
                  </a:cubicBezTo>
                  <a:cubicBezTo>
                    <a:pt x="58" y="88"/>
                    <a:pt x="58" y="87"/>
                    <a:pt x="58" y="87"/>
                  </a:cubicBezTo>
                  <a:cubicBezTo>
                    <a:pt x="58" y="86"/>
                    <a:pt x="58" y="86"/>
                    <a:pt x="58" y="85"/>
                  </a:cubicBezTo>
                  <a:cubicBezTo>
                    <a:pt x="58" y="85"/>
                    <a:pt x="58" y="84"/>
                    <a:pt x="58" y="84"/>
                  </a:cubicBezTo>
                  <a:cubicBezTo>
                    <a:pt x="57" y="84"/>
                    <a:pt x="57" y="84"/>
                    <a:pt x="56" y="84"/>
                  </a:cubicBezTo>
                  <a:cubicBezTo>
                    <a:pt x="56" y="83"/>
                    <a:pt x="56" y="82"/>
                    <a:pt x="56" y="82"/>
                  </a:cubicBezTo>
                  <a:cubicBezTo>
                    <a:pt x="56" y="82"/>
                    <a:pt x="55" y="82"/>
                    <a:pt x="55" y="82"/>
                  </a:cubicBezTo>
                  <a:cubicBezTo>
                    <a:pt x="55" y="81"/>
                    <a:pt x="55" y="81"/>
                    <a:pt x="55" y="80"/>
                  </a:cubicBezTo>
                  <a:cubicBezTo>
                    <a:pt x="55" y="80"/>
                    <a:pt x="55" y="79"/>
                    <a:pt x="55" y="79"/>
                  </a:cubicBezTo>
                  <a:cubicBezTo>
                    <a:pt x="54" y="79"/>
                    <a:pt x="54" y="79"/>
                    <a:pt x="53" y="79"/>
                  </a:cubicBezTo>
                  <a:cubicBezTo>
                    <a:pt x="53" y="78"/>
                    <a:pt x="53" y="78"/>
                    <a:pt x="53" y="77"/>
                  </a:cubicBezTo>
                  <a:cubicBezTo>
                    <a:pt x="53" y="77"/>
                    <a:pt x="53" y="76"/>
                    <a:pt x="53" y="76"/>
                  </a:cubicBezTo>
                  <a:cubicBezTo>
                    <a:pt x="53" y="76"/>
                    <a:pt x="52" y="76"/>
                    <a:pt x="52" y="76"/>
                  </a:cubicBezTo>
                  <a:cubicBezTo>
                    <a:pt x="52" y="75"/>
                    <a:pt x="52" y="75"/>
                    <a:pt x="52" y="74"/>
                  </a:cubicBezTo>
                  <a:cubicBezTo>
                    <a:pt x="52" y="73"/>
                    <a:pt x="52" y="73"/>
                    <a:pt x="52" y="72"/>
                  </a:cubicBezTo>
                  <a:cubicBezTo>
                    <a:pt x="51" y="72"/>
                    <a:pt x="51" y="72"/>
                    <a:pt x="50" y="72"/>
                  </a:cubicBezTo>
                  <a:cubicBezTo>
                    <a:pt x="50" y="72"/>
                    <a:pt x="50" y="71"/>
                    <a:pt x="50" y="71"/>
                  </a:cubicBezTo>
                  <a:cubicBezTo>
                    <a:pt x="50" y="70"/>
                    <a:pt x="50" y="70"/>
                    <a:pt x="50" y="69"/>
                  </a:cubicBezTo>
                  <a:cubicBezTo>
                    <a:pt x="50" y="69"/>
                    <a:pt x="49" y="69"/>
                    <a:pt x="49" y="69"/>
                  </a:cubicBezTo>
                  <a:cubicBezTo>
                    <a:pt x="48" y="69"/>
                    <a:pt x="48" y="69"/>
                    <a:pt x="47" y="69"/>
                  </a:cubicBezTo>
                  <a:cubicBezTo>
                    <a:pt x="47" y="69"/>
                    <a:pt x="47" y="68"/>
                    <a:pt x="47" y="67"/>
                  </a:cubicBezTo>
                  <a:cubicBezTo>
                    <a:pt x="47" y="67"/>
                    <a:pt x="47" y="66"/>
                    <a:pt x="47" y="66"/>
                  </a:cubicBezTo>
                  <a:cubicBezTo>
                    <a:pt x="46" y="66"/>
                    <a:pt x="46" y="66"/>
                    <a:pt x="45" y="66"/>
                  </a:cubicBezTo>
                  <a:cubicBezTo>
                    <a:pt x="45" y="65"/>
                    <a:pt x="45" y="65"/>
                    <a:pt x="45" y="64"/>
                  </a:cubicBezTo>
                  <a:cubicBezTo>
                    <a:pt x="45" y="64"/>
                    <a:pt x="45" y="63"/>
                    <a:pt x="45" y="63"/>
                  </a:cubicBezTo>
                  <a:cubicBezTo>
                    <a:pt x="45" y="62"/>
                    <a:pt x="45" y="62"/>
                    <a:pt x="45" y="61"/>
                  </a:cubicBezTo>
                  <a:cubicBezTo>
                    <a:pt x="46" y="61"/>
                    <a:pt x="46" y="61"/>
                    <a:pt x="47" y="61"/>
                  </a:cubicBezTo>
                  <a:cubicBezTo>
                    <a:pt x="47" y="60"/>
                    <a:pt x="47" y="60"/>
                    <a:pt x="47" y="59"/>
                  </a:cubicBezTo>
                  <a:cubicBezTo>
                    <a:pt x="47" y="59"/>
                    <a:pt x="47" y="58"/>
                    <a:pt x="47" y="58"/>
                  </a:cubicBezTo>
                  <a:cubicBezTo>
                    <a:pt x="47" y="57"/>
                    <a:pt x="47" y="57"/>
                    <a:pt x="47" y="56"/>
                  </a:cubicBezTo>
                  <a:cubicBezTo>
                    <a:pt x="47" y="56"/>
                    <a:pt x="47" y="55"/>
                    <a:pt x="47" y="55"/>
                  </a:cubicBezTo>
                  <a:cubicBezTo>
                    <a:pt x="47" y="54"/>
                    <a:pt x="47" y="53"/>
                    <a:pt x="47" y="53"/>
                  </a:cubicBezTo>
                  <a:cubicBezTo>
                    <a:pt x="47" y="52"/>
                    <a:pt x="47" y="52"/>
                    <a:pt x="47" y="51"/>
                  </a:cubicBezTo>
                  <a:cubicBezTo>
                    <a:pt x="47" y="51"/>
                    <a:pt x="47" y="50"/>
                    <a:pt x="47" y="50"/>
                  </a:cubicBezTo>
                  <a:cubicBezTo>
                    <a:pt x="48" y="50"/>
                    <a:pt x="48" y="50"/>
                    <a:pt x="49" y="50"/>
                  </a:cubicBezTo>
                  <a:cubicBezTo>
                    <a:pt x="49" y="49"/>
                    <a:pt x="49" y="49"/>
                    <a:pt x="49" y="48"/>
                  </a:cubicBezTo>
                  <a:cubicBezTo>
                    <a:pt x="49" y="48"/>
                    <a:pt x="50" y="48"/>
                    <a:pt x="50" y="48"/>
                  </a:cubicBezTo>
                  <a:cubicBezTo>
                    <a:pt x="50" y="48"/>
                    <a:pt x="50" y="47"/>
                    <a:pt x="50" y="46"/>
                  </a:cubicBezTo>
                  <a:cubicBezTo>
                    <a:pt x="51" y="46"/>
                    <a:pt x="51" y="46"/>
                    <a:pt x="52" y="46"/>
                  </a:cubicBezTo>
                  <a:cubicBezTo>
                    <a:pt x="52" y="46"/>
                    <a:pt x="52" y="45"/>
                    <a:pt x="52" y="45"/>
                  </a:cubicBezTo>
                  <a:cubicBezTo>
                    <a:pt x="52" y="45"/>
                    <a:pt x="53" y="45"/>
                    <a:pt x="53" y="45"/>
                  </a:cubicBezTo>
                  <a:cubicBezTo>
                    <a:pt x="53" y="44"/>
                    <a:pt x="53" y="44"/>
                    <a:pt x="53" y="43"/>
                  </a:cubicBezTo>
                  <a:cubicBezTo>
                    <a:pt x="54" y="43"/>
                    <a:pt x="54" y="43"/>
                    <a:pt x="55" y="43"/>
                  </a:cubicBezTo>
                  <a:cubicBezTo>
                    <a:pt x="55" y="43"/>
                    <a:pt x="55" y="42"/>
                    <a:pt x="55" y="42"/>
                  </a:cubicBezTo>
                  <a:cubicBezTo>
                    <a:pt x="55" y="41"/>
                    <a:pt x="55" y="41"/>
                    <a:pt x="55" y="40"/>
                  </a:cubicBezTo>
                  <a:cubicBezTo>
                    <a:pt x="55" y="40"/>
                    <a:pt x="55" y="39"/>
                    <a:pt x="55" y="38"/>
                  </a:cubicBezTo>
                  <a:cubicBezTo>
                    <a:pt x="55" y="38"/>
                    <a:pt x="55" y="37"/>
                    <a:pt x="55" y="37"/>
                  </a:cubicBezTo>
                  <a:cubicBezTo>
                    <a:pt x="55" y="36"/>
                    <a:pt x="55" y="36"/>
                    <a:pt x="55" y="35"/>
                  </a:cubicBezTo>
                  <a:cubicBezTo>
                    <a:pt x="55" y="35"/>
                    <a:pt x="55" y="34"/>
                    <a:pt x="55" y="34"/>
                  </a:cubicBezTo>
                  <a:cubicBezTo>
                    <a:pt x="55" y="33"/>
                    <a:pt x="55" y="32"/>
                    <a:pt x="55" y="32"/>
                  </a:cubicBezTo>
                  <a:cubicBezTo>
                    <a:pt x="55" y="31"/>
                    <a:pt x="55" y="31"/>
                    <a:pt x="55" y="30"/>
                  </a:cubicBezTo>
                  <a:cubicBezTo>
                    <a:pt x="55" y="30"/>
                    <a:pt x="55" y="29"/>
                    <a:pt x="55" y="29"/>
                  </a:cubicBezTo>
                  <a:cubicBezTo>
                    <a:pt x="54" y="29"/>
                    <a:pt x="54" y="29"/>
                    <a:pt x="53" y="29"/>
                  </a:cubicBezTo>
                  <a:cubicBezTo>
                    <a:pt x="53" y="28"/>
                    <a:pt x="53" y="28"/>
                    <a:pt x="53" y="27"/>
                  </a:cubicBezTo>
                  <a:cubicBezTo>
                    <a:pt x="53" y="27"/>
                    <a:pt x="52" y="27"/>
                    <a:pt x="52" y="27"/>
                  </a:cubicBezTo>
                  <a:cubicBezTo>
                    <a:pt x="51" y="27"/>
                    <a:pt x="51" y="27"/>
                    <a:pt x="50" y="27"/>
                  </a:cubicBezTo>
                  <a:cubicBezTo>
                    <a:pt x="50" y="28"/>
                    <a:pt x="50" y="28"/>
                    <a:pt x="50" y="29"/>
                  </a:cubicBezTo>
                  <a:cubicBezTo>
                    <a:pt x="50" y="29"/>
                    <a:pt x="50" y="30"/>
                    <a:pt x="50" y="30"/>
                  </a:cubicBezTo>
                  <a:cubicBezTo>
                    <a:pt x="50" y="30"/>
                    <a:pt x="49" y="30"/>
                    <a:pt x="49" y="30"/>
                  </a:cubicBezTo>
                  <a:cubicBezTo>
                    <a:pt x="49" y="31"/>
                    <a:pt x="49" y="31"/>
                    <a:pt x="49" y="32"/>
                  </a:cubicBezTo>
                  <a:cubicBezTo>
                    <a:pt x="48" y="32"/>
                    <a:pt x="48" y="32"/>
                    <a:pt x="47" y="32"/>
                  </a:cubicBezTo>
                  <a:cubicBezTo>
                    <a:pt x="47" y="31"/>
                    <a:pt x="47" y="31"/>
                    <a:pt x="47" y="30"/>
                  </a:cubicBezTo>
                  <a:cubicBezTo>
                    <a:pt x="46" y="30"/>
                    <a:pt x="46" y="30"/>
                    <a:pt x="45" y="30"/>
                  </a:cubicBezTo>
                  <a:cubicBezTo>
                    <a:pt x="45" y="30"/>
                    <a:pt x="45" y="29"/>
                    <a:pt x="45" y="29"/>
                  </a:cubicBezTo>
                  <a:cubicBezTo>
                    <a:pt x="45" y="29"/>
                    <a:pt x="44" y="29"/>
                    <a:pt x="44" y="29"/>
                  </a:cubicBezTo>
                  <a:cubicBezTo>
                    <a:pt x="43" y="29"/>
                    <a:pt x="43" y="29"/>
                    <a:pt x="42" y="29"/>
                  </a:cubicBezTo>
                  <a:cubicBezTo>
                    <a:pt x="42" y="29"/>
                    <a:pt x="41" y="29"/>
                    <a:pt x="41" y="29"/>
                  </a:cubicBezTo>
                  <a:cubicBezTo>
                    <a:pt x="41" y="28"/>
                    <a:pt x="41" y="28"/>
                    <a:pt x="41" y="27"/>
                  </a:cubicBezTo>
                  <a:cubicBezTo>
                    <a:pt x="40" y="27"/>
                    <a:pt x="40" y="27"/>
                    <a:pt x="39" y="27"/>
                  </a:cubicBezTo>
                  <a:cubicBezTo>
                    <a:pt x="39" y="27"/>
                    <a:pt x="39" y="26"/>
                    <a:pt x="39" y="26"/>
                  </a:cubicBezTo>
                  <a:cubicBezTo>
                    <a:pt x="39" y="26"/>
                    <a:pt x="38" y="26"/>
                    <a:pt x="38" y="26"/>
                  </a:cubicBezTo>
                  <a:cubicBezTo>
                    <a:pt x="38" y="25"/>
                    <a:pt x="38" y="24"/>
                    <a:pt x="38" y="24"/>
                  </a:cubicBezTo>
                  <a:cubicBezTo>
                    <a:pt x="37" y="24"/>
                    <a:pt x="37" y="24"/>
                    <a:pt x="36" y="24"/>
                  </a:cubicBezTo>
                  <a:cubicBezTo>
                    <a:pt x="36" y="23"/>
                    <a:pt x="36" y="23"/>
                    <a:pt x="36" y="22"/>
                  </a:cubicBezTo>
                  <a:cubicBezTo>
                    <a:pt x="36" y="22"/>
                    <a:pt x="36" y="21"/>
                    <a:pt x="36" y="21"/>
                  </a:cubicBezTo>
                  <a:cubicBezTo>
                    <a:pt x="36" y="20"/>
                    <a:pt x="36" y="20"/>
                    <a:pt x="36" y="19"/>
                  </a:cubicBezTo>
                  <a:cubicBezTo>
                    <a:pt x="35" y="19"/>
                    <a:pt x="35" y="19"/>
                    <a:pt x="34" y="19"/>
                  </a:cubicBezTo>
                  <a:cubicBezTo>
                    <a:pt x="34" y="19"/>
                    <a:pt x="34" y="18"/>
                    <a:pt x="34" y="17"/>
                  </a:cubicBezTo>
                  <a:cubicBezTo>
                    <a:pt x="34" y="17"/>
                    <a:pt x="33" y="17"/>
                    <a:pt x="33" y="17"/>
                  </a:cubicBezTo>
                  <a:cubicBezTo>
                    <a:pt x="33" y="17"/>
                    <a:pt x="33" y="16"/>
                    <a:pt x="33" y="16"/>
                  </a:cubicBezTo>
                  <a:cubicBezTo>
                    <a:pt x="32" y="16"/>
                    <a:pt x="32" y="16"/>
                    <a:pt x="31" y="16"/>
                  </a:cubicBezTo>
                  <a:cubicBezTo>
                    <a:pt x="31" y="15"/>
                    <a:pt x="31" y="15"/>
                    <a:pt x="31" y="14"/>
                  </a:cubicBezTo>
                  <a:cubicBezTo>
                    <a:pt x="31" y="14"/>
                    <a:pt x="30" y="14"/>
                    <a:pt x="30" y="14"/>
                  </a:cubicBezTo>
                  <a:cubicBezTo>
                    <a:pt x="29" y="14"/>
                    <a:pt x="29" y="14"/>
                    <a:pt x="28" y="14"/>
                  </a:cubicBezTo>
                  <a:cubicBezTo>
                    <a:pt x="28" y="14"/>
                    <a:pt x="28" y="13"/>
                    <a:pt x="28" y="13"/>
                  </a:cubicBezTo>
                  <a:cubicBezTo>
                    <a:pt x="28" y="13"/>
                    <a:pt x="27" y="13"/>
                    <a:pt x="27" y="13"/>
                  </a:cubicBezTo>
                  <a:cubicBezTo>
                    <a:pt x="26" y="13"/>
                    <a:pt x="26" y="13"/>
                    <a:pt x="25" y="13"/>
                  </a:cubicBezTo>
                  <a:cubicBezTo>
                    <a:pt x="25" y="13"/>
                    <a:pt x="24" y="13"/>
                    <a:pt x="24" y="13"/>
                  </a:cubicBezTo>
                  <a:cubicBezTo>
                    <a:pt x="23" y="13"/>
                    <a:pt x="22" y="13"/>
                    <a:pt x="22" y="13"/>
                  </a:cubicBezTo>
                  <a:cubicBezTo>
                    <a:pt x="22" y="12"/>
                    <a:pt x="22" y="12"/>
                    <a:pt x="22" y="11"/>
                  </a:cubicBezTo>
                  <a:cubicBezTo>
                    <a:pt x="22" y="11"/>
                    <a:pt x="22" y="10"/>
                    <a:pt x="22" y="9"/>
                  </a:cubicBezTo>
                  <a:cubicBezTo>
                    <a:pt x="21" y="9"/>
                    <a:pt x="21" y="9"/>
                    <a:pt x="20" y="9"/>
                  </a:cubicBezTo>
                  <a:cubicBezTo>
                    <a:pt x="20" y="9"/>
                    <a:pt x="20" y="8"/>
                    <a:pt x="20" y="8"/>
                  </a:cubicBezTo>
                  <a:cubicBezTo>
                    <a:pt x="20" y="8"/>
                    <a:pt x="19" y="8"/>
                    <a:pt x="19" y="8"/>
                  </a:cubicBezTo>
                  <a:cubicBezTo>
                    <a:pt x="19" y="7"/>
                    <a:pt x="19" y="7"/>
                    <a:pt x="19" y="6"/>
                  </a:cubicBezTo>
                  <a:cubicBezTo>
                    <a:pt x="18" y="6"/>
                    <a:pt x="18" y="6"/>
                    <a:pt x="17" y="6"/>
                  </a:cubicBezTo>
                  <a:cubicBezTo>
                    <a:pt x="17" y="6"/>
                    <a:pt x="17" y="5"/>
                    <a:pt x="17" y="5"/>
                  </a:cubicBezTo>
                  <a:cubicBezTo>
                    <a:pt x="17" y="5"/>
                    <a:pt x="16" y="5"/>
                    <a:pt x="16" y="5"/>
                  </a:cubicBezTo>
                  <a:cubicBezTo>
                    <a:pt x="16" y="5"/>
                    <a:pt x="16" y="6"/>
                    <a:pt x="16" y="6"/>
                  </a:cubicBezTo>
                  <a:cubicBezTo>
                    <a:pt x="15" y="6"/>
                    <a:pt x="15" y="6"/>
                    <a:pt x="14" y="6"/>
                  </a:cubicBezTo>
                  <a:cubicBezTo>
                    <a:pt x="14" y="6"/>
                    <a:pt x="13" y="6"/>
                    <a:pt x="12" y="6"/>
                  </a:cubicBezTo>
                  <a:cubicBezTo>
                    <a:pt x="12" y="6"/>
                    <a:pt x="11" y="6"/>
                    <a:pt x="11" y="6"/>
                  </a:cubicBezTo>
                  <a:cubicBezTo>
                    <a:pt x="10" y="6"/>
                    <a:pt x="10" y="6"/>
                    <a:pt x="9" y="6"/>
                  </a:cubicBezTo>
                  <a:cubicBezTo>
                    <a:pt x="9" y="6"/>
                    <a:pt x="9" y="5"/>
                    <a:pt x="9" y="5"/>
                  </a:cubicBezTo>
                  <a:cubicBezTo>
                    <a:pt x="9" y="5"/>
                    <a:pt x="8" y="5"/>
                    <a:pt x="8" y="5"/>
                  </a:cubicBezTo>
                  <a:cubicBezTo>
                    <a:pt x="7" y="5"/>
                    <a:pt x="7" y="5"/>
                    <a:pt x="6" y="5"/>
                  </a:cubicBezTo>
                  <a:cubicBezTo>
                    <a:pt x="6" y="4"/>
                    <a:pt x="6" y="3"/>
                    <a:pt x="6" y="3"/>
                  </a:cubicBezTo>
                  <a:cubicBezTo>
                    <a:pt x="6" y="3"/>
                    <a:pt x="5" y="3"/>
                    <a:pt x="5" y="3"/>
                  </a:cubicBezTo>
                  <a:cubicBezTo>
                    <a:pt x="4" y="3"/>
                    <a:pt x="4" y="3"/>
                    <a:pt x="3" y="3"/>
                  </a:cubicBezTo>
                  <a:cubicBezTo>
                    <a:pt x="3" y="2"/>
                    <a:pt x="3" y="2"/>
                    <a:pt x="3" y="1"/>
                  </a:cubicBezTo>
                  <a:cubicBezTo>
                    <a:pt x="3" y="1"/>
                    <a:pt x="2" y="1"/>
                    <a:pt x="2" y="1"/>
                  </a:cubicBezTo>
                  <a:cubicBezTo>
                    <a:pt x="2" y="1"/>
                    <a:pt x="2" y="0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59"/>
                    <a:pt x="35" y="111"/>
                    <a:pt x="77" y="149"/>
                  </a:cubicBezTo>
                  <a:cubicBezTo>
                    <a:pt x="77" y="148"/>
                    <a:pt x="77" y="148"/>
                    <a:pt x="77" y="148"/>
                  </a:cubicBezTo>
                  <a:cubicBezTo>
                    <a:pt x="77" y="148"/>
                    <a:pt x="78" y="148"/>
                    <a:pt x="78" y="148"/>
                  </a:cubicBezTo>
                  <a:close/>
                  <a:moveTo>
                    <a:pt x="24" y="53"/>
                  </a:moveTo>
                  <a:cubicBezTo>
                    <a:pt x="24" y="53"/>
                    <a:pt x="24" y="54"/>
                    <a:pt x="24" y="55"/>
                  </a:cubicBezTo>
                  <a:cubicBezTo>
                    <a:pt x="23" y="55"/>
                    <a:pt x="22" y="55"/>
                    <a:pt x="22" y="55"/>
                  </a:cubicBezTo>
                  <a:cubicBezTo>
                    <a:pt x="22" y="54"/>
                    <a:pt x="22" y="53"/>
                    <a:pt x="22" y="53"/>
                  </a:cubicBezTo>
                  <a:cubicBezTo>
                    <a:pt x="21" y="53"/>
                    <a:pt x="21" y="53"/>
                    <a:pt x="20" y="53"/>
                  </a:cubicBezTo>
                  <a:cubicBezTo>
                    <a:pt x="20" y="52"/>
                    <a:pt x="20" y="52"/>
                    <a:pt x="20" y="51"/>
                  </a:cubicBezTo>
                  <a:cubicBezTo>
                    <a:pt x="21" y="51"/>
                    <a:pt x="21" y="51"/>
                    <a:pt x="22" y="51"/>
                  </a:cubicBezTo>
                  <a:cubicBezTo>
                    <a:pt x="22" y="51"/>
                    <a:pt x="23" y="51"/>
                    <a:pt x="24" y="51"/>
                  </a:cubicBezTo>
                  <a:cubicBezTo>
                    <a:pt x="24" y="52"/>
                    <a:pt x="24" y="52"/>
                    <a:pt x="24" y="53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54" name="Freeform 41045"/>
            <p:cNvSpPr>
              <a:spLocks/>
            </p:cNvSpPr>
            <p:nvPr/>
          </p:nvSpPr>
          <p:spPr bwMode="auto">
            <a:xfrm>
              <a:off x="3812" y="918"/>
              <a:ext cx="2" cy="2"/>
            </a:xfrm>
            <a:custGeom>
              <a:avLst/>
              <a:gdLst>
                <a:gd name="T0" fmla="*/ 2 w 1"/>
                <a:gd name="T1" fmla="*/ 0 h 1"/>
                <a:gd name="T2" fmla="*/ 0 w 1"/>
                <a:gd name="T3" fmla="*/ 0 h 1"/>
                <a:gd name="T4" fmla="*/ 0 w 1"/>
                <a:gd name="T5" fmla="*/ 2 h 1"/>
                <a:gd name="T6" fmla="*/ 2 w 1"/>
                <a:gd name="T7" fmla="*/ 2 h 1"/>
                <a:gd name="T8" fmla="*/ 2 w 1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55" name="Freeform 41046"/>
            <p:cNvSpPr>
              <a:spLocks/>
            </p:cNvSpPr>
            <p:nvPr/>
          </p:nvSpPr>
          <p:spPr bwMode="auto">
            <a:xfrm>
              <a:off x="4246" y="1268"/>
              <a:ext cx="1" cy="3"/>
            </a:xfrm>
            <a:custGeom>
              <a:avLst/>
              <a:gdLst>
                <a:gd name="T0" fmla="*/ 0 w 1"/>
                <a:gd name="T1" fmla="*/ 3 h 2"/>
                <a:gd name="T2" fmla="*/ 1 w 1"/>
                <a:gd name="T3" fmla="*/ 3 h 2"/>
                <a:gd name="T4" fmla="*/ 1 w 1"/>
                <a:gd name="T5" fmla="*/ 0 h 2"/>
                <a:gd name="T6" fmla="*/ 0 w 1"/>
                <a:gd name="T7" fmla="*/ 0 h 2"/>
                <a:gd name="T8" fmla="*/ 0 w 1"/>
                <a:gd name="T9" fmla="*/ 3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cubicBezTo>
                    <a:pt x="0" y="2"/>
                    <a:pt x="1" y="2"/>
                    <a:pt x="1" y="2"/>
                  </a:cubicBezTo>
                  <a:cubicBezTo>
                    <a:pt x="1" y="1"/>
                    <a:pt x="1" y="1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56" name="Freeform 41047"/>
            <p:cNvSpPr>
              <a:spLocks/>
            </p:cNvSpPr>
            <p:nvPr/>
          </p:nvSpPr>
          <p:spPr bwMode="auto">
            <a:xfrm>
              <a:off x="3821" y="852"/>
              <a:ext cx="7" cy="7"/>
            </a:xfrm>
            <a:custGeom>
              <a:avLst/>
              <a:gdLst>
                <a:gd name="T0" fmla="*/ 2 w 4"/>
                <a:gd name="T1" fmla="*/ 7 h 4"/>
                <a:gd name="T2" fmla="*/ 5 w 4"/>
                <a:gd name="T3" fmla="*/ 7 h 4"/>
                <a:gd name="T4" fmla="*/ 7 w 4"/>
                <a:gd name="T5" fmla="*/ 7 h 4"/>
                <a:gd name="T6" fmla="*/ 7 w 4"/>
                <a:gd name="T7" fmla="*/ 4 h 4"/>
                <a:gd name="T8" fmla="*/ 5 w 4"/>
                <a:gd name="T9" fmla="*/ 4 h 4"/>
                <a:gd name="T10" fmla="*/ 5 w 4"/>
                <a:gd name="T11" fmla="*/ 2 h 4"/>
                <a:gd name="T12" fmla="*/ 5 w 4"/>
                <a:gd name="T13" fmla="*/ 0 h 4"/>
                <a:gd name="T14" fmla="*/ 0 w 4"/>
                <a:gd name="T15" fmla="*/ 4 h 4"/>
                <a:gd name="T16" fmla="*/ 2 w 4"/>
                <a:gd name="T17" fmla="*/ 4 h 4"/>
                <a:gd name="T18" fmla="*/ 2 w 4"/>
                <a:gd name="T19" fmla="*/ 7 h 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4">
                  <a:moveTo>
                    <a:pt x="1" y="4"/>
                  </a:moveTo>
                  <a:cubicBezTo>
                    <a:pt x="2" y="4"/>
                    <a:pt x="2" y="4"/>
                    <a:pt x="3" y="4"/>
                  </a:cubicBezTo>
                  <a:cubicBezTo>
                    <a:pt x="3" y="4"/>
                    <a:pt x="4" y="4"/>
                    <a:pt x="4" y="4"/>
                  </a:cubicBezTo>
                  <a:cubicBezTo>
                    <a:pt x="4" y="3"/>
                    <a:pt x="4" y="3"/>
                    <a:pt x="4" y="2"/>
                  </a:cubicBezTo>
                  <a:cubicBezTo>
                    <a:pt x="4" y="2"/>
                    <a:pt x="3" y="2"/>
                    <a:pt x="3" y="2"/>
                  </a:cubicBezTo>
                  <a:cubicBezTo>
                    <a:pt x="3" y="2"/>
                    <a:pt x="3" y="1"/>
                    <a:pt x="3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1"/>
                    <a:pt x="1" y="2"/>
                    <a:pt x="0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3"/>
                    <a:pt x="1" y="3"/>
                    <a:pt x="1" y="4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57" name="Freeform 41048"/>
            <p:cNvSpPr>
              <a:spLocks/>
            </p:cNvSpPr>
            <p:nvPr/>
          </p:nvSpPr>
          <p:spPr bwMode="auto">
            <a:xfrm>
              <a:off x="3990" y="965"/>
              <a:ext cx="5" cy="3"/>
            </a:xfrm>
            <a:custGeom>
              <a:avLst/>
              <a:gdLst>
                <a:gd name="T0" fmla="*/ 0 w 3"/>
                <a:gd name="T1" fmla="*/ 3 h 2"/>
                <a:gd name="T2" fmla="*/ 2 w 3"/>
                <a:gd name="T3" fmla="*/ 3 h 2"/>
                <a:gd name="T4" fmla="*/ 5 w 3"/>
                <a:gd name="T5" fmla="*/ 3 h 2"/>
                <a:gd name="T6" fmla="*/ 5 w 3"/>
                <a:gd name="T7" fmla="*/ 0 h 2"/>
                <a:gd name="T8" fmla="*/ 2 w 3"/>
                <a:gd name="T9" fmla="*/ 0 h 2"/>
                <a:gd name="T10" fmla="*/ 0 w 3"/>
                <a:gd name="T11" fmla="*/ 0 h 2"/>
                <a:gd name="T12" fmla="*/ 0 w 3"/>
                <a:gd name="T13" fmla="*/ 3 h 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" h="2">
                  <a:moveTo>
                    <a:pt x="0" y="2"/>
                  </a:moveTo>
                  <a:cubicBezTo>
                    <a:pt x="0" y="2"/>
                    <a:pt x="1" y="2"/>
                    <a:pt x="1" y="2"/>
                  </a:cubicBezTo>
                  <a:cubicBezTo>
                    <a:pt x="2" y="2"/>
                    <a:pt x="2" y="2"/>
                    <a:pt x="3" y="2"/>
                  </a:cubicBezTo>
                  <a:cubicBezTo>
                    <a:pt x="3" y="1"/>
                    <a:pt x="3" y="1"/>
                    <a:pt x="3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58" name="Freeform 41049"/>
            <p:cNvSpPr>
              <a:spLocks/>
            </p:cNvSpPr>
            <p:nvPr/>
          </p:nvSpPr>
          <p:spPr bwMode="auto">
            <a:xfrm>
              <a:off x="3995" y="946"/>
              <a:ext cx="5" cy="8"/>
            </a:xfrm>
            <a:custGeom>
              <a:avLst/>
              <a:gdLst>
                <a:gd name="T0" fmla="*/ 2 w 3"/>
                <a:gd name="T1" fmla="*/ 5 h 5"/>
                <a:gd name="T2" fmla="*/ 5 w 3"/>
                <a:gd name="T3" fmla="*/ 5 h 5"/>
                <a:gd name="T4" fmla="*/ 5 w 3"/>
                <a:gd name="T5" fmla="*/ 2 h 5"/>
                <a:gd name="T6" fmla="*/ 5 w 3"/>
                <a:gd name="T7" fmla="*/ 0 h 5"/>
                <a:gd name="T8" fmla="*/ 2 w 3"/>
                <a:gd name="T9" fmla="*/ 0 h 5"/>
                <a:gd name="T10" fmla="*/ 2 w 3"/>
                <a:gd name="T11" fmla="*/ 2 h 5"/>
                <a:gd name="T12" fmla="*/ 0 w 3"/>
                <a:gd name="T13" fmla="*/ 2 h 5"/>
                <a:gd name="T14" fmla="*/ 0 w 3"/>
                <a:gd name="T15" fmla="*/ 5 h 5"/>
                <a:gd name="T16" fmla="*/ 0 w 3"/>
                <a:gd name="T17" fmla="*/ 8 h 5"/>
                <a:gd name="T18" fmla="*/ 2 w 3"/>
                <a:gd name="T19" fmla="*/ 8 h 5"/>
                <a:gd name="T20" fmla="*/ 2 w 3"/>
                <a:gd name="T21" fmla="*/ 5 h 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" h="5">
                  <a:moveTo>
                    <a:pt x="1" y="3"/>
                  </a:moveTo>
                  <a:cubicBezTo>
                    <a:pt x="2" y="3"/>
                    <a:pt x="2" y="3"/>
                    <a:pt x="3" y="3"/>
                  </a:cubicBezTo>
                  <a:cubicBezTo>
                    <a:pt x="3" y="2"/>
                    <a:pt x="3" y="2"/>
                    <a:pt x="3" y="1"/>
                  </a:cubicBezTo>
                  <a:cubicBezTo>
                    <a:pt x="3" y="1"/>
                    <a:pt x="3" y="0"/>
                    <a:pt x="3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0" y="4"/>
                    <a:pt x="0" y="4"/>
                    <a:pt x="0" y="5"/>
                  </a:cubicBezTo>
                  <a:cubicBezTo>
                    <a:pt x="0" y="5"/>
                    <a:pt x="1" y="5"/>
                    <a:pt x="1" y="5"/>
                  </a:cubicBezTo>
                  <a:cubicBezTo>
                    <a:pt x="1" y="4"/>
                    <a:pt x="1" y="4"/>
                    <a:pt x="1" y="3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59" name="Freeform 41050"/>
            <p:cNvSpPr>
              <a:spLocks/>
            </p:cNvSpPr>
            <p:nvPr/>
          </p:nvSpPr>
          <p:spPr bwMode="auto">
            <a:xfrm>
              <a:off x="4000" y="878"/>
              <a:ext cx="2" cy="5"/>
            </a:xfrm>
            <a:custGeom>
              <a:avLst/>
              <a:gdLst>
                <a:gd name="T0" fmla="*/ 2 w 1"/>
                <a:gd name="T1" fmla="*/ 3 h 3"/>
                <a:gd name="T2" fmla="*/ 2 w 1"/>
                <a:gd name="T3" fmla="*/ 0 h 3"/>
                <a:gd name="T4" fmla="*/ 0 w 1"/>
                <a:gd name="T5" fmla="*/ 0 h 3"/>
                <a:gd name="T6" fmla="*/ 0 w 1"/>
                <a:gd name="T7" fmla="*/ 3 h 3"/>
                <a:gd name="T8" fmla="*/ 0 w 1"/>
                <a:gd name="T9" fmla="*/ 5 h 3"/>
                <a:gd name="T10" fmla="*/ 2 w 1"/>
                <a:gd name="T11" fmla="*/ 5 h 3"/>
                <a:gd name="T12" fmla="*/ 2 w 1"/>
                <a:gd name="T13" fmla="*/ 3 h 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" h="3">
                  <a:moveTo>
                    <a:pt x="1" y="2"/>
                  </a:moveTo>
                  <a:cubicBezTo>
                    <a:pt x="1" y="1"/>
                    <a:pt x="1" y="1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0" y="3"/>
                    <a:pt x="1" y="3"/>
                    <a:pt x="1" y="3"/>
                  </a:cubicBezTo>
                  <a:cubicBezTo>
                    <a:pt x="1" y="3"/>
                    <a:pt x="1" y="2"/>
                    <a:pt x="1" y="2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60" name="Freeform 41051"/>
            <p:cNvSpPr>
              <a:spLocks/>
            </p:cNvSpPr>
            <p:nvPr/>
          </p:nvSpPr>
          <p:spPr bwMode="auto">
            <a:xfrm>
              <a:off x="3793" y="873"/>
              <a:ext cx="9" cy="5"/>
            </a:xfrm>
            <a:custGeom>
              <a:avLst/>
              <a:gdLst>
                <a:gd name="T0" fmla="*/ 4 w 5"/>
                <a:gd name="T1" fmla="*/ 5 h 3"/>
                <a:gd name="T2" fmla="*/ 5 w 5"/>
                <a:gd name="T3" fmla="*/ 5 h 3"/>
                <a:gd name="T4" fmla="*/ 5 w 5"/>
                <a:gd name="T5" fmla="*/ 3 h 3"/>
                <a:gd name="T6" fmla="*/ 9 w 5"/>
                <a:gd name="T7" fmla="*/ 3 h 3"/>
                <a:gd name="T8" fmla="*/ 9 w 5"/>
                <a:gd name="T9" fmla="*/ 0 h 3"/>
                <a:gd name="T10" fmla="*/ 7 w 5"/>
                <a:gd name="T11" fmla="*/ 0 h 3"/>
                <a:gd name="T12" fmla="*/ 0 w 5"/>
                <a:gd name="T13" fmla="*/ 5 h 3"/>
                <a:gd name="T14" fmla="*/ 0 w 5"/>
                <a:gd name="T15" fmla="*/ 5 h 3"/>
                <a:gd name="T16" fmla="*/ 4 w 5"/>
                <a:gd name="T17" fmla="*/ 5 h 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" h="3">
                  <a:moveTo>
                    <a:pt x="2" y="3"/>
                  </a:moveTo>
                  <a:cubicBezTo>
                    <a:pt x="2" y="3"/>
                    <a:pt x="3" y="3"/>
                    <a:pt x="3" y="3"/>
                  </a:cubicBezTo>
                  <a:cubicBezTo>
                    <a:pt x="3" y="3"/>
                    <a:pt x="3" y="2"/>
                    <a:pt x="3" y="2"/>
                  </a:cubicBezTo>
                  <a:cubicBezTo>
                    <a:pt x="4" y="2"/>
                    <a:pt x="4" y="2"/>
                    <a:pt x="5" y="2"/>
                  </a:cubicBezTo>
                  <a:cubicBezTo>
                    <a:pt x="5" y="1"/>
                    <a:pt x="5" y="0"/>
                    <a:pt x="5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1"/>
                    <a:pt x="1" y="2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1" y="3"/>
                    <a:pt x="2" y="3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61" name="Freeform 41052"/>
            <p:cNvSpPr>
              <a:spLocks/>
            </p:cNvSpPr>
            <p:nvPr/>
          </p:nvSpPr>
          <p:spPr bwMode="auto">
            <a:xfrm>
              <a:off x="3789" y="970"/>
              <a:ext cx="4" cy="4"/>
            </a:xfrm>
            <a:custGeom>
              <a:avLst/>
              <a:gdLst>
                <a:gd name="T0" fmla="*/ 4 w 2"/>
                <a:gd name="T1" fmla="*/ 0 h 2"/>
                <a:gd name="T2" fmla="*/ 0 w 2"/>
                <a:gd name="T3" fmla="*/ 0 h 2"/>
                <a:gd name="T4" fmla="*/ 0 w 2"/>
                <a:gd name="T5" fmla="*/ 4 h 2"/>
                <a:gd name="T6" fmla="*/ 4 w 2"/>
                <a:gd name="T7" fmla="*/ 4 h 2"/>
                <a:gd name="T8" fmla="*/ 4 w 2"/>
                <a:gd name="T9" fmla="*/ 0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cubicBezTo>
                    <a:pt x="1" y="0"/>
                    <a:pt x="1" y="0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1" y="2"/>
                    <a:pt x="1" y="2"/>
                    <a:pt x="2" y="2"/>
                  </a:cubicBezTo>
                  <a:cubicBezTo>
                    <a:pt x="2" y="1"/>
                    <a:pt x="2" y="1"/>
                    <a:pt x="2" y="0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62" name="Freeform 41053"/>
            <p:cNvSpPr>
              <a:spLocks/>
            </p:cNvSpPr>
            <p:nvPr/>
          </p:nvSpPr>
          <p:spPr bwMode="auto">
            <a:xfrm>
              <a:off x="3796" y="970"/>
              <a:ext cx="2" cy="7"/>
            </a:xfrm>
            <a:custGeom>
              <a:avLst/>
              <a:gdLst>
                <a:gd name="T0" fmla="*/ 2 w 1"/>
                <a:gd name="T1" fmla="*/ 0 h 4"/>
                <a:gd name="T2" fmla="*/ 0 w 1"/>
                <a:gd name="T3" fmla="*/ 0 h 4"/>
                <a:gd name="T4" fmla="*/ 0 w 1"/>
                <a:gd name="T5" fmla="*/ 4 h 4"/>
                <a:gd name="T6" fmla="*/ 0 w 1"/>
                <a:gd name="T7" fmla="*/ 7 h 4"/>
                <a:gd name="T8" fmla="*/ 2 w 1"/>
                <a:gd name="T9" fmla="*/ 7 h 4"/>
                <a:gd name="T10" fmla="*/ 2 w 1"/>
                <a:gd name="T11" fmla="*/ 4 h 4"/>
                <a:gd name="T12" fmla="*/ 2 w 1"/>
                <a:gd name="T13" fmla="*/ 0 h 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" h="4">
                  <a:moveTo>
                    <a:pt x="1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0" y="2"/>
                    <a:pt x="0" y="3"/>
                    <a:pt x="0" y="4"/>
                  </a:cubicBezTo>
                  <a:cubicBezTo>
                    <a:pt x="0" y="4"/>
                    <a:pt x="1" y="4"/>
                    <a:pt x="1" y="4"/>
                  </a:cubicBezTo>
                  <a:cubicBezTo>
                    <a:pt x="1" y="3"/>
                    <a:pt x="1" y="2"/>
                    <a:pt x="1" y="2"/>
                  </a:cubicBezTo>
                  <a:cubicBezTo>
                    <a:pt x="1" y="1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63" name="Freeform 41054"/>
            <p:cNvSpPr>
              <a:spLocks/>
            </p:cNvSpPr>
            <p:nvPr/>
          </p:nvSpPr>
          <p:spPr bwMode="auto">
            <a:xfrm>
              <a:off x="3946" y="869"/>
              <a:ext cx="5" cy="7"/>
            </a:xfrm>
            <a:custGeom>
              <a:avLst/>
              <a:gdLst>
                <a:gd name="T0" fmla="*/ 0 w 3"/>
                <a:gd name="T1" fmla="*/ 7 h 4"/>
                <a:gd name="T2" fmla="*/ 2 w 3"/>
                <a:gd name="T3" fmla="*/ 7 h 4"/>
                <a:gd name="T4" fmla="*/ 2 w 3"/>
                <a:gd name="T5" fmla="*/ 4 h 4"/>
                <a:gd name="T6" fmla="*/ 5 w 3"/>
                <a:gd name="T7" fmla="*/ 4 h 4"/>
                <a:gd name="T8" fmla="*/ 5 w 3"/>
                <a:gd name="T9" fmla="*/ 0 h 4"/>
                <a:gd name="T10" fmla="*/ 2 w 3"/>
                <a:gd name="T11" fmla="*/ 0 h 4"/>
                <a:gd name="T12" fmla="*/ 0 w 3"/>
                <a:gd name="T13" fmla="*/ 0 h 4"/>
                <a:gd name="T14" fmla="*/ 0 w 3"/>
                <a:gd name="T15" fmla="*/ 4 h 4"/>
                <a:gd name="T16" fmla="*/ 0 w 3"/>
                <a:gd name="T17" fmla="*/ 7 h 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" h="4">
                  <a:moveTo>
                    <a:pt x="0" y="4"/>
                  </a:moveTo>
                  <a:cubicBezTo>
                    <a:pt x="0" y="4"/>
                    <a:pt x="1" y="4"/>
                    <a:pt x="1" y="4"/>
                  </a:cubicBezTo>
                  <a:cubicBezTo>
                    <a:pt x="1" y="3"/>
                    <a:pt x="1" y="2"/>
                    <a:pt x="1" y="2"/>
                  </a:cubicBezTo>
                  <a:cubicBezTo>
                    <a:pt x="2" y="2"/>
                    <a:pt x="2" y="2"/>
                    <a:pt x="3" y="2"/>
                  </a:cubicBezTo>
                  <a:cubicBezTo>
                    <a:pt x="3" y="1"/>
                    <a:pt x="3" y="1"/>
                    <a:pt x="3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0" y="2"/>
                    <a:pt x="0" y="3"/>
                    <a:pt x="0" y="4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64" name="Freeform 41055"/>
            <p:cNvSpPr>
              <a:spLocks/>
            </p:cNvSpPr>
            <p:nvPr/>
          </p:nvSpPr>
          <p:spPr bwMode="auto">
            <a:xfrm>
              <a:off x="3822" y="873"/>
              <a:ext cx="4" cy="3"/>
            </a:xfrm>
            <a:custGeom>
              <a:avLst/>
              <a:gdLst>
                <a:gd name="T0" fmla="*/ 4 w 2"/>
                <a:gd name="T1" fmla="*/ 0 h 2"/>
                <a:gd name="T2" fmla="*/ 0 w 2"/>
                <a:gd name="T3" fmla="*/ 0 h 2"/>
                <a:gd name="T4" fmla="*/ 0 w 2"/>
                <a:gd name="T5" fmla="*/ 3 h 2"/>
                <a:gd name="T6" fmla="*/ 4 w 2"/>
                <a:gd name="T7" fmla="*/ 3 h 2"/>
                <a:gd name="T8" fmla="*/ 4 w 2"/>
                <a:gd name="T9" fmla="*/ 0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1" y="2"/>
                    <a:pt x="1" y="2"/>
                    <a:pt x="2" y="2"/>
                  </a:cubicBezTo>
                  <a:cubicBezTo>
                    <a:pt x="2" y="1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65" name="Freeform 41056"/>
            <p:cNvSpPr>
              <a:spLocks/>
            </p:cNvSpPr>
            <p:nvPr/>
          </p:nvSpPr>
          <p:spPr bwMode="auto">
            <a:xfrm>
              <a:off x="3802" y="866"/>
              <a:ext cx="20" cy="21"/>
            </a:xfrm>
            <a:custGeom>
              <a:avLst/>
              <a:gdLst>
                <a:gd name="T0" fmla="*/ 2 w 12"/>
                <a:gd name="T1" fmla="*/ 7 h 12"/>
                <a:gd name="T2" fmla="*/ 2 w 12"/>
                <a:gd name="T3" fmla="*/ 11 h 12"/>
                <a:gd name="T4" fmla="*/ 5 w 12"/>
                <a:gd name="T5" fmla="*/ 11 h 12"/>
                <a:gd name="T6" fmla="*/ 5 w 12"/>
                <a:gd name="T7" fmla="*/ 12 h 12"/>
                <a:gd name="T8" fmla="*/ 2 w 12"/>
                <a:gd name="T9" fmla="*/ 12 h 12"/>
                <a:gd name="T10" fmla="*/ 0 w 12"/>
                <a:gd name="T11" fmla="*/ 12 h 12"/>
                <a:gd name="T12" fmla="*/ 0 w 12"/>
                <a:gd name="T13" fmla="*/ 16 h 12"/>
                <a:gd name="T14" fmla="*/ 0 w 12"/>
                <a:gd name="T15" fmla="*/ 18 h 12"/>
                <a:gd name="T16" fmla="*/ 2 w 12"/>
                <a:gd name="T17" fmla="*/ 18 h 12"/>
                <a:gd name="T18" fmla="*/ 5 w 12"/>
                <a:gd name="T19" fmla="*/ 18 h 12"/>
                <a:gd name="T20" fmla="*/ 5 w 12"/>
                <a:gd name="T21" fmla="*/ 21 h 12"/>
                <a:gd name="T22" fmla="*/ 7 w 12"/>
                <a:gd name="T23" fmla="*/ 21 h 12"/>
                <a:gd name="T24" fmla="*/ 10 w 12"/>
                <a:gd name="T25" fmla="*/ 21 h 12"/>
                <a:gd name="T26" fmla="*/ 10 w 12"/>
                <a:gd name="T27" fmla="*/ 18 h 12"/>
                <a:gd name="T28" fmla="*/ 12 w 12"/>
                <a:gd name="T29" fmla="*/ 18 h 12"/>
                <a:gd name="T30" fmla="*/ 15 w 12"/>
                <a:gd name="T31" fmla="*/ 18 h 12"/>
                <a:gd name="T32" fmla="*/ 15 w 12"/>
                <a:gd name="T33" fmla="*/ 16 h 12"/>
                <a:gd name="T34" fmla="*/ 18 w 12"/>
                <a:gd name="T35" fmla="*/ 16 h 12"/>
                <a:gd name="T36" fmla="*/ 18 w 12"/>
                <a:gd name="T37" fmla="*/ 12 h 12"/>
                <a:gd name="T38" fmla="*/ 20 w 12"/>
                <a:gd name="T39" fmla="*/ 12 h 12"/>
                <a:gd name="T40" fmla="*/ 20 w 12"/>
                <a:gd name="T41" fmla="*/ 11 h 12"/>
                <a:gd name="T42" fmla="*/ 18 w 12"/>
                <a:gd name="T43" fmla="*/ 11 h 12"/>
                <a:gd name="T44" fmla="*/ 15 w 12"/>
                <a:gd name="T45" fmla="*/ 11 h 12"/>
                <a:gd name="T46" fmla="*/ 12 w 12"/>
                <a:gd name="T47" fmla="*/ 11 h 12"/>
                <a:gd name="T48" fmla="*/ 12 w 12"/>
                <a:gd name="T49" fmla="*/ 7 h 12"/>
                <a:gd name="T50" fmla="*/ 10 w 12"/>
                <a:gd name="T51" fmla="*/ 7 h 12"/>
                <a:gd name="T52" fmla="*/ 7 w 12"/>
                <a:gd name="T53" fmla="*/ 7 h 12"/>
                <a:gd name="T54" fmla="*/ 7 w 12"/>
                <a:gd name="T55" fmla="*/ 4 h 12"/>
                <a:gd name="T56" fmla="*/ 5 w 12"/>
                <a:gd name="T57" fmla="*/ 4 h 12"/>
                <a:gd name="T58" fmla="*/ 5 w 12"/>
                <a:gd name="T59" fmla="*/ 2 h 12"/>
                <a:gd name="T60" fmla="*/ 5 w 12"/>
                <a:gd name="T61" fmla="*/ 0 h 12"/>
                <a:gd name="T62" fmla="*/ 2 w 12"/>
                <a:gd name="T63" fmla="*/ 4 h 12"/>
                <a:gd name="T64" fmla="*/ 2 w 12"/>
                <a:gd name="T65" fmla="*/ 4 h 12"/>
                <a:gd name="T66" fmla="*/ 2 w 12"/>
                <a:gd name="T67" fmla="*/ 7 h 12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2" h="12">
                  <a:moveTo>
                    <a:pt x="1" y="4"/>
                  </a:moveTo>
                  <a:cubicBezTo>
                    <a:pt x="1" y="4"/>
                    <a:pt x="1" y="5"/>
                    <a:pt x="1" y="6"/>
                  </a:cubicBezTo>
                  <a:cubicBezTo>
                    <a:pt x="2" y="6"/>
                    <a:pt x="2" y="6"/>
                    <a:pt x="3" y="6"/>
                  </a:cubicBezTo>
                  <a:cubicBezTo>
                    <a:pt x="3" y="6"/>
                    <a:pt x="3" y="7"/>
                    <a:pt x="3" y="7"/>
                  </a:cubicBezTo>
                  <a:cubicBezTo>
                    <a:pt x="2" y="7"/>
                    <a:pt x="2" y="7"/>
                    <a:pt x="1" y="7"/>
                  </a:cubicBezTo>
                  <a:cubicBezTo>
                    <a:pt x="1" y="7"/>
                    <a:pt x="0" y="7"/>
                    <a:pt x="0" y="7"/>
                  </a:cubicBezTo>
                  <a:cubicBezTo>
                    <a:pt x="0" y="8"/>
                    <a:pt x="0" y="8"/>
                    <a:pt x="0" y="9"/>
                  </a:cubicBezTo>
                  <a:cubicBezTo>
                    <a:pt x="0" y="9"/>
                    <a:pt x="0" y="10"/>
                    <a:pt x="0" y="10"/>
                  </a:cubicBezTo>
                  <a:cubicBezTo>
                    <a:pt x="0" y="10"/>
                    <a:pt x="1" y="10"/>
                    <a:pt x="1" y="10"/>
                  </a:cubicBezTo>
                  <a:cubicBezTo>
                    <a:pt x="2" y="10"/>
                    <a:pt x="2" y="10"/>
                    <a:pt x="3" y="10"/>
                  </a:cubicBezTo>
                  <a:cubicBezTo>
                    <a:pt x="3" y="11"/>
                    <a:pt x="3" y="11"/>
                    <a:pt x="3" y="12"/>
                  </a:cubicBezTo>
                  <a:cubicBezTo>
                    <a:pt x="3" y="12"/>
                    <a:pt x="4" y="12"/>
                    <a:pt x="4" y="12"/>
                  </a:cubicBezTo>
                  <a:cubicBezTo>
                    <a:pt x="5" y="12"/>
                    <a:pt x="5" y="12"/>
                    <a:pt x="6" y="12"/>
                  </a:cubicBezTo>
                  <a:cubicBezTo>
                    <a:pt x="6" y="11"/>
                    <a:pt x="6" y="11"/>
                    <a:pt x="6" y="10"/>
                  </a:cubicBezTo>
                  <a:cubicBezTo>
                    <a:pt x="6" y="10"/>
                    <a:pt x="7" y="10"/>
                    <a:pt x="7" y="10"/>
                  </a:cubicBezTo>
                  <a:cubicBezTo>
                    <a:pt x="8" y="10"/>
                    <a:pt x="8" y="10"/>
                    <a:pt x="9" y="10"/>
                  </a:cubicBezTo>
                  <a:cubicBezTo>
                    <a:pt x="9" y="10"/>
                    <a:pt x="9" y="9"/>
                    <a:pt x="9" y="9"/>
                  </a:cubicBezTo>
                  <a:cubicBezTo>
                    <a:pt x="10" y="9"/>
                    <a:pt x="10" y="9"/>
                    <a:pt x="11" y="9"/>
                  </a:cubicBezTo>
                  <a:cubicBezTo>
                    <a:pt x="11" y="8"/>
                    <a:pt x="11" y="8"/>
                    <a:pt x="11" y="7"/>
                  </a:cubicBezTo>
                  <a:cubicBezTo>
                    <a:pt x="11" y="7"/>
                    <a:pt x="12" y="7"/>
                    <a:pt x="12" y="7"/>
                  </a:cubicBezTo>
                  <a:cubicBezTo>
                    <a:pt x="12" y="7"/>
                    <a:pt x="12" y="6"/>
                    <a:pt x="12" y="6"/>
                  </a:cubicBezTo>
                  <a:cubicBezTo>
                    <a:pt x="12" y="6"/>
                    <a:pt x="11" y="6"/>
                    <a:pt x="11" y="6"/>
                  </a:cubicBezTo>
                  <a:cubicBezTo>
                    <a:pt x="10" y="6"/>
                    <a:pt x="10" y="6"/>
                    <a:pt x="9" y="6"/>
                  </a:cubicBezTo>
                  <a:cubicBezTo>
                    <a:pt x="8" y="6"/>
                    <a:pt x="8" y="6"/>
                    <a:pt x="7" y="6"/>
                  </a:cubicBezTo>
                  <a:cubicBezTo>
                    <a:pt x="7" y="5"/>
                    <a:pt x="7" y="4"/>
                    <a:pt x="7" y="4"/>
                  </a:cubicBezTo>
                  <a:cubicBezTo>
                    <a:pt x="7" y="4"/>
                    <a:pt x="6" y="4"/>
                    <a:pt x="6" y="4"/>
                  </a:cubicBezTo>
                  <a:cubicBezTo>
                    <a:pt x="5" y="4"/>
                    <a:pt x="5" y="4"/>
                    <a:pt x="4" y="4"/>
                  </a:cubicBezTo>
                  <a:cubicBezTo>
                    <a:pt x="4" y="3"/>
                    <a:pt x="4" y="3"/>
                    <a:pt x="4" y="2"/>
                  </a:cubicBezTo>
                  <a:cubicBezTo>
                    <a:pt x="4" y="2"/>
                    <a:pt x="3" y="2"/>
                    <a:pt x="3" y="2"/>
                  </a:cubicBezTo>
                  <a:cubicBezTo>
                    <a:pt x="3" y="2"/>
                    <a:pt x="3" y="1"/>
                    <a:pt x="3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1"/>
                    <a:pt x="2" y="1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3"/>
                    <a:pt x="1" y="3"/>
                    <a:pt x="1" y="4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66" name="Freeform 41057"/>
            <p:cNvSpPr>
              <a:spLocks/>
            </p:cNvSpPr>
            <p:nvPr/>
          </p:nvSpPr>
          <p:spPr bwMode="auto">
            <a:xfrm>
              <a:off x="3904" y="951"/>
              <a:ext cx="4" cy="5"/>
            </a:xfrm>
            <a:custGeom>
              <a:avLst/>
              <a:gdLst>
                <a:gd name="T0" fmla="*/ 4 w 2"/>
                <a:gd name="T1" fmla="*/ 3 h 3"/>
                <a:gd name="T2" fmla="*/ 4 w 2"/>
                <a:gd name="T3" fmla="*/ 0 h 3"/>
                <a:gd name="T4" fmla="*/ 0 w 2"/>
                <a:gd name="T5" fmla="*/ 0 h 3"/>
                <a:gd name="T6" fmla="*/ 0 w 2"/>
                <a:gd name="T7" fmla="*/ 3 h 3"/>
                <a:gd name="T8" fmla="*/ 0 w 2"/>
                <a:gd name="T9" fmla="*/ 5 h 3"/>
                <a:gd name="T10" fmla="*/ 4 w 2"/>
                <a:gd name="T11" fmla="*/ 5 h 3"/>
                <a:gd name="T12" fmla="*/ 4 w 2"/>
                <a:gd name="T13" fmla="*/ 3 h 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" h="3">
                  <a:moveTo>
                    <a:pt x="2" y="2"/>
                  </a:moveTo>
                  <a:cubicBezTo>
                    <a:pt x="2" y="1"/>
                    <a:pt x="2" y="1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1" y="3"/>
                    <a:pt x="1" y="3"/>
                    <a:pt x="2" y="3"/>
                  </a:cubicBezTo>
                  <a:cubicBezTo>
                    <a:pt x="2" y="3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67" name="Freeform 41058"/>
            <p:cNvSpPr>
              <a:spLocks/>
            </p:cNvSpPr>
            <p:nvPr/>
          </p:nvSpPr>
          <p:spPr bwMode="auto">
            <a:xfrm>
              <a:off x="3986" y="878"/>
              <a:ext cx="4" cy="3"/>
            </a:xfrm>
            <a:custGeom>
              <a:avLst/>
              <a:gdLst>
                <a:gd name="T0" fmla="*/ 4 w 2"/>
                <a:gd name="T1" fmla="*/ 0 h 2"/>
                <a:gd name="T2" fmla="*/ 0 w 2"/>
                <a:gd name="T3" fmla="*/ 0 h 2"/>
                <a:gd name="T4" fmla="*/ 0 w 2"/>
                <a:gd name="T5" fmla="*/ 3 h 2"/>
                <a:gd name="T6" fmla="*/ 4 w 2"/>
                <a:gd name="T7" fmla="*/ 3 h 2"/>
                <a:gd name="T8" fmla="*/ 4 w 2"/>
                <a:gd name="T9" fmla="*/ 0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cubicBezTo>
                    <a:pt x="1" y="0"/>
                    <a:pt x="1" y="0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1" y="2"/>
                    <a:pt x="1" y="2"/>
                    <a:pt x="2" y="2"/>
                  </a:cubicBezTo>
                  <a:cubicBezTo>
                    <a:pt x="2" y="1"/>
                    <a:pt x="2" y="1"/>
                    <a:pt x="2" y="0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68" name="Freeform 41059"/>
            <p:cNvSpPr>
              <a:spLocks/>
            </p:cNvSpPr>
            <p:nvPr/>
          </p:nvSpPr>
          <p:spPr bwMode="auto">
            <a:xfrm>
              <a:off x="4010" y="923"/>
              <a:ext cx="6" cy="5"/>
            </a:xfrm>
            <a:custGeom>
              <a:avLst/>
              <a:gdLst>
                <a:gd name="T0" fmla="*/ 4 w 3"/>
                <a:gd name="T1" fmla="*/ 3 h 3"/>
                <a:gd name="T2" fmla="*/ 4 w 3"/>
                <a:gd name="T3" fmla="*/ 0 h 3"/>
                <a:gd name="T4" fmla="*/ 0 w 3"/>
                <a:gd name="T5" fmla="*/ 0 h 3"/>
                <a:gd name="T6" fmla="*/ 0 w 3"/>
                <a:gd name="T7" fmla="*/ 3 h 3"/>
                <a:gd name="T8" fmla="*/ 0 w 3"/>
                <a:gd name="T9" fmla="*/ 5 h 3"/>
                <a:gd name="T10" fmla="*/ 4 w 3"/>
                <a:gd name="T11" fmla="*/ 5 h 3"/>
                <a:gd name="T12" fmla="*/ 6 w 3"/>
                <a:gd name="T13" fmla="*/ 5 h 3"/>
                <a:gd name="T14" fmla="*/ 6 w 3"/>
                <a:gd name="T15" fmla="*/ 3 h 3"/>
                <a:gd name="T16" fmla="*/ 4 w 3"/>
                <a:gd name="T17" fmla="*/ 3 h 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" h="3">
                  <a:moveTo>
                    <a:pt x="2" y="2"/>
                  </a:moveTo>
                  <a:cubicBezTo>
                    <a:pt x="2" y="1"/>
                    <a:pt x="2" y="0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1" y="3"/>
                    <a:pt x="1" y="3"/>
                    <a:pt x="2" y="3"/>
                  </a:cubicBezTo>
                  <a:cubicBezTo>
                    <a:pt x="2" y="3"/>
                    <a:pt x="3" y="3"/>
                    <a:pt x="3" y="3"/>
                  </a:cubicBezTo>
                  <a:cubicBezTo>
                    <a:pt x="3" y="3"/>
                    <a:pt x="3" y="2"/>
                    <a:pt x="3" y="2"/>
                  </a:cubicBezTo>
                  <a:cubicBezTo>
                    <a:pt x="3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69" name="Freeform 41060"/>
            <p:cNvSpPr>
              <a:spLocks/>
            </p:cNvSpPr>
            <p:nvPr/>
          </p:nvSpPr>
          <p:spPr bwMode="auto">
            <a:xfrm>
              <a:off x="3784" y="892"/>
              <a:ext cx="4" cy="3"/>
            </a:xfrm>
            <a:custGeom>
              <a:avLst/>
              <a:gdLst>
                <a:gd name="T0" fmla="*/ 0 w 2"/>
                <a:gd name="T1" fmla="*/ 3 h 2"/>
                <a:gd name="T2" fmla="*/ 4 w 2"/>
                <a:gd name="T3" fmla="*/ 3 h 2"/>
                <a:gd name="T4" fmla="*/ 4 w 2"/>
                <a:gd name="T5" fmla="*/ 0 h 2"/>
                <a:gd name="T6" fmla="*/ 0 w 2"/>
                <a:gd name="T7" fmla="*/ 0 h 2"/>
                <a:gd name="T8" fmla="*/ 0 w 2"/>
                <a:gd name="T9" fmla="*/ 3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2">
                  <a:moveTo>
                    <a:pt x="0" y="2"/>
                  </a:moveTo>
                  <a:cubicBezTo>
                    <a:pt x="1" y="2"/>
                    <a:pt x="1" y="2"/>
                    <a:pt x="2" y="2"/>
                  </a:cubicBezTo>
                  <a:cubicBezTo>
                    <a:pt x="2" y="1"/>
                    <a:pt x="2" y="1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70" name="Freeform 41061"/>
            <p:cNvSpPr>
              <a:spLocks/>
            </p:cNvSpPr>
            <p:nvPr/>
          </p:nvSpPr>
          <p:spPr bwMode="auto">
            <a:xfrm>
              <a:off x="4294" y="1203"/>
              <a:ext cx="2" cy="4"/>
            </a:xfrm>
            <a:custGeom>
              <a:avLst/>
              <a:gdLst>
                <a:gd name="T0" fmla="*/ 0 w 1"/>
                <a:gd name="T1" fmla="*/ 4 h 2"/>
                <a:gd name="T2" fmla="*/ 2 w 1"/>
                <a:gd name="T3" fmla="*/ 4 h 2"/>
                <a:gd name="T4" fmla="*/ 2 w 1"/>
                <a:gd name="T5" fmla="*/ 0 h 2"/>
                <a:gd name="T6" fmla="*/ 0 w 1"/>
                <a:gd name="T7" fmla="*/ 0 h 2"/>
                <a:gd name="T8" fmla="*/ 0 w 1"/>
                <a:gd name="T9" fmla="*/ 4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cubicBezTo>
                    <a:pt x="0" y="2"/>
                    <a:pt x="1" y="2"/>
                    <a:pt x="1" y="2"/>
                  </a:cubicBezTo>
                  <a:cubicBezTo>
                    <a:pt x="1" y="1"/>
                    <a:pt x="1" y="1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71" name="Freeform 41062"/>
            <p:cNvSpPr>
              <a:spLocks/>
            </p:cNvSpPr>
            <p:nvPr/>
          </p:nvSpPr>
          <p:spPr bwMode="auto">
            <a:xfrm>
              <a:off x="4294" y="942"/>
              <a:ext cx="2" cy="4"/>
            </a:xfrm>
            <a:custGeom>
              <a:avLst/>
              <a:gdLst>
                <a:gd name="T0" fmla="*/ 0 w 1"/>
                <a:gd name="T1" fmla="*/ 4 h 2"/>
                <a:gd name="T2" fmla="*/ 2 w 1"/>
                <a:gd name="T3" fmla="*/ 4 h 2"/>
                <a:gd name="T4" fmla="*/ 2 w 1"/>
                <a:gd name="T5" fmla="*/ 0 h 2"/>
                <a:gd name="T6" fmla="*/ 0 w 1"/>
                <a:gd name="T7" fmla="*/ 0 h 2"/>
                <a:gd name="T8" fmla="*/ 0 w 1"/>
                <a:gd name="T9" fmla="*/ 4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cubicBezTo>
                    <a:pt x="0" y="2"/>
                    <a:pt x="1" y="2"/>
                    <a:pt x="1" y="2"/>
                  </a:cubicBezTo>
                  <a:cubicBezTo>
                    <a:pt x="1" y="1"/>
                    <a:pt x="1" y="1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72" name="Freeform 41063"/>
            <p:cNvSpPr>
              <a:spLocks/>
            </p:cNvSpPr>
            <p:nvPr/>
          </p:nvSpPr>
          <p:spPr bwMode="auto">
            <a:xfrm>
              <a:off x="3763" y="880"/>
              <a:ext cx="39" cy="40"/>
            </a:xfrm>
            <a:custGeom>
              <a:avLst/>
              <a:gdLst>
                <a:gd name="T0" fmla="*/ 5 w 22"/>
                <a:gd name="T1" fmla="*/ 26 h 23"/>
                <a:gd name="T2" fmla="*/ 5 w 22"/>
                <a:gd name="T3" fmla="*/ 21 h 23"/>
                <a:gd name="T4" fmla="*/ 11 w 22"/>
                <a:gd name="T5" fmla="*/ 21 h 23"/>
                <a:gd name="T6" fmla="*/ 16 w 22"/>
                <a:gd name="T7" fmla="*/ 21 h 23"/>
                <a:gd name="T8" fmla="*/ 20 w 22"/>
                <a:gd name="T9" fmla="*/ 24 h 23"/>
                <a:gd name="T10" fmla="*/ 16 w 22"/>
                <a:gd name="T11" fmla="*/ 26 h 23"/>
                <a:gd name="T12" fmla="*/ 14 w 22"/>
                <a:gd name="T13" fmla="*/ 30 h 23"/>
                <a:gd name="T14" fmla="*/ 14 w 22"/>
                <a:gd name="T15" fmla="*/ 35 h 23"/>
                <a:gd name="T16" fmla="*/ 14 w 22"/>
                <a:gd name="T17" fmla="*/ 40 h 23"/>
                <a:gd name="T18" fmla="*/ 20 w 22"/>
                <a:gd name="T19" fmla="*/ 40 h 23"/>
                <a:gd name="T20" fmla="*/ 20 w 22"/>
                <a:gd name="T21" fmla="*/ 35 h 23"/>
                <a:gd name="T22" fmla="*/ 20 w 22"/>
                <a:gd name="T23" fmla="*/ 30 h 23"/>
                <a:gd name="T24" fmla="*/ 21 w 22"/>
                <a:gd name="T25" fmla="*/ 26 h 23"/>
                <a:gd name="T26" fmla="*/ 25 w 22"/>
                <a:gd name="T27" fmla="*/ 24 h 23"/>
                <a:gd name="T28" fmla="*/ 30 w 22"/>
                <a:gd name="T29" fmla="*/ 24 h 23"/>
                <a:gd name="T30" fmla="*/ 34 w 22"/>
                <a:gd name="T31" fmla="*/ 26 h 23"/>
                <a:gd name="T32" fmla="*/ 39 w 22"/>
                <a:gd name="T33" fmla="*/ 26 h 23"/>
                <a:gd name="T34" fmla="*/ 35 w 22"/>
                <a:gd name="T35" fmla="*/ 24 h 23"/>
                <a:gd name="T36" fmla="*/ 35 w 22"/>
                <a:gd name="T37" fmla="*/ 17 h 23"/>
                <a:gd name="T38" fmla="*/ 35 w 22"/>
                <a:gd name="T39" fmla="*/ 12 h 23"/>
                <a:gd name="T40" fmla="*/ 34 w 22"/>
                <a:gd name="T41" fmla="*/ 9 h 23"/>
                <a:gd name="T42" fmla="*/ 30 w 22"/>
                <a:gd name="T43" fmla="*/ 7 h 23"/>
                <a:gd name="T44" fmla="*/ 27 w 22"/>
                <a:gd name="T45" fmla="*/ 3 h 23"/>
                <a:gd name="T46" fmla="*/ 27 w 22"/>
                <a:gd name="T47" fmla="*/ 0 h 23"/>
                <a:gd name="T48" fmla="*/ 25 w 22"/>
                <a:gd name="T49" fmla="*/ 3 h 23"/>
                <a:gd name="T50" fmla="*/ 25 w 22"/>
                <a:gd name="T51" fmla="*/ 9 h 23"/>
                <a:gd name="T52" fmla="*/ 27 w 22"/>
                <a:gd name="T53" fmla="*/ 12 h 23"/>
                <a:gd name="T54" fmla="*/ 30 w 22"/>
                <a:gd name="T55" fmla="*/ 16 h 23"/>
                <a:gd name="T56" fmla="*/ 34 w 22"/>
                <a:gd name="T57" fmla="*/ 17 h 23"/>
                <a:gd name="T58" fmla="*/ 30 w 22"/>
                <a:gd name="T59" fmla="*/ 21 h 23"/>
                <a:gd name="T60" fmla="*/ 25 w 22"/>
                <a:gd name="T61" fmla="*/ 21 h 23"/>
                <a:gd name="T62" fmla="*/ 21 w 22"/>
                <a:gd name="T63" fmla="*/ 17 h 23"/>
                <a:gd name="T64" fmla="*/ 20 w 22"/>
                <a:gd name="T65" fmla="*/ 16 h 23"/>
                <a:gd name="T66" fmla="*/ 16 w 22"/>
                <a:gd name="T67" fmla="*/ 17 h 23"/>
                <a:gd name="T68" fmla="*/ 14 w 22"/>
                <a:gd name="T69" fmla="*/ 16 h 23"/>
                <a:gd name="T70" fmla="*/ 0 w 22"/>
                <a:gd name="T71" fmla="*/ 26 h 23"/>
                <a:gd name="T72" fmla="*/ 2 w 22"/>
                <a:gd name="T73" fmla="*/ 26 h 23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22" h="23">
                  <a:moveTo>
                    <a:pt x="1" y="15"/>
                  </a:moveTo>
                  <a:cubicBezTo>
                    <a:pt x="2" y="15"/>
                    <a:pt x="2" y="15"/>
                    <a:pt x="3" y="15"/>
                  </a:cubicBezTo>
                  <a:cubicBezTo>
                    <a:pt x="3" y="15"/>
                    <a:pt x="3" y="14"/>
                    <a:pt x="3" y="14"/>
                  </a:cubicBezTo>
                  <a:cubicBezTo>
                    <a:pt x="3" y="13"/>
                    <a:pt x="3" y="13"/>
                    <a:pt x="3" y="12"/>
                  </a:cubicBezTo>
                  <a:cubicBezTo>
                    <a:pt x="3" y="12"/>
                    <a:pt x="4" y="12"/>
                    <a:pt x="5" y="12"/>
                  </a:cubicBezTo>
                  <a:cubicBezTo>
                    <a:pt x="5" y="12"/>
                    <a:pt x="6" y="12"/>
                    <a:pt x="6" y="12"/>
                  </a:cubicBezTo>
                  <a:cubicBezTo>
                    <a:pt x="7" y="12"/>
                    <a:pt x="7" y="12"/>
                    <a:pt x="8" y="12"/>
                  </a:cubicBezTo>
                  <a:cubicBezTo>
                    <a:pt x="8" y="12"/>
                    <a:pt x="9" y="12"/>
                    <a:pt x="9" y="12"/>
                  </a:cubicBezTo>
                  <a:cubicBezTo>
                    <a:pt x="9" y="13"/>
                    <a:pt x="9" y="13"/>
                    <a:pt x="9" y="14"/>
                  </a:cubicBezTo>
                  <a:cubicBezTo>
                    <a:pt x="10" y="14"/>
                    <a:pt x="10" y="14"/>
                    <a:pt x="11" y="14"/>
                  </a:cubicBezTo>
                  <a:cubicBezTo>
                    <a:pt x="11" y="14"/>
                    <a:pt x="11" y="15"/>
                    <a:pt x="11" y="15"/>
                  </a:cubicBezTo>
                  <a:cubicBezTo>
                    <a:pt x="10" y="15"/>
                    <a:pt x="10" y="15"/>
                    <a:pt x="9" y="15"/>
                  </a:cubicBezTo>
                  <a:cubicBezTo>
                    <a:pt x="9" y="16"/>
                    <a:pt x="9" y="16"/>
                    <a:pt x="9" y="17"/>
                  </a:cubicBezTo>
                  <a:cubicBezTo>
                    <a:pt x="9" y="17"/>
                    <a:pt x="8" y="17"/>
                    <a:pt x="8" y="17"/>
                  </a:cubicBezTo>
                  <a:cubicBezTo>
                    <a:pt x="8" y="17"/>
                    <a:pt x="8" y="18"/>
                    <a:pt x="8" y="18"/>
                  </a:cubicBezTo>
                  <a:cubicBezTo>
                    <a:pt x="8" y="19"/>
                    <a:pt x="8" y="19"/>
                    <a:pt x="8" y="20"/>
                  </a:cubicBezTo>
                  <a:cubicBezTo>
                    <a:pt x="8" y="21"/>
                    <a:pt x="8" y="21"/>
                    <a:pt x="8" y="22"/>
                  </a:cubicBezTo>
                  <a:cubicBezTo>
                    <a:pt x="8" y="22"/>
                    <a:pt x="8" y="23"/>
                    <a:pt x="8" y="23"/>
                  </a:cubicBezTo>
                  <a:cubicBezTo>
                    <a:pt x="8" y="23"/>
                    <a:pt x="9" y="23"/>
                    <a:pt x="9" y="23"/>
                  </a:cubicBezTo>
                  <a:cubicBezTo>
                    <a:pt x="10" y="23"/>
                    <a:pt x="10" y="23"/>
                    <a:pt x="11" y="23"/>
                  </a:cubicBezTo>
                  <a:cubicBezTo>
                    <a:pt x="11" y="23"/>
                    <a:pt x="11" y="22"/>
                    <a:pt x="11" y="22"/>
                  </a:cubicBezTo>
                  <a:cubicBezTo>
                    <a:pt x="11" y="21"/>
                    <a:pt x="11" y="21"/>
                    <a:pt x="11" y="20"/>
                  </a:cubicBezTo>
                  <a:cubicBezTo>
                    <a:pt x="11" y="19"/>
                    <a:pt x="11" y="19"/>
                    <a:pt x="11" y="18"/>
                  </a:cubicBezTo>
                  <a:cubicBezTo>
                    <a:pt x="11" y="18"/>
                    <a:pt x="11" y="17"/>
                    <a:pt x="11" y="17"/>
                  </a:cubicBezTo>
                  <a:cubicBezTo>
                    <a:pt x="11" y="17"/>
                    <a:pt x="12" y="17"/>
                    <a:pt x="12" y="17"/>
                  </a:cubicBezTo>
                  <a:cubicBezTo>
                    <a:pt x="12" y="16"/>
                    <a:pt x="12" y="16"/>
                    <a:pt x="12" y="15"/>
                  </a:cubicBezTo>
                  <a:cubicBezTo>
                    <a:pt x="12" y="15"/>
                    <a:pt x="12" y="14"/>
                    <a:pt x="12" y="14"/>
                  </a:cubicBezTo>
                  <a:cubicBezTo>
                    <a:pt x="13" y="14"/>
                    <a:pt x="13" y="14"/>
                    <a:pt x="14" y="14"/>
                  </a:cubicBezTo>
                  <a:cubicBezTo>
                    <a:pt x="14" y="14"/>
                    <a:pt x="15" y="14"/>
                    <a:pt x="15" y="14"/>
                  </a:cubicBezTo>
                  <a:cubicBezTo>
                    <a:pt x="16" y="14"/>
                    <a:pt x="16" y="14"/>
                    <a:pt x="17" y="14"/>
                  </a:cubicBezTo>
                  <a:cubicBezTo>
                    <a:pt x="17" y="14"/>
                    <a:pt x="17" y="15"/>
                    <a:pt x="17" y="15"/>
                  </a:cubicBezTo>
                  <a:cubicBezTo>
                    <a:pt x="17" y="15"/>
                    <a:pt x="18" y="15"/>
                    <a:pt x="19" y="15"/>
                  </a:cubicBezTo>
                  <a:cubicBezTo>
                    <a:pt x="19" y="15"/>
                    <a:pt x="20" y="15"/>
                    <a:pt x="20" y="15"/>
                  </a:cubicBezTo>
                  <a:cubicBezTo>
                    <a:pt x="21" y="15"/>
                    <a:pt x="21" y="15"/>
                    <a:pt x="22" y="15"/>
                  </a:cubicBezTo>
                  <a:cubicBezTo>
                    <a:pt x="22" y="15"/>
                    <a:pt x="22" y="14"/>
                    <a:pt x="22" y="14"/>
                  </a:cubicBezTo>
                  <a:cubicBezTo>
                    <a:pt x="21" y="14"/>
                    <a:pt x="21" y="14"/>
                    <a:pt x="20" y="14"/>
                  </a:cubicBezTo>
                  <a:cubicBezTo>
                    <a:pt x="20" y="13"/>
                    <a:pt x="20" y="13"/>
                    <a:pt x="20" y="12"/>
                  </a:cubicBezTo>
                  <a:cubicBezTo>
                    <a:pt x="20" y="11"/>
                    <a:pt x="20" y="11"/>
                    <a:pt x="20" y="10"/>
                  </a:cubicBezTo>
                  <a:cubicBezTo>
                    <a:pt x="20" y="10"/>
                    <a:pt x="20" y="9"/>
                    <a:pt x="20" y="9"/>
                  </a:cubicBezTo>
                  <a:cubicBezTo>
                    <a:pt x="20" y="8"/>
                    <a:pt x="20" y="8"/>
                    <a:pt x="20" y="7"/>
                  </a:cubicBezTo>
                  <a:cubicBezTo>
                    <a:pt x="20" y="7"/>
                    <a:pt x="20" y="6"/>
                    <a:pt x="20" y="5"/>
                  </a:cubicBezTo>
                  <a:cubicBezTo>
                    <a:pt x="20" y="5"/>
                    <a:pt x="19" y="5"/>
                    <a:pt x="19" y="5"/>
                  </a:cubicBezTo>
                  <a:cubicBezTo>
                    <a:pt x="18" y="5"/>
                    <a:pt x="17" y="5"/>
                    <a:pt x="17" y="5"/>
                  </a:cubicBezTo>
                  <a:cubicBezTo>
                    <a:pt x="17" y="5"/>
                    <a:pt x="17" y="4"/>
                    <a:pt x="17" y="4"/>
                  </a:cubicBezTo>
                  <a:cubicBezTo>
                    <a:pt x="17" y="3"/>
                    <a:pt x="17" y="3"/>
                    <a:pt x="17" y="2"/>
                  </a:cubicBezTo>
                  <a:cubicBezTo>
                    <a:pt x="16" y="2"/>
                    <a:pt x="16" y="2"/>
                    <a:pt x="15" y="2"/>
                  </a:cubicBezTo>
                  <a:cubicBezTo>
                    <a:pt x="15" y="2"/>
                    <a:pt x="15" y="1"/>
                    <a:pt x="15" y="1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1"/>
                    <a:pt x="14" y="1"/>
                    <a:pt x="14" y="1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4" y="3"/>
                    <a:pt x="14" y="3"/>
                    <a:pt x="14" y="4"/>
                  </a:cubicBezTo>
                  <a:cubicBezTo>
                    <a:pt x="14" y="4"/>
                    <a:pt x="14" y="5"/>
                    <a:pt x="14" y="5"/>
                  </a:cubicBezTo>
                  <a:cubicBezTo>
                    <a:pt x="14" y="6"/>
                    <a:pt x="14" y="7"/>
                    <a:pt x="14" y="7"/>
                  </a:cubicBezTo>
                  <a:cubicBezTo>
                    <a:pt x="14" y="7"/>
                    <a:pt x="15" y="7"/>
                    <a:pt x="15" y="7"/>
                  </a:cubicBezTo>
                  <a:cubicBezTo>
                    <a:pt x="16" y="7"/>
                    <a:pt x="16" y="7"/>
                    <a:pt x="17" y="7"/>
                  </a:cubicBezTo>
                  <a:cubicBezTo>
                    <a:pt x="17" y="8"/>
                    <a:pt x="17" y="8"/>
                    <a:pt x="17" y="9"/>
                  </a:cubicBezTo>
                  <a:cubicBezTo>
                    <a:pt x="17" y="9"/>
                    <a:pt x="18" y="9"/>
                    <a:pt x="19" y="9"/>
                  </a:cubicBezTo>
                  <a:cubicBezTo>
                    <a:pt x="19" y="9"/>
                    <a:pt x="19" y="10"/>
                    <a:pt x="19" y="10"/>
                  </a:cubicBezTo>
                  <a:cubicBezTo>
                    <a:pt x="19" y="11"/>
                    <a:pt x="19" y="11"/>
                    <a:pt x="19" y="12"/>
                  </a:cubicBezTo>
                  <a:cubicBezTo>
                    <a:pt x="18" y="12"/>
                    <a:pt x="17" y="12"/>
                    <a:pt x="17" y="12"/>
                  </a:cubicBezTo>
                  <a:cubicBezTo>
                    <a:pt x="16" y="12"/>
                    <a:pt x="16" y="12"/>
                    <a:pt x="15" y="12"/>
                  </a:cubicBezTo>
                  <a:cubicBezTo>
                    <a:pt x="15" y="12"/>
                    <a:pt x="14" y="12"/>
                    <a:pt x="14" y="12"/>
                  </a:cubicBezTo>
                  <a:cubicBezTo>
                    <a:pt x="13" y="12"/>
                    <a:pt x="13" y="12"/>
                    <a:pt x="12" y="12"/>
                  </a:cubicBezTo>
                  <a:cubicBezTo>
                    <a:pt x="12" y="11"/>
                    <a:pt x="12" y="11"/>
                    <a:pt x="12" y="10"/>
                  </a:cubicBezTo>
                  <a:cubicBezTo>
                    <a:pt x="12" y="10"/>
                    <a:pt x="12" y="9"/>
                    <a:pt x="12" y="9"/>
                  </a:cubicBezTo>
                  <a:cubicBezTo>
                    <a:pt x="12" y="9"/>
                    <a:pt x="11" y="9"/>
                    <a:pt x="11" y="9"/>
                  </a:cubicBezTo>
                  <a:cubicBezTo>
                    <a:pt x="11" y="9"/>
                    <a:pt x="11" y="10"/>
                    <a:pt x="11" y="10"/>
                  </a:cubicBezTo>
                  <a:cubicBezTo>
                    <a:pt x="10" y="10"/>
                    <a:pt x="10" y="10"/>
                    <a:pt x="9" y="10"/>
                  </a:cubicBezTo>
                  <a:cubicBezTo>
                    <a:pt x="9" y="10"/>
                    <a:pt x="9" y="9"/>
                    <a:pt x="9" y="9"/>
                  </a:cubicBezTo>
                  <a:cubicBezTo>
                    <a:pt x="9" y="9"/>
                    <a:pt x="8" y="9"/>
                    <a:pt x="8" y="9"/>
                  </a:cubicBezTo>
                  <a:cubicBezTo>
                    <a:pt x="8" y="8"/>
                    <a:pt x="8" y="8"/>
                    <a:pt x="8" y="7"/>
                  </a:cubicBezTo>
                  <a:cubicBezTo>
                    <a:pt x="5" y="10"/>
                    <a:pt x="2" y="12"/>
                    <a:pt x="0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5"/>
                    <a:pt x="1" y="15"/>
                    <a:pt x="1" y="15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73" name="Freeform 41064"/>
            <p:cNvSpPr>
              <a:spLocks/>
            </p:cNvSpPr>
            <p:nvPr/>
          </p:nvSpPr>
          <p:spPr bwMode="auto">
            <a:xfrm>
              <a:off x="4299" y="956"/>
              <a:ext cx="6" cy="18"/>
            </a:xfrm>
            <a:custGeom>
              <a:avLst/>
              <a:gdLst>
                <a:gd name="T0" fmla="*/ 4 w 3"/>
                <a:gd name="T1" fmla="*/ 4 h 10"/>
                <a:gd name="T2" fmla="*/ 4 w 3"/>
                <a:gd name="T3" fmla="*/ 5 h 10"/>
                <a:gd name="T4" fmla="*/ 4 w 3"/>
                <a:gd name="T5" fmla="*/ 9 h 10"/>
                <a:gd name="T6" fmla="*/ 0 w 3"/>
                <a:gd name="T7" fmla="*/ 9 h 10"/>
                <a:gd name="T8" fmla="*/ 0 w 3"/>
                <a:gd name="T9" fmla="*/ 13 h 10"/>
                <a:gd name="T10" fmla="*/ 0 w 3"/>
                <a:gd name="T11" fmla="*/ 14 h 10"/>
                <a:gd name="T12" fmla="*/ 0 w 3"/>
                <a:gd name="T13" fmla="*/ 18 h 10"/>
                <a:gd name="T14" fmla="*/ 4 w 3"/>
                <a:gd name="T15" fmla="*/ 18 h 10"/>
                <a:gd name="T16" fmla="*/ 4 w 3"/>
                <a:gd name="T17" fmla="*/ 14 h 10"/>
                <a:gd name="T18" fmla="*/ 4 w 3"/>
                <a:gd name="T19" fmla="*/ 13 h 10"/>
                <a:gd name="T20" fmla="*/ 6 w 3"/>
                <a:gd name="T21" fmla="*/ 13 h 10"/>
                <a:gd name="T22" fmla="*/ 6 w 3"/>
                <a:gd name="T23" fmla="*/ 9 h 10"/>
                <a:gd name="T24" fmla="*/ 6 w 3"/>
                <a:gd name="T25" fmla="*/ 5 h 10"/>
                <a:gd name="T26" fmla="*/ 6 w 3"/>
                <a:gd name="T27" fmla="*/ 4 h 10"/>
                <a:gd name="T28" fmla="*/ 6 w 3"/>
                <a:gd name="T29" fmla="*/ 0 h 10"/>
                <a:gd name="T30" fmla="*/ 4 w 3"/>
                <a:gd name="T31" fmla="*/ 0 h 10"/>
                <a:gd name="T32" fmla="*/ 4 w 3"/>
                <a:gd name="T33" fmla="*/ 4 h 1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" h="10">
                  <a:moveTo>
                    <a:pt x="2" y="2"/>
                  </a:moveTo>
                  <a:cubicBezTo>
                    <a:pt x="2" y="2"/>
                    <a:pt x="2" y="3"/>
                    <a:pt x="2" y="3"/>
                  </a:cubicBezTo>
                  <a:cubicBezTo>
                    <a:pt x="2" y="4"/>
                    <a:pt x="2" y="4"/>
                    <a:pt x="2" y="5"/>
                  </a:cubicBezTo>
                  <a:cubicBezTo>
                    <a:pt x="1" y="5"/>
                    <a:pt x="1" y="5"/>
                    <a:pt x="0" y="5"/>
                  </a:cubicBezTo>
                  <a:cubicBezTo>
                    <a:pt x="0" y="6"/>
                    <a:pt x="0" y="6"/>
                    <a:pt x="0" y="7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0" y="9"/>
                    <a:pt x="0" y="9"/>
                    <a:pt x="0" y="10"/>
                  </a:cubicBezTo>
                  <a:cubicBezTo>
                    <a:pt x="1" y="10"/>
                    <a:pt x="1" y="10"/>
                    <a:pt x="2" y="10"/>
                  </a:cubicBezTo>
                  <a:cubicBezTo>
                    <a:pt x="2" y="9"/>
                    <a:pt x="2" y="9"/>
                    <a:pt x="2" y="8"/>
                  </a:cubicBezTo>
                  <a:cubicBezTo>
                    <a:pt x="2" y="8"/>
                    <a:pt x="2" y="7"/>
                    <a:pt x="2" y="7"/>
                  </a:cubicBezTo>
                  <a:cubicBezTo>
                    <a:pt x="2" y="7"/>
                    <a:pt x="3" y="7"/>
                    <a:pt x="3" y="7"/>
                  </a:cubicBezTo>
                  <a:cubicBezTo>
                    <a:pt x="3" y="6"/>
                    <a:pt x="3" y="6"/>
                    <a:pt x="3" y="5"/>
                  </a:cubicBezTo>
                  <a:cubicBezTo>
                    <a:pt x="3" y="4"/>
                    <a:pt x="3" y="4"/>
                    <a:pt x="3" y="3"/>
                  </a:cubicBezTo>
                  <a:cubicBezTo>
                    <a:pt x="3" y="3"/>
                    <a:pt x="3" y="2"/>
                    <a:pt x="3" y="2"/>
                  </a:cubicBezTo>
                  <a:cubicBezTo>
                    <a:pt x="3" y="1"/>
                    <a:pt x="3" y="1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2" y="1"/>
                    <a:pt x="2" y="1"/>
                    <a:pt x="2" y="2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74" name="Freeform 41065"/>
            <p:cNvSpPr>
              <a:spLocks/>
            </p:cNvSpPr>
            <p:nvPr/>
          </p:nvSpPr>
          <p:spPr bwMode="auto">
            <a:xfrm>
              <a:off x="4380" y="1235"/>
              <a:ext cx="1" cy="0"/>
            </a:xfrm>
            <a:custGeom>
              <a:avLst/>
              <a:gdLst>
                <a:gd name="T0" fmla="*/ 1 w 1"/>
                <a:gd name="T1" fmla="*/ 1 w 1"/>
                <a:gd name="T2" fmla="*/ 1 w 1"/>
                <a:gd name="T3" fmla="*/ 0 w 1"/>
                <a:gd name="T4" fmla="*/ 1 w 1"/>
                <a:gd name="T5" fmla="*/ 1 w 1"/>
                <a:gd name="T6" fmla="*/ 0 60000 65536"/>
                <a:gd name="T7" fmla="*/ 0 60000 655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6">
                  <a:pos x="T0" y="0"/>
                </a:cxn>
                <a:cxn ang="T7">
                  <a:pos x="T1" y="0"/>
                </a:cxn>
                <a:cxn ang="T8">
                  <a:pos x="T2" y="0"/>
                </a:cxn>
                <a:cxn ang="T9">
                  <a:pos x="T3" y="0"/>
                </a:cxn>
                <a:cxn ang="T10">
                  <a:pos x="T4" y="0"/>
                </a:cxn>
                <a:cxn ang="T11">
                  <a:pos x="T5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75" name="Freeform 41066"/>
            <p:cNvSpPr>
              <a:spLocks/>
            </p:cNvSpPr>
            <p:nvPr/>
          </p:nvSpPr>
          <p:spPr bwMode="auto">
            <a:xfrm>
              <a:off x="4009" y="939"/>
              <a:ext cx="1" cy="3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3 h 2"/>
                <a:gd name="T4" fmla="*/ 1 w 1"/>
                <a:gd name="T5" fmla="*/ 3 h 2"/>
                <a:gd name="T6" fmla="*/ 1 w 1"/>
                <a:gd name="T7" fmla="*/ 0 h 2"/>
                <a:gd name="T8" fmla="*/ 0 w 1"/>
                <a:gd name="T9" fmla="*/ 0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cubicBezTo>
                    <a:pt x="0" y="1"/>
                    <a:pt x="0" y="2"/>
                    <a:pt x="0" y="2"/>
                  </a:cubicBezTo>
                  <a:cubicBezTo>
                    <a:pt x="0" y="2"/>
                    <a:pt x="1" y="2"/>
                    <a:pt x="1" y="2"/>
                  </a:cubicBezTo>
                  <a:cubicBezTo>
                    <a:pt x="1" y="2"/>
                    <a:pt x="1" y="1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76" name="Freeform 41067"/>
            <p:cNvSpPr>
              <a:spLocks/>
            </p:cNvSpPr>
            <p:nvPr/>
          </p:nvSpPr>
          <p:spPr bwMode="auto">
            <a:xfrm>
              <a:off x="4313" y="927"/>
              <a:ext cx="6" cy="1"/>
            </a:xfrm>
            <a:custGeom>
              <a:avLst/>
              <a:gdLst>
                <a:gd name="T0" fmla="*/ 0 w 3"/>
                <a:gd name="T1" fmla="*/ 0 h 1"/>
                <a:gd name="T2" fmla="*/ 0 w 3"/>
                <a:gd name="T3" fmla="*/ 1 h 1"/>
                <a:gd name="T4" fmla="*/ 2 w 3"/>
                <a:gd name="T5" fmla="*/ 1 h 1"/>
                <a:gd name="T6" fmla="*/ 6 w 3"/>
                <a:gd name="T7" fmla="*/ 1 h 1"/>
                <a:gd name="T8" fmla="*/ 6 w 3"/>
                <a:gd name="T9" fmla="*/ 0 h 1"/>
                <a:gd name="T10" fmla="*/ 2 w 3"/>
                <a:gd name="T11" fmla="*/ 0 h 1"/>
                <a:gd name="T12" fmla="*/ 0 w 3"/>
                <a:gd name="T13" fmla="*/ 0 h 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cubicBezTo>
                    <a:pt x="0" y="0"/>
                    <a:pt x="0" y="1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ubicBezTo>
                    <a:pt x="2" y="1"/>
                    <a:pt x="2" y="1"/>
                    <a:pt x="3" y="1"/>
                  </a:cubicBezTo>
                  <a:cubicBezTo>
                    <a:pt x="3" y="1"/>
                    <a:pt x="3" y="0"/>
                    <a:pt x="3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77" name="Freeform 41068"/>
            <p:cNvSpPr>
              <a:spLocks/>
            </p:cNvSpPr>
            <p:nvPr/>
          </p:nvSpPr>
          <p:spPr bwMode="auto">
            <a:xfrm>
              <a:off x="4310" y="923"/>
              <a:ext cx="3" cy="4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4 h 2"/>
                <a:gd name="T4" fmla="*/ 3 w 2"/>
                <a:gd name="T5" fmla="*/ 4 h 2"/>
                <a:gd name="T6" fmla="*/ 3 w 2"/>
                <a:gd name="T7" fmla="*/ 0 h 2"/>
                <a:gd name="T8" fmla="*/ 0 w 2"/>
                <a:gd name="T9" fmla="*/ 0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cubicBezTo>
                    <a:pt x="0" y="0"/>
                    <a:pt x="0" y="1"/>
                    <a:pt x="0" y="2"/>
                  </a:cubicBezTo>
                  <a:cubicBezTo>
                    <a:pt x="1" y="2"/>
                    <a:pt x="1" y="2"/>
                    <a:pt x="2" y="2"/>
                  </a:cubicBezTo>
                  <a:cubicBezTo>
                    <a:pt x="2" y="1"/>
                    <a:pt x="2" y="0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78" name="Freeform 41069"/>
            <p:cNvSpPr>
              <a:spLocks noEditPoints="1"/>
            </p:cNvSpPr>
            <p:nvPr/>
          </p:nvSpPr>
          <p:spPr bwMode="auto">
            <a:xfrm>
              <a:off x="3645" y="846"/>
              <a:ext cx="282" cy="692"/>
            </a:xfrm>
            <a:custGeom>
              <a:avLst/>
              <a:gdLst>
                <a:gd name="T0" fmla="*/ 202 w 162"/>
                <a:gd name="T1" fmla="*/ 659 h 397"/>
                <a:gd name="T2" fmla="*/ 225 w 162"/>
                <a:gd name="T3" fmla="*/ 622 h 397"/>
                <a:gd name="T4" fmla="*/ 251 w 162"/>
                <a:gd name="T5" fmla="*/ 591 h 397"/>
                <a:gd name="T6" fmla="*/ 265 w 162"/>
                <a:gd name="T7" fmla="*/ 540 h 397"/>
                <a:gd name="T8" fmla="*/ 270 w 162"/>
                <a:gd name="T9" fmla="*/ 507 h 397"/>
                <a:gd name="T10" fmla="*/ 225 w 162"/>
                <a:gd name="T11" fmla="*/ 490 h 397"/>
                <a:gd name="T12" fmla="*/ 191 w 162"/>
                <a:gd name="T13" fmla="*/ 458 h 397"/>
                <a:gd name="T14" fmla="*/ 158 w 162"/>
                <a:gd name="T15" fmla="*/ 434 h 397"/>
                <a:gd name="T16" fmla="*/ 120 w 162"/>
                <a:gd name="T17" fmla="*/ 431 h 397"/>
                <a:gd name="T18" fmla="*/ 82 w 162"/>
                <a:gd name="T19" fmla="*/ 443 h 397"/>
                <a:gd name="T20" fmla="*/ 57 w 162"/>
                <a:gd name="T21" fmla="*/ 408 h 397"/>
                <a:gd name="T22" fmla="*/ 52 w 162"/>
                <a:gd name="T23" fmla="*/ 389 h 397"/>
                <a:gd name="T24" fmla="*/ 28 w 162"/>
                <a:gd name="T25" fmla="*/ 366 h 397"/>
                <a:gd name="T26" fmla="*/ 61 w 162"/>
                <a:gd name="T27" fmla="*/ 342 h 397"/>
                <a:gd name="T28" fmla="*/ 94 w 162"/>
                <a:gd name="T29" fmla="*/ 361 h 397"/>
                <a:gd name="T30" fmla="*/ 110 w 162"/>
                <a:gd name="T31" fmla="*/ 324 h 397"/>
                <a:gd name="T32" fmla="*/ 139 w 162"/>
                <a:gd name="T33" fmla="*/ 291 h 397"/>
                <a:gd name="T34" fmla="*/ 176 w 162"/>
                <a:gd name="T35" fmla="*/ 268 h 397"/>
                <a:gd name="T36" fmla="*/ 197 w 162"/>
                <a:gd name="T37" fmla="*/ 260 h 397"/>
                <a:gd name="T38" fmla="*/ 197 w 162"/>
                <a:gd name="T39" fmla="*/ 246 h 397"/>
                <a:gd name="T40" fmla="*/ 205 w 162"/>
                <a:gd name="T41" fmla="*/ 251 h 397"/>
                <a:gd name="T42" fmla="*/ 221 w 162"/>
                <a:gd name="T43" fmla="*/ 242 h 397"/>
                <a:gd name="T44" fmla="*/ 212 w 162"/>
                <a:gd name="T45" fmla="*/ 197 h 397"/>
                <a:gd name="T46" fmla="*/ 188 w 162"/>
                <a:gd name="T47" fmla="*/ 174 h 397"/>
                <a:gd name="T48" fmla="*/ 164 w 162"/>
                <a:gd name="T49" fmla="*/ 159 h 397"/>
                <a:gd name="T50" fmla="*/ 151 w 162"/>
                <a:gd name="T51" fmla="*/ 197 h 397"/>
                <a:gd name="T52" fmla="*/ 134 w 162"/>
                <a:gd name="T53" fmla="*/ 206 h 397"/>
                <a:gd name="T54" fmla="*/ 104 w 162"/>
                <a:gd name="T55" fmla="*/ 173 h 397"/>
                <a:gd name="T56" fmla="*/ 129 w 162"/>
                <a:gd name="T57" fmla="*/ 138 h 397"/>
                <a:gd name="T58" fmla="*/ 143 w 162"/>
                <a:gd name="T59" fmla="*/ 145 h 397"/>
                <a:gd name="T60" fmla="*/ 151 w 162"/>
                <a:gd name="T61" fmla="*/ 127 h 397"/>
                <a:gd name="T62" fmla="*/ 176 w 162"/>
                <a:gd name="T63" fmla="*/ 105 h 397"/>
                <a:gd name="T64" fmla="*/ 188 w 162"/>
                <a:gd name="T65" fmla="*/ 122 h 397"/>
                <a:gd name="T66" fmla="*/ 169 w 162"/>
                <a:gd name="T67" fmla="*/ 145 h 397"/>
                <a:gd name="T68" fmla="*/ 205 w 162"/>
                <a:gd name="T69" fmla="*/ 160 h 397"/>
                <a:gd name="T70" fmla="*/ 219 w 162"/>
                <a:gd name="T71" fmla="*/ 145 h 397"/>
                <a:gd name="T72" fmla="*/ 219 w 162"/>
                <a:gd name="T73" fmla="*/ 108 h 397"/>
                <a:gd name="T74" fmla="*/ 188 w 162"/>
                <a:gd name="T75" fmla="*/ 73 h 397"/>
                <a:gd name="T76" fmla="*/ 151 w 162"/>
                <a:gd name="T77" fmla="*/ 77 h 397"/>
                <a:gd name="T78" fmla="*/ 151 w 162"/>
                <a:gd name="T79" fmla="*/ 101 h 397"/>
                <a:gd name="T80" fmla="*/ 153 w 162"/>
                <a:gd name="T81" fmla="*/ 68 h 397"/>
                <a:gd name="T82" fmla="*/ 195 w 162"/>
                <a:gd name="T83" fmla="*/ 63 h 397"/>
                <a:gd name="T84" fmla="*/ 169 w 162"/>
                <a:gd name="T85" fmla="*/ 45 h 397"/>
                <a:gd name="T86" fmla="*/ 211 w 162"/>
                <a:gd name="T87" fmla="*/ 40 h 397"/>
                <a:gd name="T88" fmla="*/ 249 w 162"/>
                <a:gd name="T89" fmla="*/ 21 h 397"/>
                <a:gd name="T90" fmla="*/ 226 w 162"/>
                <a:gd name="T91" fmla="*/ 0 h 397"/>
                <a:gd name="T92" fmla="*/ 181 w 162"/>
                <a:gd name="T93" fmla="*/ 12 h 397"/>
                <a:gd name="T94" fmla="*/ 172 w 162"/>
                <a:gd name="T95" fmla="*/ 37 h 397"/>
                <a:gd name="T96" fmla="*/ 151 w 162"/>
                <a:gd name="T97" fmla="*/ 31 h 397"/>
                <a:gd name="T98" fmla="*/ 143 w 162"/>
                <a:gd name="T99" fmla="*/ 58 h 397"/>
                <a:gd name="T100" fmla="*/ 118 w 162"/>
                <a:gd name="T101" fmla="*/ 91 h 397"/>
                <a:gd name="T102" fmla="*/ 7 w 162"/>
                <a:gd name="T103" fmla="*/ 397 h 397"/>
                <a:gd name="T104" fmla="*/ 42 w 162"/>
                <a:gd name="T105" fmla="*/ 420 h 397"/>
                <a:gd name="T106" fmla="*/ 77 w 162"/>
                <a:gd name="T107" fmla="*/ 448 h 397"/>
                <a:gd name="T108" fmla="*/ 99 w 162"/>
                <a:gd name="T109" fmla="*/ 472 h 397"/>
                <a:gd name="T110" fmla="*/ 85 w 162"/>
                <a:gd name="T111" fmla="*/ 518 h 397"/>
                <a:gd name="T112" fmla="*/ 110 w 162"/>
                <a:gd name="T113" fmla="*/ 558 h 397"/>
                <a:gd name="T114" fmla="*/ 138 w 162"/>
                <a:gd name="T115" fmla="*/ 594 h 397"/>
                <a:gd name="T116" fmla="*/ 139 w 162"/>
                <a:gd name="T117" fmla="*/ 645 h 397"/>
                <a:gd name="T118" fmla="*/ 200 w 162"/>
                <a:gd name="T119" fmla="*/ 21 h 397"/>
                <a:gd name="T120" fmla="*/ 124 w 162"/>
                <a:gd name="T121" fmla="*/ 99 h 397"/>
                <a:gd name="T122" fmla="*/ 115 w 162"/>
                <a:gd name="T123" fmla="*/ 96 h 397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162" h="397">
                  <a:moveTo>
                    <a:pt x="102" y="395"/>
                  </a:moveTo>
                  <a:cubicBezTo>
                    <a:pt x="102" y="395"/>
                    <a:pt x="102" y="394"/>
                    <a:pt x="102" y="394"/>
                  </a:cubicBezTo>
                  <a:cubicBezTo>
                    <a:pt x="102" y="393"/>
                    <a:pt x="102" y="393"/>
                    <a:pt x="102" y="392"/>
                  </a:cubicBezTo>
                  <a:cubicBezTo>
                    <a:pt x="103" y="392"/>
                    <a:pt x="103" y="392"/>
                    <a:pt x="104" y="392"/>
                  </a:cubicBezTo>
                  <a:cubicBezTo>
                    <a:pt x="104" y="393"/>
                    <a:pt x="104" y="393"/>
                    <a:pt x="104" y="394"/>
                  </a:cubicBezTo>
                  <a:cubicBezTo>
                    <a:pt x="104" y="394"/>
                    <a:pt x="105" y="394"/>
                    <a:pt x="105" y="394"/>
                  </a:cubicBezTo>
                  <a:cubicBezTo>
                    <a:pt x="105" y="393"/>
                    <a:pt x="105" y="393"/>
                    <a:pt x="105" y="392"/>
                  </a:cubicBezTo>
                  <a:cubicBezTo>
                    <a:pt x="106" y="392"/>
                    <a:pt x="106" y="392"/>
                    <a:pt x="107" y="392"/>
                  </a:cubicBezTo>
                  <a:cubicBezTo>
                    <a:pt x="107" y="392"/>
                    <a:pt x="107" y="391"/>
                    <a:pt x="107" y="391"/>
                  </a:cubicBezTo>
                  <a:cubicBezTo>
                    <a:pt x="107" y="390"/>
                    <a:pt x="107" y="390"/>
                    <a:pt x="107" y="389"/>
                  </a:cubicBezTo>
                  <a:cubicBezTo>
                    <a:pt x="107" y="388"/>
                    <a:pt x="107" y="388"/>
                    <a:pt x="107" y="387"/>
                  </a:cubicBezTo>
                  <a:cubicBezTo>
                    <a:pt x="107" y="387"/>
                    <a:pt x="107" y="386"/>
                    <a:pt x="107" y="386"/>
                  </a:cubicBezTo>
                  <a:cubicBezTo>
                    <a:pt x="107" y="386"/>
                    <a:pt x="108" y="386"/>
                    <a:pt x="108" y="386"/>
                  </a:cubicBezTo>
                  <a:cubicBezTo>
                    <a:pt x="109" y="386"/>
                    <a:pt x="110" y="386"/>
                    <a:pt x="110" y="386"/>
                  </a:cubicBezTo>
                  <a:cubicBezTo>
                    <a:pt x="111" y="386"/>
                    <a:pt x="111" y="386"/>
                    <a:pt x="112" y="386"/>
                  </a:cubicBezTo>
                  <a:cubicBezTo>
                    <a:pt x="112" y="385"/>
                    <a:pt x="112" y="385"/>
                    <a:pt x="112" y="384"/>
                  </a:cubicBezTo>
                  <a:cubicBezTo>
                    <a:pt x="112" y="384"/>
                    <a:pt x="113" y="384"/>
                    <a:pt x="113" y="384"/>
                  </a:cubicBezTo>
                  <a:cubicBezTo>
                    <a:pt x="114" y="384"/>
                    <a:pt x="114" y="384"/>
                    <a:pt x="115" y="384"/>
                  </a:cubicBezTo>
                  <a:cubicBezTo>
                    <a:pt x="115" y="384"/>
                    <a:pt x="115" y="383"/>
                    <a:pt x="115" y="382"/>
                  </a:cubicBezTo>
                  <a:cubicBezTo>
                    <a:pt x="115" y="382"/>
                    <a:pt x="116" y="382"/>
                    <a:pt x="116" y="382"/>
                  </a:cubicBezTo>
                  <a:cubicBezTo>
                    <a:pt x="116" y="382"/>
                    <a:pt x="116" y="381"/>
                    <a:pt x="116" y="381"/>
                  </a:cubicBezTo>
                  <a:cubicBezTo>
                    <a:pt x="116" y="380"/>
                    <a:pt x="116" y="380"/>
                    <a:pt x="116" y="379"/>
                  </a:cubicBezTo>
                  <a:cubicBezTo>
                    <a:pt x="116" y="379"/>
                    <a:pt x="116" y="378"/>
                    <a:pt x="116" y="378"/>
                  </a:cubicBezTo>
                  <a:cubicBezTo>
                    <a:pt x="116" y="377"/>
                    <a:pt x="116" y="377"/>
                    <a:pt x="116" y="376"/>
                  </a:cubicBezTo>
                  <a:cubicBezTo>
                    <a:pt x="116" y="376"/>
                    <a:pt x="115" y="376"/>
                    <a:pt x="115" y="376"/>
                  </a:cubicBezTo>
                  <a:cubicBezTo>
                    <a:pt x="115" y="376"/>
                    <a:pt x="115" y="375"/>
                    <a:pt x="115" y="375"/>
                  </a:cubicBezTo>
                  <a:cubicBezTo>
                    <a:pt x="115" y="374"/>
                    <a:pt x="115" y="373"/>
                    <a:pt x="115" y="373"/>
                  </a:cubicBezTo>
                  <a:cubicBezTo>
                    <a:pt x="115" y="373"/>
                    <a:pt x="116" y="373"/>
                    <a:pt x="116" y="373"/>
                  </a:cubicBezTo>
                  <a:cubicBezTo>
                    <a:pt x="117" y="373"/>
                    <a:pt x="117" y="373"/>
                    <a:pt x="118" y="373"/>
                  </a:cubicBezTo>
                  <a:cubicBezTo>
                    <a:pt x="118" y="373"/>
                    <a:pt x="119" y="373"/>
                    <a:pt x="119" y="373"/>
                  </a:cubicBezTo>
                  <a:cubicBezTo>
                    <a:pt x="120" y="373"/>
                    <a:pt x="120" y="373"/>
                    <a:pt x="121" y="373"/>
                  </a:cubicBezTo>
                  <a:cubicBezTo>
                    <a:pt x="121" y="372"/>
                    <a:pt x="121" y="372"/>
                    <a:pt x="121" y="371"/>
                  </a:cubicBezTo>
                  <a:cubicBezTo>
                    <a:pt x="121" y="371"/>
                    <a:pt x="122" y="371"/>
                    <a:pt x="122" y="371"/>
                  </a:cubicBezTo>
                  <a:cubicBezTo>
                    <a:pt x="122" y="371"/>
                    <a:pt x="122" y="370"/>
                    <a:pt x="122" y="370"/>
                  </a:cubicBezTo>
                  <a:cubicBezTo>
                    <a:pt x="123" y="370"/>
                    <a:pt x="124" y="370"/>
                    <a:pt x="124" y="370"/>
                  </a:cubicBezTo>
                  <a:cubicBezTo>
                    <a:pt x="124" y="369"/>
                    <a:pt x="124" y="369"/>
                    <a:pt x="124" y="368"/>
                  </a:cubicBezTo>
                  <a:cubicBezTo>
                    <a:pt x="124" y="367"/>
                    <a:pt x="124" y="367"/>
                    <a:pt x="124" y="366"/>
                  </a:cubicBezTo>
                  <a:cubicBezTo>
                    <a:pt x="125" y="366"/>
                    <a:pt x="125" y="366"/>
                    <a:pt x="126" y="366"/>
                  </a:cubicBezTo>
                  <a:cubicBezTo>
                    <a:pt x="126" y="366"/>
                    <a:pt x="126" y="365"/>
                    <a:pt x="126" y="365"/>
                  </a:cubicBezTo>
                  <a:cubicBezTo>
                    <a:pt x="126" y="364"/>
                    <a:pt x="126" y="364"/>
                    <a:pt x="126" y="363"/>
                  </a:cubicBezTo>
                  <a:cubicBezTo>
                    <a:pt x="126" y="363"/>
                    <a:pt x="127" y="363"/>
                    <a:pt x="127" y="363"/>
                  </a:cubicBezTo>
                  <a:cubicBezTo>
                    <a:pt x="127" y="363"/>
                    <a:pt x="127" y="362"/>
                    <a:pt x="127" y="362"/>
                  </a:cubicBezTo>
                  <a:cubicBezTo>
                    <a:pt x="127" y="361"/>
                    <a:pt x="127" y="361"/>
                    <a:pt x="127" y="360"/>
                  </a:cubicBezTo>
                  <a:cubicBezTo>
                    <a:pt x="128" y="360"/>
                    <a:pt x="128" y="360"/>
                    <a:pt x="129" y="360"/>
                  </a:cubicBezTo>
                  <a:cubicBezTo>
                    <a:pt x="129" y="359"/>
                    <a:pt x="129" y="359"/>
                    <a:pt x="129" y="358"/>
                  </a:cubicBezTo>
                  <a:cubicBezTo>
                    <a:pt x="129" y="358"/>
                    <a:pt x="129" y="357"/>
                    <a:pt x="129" y="357"/>
                  </a:cubicBezTo>
                  <a:cubicBezTo>
                    <a:pt x="129" y="357"/>
                    <a:pt x="130" y="357"/>
                    <a:pt x="130" y="357"/>
                  </a:cubicBezTo>
                  <a:cubicBezTo>
                    <a:pt x="130" y="356"/>
                    <a:pt x="130" y="356"/>
                    <a:pt x="130" y="355"/>
                  </a:cubicBezTo>
                  <a:cubicBezTo>
                    <a:pt x="130" y="355"/>
                    <a:pt x="130" y="354"/>
                    <a:pt x="130" y="353"/>
                  </a:cubicBezTo>
                  <a:cubicBezTo>
                    <a:pt x="131" y="353"/>
                    <a:pt x="131" y="353"/>
                    <a:pt x="132" y="353"/>
                  </a:cubicBezTo>
                  <a:cubicBezTo>
                    <a:pt x="132" y="353"/>
                    <a:pt x="132" y="352"/>
                    <a:pt x="132" y="352"/>
                  </a:cubicBezTo>
                  <a:cubicBezTo>
                    <a:pt x="132" y="351"/>
                    <a:pt x="132" y="351"/>
                    <a:pt x="132" y="350"/>
                  </a:cubicBezTo>
                  <a:cubicBezTo>
                    <a:pt x="132" y="350"/>
                    <a:pt x="132" y="349"/>
                    <a:pt x="132" y="349"/>
                  </a:cubicBezTo>
                  <a:cubicBezTo>
                    <a:pt x="131" y="349"/>
                    <a:pt x="131" y="349"/>
                    <a:pt x="130" y="349"/>
                  </a:cubicBezTo>
                  <a:cubicBezTo>
                    <a:pt x="130" y="348"/>
                    <a:pt x="130" y="348"/>
                    <a:pt x="130" y="347"/>
                  </a:cubicBezTo>
                  <a:cubicBezTo>
                    <a:pt x="130" y="347"/>
                    <a:pt x="130" y="346"/>
                    <a:pt x="130" y="346"/>
                  </a:cubicBezTo>
                  <a:cubicBezTo>
                    <a:pt x="131" y="346"/>
                    <a:pt x="131" y="346"/>
                    <a:pt x="132" y="346"/>
                  </a:cubicBezTo>
                  <a:cubicBezTo>
                    <a:pt x="132" y="346"/>
                    <a:pt x="133" y="346"/>
                    <a:pt x="134" y="346"/>
                  </a:cubicBezTo>
                  <a:cubicBezTo>
                    <a:pt x="134" y="345"/>
                    <a:pt x="134" y="344"/>
                    <a:pt x="134" y="344"/>
                  </a:cubicBezTo>
                  <a:cubicBezTo>
                    <a:pt x="134" y="344"/>
                    <a:pt x="135" y="344"/>
                    <a:pt x="135" y="344"/>
                  </a:cubicBezTo>
                  <a:cubicBezTo>
                    <a:pt x="135" y="343"/>
                    <a:pt x="135" y="343"/>
                    <a:pt x="135" y="342"/>
                  </a:cubicBezTo>
                  <a:cubicBezTo>
                    <a:pt x="136" y="342"/>
                    <a:pt x="136" y="342"/>
                    <a:pt x="137" y="342"/>
                  </a:cubicBezTo>
                  <a:cubicBezTo>
                    <a:pt x="137" y="342"/>
                    <a:pt x="137" y="341"/>
                    <a:pt x="137" y="341"/>
                  </a:cubicBezTo>
                  <a:cubicBezTo>
                    <a:pt x="137" y="341"/>
                    <a:pt x="138" y="341"/>
                    <a:pt x="138" y="341"/>
                  </a:cubicBezTo>
                  <a:cubicBezTo>
                    <a:pt x="139" y="341"/>
                    <a:pt x="139" y="341"/>
                    <a:pt x="140" y="341"/>
                  </a:cubicBezTo>
                  <a:cubicBezTo>
                    <a:pt x="140" y="340"/>
                    <a:pt x="140" y="340"/>
                    <a:pt x="140" y="339"/>
                  </a:cubicBezTo>
                  <a:cubicBezTo>
                    <a:pt x="140" y="339"/>
                    <a:pt x="141" y="339"/>
                    <a:pt x="141" y="339"/>
                  </a:cubicBezTo>
                  <a:cubicBezTo>
                    <a:pt x="142" y="339"/>
                    <a:pt x="142" y="339"/>
                    <a:pt x="143" y="339"/>
                  </a:cubicBezTo>
                  <a:cubicBezTo>
                    <a:pt x="143" y="339"/>
                    <a:pt x="144" y="339"/>
                    <a:pt x="144" y="339"/>
                  </a:cubicBezTo>
                  <a:cubicBezTo>
                    <a:pt x="145" y="339"/>
                    <a:pt x="145" y="339"/>
                    <a:pt x="146" y="339"/>
                  </a:cubicBezTo>
                  <a:cubicBezTo>
                    <a:pt x="146" y="338"/>
                    <a:pt x="146" y="338"/>
                    <a:pt x="146" y="337"/>
                  </a:cubicBezTo>
                  <a:cubicBezTo>
                    <a:pt x="146" y="337"/>
                    <a:pt x="147" y="337"/>
                    <a:pt x="148" y="337"/>
                  </a:cubicBezTo>
                  <a:cubicBezTo>
                    <a:pt x="148" y="337"/>
                    <a:pt x="148" y="336"/>
                    <a:pt x="148" y="336"/>
                  </a:cubicBezTo>
                  <a:cubicBezTo>
                    <a:pt x="148" y="335"/>
                    <a:pt x="148" y="335"/>
                    <a:pt x="148" y="334"/>
                  </a:cubicBezTo>
                  <a:cubicBezTo>
                    <a:pt x="148" y="334"/>
                    <a:pt x="148" y="333"/>
                    <a:pt x="148" y="333"/>
                  </a:cubicBezTo>
                  <a:cubicBezTo>
                    <a:pt x="148" y="333"/>
                    <a:pt x="149" y="333"/>
                    <a:pt x="149" y="333"/>
                  </a:cubicBezTo>
                  <a:cubicBezTo>
                    <a:pt x="149" y="332"/>
                    <a:pt x="149" y="332"/>
                    <a:pt x="149" y="331"/>
                  </a:cubicBezTo>
                  <a:cubicBezTo>
                    <a:pt x="149" y="330"/>
                    <a:pt x="149" y="330"/>
                    <a:pt x="149" y="329"/>
                  </a:cubicBezTo>
                  <a:cubicBezTo>
                    <a:pt x="150" y="329"/>
                    <a:pt x="150" y="329"/>
                    <a:pt x="151" y="329"/>
                  </a:cubicBezTo>
                  <a:cubicBezTo>
                    <a:pt x="151" y="329"/>
                    <a:pt x="151" y="328"/>
                    <a:pt x="151" y="328"/>
                  </a:cubicBezTo>
                  <a:cubicBezTo>
                    <a:pt x="151" y="327"/>
                    <a:pt x="151" y="327"/>
                    <a:pt x="151" y="326"/>
                  </a:cubicBezTo>
                  <a:cubicBezTo>
                    <a:pt x="151" y="326"/>
                    <a:pt x="151" y="325"/>
                    <a:pt x="151" y="324"/>
                  </a:cubicBezTo>
                  <a:cubicBezTo>
                    <a:pt x="151" y="324"/>
                    <a:pt x="151" y="323"/>
                    <a:pt x="151" y="323"/>
                  </a:cubicBezTo>
                  <a:cubicBezTo>
                    <a:pt x="151" y="322"/>
                    <a:pt x="151" y="322"/>
                    <a:pt x="151" y="321"/>
                  </a:cubicBezTo>
                  <a:cubicBezTo>
                    <a:pt x="151" y="321"/>
                    <a:pt x="151" y="320"/>
                    <a:pt x="151" y="320"/>
                  </a:cubicBezTo>
                  <a:cubicBezTo>
                    <a:pt x="151" y="319"/>
                    <a:pt x="151" y="319"/>
                    <a:pt x="151" y="318"/>
                  </a:cubicBezTo>
                  <a:cubicBezTo>
                    <a:pt x="151" y="318"/>
                    <a:pt x="151" y="317"/>
                    <a:pt x="151" y="317"/>
                  </a:cubicBezTo>
                  <a:cubicBezTo>
                    <a:pt x="151" y="316"/>
                    <a:pt x="151" y="315"/>
                    <a:pt x="151" y="315"/>
                  </a:cubicBezTo>
                  <a:cubicBezTo>
                    <a:pt x="151" y="314"/>
                    <a:pt x="151" y="314"/>
                    <a:pt x="151" y="313"/>
                  </a:cubicBezTo>
                  <a:cubicBezTo>
                    <a:pt x="151" y="313"/>
                    <a:pt x="151" y="312"/>
                    <a:pt x="151" y="312"/>
                  </a:cubicBezTo>
                  <a:cubicBezTo>
                    <a:pt x="151" y="312"/>
                    <a:pt x="152" y="312"/>
                    <a:pt x="152" y="312"/>
                  </a:cubicBezTo>
                  <a:cubicBezTo>
                    <a:pt x="152" y="311"/>
                    <a:pt x="152" y="310"/>
                    <a:pt x="152" y="310"/>
                  </a:cubicBezTo>
                  <a:cubicBezTo>
                    <a:pt x="153" y="310"/>
                    <a:pt x="153" y="310"/>
                    <a:pt x="154" y="310"/>
                  </a:cubicBezTo>
                  <a:cubicBezTo>
                    <a:pt x="154" y="309"/>
                    <a:pt x="154" y="309"/>
                    <a:pt x="154" y="308"/>
                  </a:cubicBezTo>
                  <a:cubicBezTo>
                    <a:pt x="154" y="308"/>
                    <a:pt x="155" y="308"/>
                    <a:pt x="155" y="308"/>
                  </a:cubicBezTo>
                  <a:cubicBezTo>
                    <a:pt x="155" y="308"/>
                    <a:pt x="155" y="307"/>
                    <a:pt x="155" y="307"/>
                  </a:cubicBezTo>
                  <a:cubicBezTo>
                    <a:pt x="156" y="307"/>
                    <a:pt x="156" y="307"/>
                    <a:pt x="157" y="307"/>
                  </a:cubicBezTo>
                  <a:cubicBezTo>
                    <a:pt x="157" y="306"/>
                    <a:pt x="157" y="306"/>
                    <a:pt x="157" y="305"/>
                  </a:cubicBezTo>
                  <a:cubicBezTo>
                    <a:pt x="158" y="305"/>
                    <a:pt x="158" y="305"/>
                    <a:pt x="159" y="305"/>
                  </a:cubicBezTo>
                  <a:cubicBezTo>
                    <a:pt x="159" y="305"/>
                    <a:pt x="159" y="304"/>
                    <a:pt x="159" y="304"/>
                  </a:cubicBezTo>
                  <a:cubicBezTo>
                    <a:pt x="159" y="304"/>
                    <a:pt x="160" y="304"/>
                    <a:pt x="160" y="304"/>
                  </a:cubicBezTo>
                  <a:cubicBezTo>
                    <a:pt x="160" y="303"/>
                    <a:pt x="160" y="303"/>
                    <a:pt x="160" y="302"/>
                  </a:cubicBezTo>
                  <a:cubicBezTo>
                    <a:pt x="160" y="301"/>
                    <a:pt x="160" y="301"/>
                    <a:pt x="160" y="300"/>
                  </a:cubicBezTo>
                  <a:cubicBezTo>
                    <a:pt x="160" y="300"/>
                    <a:pt x="160" y="299"/>
                    <a:pt x="160" y="299"/>
                  </a:cubicBezTo>
                  <a:cubicBezTo>
                    <a:pt x="161" y="299"/>
                    <a:pt x="161" y="299"/>
                    <a:pt x="162" y="299"/>
                  </a:cubicBezTo>
                  <a:cubicBezTo>
                    <a:pt x="162" y="298"/>
                    <a:pt x="162" y="298"/>
                    <a:pt x="162" y="297"/>
                  </a:cubicBezTo>
                  <a:cubicBezTo>
                    <a:pt x="161" y="297"/>
                    <a:pt x="161" y="297"/>
                    <a:pt x="160" y="297"/>
                  </a:cubicBezTo>
                  <a:cubicBezTo>
                    <a:pt x="160" y="297"/>
                    <a:pt x="160" y="296"/>
                    <a:pt x="160" y="295"/>
                  </a:cubicBezTo>
                  <a:cubicBezTo>
                    <a:pt x="160" y="295"/>
                    <a:pt x="160" y="294"/>
                    <a:pt x="160" y="294"/>
                  </a:cubicBezTo>
                  <a:cubicBezTo>
                    <a:pt x="160" y="293"/>
                    <a:pt x="160" y="293"/>
                    <a:pt x="160" y="292"/>
                  </a:cubicBezTo>
                  <a:cubicBezTo>
                    <a:pt x="160" y="292"/>
                    <a:pt x="160" y="291"/>
                    <a:pt x="160" y="291"/>
                  </a:cubicBezTo>
                  <a:cubicBezTo>
                    <a:pt x="159" y="291"/>
                    <a:pt x="159" y="291"/>
                    <a:pt x="159" y="291"/>
                  </a:cubicBezTo>
                  <a:cubicBezTo>
                    <a:pt x="159" y="291"/>
                    <a:pt x="159" y="291"/>
                    <a:pt x="159" y="291"/>
                  </a:cubicBezTo>
                  <a:cubicBezTo>
                    <a:pt x="158" y="291"/>
                    <a:pt x="158" y="291"/>
                    <a:pt x="157" y="291"/>
                  </a:cubicBezTo>
                  <a:cubicBezTo>
                    <a:pt x="156" y="291"/>
                    <a:pt x="156" y="291"/>
                    <a:pt x="155" y="291"/>
                  </a:cubicBezTo>
                  <a:cubicBezTo>
                    <a:pt x="155" y="291"/>
                    <a:pt x="154" y="291"/>
                    <a:pt x="154" y="291"/>
                  </a:cubicBezTo>
                  <a:cubicBezTo>
                    <a:pt x="154" y="290"/>
                    <a:pt x="154" y="290"/>
                    <a:pt x="154" y="289"/>
                  </a:cubicBezTo>
                  <a:cubicBezTo>
                    <a:pt x="153" y="289"/>
                    <a:pt x="153" y="289"/>
                    <a:pt x="152" y="289"/>
                  </a:cubicBezTo>
                  <a:cubicBezTo>
                    <a:pt x="152" y="288"/>
                    <a:pt x="152" y="288"/>
                    <a:pt x="152" y="287"/>
                  </a:cubicBezTo>
                  <a:cubicBezTo>
                    <a:pt x="152" y="287"/>
                    <a:pt x="151" y="287"/>
                    <a:pt x="151" y="287"/>
                  </a:cubicBezTo>
                  <a:cubicBezTo>
                    <a:pt x="150" y="287"/>
                    <a:pt x="150" y="287"/>
                    <a:pt x="149" y="287"/>
                  </a:cubicBezTo>
                  <a:cubicBezTo>
                    <a:pt x="149" y="287"/>
                    <a:pt x="149" y="286"/>
                    <a:pt x="149" y="286"/>
                  </a:cubicBezTo>
                  <a:cubicBezTo>
                    <a:pt x="149" y="286"/>
                    <a:pt x="148" y="286"/>
                    <a:pt x="148" y="286"/>
                  </a:cubicBezTo>
                  <a:cubicBezTo>
                    <a:pt x="147" y="286"/>
                    <a:pt x="146" y="286"/>
                    <a:pt x="146" y="286"/>
                  </a:cubicBezTo>
                  <a:cubicBezTo>
                    <a:pt x="145" y="286"/>
                    <a:pt x="145" y="286"/>
                    <a:pt x="144" y="286"/>
                  </a:cubicBezTo>
                  <a:cubicBezTo>
                    <a:pt x="144" y="286"/>
                    <a:pt x="143" y="286"/>
                    <a:pt x="143" y="286"/>
                  </a:cubicBezTo>
                  <a:cubicBezTo>
                    <a:pt x="142" y="286"/>
                    <a:pt x="142" y="286"/>
                    <a:pt x="141" y="286"/>
                  </a:cubicBezTo>
                  <a:cubicBezTo>
                    <a:pt x="141" y="285"/>
                    <a:pt x="141" y="285"/>
                    <a:pt x="141" y="284"/>
                  </a:cubicBezTo>
                  <a:cubicBezTo>
                    <a:pt x="141" y="284"/>
                    <a:pt x="140" y="284"/>
                    <a:pt x="140" y="284"/>
                  </a:cubicBezTo>
                  <a:cubicBezTo>
                    <a:pt x="139" y="284"/>
                    <a:pt x="139" y="284"/>
                    <a:pt x="138" y="284"/>
                  </a:cubicBezTo>
                  <a:cubicBezTo>
                    <a:pt x="138" y="284"/>
                    <a:pt x="137" y="284"/>
                    <a:pt x="137" y="284"/>
                  </a:cubicBezTo>
                  <a:cubicBezTo>
                    <a:pt x="137" y="284"/>
                    <a:pt x="137" y="283"/>
                    <a:pt x="137" y="283"/>
                  </a:cubicBezTo>
                  <a:cubicBezTo>
                    <a:pt x="136" y="283"/>
                    <a:pt x="136" y="283"/>
                    <a:pt x="135" y="283"/>
                  </a:cubicBezTo>
                  <a:cubicBezTo>
                    <a:pt x="135" y="283"/>
                    <a:pt x="134" y="283"/>
                    <a:pt x="134" y="283"/>
                  </a:cubicBezTo>
                  <a:cubicBezTo>
                    <a:pt x="134" y="282"/>
                    <a:pt x="134" y="281"/>
                    <a:pt x="134" y="281"/>
                  </a:cubicBezTo>
                  <a:cubicBezTo>
                    <a:pt x="133" y="281"/>
                    <a:pt x="132" y="281"/>
                    <a:pt x="132" y="281"/>
                  </a:cubicBezTo>
                  <a:cubicBezTo>
                    <a:pt x="131" y="281"/>
                    <a:pt x="131" y="281"/>
                    <a:pt x="130" y="281"/>
                  </a:cubicBezTo>
                  <a:cubicBezTo>
                    <a:pt x="130" y="281"/>
                    <a:pt x="129" y="281"/>
                    <a:pt x="129" y="281"/>
                  </a:cubicBezTo>
                  <a:cubicBezTo>
                    <a:pt x="129" y="280"/>
                    <a:pt x="129" y="280"/>
                    <a:pt x="129" y="279"/>
                  </a:cubicBezTo>
                  <a:cubicBezTo>
                    <a:pt x="128" y="279"/>
                    <a:pt x="128" y="279"/>
                    <a:pt x="127" y="279"/>
                  </a:cubicBezTo>
                  <a:cubicBezTo>
                    <a:pt x="127" y="279"/>
                    <a:pt x="127" y="278"/>
                    <a:pt x="127" y="278"/>
                  </a:cubicBezTo>
                  <a:cubicBezTo>
                    <a:pt x="127" y="278"/>
                    <a:pt x="126" y="278"/>
                    <a:pt x="126" y="278"/>
                  </a:cubicBezTo>
                  <a:cubicBezTo>
                    <a:pt x="125" y="278"/>
                    <a:pt x="125" y="278"/>
                    <a:pt x="124" y="278"/>
                  </a:cubicBezTo>
                  <a:cubicBezTo>
                    <a:pt x="124" y="277"/>
                    <a:pt x="124" y="277"/>
                    <a:pt x="124" y="276"/>
                  </a:cubicBezTo>
                  <a:cubicBezTo>
                    <a:pt x="124" y="276"/>
                    <a:pt x="124" y="275"/>
                    <a:pt x="124" y="274"/>
                  </a:cubicBezTo>
                  <a:cubicBezTo>
                    <a:pt x="124" y="274"/>
                    <a:pt x="124" y="273"/>
                    <a:pt x="124" y="273"/>
                  </a:cubicBezTo>
                  <a:cubicBezTo>
                    <a:pt x="124" y="273"/>
                    <a:pt x="123" y="273"/>
                    <a:pt x="122" y="273"/>
                  </a:cubicBezTo>
                  <a:cubicBezTo>
                    <a:pt x="122" y="272"/>
                    <a:pt x="122" y="272"/>
                    <a:pt x="122" y="271"/>
                  </a:cubicBezTo>
                  <a:cubicBezTo>
                    <a:pt x="122" y="271"/>
                    <a:pt x="122" y="270"/>
                    <a:pt x="122" y="270"/>
                  </a:cubicBezTo>
                  <a:cubicBezTo>
                    <a:pt x="122" y="270"/>
                    <a:pt x="121" y="270"/>
                    <a:pt x="121" y="270"/>
                  </a:cubicBezTo>
                  <a:cubicBezTo>
                    <a:pt x="121" y="269"/>
                    <a:pt x="121" y="269"/>
                    <a:pt x="121" y="268"/>
                  </a:cubicBezTo>
                  <a:cubicBezTo>
                    <a:pt x="121" y="268"/>
                    <a:pt x="121" y="267"/>
                    <a:pt x="121" y="266"/>
                  </a:cubicBezTo>
                  <a:cubicBezTo>
                    <a:pt x="120" y="266"/>
                    <a:pt x="120" y="266"/>
                    <a:pt x="119" y="266"/>
                  </a:cubicBezTo>
                  <a:cubicBezTo>
                    <a:pt x="119" y="266"/>
                    <a:pt x="119" y="265"/>
                    <a:pt x="119" y="265"/>
                  </a:cubicBezTo>
                  <a:cubicBezTo>
                    <a:pt x="119" y="265"/>
                    <a:pt x="118" y="265"/>
                    <a:pt x="118" y="265"/>
                  </a:cubicBezTo>
                  <a:cubicBezTo>
                    <a:pt x="117" y="265"/>
                    <a:pt x="117" y="265"/>
                    <a:pt x="116" y="265"/>
                  </a:cubicBezTo>
                  <a:cubicBezTo>
                    <a:pt x="116" y="264"/>
                    <a:pt x="116" y="264"/>
                    <a:pt x="116" y="263"/>
                  </a:cubicBezTo>
                  <a:cubicBezTo>
                    <a:pt x="116" y="263"/>
                    <a:pt x="115" y="263"/>
                    <a:pt x="115" y="263"/>
                  </a:cubicBezTo>
                  <a:cubicBezTo>
                    <a:pt x="114" y="263"/>
                    <a:pt x="114" y="263"/>
                    <a:pt x="113" y="263"/>
                  </a:cubicBezTo>
                  <a:cubicBezTo>
                    <a:pt x="113" y="263"/>
                    <a:pt x="112" y="263"/>
                    <a:pt x="112" y="263"/>
                  </a:cubicBezTo>
                  <a:cubicBezTo>
                    <a:pt x="111" y="263"/>
                    <a:pt x="111" y="263"/>
                    <a:pt x="110" y="263"/>
                  </a:cubicBezTo>
                  <a:cubicBezTo>
                    <a:pt x="110" y="263"/>
                    <a:pt x="109" y="263"/>
                    <a:pt x="108" y="263"/>
                  </a:cubicBezTo>
                  <a:cubicBezTo>
                    <a:pt x="108" y="263"/>
                    <a:pt x="108" y="262"/>
                    <a:pt x="108" y="262"/>
                  </a:cubicBezTo>
                  <a:cubicBezTo>
                    <a:pt x="108" y="262"/>
                    <a:pt x="107" y="262"/>
                    <a:pt x="107" y="262"/>
                  </a:cubicBezTo>
                  <a:cubicBezTo>
                    <a:pt x="106" y="262"/>
                    <a:pt x="106" y="262"/>
                    <a:pt x="105" y="262"/>
                  </a:cubicBezTo>
                  <a:cubicBezTo>
                    <a:pt x="105" y="261"/>
                    <a:pt x="105" y="260"/>
                    <a:pt x="105" y="260"/>
                  </a:cubicBezTo>
                  <a:cubicBezTo>
                    <a:pt x="105" y="260"/>
                    <a:pt x="104" y="260"/>
                    <a:pt x="104" y="260"/>
                  </a:cubicBezTo>
                  <a:cubicBezTo>
                    <a:pt x="104" y="259"/>
                    <a:pt x="104" y="259"/>
                    <a:pt x="104" y="258"/>
                  </a:cubicBezTo>
                  <a:cubicBezTo>
                    <a:pt x="104" y="258"/>
                    <a:pt x="104" y="257"/>
                    <a:pt x="104" y="257"/>
                  </a:cubicBezTo>
                  <a:cubicBezTo>
                    <a:pt x="103" y="257"/>
                    <a:pt x="103" y="257"/>
                    <a:pt x="102" y="257"/>
                  </a:cubicBezTo>
                  <a:cubicBezTo>
                    <a:pt x="102" y="257"/>
                    <a:pt x="101" y="257"/>
                    <a:pt x="101" y="257"/>
                  </a:cubicBezTo>
                  <a:cubicBezTo>
                    <a:pt x="101" y="256"/>
                    <a:pt x="101" y="256"/>
                    <a:pt x="101" y="255"/>
                  </a:cubicBezTo>
                  <a:cubicBezTo>
                    <a:pt x="100" y="255"/>
                    <a:pt x="100" y="255"/>
                    <a:pt x="99" y="255"/>
                  </a:cubicBezTo>
                  <a:cubicBezTo>
                    <a:pt x="99" y="255"/>
                    <a:pt x="99" y="254"/>
                    <a:pt x="99" y="254"/>
                  </a:cubicBezTo>
                  <a:cubicBezTo>
                    <a:pt x="99" y="253"/>
                    <a:pt x="99" y="252"/>
                    <a:pt x="99" y="252"/>
                  </a:cubicBezTo>
                  <a:cubicBezTo>
                    <a:pt x="99" y="251"/>
                    <a:pt x="99" y="251"/>
                    <a:pt x="99" y="250"/>
                  </a:cubicBezTo>
                  <a:cubicBezTo>
                    <a:pt x="99" y="250"/>
                    <a:pt x="99" y="249"/>
                    <a:pt x="99" y="249"/>
                  </a:cubicBezTo>
                  <a:cubicBezTo>
                    <a:pt x="98" y="249"/>
                    <a:pt x="98" y="249"/>
                    <a:pt x="97" y="249"/>
                  </a:cubicBezTo>
                  <a:cubicBezTo>
                    <a:pt x="97" y="249"/>
                    <a:pt x="97" y="250"/>
                    <a:pt x="97" y="250"/>
                  </a:cubicBezTo>
                  <a:cubicBezTo>
                    <a:pt x="97" y="250"/>
                    <a:pt x="96" y="250"/>
                    <a:pt x="96" y="250"/>
                  </a:cubicBezTo>
                  <a:cubicBezTo>
                    <a:pt x="95" y="250"/>
                    <a:pt x="95" y="250"/>
                    <a:pt x="94" y="250"/>
                  </a:cubicBezTo>
                  <a:cubicBezTo>
                    <a:pt x="94" y="250"/>
                    <a:pt x="93" y="250"/>
                    <a:pt x="93" y="250"/>
                  </a:cubicBezTo>
                  <a:cubicBezTo>
                    <a:pt x="93" y="250"/>
                    <a:pt x="93" y="249"/>
                    <a:pt x="93" y="249"/>
                  </a:cubicBezTo>
                  <a:cubicBezTo>
                    <a:pt x="92" y="249"/>
                    <a:pt x="92" y="249"/>
                    <a:pt x="91" y="249"/>
                  </a:cubicBezTo>
                  <a:cubicBezTo>
                    <a:pt x="91" y="249"/>
                    <a:pt x="90" y="249"/>
                    <a:pt x="90" y="249"/>
                  </a:cubicBezTo>
                  <a:cubicBezTo>
                    <a:pt x="90" y="249"/>
                    <a:pt x="90" y="250"/>
                    <a:pt x="90" y="250"/>
                  </a:cubicBezTo>
                  <a:cubicBezTo>
                    <a:pt x="89" y="250"/>
                    <a:pt x="89" y="250"/>
                    <a:pt x="88" y="250"/>
                  </a:cubicBezTo>
                  <a:cubicBezTo>
                    <a:pt x="88" y="250"/>
                    <a:pt x="87" y="250"/>
                    <a:pt x="87" y="250"/>
                  </a:cubicBezTo>
                  <a:cubicBezTo>
                    <a:pt x="86" y="250"/>
                    <a:pt x="85" y="250"/>
                    <a:pt x="85" y="250"/>
                  </a:cubicBezTo>
                  <a:cubicBezTo>
                    <a:pt x="84" y="250"/>
                    <a:pt x="84" y="250"/>
                    <a:pt x="83" y="250"/>
                  </a:cubicBezTo>
                  <a:cubicBezTo>
                    <a:pt x="83" y="250"/>
                    <a:pt x="82" y="250"/>
                    <a:pt x="82" y="250"/>
                  </a:cubicBezTo>
                  <a:cubicBezTo>
                    <a:pt x="82" y="250"/>
                    <a:pt x="82" y="249"/>
                    <a:pt x="82" y="249"/>
                  </a:cubicBezTo>
                  <a:cubicBezTo>
                    <a:pt x="81" y="249"/>
                    <a:pt x="81" y="249"/>
                    <a:pt x="80" y="249"/>
                  </a:cubicBezTo>
                  <a:cubicBezTo>
                    <a:pt x="80" y="248"/>
                    <a:pt x="80" y="248"/>
                    <a:pt x="80" y="247"/>
                  </a:cubicBezTo>
                  <a:cubicBezTo>
                    <a:pt x="80" y="247"/>
                    <a:pt x="79" y="247"/>
                    <a:pt x="79" y="247"/>
                  </a:cubicBezTo>
                  <a:cubicBezTo>
                    <a:pt x="79" y="247"/>
                    <a:pt x="79" y="246"/>
                    <a:pt x="79" y="245"/>
                  </a:cubicBezTo>
                  <a:cubicBezTo>
                    <a:pt x="78" y="245"/>
                    <a:pt x="78" y="245"/>
                    <a:pt x="77" y="245"/>
                  </a:cubicBezTo>
                  <a:cubicBezTo>
                    <a:pt x="77" y="245"/>
                    <a:pt x="76" y="245"/>
                    <a:pt x="76" y="245"/>
                  </a:cubicBezTo>
                  <a:cubicBezTo>
                    <a:pt x="76" y="246"/>
                    <a:pt x="76" y="247"/>
                    <a:pt x="76" y="247"/>
                  </a:cubicBezTo>
                  <a:cubicBezTo>
                    <a:pt x="75" y="247"/>
                    <a:pt x="75" y="247"/>
                    <a:pt x="74" y="247"/>
                  </a:cubicBezTo>
                  <a:cubicBezTo>
                    <a:pt x="74" y="247"/>
                    <a:pt x="74" y="246"/>
                    <a:pt x="74" y="245"/>
                  </a:cubicBezTo>
                  <a:cubicBezTo>
                    <a:pt x="74" y="245"/>
                    <a:pt x="74" y="244"/>
                    <a:pt x="74" y="244"/>
                  </a:cubicBezTo>
                  <a:cubicBezTo>
                    <a:pt x="74" y="244"/>
                    <a:pt x="73" y="244"/>
                    <a:pt x="73" y="244"/>
                  </a:cubicBezTo>
                  <a:cubicBezTo>
                    <a:pt x="72" y="244"/>
                    <a:pt x="71" y="244"/>
                    <a:pt x="71" y="244"/>
                  </a:cubicBezTo>
                  <a:cubicBezTo>
                    <a:pt x="71" y="244"/>
                    <a:pt x="71" y="245"/>
                    <a:pt x="71" y="245"/>
                  </a:cubicBezTo>
                  <a:cubicBezTo>
                    <a:pt x="70" y="245"/>
                    <a:pt x="70" y="245"/>
                    <a:pt x="69" y="245"/>
                  </a:cubicBezTo>
                  <a:cubicBezTo>
                    <a:pt x="69" y="246"/>
                    <a:pt x="69" y="247"/>
                    <a:pt x="69" y="247"/>
                  </a:cubicBezTo>
                  <a:cubicBezTo>
                    <a:pt x="69" y="247"/>
                    <a:pt x="68" y="247"/>
                    <a:pt x="68" y="247"/>
                  </a:cubicBezTo>
                  <a:cubicBezTo>
                    <a:pt x="67" y="247"/>
                    <a:pt x="67" y="247"/>
                    <a:pt x="66" y="247"/>
                  </a:cubicBezTo>
                  <a:cubicBezTo>
                    <a:pt x="66" y="247"/>
                    <a:pt x="65" y="247"/>
                    <a:pt x="65" y="247"/>
                  </a:cubicBezTo>
                  <a:cubicBezTo>
                    <a:pt x="65" y="248"/>
                    <a:pt x="65" y="248"/>
                    <a:pt x="65" y="249"/>
                  </a:cubicBezTo>
                  <a:cubicBezTo>
                    <a:pt x="64" y="249"/>
                    <a:pt x="64" y="249"/>
                    <a:pt x="63" y="249"/>
                  </a:cubicBezTo>
                  <a:cubicBezTo>
                    <a:pt x="63" y="249"/>
                    <a:pt x="63" y="250"/>
                    <a:pt x="63" y="250"/>
                  </a:cubicBezTo>
                  <a:cubicBezTo>
                    <a:pt x="63" y="250"/>
                    <a:pt x="62" y="250"/>
                    <a:pt x="61" y="250"/>
                  </a:cubicBezTo>
                  <a:cubicBezTo>
                    <a:pt x="61" y="251"/>
                    <a:pt x="61" y="251"/>
                    <a:pt x="61" y="252"/>
                  </a:cubicBezTo>
                  <a:cubicBezTo>
                    <a:pt x="61" y="252"/>
                    <a:pt x="61" y="253"/>
                    <a:pt x="61" y="254"/>
                  </a:cubicBezTo>
                  <a:cubicBezTo>
                    <a:pt x="61" y="254"/>
                    <a:pt x="60" y="254"/>
                    <a:pt x="60" y="254"/>
                  </a:cubicBezTo>
                  <a:cubicBezTo>
                    <a:pt x="59" y="254"/>
                    <a:pt x="59" y="254"/>
                    <a:pt x="58" y="254"/>
                  </a:cubicBezTo>
                  <a:cubicBezTo>
                    <a:pt x="58" y="253"/>
                    <a:pt x="58" y="252"/>
                    <a:pt x="58" y="252"/>
                  </a:cubicBezTo>
                  <a:cubicBezTo>
                    <a:pt x="58" y="252"/>
                    <a:pt x="57" y="252"/>
                    <a:pt x="57" y="252"/>
                  </a:cubicBezTo>
                  <a:cubicBezTo>
                    <a:pt x="56" y="252"/>
                    <a:pt x="56" y="252"/>
                    <a:pt x="55" y="252"/>
                  </a:cubicBezTo>
                  <a:cubicBezTo>
                    <a:pt x="55" y="252"/>
                    <a:pt x="54" y="252"/>
                    <a:pt x="54" y="252"/>
                  </a:cubicBezTo>
                  <a:cubicBezTo>
                    <a:pt x="54" y="251"/>
                    <a:pt x="54" y="251"/>
                    <a:pt x="54" y="250"/>
                  </a:cubicBezTo>
                  <a:cubicBezTo>
                    <a:pt x="53" y="250"/>
                    <a:pt x="53" y="250"/>
                    <a:pt x="52" y="250"/>
                  </a:cubicBezTo>
                  <a:cubicBezTo>
                    <a:pt x="52" y="251"/>
                    <a:pt x="52" y="251"/>
                    <a:pt x="52" y="251"/>
                  </a:cubicBezTo>
                  <a:cubicBezTo>
                    <a:pt x="52" y="252"/>
                    <a:pt x="52" y="252"/>
                    <a:pt x="52" y="252"/>
                  </a:cubicBezTo>
                  <a:cubicBezTo>
                    <a:pt x="52" y="252"/>
                    <a:pt x="51" y="252"/>
                    <a:pt x="51" y="252"/>
                  </a:cubicBezTo>
                  <a:cubicBezTo>
                    <a:pt x="51" y="252"/>
                    <a:pt x="51" y="253"/>
                    <a:pt x="51" y="254"/>
                  </a:cubicBezTo>
                  <a:cubicBezTo>
                    <a:pt x="50" y="254"/>
                    <a:pt x="50" y="254"/>
                    <a:pt x="49" y="254"/>
                  </a:cubicBezTo>
                  <a:cubicBezTo>
                    <a:pt x="48" y="254"/>
                    <a:pt x="48" y="254"/>
                    <a:pt x="47" y="254"/>
                  </a:cubicBezTo>
                  <a:cubicBezTo>
                    <a:pt x="47" y="254"/>
                    <a:pt x="46" y="254"/>
                    <a:pt x="46" y="254"/>
                  </a:cubicBezTo>
                  <a:cubicBezTo>
                    <a:pt x="46" y="253"/>
                    <a:pt x="46" y="252"/>
                    <a:pt x="46" y="252"/>
                  </a:cubicBezTo>
                  <a:cubicBezTo>
                    <a:pt x="46" y="251"/>
                    <a:pt x="46" y="251"/>
                    <a:pt x="46" y="250"/>
                  </a:cubicBezTo>
                  <a:cubicBezTo>
                    <a:pt x="45" y="250"/>
                    <a:pt x="45" y="250"/>
                    <a:pt x="44" y="250"/>
                  </a:cubicBezTo>
                  <a:cubicBezTo>
                    <a:pt x="44" y="250"/>
                    <a:pt x="44" y="249"/>
                    <a:pt x="44" y="249"/>
                  </a:cubicBezTo>
                  <a:cubicBezTo>
                    <a:pt x="44" y="248"/>
                    <a:pt x="44" y="248"/>
                    <a:pt x="44" y="247"/>
                  </a:cubicBezTo>
                  <a:cubicBezTo>
                    <a:pt x="44" y="247"/>
                    <a:pt x="44" y="246"/>
                    <a:pt x="44" y="245"/>
                  </a:cubicBezTo>
                  <a:cubicBezTo>
                    <a:pt x="44" y="245"/>
                    <a:pt x="44" y="244"/>
                    <a:pt x="44" y="244"/>
                  </a:cubicBezTo>
                  <a:cubicBezTo>
                    <a:pt x="44" y="243"/>
                    <a:pt x="44" y="243"/>
                    <a:pt x="44" y="242"/>
                  </a:cubicBezTo>
                  <a:cubicBezTo>
                    <a:pt x="44" y="242"/>
                    <a:pt x="44" y="241"/>
                    <a:pt x="44" y="241"/>
                  </a:cubicBezTo>
                  <a:cubicBezTo>
                    <a:pt x="45" y="241"/>
                    <a:pt x="45" y="241"/>
                    <a:pt x="46" y="241"/>
                  </a:cubicBezTo>
                  <a:cubicBezTo>
                    <a:pt x="46" y="240"/>
                    <a:pt x="46" y="240"/>
                    <a:pt x="46" y="239"/>
                  </a:cubicBezTo>
                  <a:cubicBezTo>
                    <a:pt x="46" y="239"/>
                    <a:pt x="46" y="238"/>
                    <a:pt x="46" y="237"/>
                  </a:cubicBezTo>
                  <a:cubicBezTo>
                    <a:pt x="46" y="237"/>
                    <a:pt x="46" y="236"/>
                    <a:pt x="46" y="236"/>
                  </a:cubicBezTo>
                  <a:cubicBezTo>
                    <a:pt x="45" y="236"/>
                    <a:pt x="45" y="236"/>
                    <a:pt x="44" y="236"/>
                  </a:cubicBezTo>
                  <a:cubicBezTo>
                    <a:pt x="44" y="236"/>
                    <a:pt x="43" y="236"/>
                    <a:pt x="43" y="236"/>
                  </a:cubicBezTo>
                  <a:cubicBezTo>
                    <a:pt x="43" y="235"/>
                    <a:pt x="43" y="235"/>
                    <a:pt x="43" y="234"/>
                  </a:cubicBezTo>
                  <a:cubicBezTo>
                    <a:pt x="42" y="234"/>
                    <a:pt x="42" y="234"/>
                    <a:pt x="41" y="234"/>
                  </a:cubicBezTo>
                  <a:cubicBezTo>
                    <a:pt x="41" y="234"/>
                    <a:pt x="40" y="234"/>
                    <a:pt x="40" y="234"/>
                  </a:cubicBezTo>
                  <a:cubicBezTo>
                    <a:pt x="39" y="234"/>
                    <a:pt x="39" y="234"/>
                    <a:pt x="38" y="234"/>
                  </a:cubicBezTo>
                  <a:cubicBezTo>
                    <a:pt x="37" y="234"/>
                    <a:pt x="37" y="234"/>
                    <a:pt x="36" y="234"/>
                  </a:cubicBezTo>
                  <a:cubicBezTo>
                    <a:pt x="36" y="234"/>
                    <a:pt x="35" y="234"/>
                    <a:pt x="35" y="234"/>
                  </a:cubicBezTo>
                  <a:cubicBezTo>
                    <a:pt x="34" y="234"/>
                    <a:pt x="34" y="234"/>
                    <a:pt x="33" y="234"/>
                  </a:cubicBezTo>
                  <a:cubicBezTo>
                    <a:pt x="33" y="234"/>
                    <a:pt x="33" y="233"/>
                    <a:pt x="33" y="233"/>
                  </a:cubicBezTo>
                  <a:cubicBezTo>
                    <a:pt x="34" y="233"/>
                    <a:pt x="34" y="233"/>
                    <a:pt x="35" y="233"/>
                  </a:cubicBezTo>
                  <a:cubicBezTo>
                    <a:pt x="35" y="232"/>
                    <a:pt x="35" y="231"/>
                    <a:pt x="35" y="231"/>
                  </a:cubicBezTo>
                  <a:cubicBezTo>
                    <a:pt x="35" y="231"/>
                    <a:pt x="36" y="231"/>
                    <a:pt x="36" y="231"/>
                  </a:cubicBezTo>
                  <a:cubicBezTo>
                    <a:pt x="36" y="230"/>
                    <a:pt x="36" y="230"/>
                    <a:pt x="36" y="229"/>
                  </a:cubicBezTo>
                  <a:cubicBezTo>
                    <a:pt x="36" y="229"/>
                    <a:pt x="36" y="228"/>
                    <a:pt x="36" y="228"/>
                  </a:cubicBezTo>
                  <a:cubicBezTo>
                    <a:pt x="36" y="227"/>
                    <a:pt x="36" y="227"/>
                    <a:pt x="36" y="226"/>
                  </a:cubicBezTo>
                  <a:cubicBezTo>
                    <a:pt x="36" y="226"/>
                    <a:pt x="36" y="225"/>
                    <a:pt x="36" y="225"/>
                  </a:cubicBezTo>
                  <a:cubicBezTo>
                    <a:pt x="37" y="225"/>
                    <a:pt x="37" y="225"/>
                    <a:pt x="38" y="225"/>
                  </a:cubicBezTo>
                  <a:cubicBezTo>
                    <a:pt x="38" y="224"/>
                    <a:pt x="38" y="223"/>
                    <a:pt x="38" y="223"/>
                  </a:cubicBezTo>
                  <a:cubicBezTo>
                    <a:pt x="39" y="223"/>
                    <a:pt x="39" y="223"/>
                    <a:pt x="40" y="223"/>
                  </a:cubicBezTo>
                  <a:cubicBezTo>
                    <a:pt x="40" y="222"/>
                    <a:pt x="40" y="222"/>
                    <a:pt x="40" y="221"/>
                  </a:cubicBezTo>
                  <a:cubicBezTo>
                    <a:pt x="40" y="221"/>
                    <a:pt x="40" y="220"/>
                    <a:pt x="40" y="220"/>
                  </a:cubicBezTo>
                  <a:cubicBezTo>
                    <a:pt x="40" y="219"/>
                    <a:pt x="40" y="219"/>
                    <a:pt x="40" y="218"/>
                  </a:cubicBezTo>
                  <a:cubicBezTo>
                    <a:pt x="39" y="218"/>
                    <a:pt x="39" y="218"/>
                    <a:pt x="38" y="218"/>
                  </a:cubicBezTo>
                  <a:cubicBezTo>
                    <a:pt x="37" y="218"/>
                    <a:pt x="37" y="218"/>
                    <a:pt x="36" y="218"/>
                  </a:cubicBezTo>
                  <a:cubicBezTo>
                    <a:pt x="36" y="218"/>
                    <a:pt x="35" y="218"/>
                    <a:pt x="35" y="218"/>
                  </a:cubicBezTo>
                  <a:cubicBezTo>
                    <a:pt x="34" y="218"/>
                    <a:pt x="34" y="218"/>
                    <a:pt x="33" y="218"/>
                  </a:cubicBezTo>
                  <a:cubicBezTo>
                    <a:pt x="33" y="218"/>
                    <a:pt x="32" y="218"/>
                    <a:pt x="32" y="218"/>
                  </a:cubicBezTo>
                  <a:cubicBezTo>
                    <a:pt x="31" y="218"/>
                    <a:pt x="31" y="218"/>
                    <a:pt x="30" y="218"/>
                  </a:cubicBezTo>
                  <a:cubicBezTo>
                    <a:pt x="30" y="219"/>
                    <a:pt x="30" y="219"/>
                    <a:pt x="30" y="220"/>
                  </a:cubicBezTo>
                  <a:cubicBezTo>
                    <a:pt x="30" y="220"/>
                    <a:pt x="30" y="221"/>
                    <a:pt x="30" y="221"/>
                  </a:cubicBezTo>
                  <a:cubicBezTo>
                    <a:pt x="30" y="222"/>
                    <a:pt x="30" y="222"/>
                    <a:pt x="30" y="223"/>
                  </a:cubicBezTo>
                  <a:cubicBezTo>
                    <a:pt x="30" y="223"/>
                    <a:pt x="29" y="223"/>
                    <a:pt x="29" y="223"/>
                  </a:cubicBezTo>
                  <a:cubicBezTo>
                    <a:pt x="29" y="223"/>
                    <a:pt x="29" y="224"/>
                    <a:pt x="29" y="225"/>
                  </a:cubicBezTo>
                  <a:cubicBezTo>
                    <a:pt x="28" y="225"/>
                    <a:pt x="28" y="225"/>
                    <a:pt x="27" y="225"/>
                  </a:cubicBezTo>
                  <a:cubicBezTo>
                    <a:pt x="27" y="225"/>
                    <a:pt x="27" y="226"/>
                    <a:pt x="27" y="226"/>
                  </a:cubicBezTo>
                  <a:cubicBezTo>
                    <a:pt x="27" y="226"/>
                    <a:pt x="26" y="226"/>
                    <a:pt x="26" y="226"/>
                  </a:cubicBezTo>
                  <a:cubicBezTo>
                    <a:pt x="25" y="226"/>
                    <a:pt x="24" y="226"/>
                    <a:pt x="24" y="226"/>
                  </a:cubicBezTo>
                  <a:cubicBezTo>
                    <a:pt x="23" y="226"/>
                    <a:pt x="23" y="226"/>
                    <a:pt x="22" y="226"/>
                  </a:cubicBezTo>
                  <a:cubicBezTo>
                    <a:pt x="22" y="226"/>
                    <a:pt x="21" y="226"/>
                    <a:pt x="21" y="226"/>
                  </a:cubicBezTo>
                  <a:cubicBezTo>
                    <a:pt x="21" y="226"/>
                    <a:pt x="21" y="225"/>
                    <a:pt x="21" y="225"/>
                  </a:cubicBezTo>
                  <a:cubicBezTo>
                    <a:pt x="20" y="225"/>
                    <a:pt x="20" y="225"/>
                    <a:pt x="19" y="225"/>
                  </a:cubicBezTo>
                  <a:cubicBezTo>
                    <a:pt x="19" y="225"/>
                    <a:pt x="18" y="225"/>
                    <a:pt x="18" y="225"/>
                  </a:cubicBezTo>
                  <a:cubicBezTo>
                    <a:pt x="18" y="224"/>
                    <a:pt x="18" y="223"/>
                    <a:pt x="18" y="223"/>
                  </a:cubicBezTo>
                  <a:cubicBezTo>
                    <a:pt x="18" y="222"/>
                    <a:pt x="18" y="222"/>
                    <a:pt x="18" y="221"/>
                  </a:cubicBezTo>
                  <a:cubicBezTo>
                    <a:pt x="18" y="221"/>
                    <a:pt x="18" y="220"/>
                    <a:pt x="18" y="220"/>
                  </a:cubicBezTo>
                  <a:cubicBezTo>
                    <a:pt x="17" y="220"/>
                    <a:pt x="17" y="220"/>
                    <a:pt x="16" y="220"/>
                  </a:cubicBezTo>
                  <a:cubicBezTo>
                    <a:pt x="16" y="219"/>
                    <a:pt x="16" y="219"/>
                    <a:pt x="16" y="218"/>
                  </a:cubicBezTo>
                  <a:cubicBezTo>
                    <a:pt x="16" y="218"/>
                    <a:pt x="15" y="218"/>
                    <a:pt x="14" y="218"/>
                  </a:cubicBezTo>
                  <a:cubicBezTo>
                    <a:pt x="14" y="217"/>
                    <a:pt x="14" y="217"/>
                    <a:pt x="14" y="216"/>
                  </a:cubicBezTo>
                  <a:cubicBezTo>
                    <a:pt x="14" y="216"/>
                    <a:pt x="14" y="215"/>
                    <a:pt x="14" y="215"/>
                  </a:cubicBezTo>
                  <a:cubicBezTo>
                    <a:pt x="14" y="214"/>
                    <a:pt x="14" y="214"/>
                    <a:pt x="14" y="213"/>
                  </a:cubicBezTo>
                  <a:cubicBezTo>
                    <a:pt x="15" y="213"/>
                    <a:pt x="16" y="213"/>
                    <a:pt x="16" y="213"/>
                  </a:cubicBezTo>
                  <a:cubicBezTo>
                    <a:pt x="16" y="213"/>
                    <a:pt x="16" y="212"/>
                    <a:pt x="16" y="212"/>
                  </a:cubicBezTo>
                  <a:cubicBezTo>
                    <a:pt x="16" y="211"/>
                    <a:pt x="16" y="211"/>
                    <a:pt x="16" y="210"/>
                  </a:cubicBezTo>
                  <a:cubicBezTo>
                    <a:pt x="16" y="209"/>
                    <a:pt x="16" y="209"/>
                    <a:pt x="16" y="208"/>
                  </a:cubicBezTo>
                  <a:cubicBezTo>
                    <a:pt x="16" y="208"/>
                    <a:pt x="16" y="207"/>
                    <a:pt x="16" y="207"/>
                  </a:cubicBezTo>
                  <a:cubicBezTo>
                    <a:pt x="17" y="207"/>
                    <a:pt x="17" y="207"/>
                    <a:pt x="18" y="207"/>
                  </a:cubicBezTo>
                  <a:cubicBezTo>
                    <a:pt x="18" y="206"/>
                    <a:pt x="18" y="206"/>
                    <a:pt x="18" y="205"/>
                  </a:cubicBezTo>
                  <a:cubicBezTo>
                    <a:pt x="18" y="205"/>
                    <a:pt x="18" y="204"/>
                    <a:pt x="18" y="203"/>
                  </a:cubicBezTo>
                  <a:cubicBezTo>
                    <a:pt x="18" y="203"/>
                    <a:pt x="18" y="202"/>
                    <a:pt x="18" y="202"/>
                  </a:cubicBezTo>
                  <a:cubicBezTo>
                    <a:pt x="18" y="202"/>
                    <a:pt x="19" y="202"/>
                    <a:pt x="19" y="202"/>
                  </a:cubicBezTo>
                  <a:cubicBezTo>
                    <a:pt x="19" y="201"/>
                    <a:pt x="19" y="201"/>
                    <a:pt x="19" y="200"/>
                  </a:cubicBezTo>
                  <a:cubicBezTo>
                    <a:pt x="19" y="200"/>
                    <a:pt x="19" y="199"/>
                    <a:pt x="19" y="199"/>
                  </a:cubicBezTo>
                  <a:cubicBezTo>
                    <a:pt x="20" y="199"/>
                    <a:pt x="20" y="199"/>
                    <a:pt x="21" y="199"/>
                  </a:cubicBezTo>
                  <a:cubicBezTo>
                    <a:pt x="21" y="198"/>
                    <a:pt x="21" y="198"/>
                    <a:pt x="21" y="197"/>
                  </a:cubicBezTo>
                  <a:cubicBezTo>
                    <a:pt x="21" y="197"/>
                    <a:pt x="22" y="197"/>
                    <a:pt x="22" y="197"/>
                  </a:cubicBezTo>
                  <a:cubicBezTo>
                    <a:pt x="23" y="197"/>
                    <a:pt x="23" y="197"/>
                    <a:pt x="24" y="197"/>
                  </a:cubicBezTo>
                  <a:cubicBezTo>
                    <a:pt x="24" y="197"/>
                    <a:pt x="24" y="196"/>
                    <a:pt x="24" y="196"/>
                  </a:cubicBezTo>
                  <a:cubicBezTo>
                    <a:pt x="24" y="196"/>
                    <a:pt x="25" y="196"/>
                    <a:pt x="26" y="196"/>
                  </a:cubicBezTo>
                  <a:cubicBezTo>
                    <a:pt x="26" y="195"/>
                    <a:pt x="26" y="194"/>
                    <a:pt x="26" y="194"/>
                  </a:cubicBezTo>
                  <a:cubicBezTo>
                    <a:pt x="26" y="194"/>
                    <a:pt x="27" y="194"/>
                    <a:pt x="27" y="194"/>
                  </a:cubicBezTo>
                  <a:cubicBezTo>
                    <a:pt x="28" y="194"/>
                    <a:pt x="28" y="194"/>
                    <a:pt x="29" y="194"/>
                  </a:cubicBezTo>
                  <a:cubicBezTo>
                    <a:pt x="29" y="194"/>
                    <a:pt x="30" y="194"/>
                    <a:pt x="30" y="194"/>
                  </a:cubicBezTo>
                  <a:cubicBezTo>
                    <a:pt x="31" y="194"/>
                    <a:pt x="31" y="194"/>
                    <a:pt x="32" y="194"/>
                  </a:cubicBezTo>
                  <a:cubicBezTo>
                    <a:pt x="32" y="194"/>
                    <a:pt x="32" y="195"/>
                    <a:pt x="32" y="196"/>
                  </a:cubicBezTo>
                  <a:cubicBezTo>
                    <a:pt x="32" y="196"/>
                    <a:pt x="33" y="196"/>
                    <a:pt x="33" y="196"/>
                  </a:cubicBezTo>
                  <a:cubicBezTo>
                    <a:pt x="34" y="196"/>
                    <a:pt x="34" y="196"/>
                    <a:pt x="35" y="196"/>
                  </a:cubicBezTo>
                  <a:cubicBezTo>
                    <a:pt x="35" y="196"/>
                    <a:pt x="35" y="197"/>
                    <a:pt x="35" y="197"/>
                  </a:cubicBezTo>
                  <a:cubicBezTo>
                    <a:pt x="35" y="197"/>
                    <a:pt x="36" y="197"/>
                    <a:pt x="36" y="197"/>
                  </a:cubicBezTo>
                  <a:cubicBezTo>
                    <a:pt x="36" y="197"/>
                    <a:pt x="36" y="196"/>
                    <a:pt x="36" y="196"/>
                  </a:cubicBezTo>
                  <a:cubicBezTo>
                    <a:pt x="37" y="196"/>
                    <a:pt x="37" y="196"/>
                    <a:pt x="38" y="196"/>
                  </a:cubicBezTo>
                  <a:cubicBezTo>
                    <a:pt x="39" y="196"/>
                    <a:pt x="39" y="196"/>
                    <a:pt x="40" y="196"/>
                  </a:cubicBezTo>
                  <a:cubicBezTo>
                    <a:pt x="40" y="195"/>
                    <a:pt x="40" y="194"/>
                    <a:pt x="40" y="194"/>
                  </a:cubicBezTo>
                  <a:cubicBezTo>
                    <a:pt x="40" y="194"/>
                    <a:pt x="41" y="194"/>
                    <a:pt x="41" y="194"/>
                  </a:cubicBezTo>
                  <a:cubicBezTo>
                    <a:pt x="42" y="194"/>
                    <a:pt x="42" y="194"/>
                    <a:pt x="43" y="194"/>
                  </a:cubicBezTo>
                  <a:cubicBezTo>
                    <a:pt x="43" y="194"/>
                    <a:pt x="44" y="194"/>
                    <a:pt x="44" y="194"/>
                  </a:cubicBezTo>
                  <a:cubicBezTo>
                    <a:pt x="45" y="194"/>
                    <a:pt x="45" y="194"/>
                    <a:pt x="46" y="194"/>
                  </a:cubicBezTo>
                  <a:cubicBezTo>
                    <a:pt x="46" y="194"/>
                    <a:pt x="47" y="194"/>
                    <a:pt x="47" y="194"/>
                  </a:cubicBezTo>
                  <a:cubicBezTo>
                    <a:pt x="47" y="194"/>
                    <a:pt x="47" y="195"/>
                    <a:pt x="47" y="196"/>
                  </a:cubicBezTo>
                  <a:cubicBezTo>
                    <a:pt x="48" y="196"/>
                    <a:pt x="48" y="196"/>
                    <a:pt x="49" y="196"/>
                  </a:cubicBezTo>
                  <a:cubicBezTo>
                    <a:pt x="50" y="196"/>
                    <a:pt x="50" y="196"/>
                    <a:pt x="51" y="196"/>
                  </a:cubicBezTo>
                  <a:cubicBezTo>
                    <a:pt x="51" y="196"/>
                    <a:pt x="52" y="196"/>
                    <a:pt x="52" y="196"/>
                  </a:cubicBezTo>
                  <a:cubicBezTo>
                    <a:pt x="52" y="196"/>
                    <a:pt x="52" y="197"/>
                    <a:pt x="52" y="197"/>
                  </a:cubicBezTo>
                  <a:cubicBezTo>
                    <a:pt x="52" y="198"/>
                    <a:pt x="52" y="198"/>
                    <a:pt x="52" y="199"/>
                  </a:cubicBezTo>
                  <a:cubicBezTo>
                    <a:pt x="52" y="199"/>
                    <a:pt x="52" y="200"/>
                    <a:pt x="52" y="200"/>
                  </a:cubicBezTo>
                  <a:cubicBezTo>
                    <a:pt x="52" y="201"/>
                    <a:pt x="52" y="201"/>
                    <a:pt x="52" y="202"/>
                  </a:cubicBezTo>
                  <a:cubicBezTo>
                    <a:pt x="52" y="202"/>
                    <a:pt x="52" y="203"/>
                    <a:pt x="52" y="203"/>
                  </a:cubicBezTo>
                  <a:cubicBezTo>
                    <a:pt x="52" y="204"/>
                    <a:pt x="52" y="205"/>
                    <a:pt x="52" y="205"/>
                  </a:cubicBezTo>
                  <a:cubicBezTo>
                    <a:pt x="53" y="205"/>
                    <a:pt x="53" y="205"/>
                    <a:pt x="54" y="205"/>
                  </a:cubicBezTo>
                  <a:cubicBezTo>
                    <a:pt x="54" y="206"/>
                    <a:pt x="54" y="206"/>
                    <a:pt x="54" y="207"/>
                  </a:cubicBezTo>
                  <a:cubicBezTo>
                    <a:pt x="54" y="207"/>
                    <a:pt x="54" y="208"/>
                    <a:pt x="54" y="208"/>
                  </a:cubicBezTo>
                  <a:cubicBezTo>
                    <a:pt x="54" y="209"/>
                    <a:pt x="54" y="209"/>
                    <a:pt x="54" y="210"/>
                  </a:cubicBezTo>
                  <a:cubicBezTo>
                    <a:pt x="54" y="210"/>
                    <a:pt x="55" y="210"/>
                    <a:pt x="55" y="210"/>
                  </a:cubicBezTo>
                  <a:cubicBezTo>
                    <a:pt x="56" y="210"/>
                    <a:pt x="56" y="210"/>
                    <a:pt x="57" y="210"/>
                  </a:cubicBezTo>
                  <a:cubicBezTo>
                    <a:pt x="57" y="209"/>
                    <a:pt x="57" y="209"/>
                    <a:pt x="57" y="208"/>
                  </a:cubicBezTo>
                  <a:cubicBezTo>
                    <a:pt x="57" y="208"/>
                    <a:pt x="58" y="208"/>
                    <a:pt x="58" y="208"/>
                  </a:cubicBezTo>
                  <a:cubicBezTo>
                    <a:pt x="58" y="208"/>
                    <a:pt x="58" y="207"/>
                    <a:pt x="58" y="207"/>
                  </a:cubicBezTo>
                  <a:cubicBezTo>
                    <a:pt x="58" y="206"/>
                    <a:pt x="58" y="206"/>
                    <a:pt x="58" y="205"/>
                  </a:cubicBezTo>
                  <a:cubicBezTo>
                    <a:pt x="58" y="205"/>
                    <a:pt x="58" y="204"/>
                    <a:pt x="58" y="203"/>
                  </a:cubicBezTo>
                  <a:cubicBezTo>
                    <a:pt x="58" y="203"/>
                    <a:pt x="58" y="202"/>
                    <a:pt x="58" y="202"/>
                  </a:cubicBezTo>
                  <a:cubicBezTo>
                    <a:pt x="58" y="201"/>
                    <a:pt x="58" y="201"/>
                    <a:pt x="58" y="200"/>
                  </a:cubicBezTo>
                  <a:cubicBezTo>
                    <a:pt x="58" y="200"/>
                    <a:pt x="58" y="199"/>
                    <a:pt x="58" y="199"/>
                  </a:cubicBezTo>
                  <a:cubicBezTo>
                    <a:pt x="58" y="198"/>
                    <a:pt x="58" y="198"/>
                    <a:pt x="58" y="197"/>
                  </a:cubicBezTo>
                  <a:cubicBezTo>
                    <a:pt x="58" y="197"/>
                    <a:pt x="58" y="196"/>
                    <a:pt x="58" y="196"/>
                  </a:cubicBezTo>
                  <a:cubicBezTo>
                    <a:pt x="58" y="195"/>
                    <a:pt x="58" y="194"/>
                    <a:pt x="58" y="194"/>
                  </a:cubicBezTo>
                  <a:cubicBezTo>
                    <a:pt x="58" y="193"/>
                    <a:pt x="58" y="193"/>
                    <a:pt x="58" y="192"/>
                  </a:cubicBezTo>
                  <a:cubicBezTo>
                    <a:pt x="59" y="192"/>
                    <a:pt x="59" y="192"/>
                    <a:pt x="60" y="192"/>
                  </a:cubicBezTo>
                  <a:cubicBezTo>
                    <a:pt x="60" y="192"/>
                    <a:pt x="60" y="191"/>
                    <a:pt x="60" y="191"/>
                  </a:cubicBezTo>
                  <a:cubicBezTo>
                    <a:pt x="60" y="190"/>
                    <a:pt x="60" y="190"/>
                    <a:pt x="60" y="189"/>
                  </a:cubicBezTo>
                  <a:cubicBezTo>
                    <a:pt x="60" y="189"/>
                    <a:pt x="61" y="189"/>
                    <a:pt x="61" y="189"/>
                  </a:cubicBezTo>
                  <a:cubicBezTo>
                    <a:pt x="61" y="188"/>
                    <a:pt x="61" y="188"/>
                    <a:pt x="61" y="187"/>
                  </a:cubicBezTo>
                  <a:cubicBezTo>
                    <a:pt x="62" y="187"/>
                    <a:pt x="63" y="187"/>
                    <a:pt x="63" y="187"/>
                  </a:cubicBezTo>
                  <a:cubicBezTo>
                    <a:pt x="63" y="187"/>
                    <a:pt x="63" y="186"/>
                    <a:pt x="63" y="186"/>
                  </a:cubicBezTo>
                  <a:cubicBezTo>
                    <a:pt x="64" y="186"/>
                    <a:pt x="64" y="186"/>
                    <a:pt x="65" y="186"/>
                  </a:cubicBezTo>
                  <a:cubicBezTo>
                    <a:pt x="65" y="185"/>
                    <a:pt x="65" y="185"/>
                    <a:pt x="65" y="184"/>
                  </a:cubicBezTo>
                  <a:cubicBezTo>
                    <a:pt x="65" y="184"/>
                    <a:pt x="66" y="184"/>
                    <a:pt x="66" y="184"/>
                  </a:cubicBezTo>
                  <a:cubicBezTo>
                    <a:pt x="67" y="184"/>
                    <a:pt x="67" y="184"/>
                    <a:pt x="68" y="184"/>
                  </a:cubicBezTo>
                  <a:cubicBezTo>
                    <a:pt x="68" y="184"/>
                    <a:pt x="69" y="184"/>
                    <a:pt x="69" y="184"/>
                  </a:cubicBezTo>
                  <a:cubicBezTo>
                    <a:pt x="69" y="184"/>
                    <a:pt x="69" y="183"/>
                    <a:pt x="69" y="183"/>
                  </a:cubicBezTo>
                  <a:cubicBezTo>
                    <a:pt x="70" y="183"/>
                    <a:pt x="70" y="183"/>
                    <a:pt x="71" y="183"/>
                  </a:cubicBezTo>
                  <a:cubicBezTo>
                    <a:pt x="71" y="182"/>
                    <a:pt x="71" y="182"/>
                    <a:pt x="71" y="181"/>
                  </a:cubicBezTo>
                  <a:cubicBezTo>
                    <a:pt x="71" y="181"/>
                    <a:pt x="72" y="181"/>
                    <a:pt x="73" y="181"/>
                  </a:cubicBezTo>
                  <a:cubicBezTo>
                    <a:pt x="73" y="181"/>
                    <a:pt x="74" y="181"/>
                    <a:pt x="74" y="181"/>
                  </a:cubicBezTo>
                  <a:cubicBezTo>
                    <a:pt x="74" y="180"/>
                    <a:pt x="74" y="180"/>
                    <a:pt x="74" y="179"/>
                  </a:cubicBezTo>
                  <a:cubicBezTo>
                    <a:pt x="74" y="179"/>
                    <a:pt x="74" y="178"/>
                    <a:pt x="74" y="178"/>
                  </a:cubicBezTo>
                  <a:cubicBezTo>
                    <a:pt x="74" y="177"/>
                    <a:pt x="74" y="177"/>
                    <a:pt x="74" y="176"/>
                  </a:cubicBezTo>
                  <a:cubicBezTo>
                    <a:pt x="74" y="176"/>
                    <a:pt x="74" y="175"/>
                    <a:pt x="74" y="174"/>
                  </a:cubicBezTo>
                  <a:cubicBezTo>
                    <a:pt x="75" y="174"/>
                    <a:pt x="75" y="174"/>
                    <a:pt x="76" y="174"/>
                  </a:cubicBezTo>
                  <a:cubicBezTo>
                    <a:pt x="76" y="174"/>
                    <a:pt x="76" y="173"/>
                    <a:pt x="76" y="173"/>
                  </a:cubicBezTo>
                  <a:cubicBezTo>
                    <a:pt x="76" y="173"/>
                    <a:pt x="77" y="173"/>
                    <a:pt x="77" y="173"/>
                  </a:cubicBezTo>
                  <a:cubicBezTo>
                    <a:pt x="77" y="172"/>
                    <a:pt x="77" y="172"/>
                    <a:pt x="77" y="171"/>
                  </a:cubicBezTo>
                  <a:cubicBezTo>
                    <a:pt x="78" y="171"/>
                    <a:pt x="78" y="171"/>
                    <a:pt x="79" y="171"/>
                  </a:cubicBezTo>
                  <a:cubicBezTo>
                    <a:pt x="79" y="171"/>
                    <a:pt x="79" y="170"/>
                    <a:pt x="79" y="170"/>
                  </a:cubicBezTo>
                  <a:cubicBezTo>
                    <a:pt x="79" y="169"/>
                    <a:pt x="79" y="169"/>
                    <a:pt x="79" y="168"/>
                  </a:cubicBezTo>
                  <a:cubicBezTo>
                    <a:pt x="79" y="168"/>
                    <a:pt x="80" y="168"/>
                    <a:pt x="80" y="168"/>
                  </a:cubicBezTo>
                  <a:cubicBezTo>
                    <a:pt x="80" y="168"/>
                    <a:pt x="80" y="167"/>
                    <a:pt x="80" y="167"/>
                  </a:cubicBezTo>
                  <a:cubicBezTo>
                    <a:pt x="81" y="167"/>
                    <a:pt x="81" y="167"/>
                    <a:pt x="82" y="167"/>
                  </a:cubicBezTo>
                  <a:cubicBezTo>
                    <a:pt x="82" y="166"/>
                    <a:pt x="82" y="165"/>
                    <a:pt x="82" y="165"/>
                  </a:cubicBezTo>
                  <a:cubicBezTo>
                    <a:pt x="82" y="165"/>
                    <a:pt x="83" y="165"/>
                    <a:pt x="83" y="165"/>
                  </a:cubicBezTo>
                  <a:cubicBezTo>
                    <a:pt x="83" y="164"/>
                    <a:pt x="83" y="164"/>
                    <a:pt x="83" y="163"/>
                  </a:cubicBezTo>
                  <a:cubicBezTo>
                    <a:pt x="84" y="163"/>
                    <a:pt x="84" y="163"/>
                    <a:pt x="85" y="163"/>
                  </a:cubicBezTo>
                  <a:cubicBezTo>
                    <a:pt x="85" y="163"/>
                    <a:pt x="86" y="163"/>
                    <a:pt x="87" y="163"/>
                  </a:cubicBezTo>
                  <a:cubicBezTo>
                    <a:pt x="87" y="163"/>
                    <a:pt x="88" y="163"/>
                    <a:pt x="88" y="163"/>
                  </a:cubicBezTo>
                  <a:cubicBezTo>
                    <a:pt x="89" y="163"/>
                    <a:pt x="89" y="163"/>
                    <a:pt x="90" y="163"/>
                  </a:cubicBezTo>
                  <a:cubicBezTo>
                    <a:pt x="90" y="163"/>
                    <a:pt x="91" y="163"/>
                    <a:pt x="91" y="163"/>
                  </a:cubicBezTo>
                  <a:cubicBezTo>
                    <a:pt x="91" y="163"/>
                    <a:pt x="91" y="162"/>
                    <a:pt x="91" y="162"/>
                  </a:cubicBezTo>
                  <a:cubicBezTo>
                    <a:pt x="91" y="161"/>
                    <a:pt x="91" y="160"/>
                    <a:pt x="91" y="160"/>
                  </a:cubicBezTo>
                  <a:cubicBezTo>
                    <a:pt x="91" y="160"/>
                    <a:pt x="90" y="160"/>
                    <a:pt x="90" y="160"/>
                  </a:cubicBezTo>
                  <a:cubicBezTo>
                    <a:pt x="90" y="159"/>
                    <a:pt x="90" y="159"/>
                    <a:pt x="90" y="158"/>
                  </a:cubicBezTo>
                  <a:cubicBezTo>
                    <a:pt x="90" y="158"/>
                    <a:pt x="91" y="158"/>
                    <a:pt x="91" y="158"/>
                  </a:cubicBezTo>
                  <a:cubicBezTo>
                    <a:pt x="91" y="158"/>
                    <a:pt x="91" y="157"/>
                    <a:pt x="91" y="157"/>
                  </a:cubicBezTo>
                  <a:cubicBezTo>
                    <a:pt x="92" y="157"/>
                    <a:pt x="92" y="157"/>
                    <a:pt x="93" y="157"/>
                  </a:cubicBezTo>
                  <a:cubicBezTo>
                    <a:pt x="93" y="157"/>
                    <a:pt x="94" y="157"/>
                    <a:pt x="94" y="157"/>
                  </a:cubicBezTo>
                  <a:cubicBezTo>
                    <a:pt x="94" y="156"/>
                    <a:pt x="94" y="156"/>
                    <a:pt x="94" y="155"/>
                  </a:cubicBezTo>
                  <a:cubicBezTo>
                    <a:pt x="95" y="155"/>
                    <a:pt x="95" y="155"/>
                    <a:pt x="96" y="155"/>
                  </a:cubicBezTo>
                  <a:cubicBezTo>
                    <a:pt x="96" y="155"/>
                    <a:pt x="97" y="155"/>
                    <a:pt x="97" y="155"/>
                  </a:cubicBezTo>
                  <a:cubicBezTo>
                    <a:pt x="97" y="155"/>
                    <a:pt x="97" y="154"/>
                    <a:pt x="97" y="154"/>
                  </a:cubicBezTo>
                  <a:cubicBezTo>
                    <a:pt x="98" y="154"/>
                    <a:pt x="98" y="154"/>
                    <a:pt x="99" y="154"/>
                  </a:cubicBezTo>
                  <a:cubicBezTo>
                    <a:pt x="100" y="154"/>
                    <a:pt x="100" y="154"/>
                    <a:pt x="101" y="154"/>
                  </a:cubicBezTo>
                  <a:cubicBezTo>
                    <a:pt x="101" y="154"/>
                    <a:pt x="101" y="155"/>
                    <a:pt x="101" y="155"/>
                  </a:cubicBezTo>
                  <a:cubicBezTo>
                    <a:pt x="101" y="156"/>
                    <a:pt x="101" y="156"/>
                    <a:pt x="101" y="157"/>
                  </a:cubicBezTo>
                  <a:cubicBezTo>
                    <a:pt x="101" y="157"/>
                    <a:pt x="101" y="158"/>
                    <a:pt x="101" y="158"/>
                  </a:cubicBezTo>
                  <a:cubicBezTo>
                    <a:pt x="101" y="158"/>
                    <a:pt x="102" y="158"/>
                    <a:pt x="102" y="158"/>
                  </a:cubicBezTo>
                  <a:cubicBezTo>
                    <a:pt x="103" y="158"/>
                    <a:pt x="103" y="158"/>
                    <a:pt x="104" y="158"/>
                  </a:cubicBezTo>
                  <a:cubicBezTo>
                    <a:pt x="104" y="158"/>
                    <a:pt x="104" y="157"/>
                    <a:pt x="104" y="157"/>
                  </a:cubicBezTo>
                  <a:cubicBezTo>
                    <a:pt x="104" y="157"/>
                    <a:pt x="105" y="157"/>
                    <a:pt x="105" y="157"/>
                  </a:cubicBezTo>
                  <a:cubicBezTo>
                    <a:pt x="105" y="156"/>
                    <a:pt x="105" y="156"/>
                    <a:pt x="105" y="155"/>
                  </a:cubicBezTo>
                  <a:cubicBezTo>
                    <a:pt x="106" y="155"/>
                    <a:pt x="106" y="155"/>
                    <a:pt x="107" y="155"/>
                  </a:cubicBezTo>
                  <a:cubicBezTo>
                    <a:pt x="107" y="155"/>
                    <a:pt x="108" y="155"/>
                    <a:pt x="108" y="155"/>
                  </a:cubicBezTo>
                  <a:cubicBezTo>
                    <a:pt x="108" y="155"/>
                    <a:pt x="108" y="154"/>
                    <a:pt x="108" y="154"/>
                  </a:cubicBezTo>
                  <a:cubicBezTo>
                    <a:pt x="109" y="154"/>
                    <a:pt x="110" y="154"/>
                    <a:pt x="110" y="154"/>
                  </a:cubicBezTo>
                  <a:cubicBezTo>
                    <a:pt x="111" y="154"/>
                    <a:pt x="111" y="154"/>
                    <a:pt x="112" y="154"/>
                  </a:cubicBezTo>
                  <a:cubicBezTo>
                    <a:pt x="112" y="154"/>
                    <a:pt x="113" y="154"/>
                    <a:pt x="113" y="154"/>
                  </a:cubicBezTo>
                  <a:cubicBezTo>
                    <a:pt x="113" y="153"/>
                    <a:pt x="113" y="152"/>
                    <a:pt x="113" y="152"/>
                  </a:cubicBezTo>
                  <a:cubicBezTo>
                    <a:pt x="114" y="152"/>
                    <a:pt x="114" y="152"/>
                    <a:pt x="115" y="152"/>
                  </a:cubicBezTo>
                  <a:cubicBezTo>
                    <a:pt x="115" y="151"/>
                    <a:pt x="115" y="151"/>
                    <a:pt x="115" y="150"/>
                  </a:cubicBezTo>
                  <a:cubicBezTo>
                    <a:pt x="115" y="150"/>
                    <a:pt x="116" y="150"/>
                    <a:pt x="116" y="150"/>
                  </a:cubicBezTo>
                  <a:cubicBezTo>
                    <a:pt x="116" y="150"/>
                    <a:pt x="116" y="149"/>
                    <a:pt x="116" y="149"/>
                  </a:cubicBezTo>
                  <a:cubicBezTo>
                    <a:pt x="116" y="148"/>
                    <a:pt x="116" y="148"/>
                    <a:pt x="116" y="147"/>
                  </a:cubicBezTo>
                  <a:cubicBezTo>
                    <a:pt x="116" y="147"/>
                    <a:pt x="115" y="147"/>
                    <a:pt x="115" y="147"/>
                  </a:cubicBezTo>
                  <a:cubicBezTo>
                    <a:pt x="114" y="147"/>
                    <a:pt x="114" y="147"/>
                    <a:pt x="113" y="147"/>
                  </a:cubicBezTo>
                  <a:cubicBezTo>
                    <a:pt x="113" y="148"/>
                    <a:pt x="113" y="148"/>
                    <a:pt x="113" y="149"/>
                  </a:cubicBezTo>
                  <a:cubicBezTo>
                    <a:pt x="113" y="149"/>
                    <a:pt x="112" y="149"/>
                    <a:pt x="112" y="149"/>
                  </a:cubicBezTo>
                  <a:cubicBezTo>
                    <a:pt x="111" y="149"/>
                    <a:pt x="111" y="149"/>
                    <a:pt x="110" y="149"/>
                  </a:cubicBezTo>
                  <a:cubicBezTo>
                    <a:pt x="110" y="148"/>
                    <a:pt x="110" y="148"/>
                    <a:pt x="110" y="147"/>
                  </a:cubicBezTo>
                  <a:cubicBezTo>
                    <a:pt x="110" y="147"/>
                    <a:pt x="109" y="147"/>
                    <a:pt x="108" y="147"/>
                  </a:cubicBezTo>
                  <a:cubicBezTo>
                    <a:pt x="108" y="147"/>
                    <a:pt x="108" y="146"/>
                    <a:pt x="108" y="145"/>
                  </a:cubicBezTo>
                  <a:cubicBezTo>
                    <a:pt x="108" y="145"/>
                    <a:pt x="107" y="145"/>
                    <a:pt x="107" y="145"/>
                  </a:cubicBezTo>
                  <a:cubicBezTo>
                    <a:pt x="107" y="145"/>
                    <a:pt x="107" y="144"/>
                    <a:pt x="107" y="144"/>
                  </a:cubicBezTo>
                  <a:cubicBezTo>
                    <a:pt x="107" y="143"/>
                    <a:pt x="107" y="143"/>
                    <a:pt x="107" y="142"/>
                  </a:cubicBezTo>
                  <a:cubicBezTo>
                    <a:pt x="107" y="142"/>
                    <a:pt x="108" y="142"/>
                    <a:pt x="108" y="142"/>
                  </a:cubicBezTo>
                  <a:cubicBezTo>
                    <a:pt x="108" y="142"/>
                    <a:pt x="108" y="141"/>
                    <a:pt x="108" y="141"/>
                  </a:cubicBezTo>
                  <a:cubicBezTo>
                    <a:pt x="108" y="140"/>
                    <a:pt x="108" y="140"/>
                    <a:pt x="108" y="139"/>
                  </a:cubicBezTo>
                  <a:cubicBezTo>
                    <a:pt x="108" y="139"/>
                    <a:pt x="107" y="139"/>
                    <a:pt x="107" y="139"/>
                  </a:cubicBezTo>
                  <a:cubicBezTo>
                    <a:pt x="107" y="139"/>
                    <a:pt x="107" y="138"/>
                    <a:pt x="107" y="137"/>
                  </a:cubicBezTo>
                  <a:cubicBezTo>
                    <a:pt x="106" y="137"/>
                    <a:pt x="106" y="137"/>
                    <a:pt x="105" y="137"/>
                  </a:cubicBezTo>
                  <a:cubicBezTo>
                    <a:pt x="105" y="137"/>
                    <a:pt x="105" y="136"/>
                    <a:pt x="105" y="136"/>
                  </a:cubicBezTo>
                  <a:cubicBezTo>
                    <a:pt x="106" y="136"/>
                    <a:pt x="106" y="136"/>
                    <a:pt x="107" y="136"/>
                  </a:cubicBezTo>
                  <a:cubicBezTo>
                    <a:pt x="107" y="136"/>
                    <a:pt x="108" y="136"/>
                    <a:pt x="108" y="136"/>
                  </a:cubicBezTo>
                  <a:cubicBezTo>
                    <a:pt x="108" y="136"/>
                    <a:pt x="108" y="137"/>
                    <a:pt x="108" y="137"/>
                  </a:cubicBezTo>
                  <a:cubicBezTo>
                    <a:pt x="109" y="137"/>
                    <a:pt x="110" y="137"/>
                    <a:pt x="110" y="137"/>
                  </a:cubicBezTo>
                  <a:cubicBezTo>
                    <a:pt x="110" y="138"/>
                    <a:pt x="110" y="139"/>
                    <a:pt x="110" y="139"/>
                  </a:cubicBezTo>
                  <a:cubicBezTo>
                    <a:pt x="111" y="139"/>
                    <a:pt x="111" y="139"/>
                    <a:pt x="112" y="139"/>
                  </a:cubicBezTo>
                  <a:cubicBezTo>
                    <a:pt x="112" y="140"/>
                    <a:pt x="112" y="140"/>
                    <a:pt x="112" y="141"/>
                  </a:cubicBezTo>
                  <a:cubicBezTo>
                    <a:pt x="112" y="141"/>
                    <a:pt x="113" y="141"/>
                    <a:pt x="113" y="141"/>
                  </a:cubicBezTo>
                  <a:cubicBezTo>
                    <a:pt x="114" y="141"/>
                    <a:pt x="114" y="141"/>
                    <a:pt x="115" y="141"/>
                  </a:cubicBezTo>
                  <a:cubicBezTo>
                    <a:pt x="115" y="140"/>
                    <a:pt x="115" y="140"/>
                    <a:pt x="115" y="139"/>
                  </a:cubicBezTo>
                  <a:cubicBezTo>
                    <a:pt x="115" y="139"/>
                    <a:pt x="115" y="138"/>
                    <a:pt x="115" y="137"/>
                  </a:cubicBezTo>
                  <a:cubicBezTo>
                    <a:pt x="115" y="137"/>
                    <a:pt x="116" y="137"/>
                    <a:pt x="116" y="137"/>
                  </a:cubicBezTo>
                  <a:cubicBezTo>
                    <a:pt x="117" y="137"/>
                    <a:pt x="117" y="137"/>
                    <a:pt x="118" y="137"/>
                  </a:cubicBezTo>
                  <a:cubicBezTo>
                    <a:pt x="118" y="137"/>
                    <a:pt x="119" y="137"/>
                    <a:pt x="119" y="137"/>
                  </a:cubicBezTo>
                  <a:cubicBezTo>
                    <a:pt x="119" y="137"/>
                    <a:pt x="119" y="136"/>
                    <a:pt x="119" y="136"/>
                  </a:cubicBezTo>
                  <a:cubicBezTo>
                    <a:pt x="120" y="136"/>
                    <a:pt x="120" y="136"/>
                    <a:pt x="121" y="136"/>
                  </a:cubicBezTo>
                  <a:cubicBezTo>
                    <a:pt x="121" y="135"/>
                    <a:pt x="121" y="135"/>
                    <a:pt x="121" y="134"/>
                  </a:cubicBezTo>
                  <a:cubicBezTo>
                    <a:pt x="121" y="134"/>
                    <a:pt x="122" y="134"/>
                    <a:pt x="122" y="134"/>
                  </a:cubicBezTo>
                  <a:cubicBezTo>
                    <a:pt x="123" y="134"/>
                    <a:pt x="124" y="134"/>
                    <a:pt x="124" y="134"/>
                  </a:cubicBezTo>
                  <a:cubicBezTo>
                    <a:pt x="125" y="134"/>
                    <a:pt x="125" y="134"/>
                    <a:pt x="126" y="134"/>
                  </a:cubicBezTo>
                  <a:cubicBezTo>
                    <a:pt x="126" y="135"/>
                    <a:pt x="126" y="135"/>
                    <a:pt x="126" y="136"/>
                  </a:cubicBezTo>
                  <a:cubicBezTo>
                    <a:pt x="125" y="136"/>
                    <a:pt x="125" y="136"/>
                    <a:pt x="124" y="136"/>
                  </a:cubicBezTo>
                  <a:cubicBezTo>
                    <a:pt x="124" y="136"/>
                    <a:pt x="124" y="137"/>
                    <a:pt x="124" y="137"/>
                  </a:cubicBezTo>
                  <a:cubicBezTo>
                    <a:pt x="124" y="137"/>
                    <a:pt x="123" y="137"/>
                    <a:pt x="122" y="137"/>
                  </a:cubicBezTo>
                  <a:cubicBezTo>
                    <a:pt x="122" y="138"/>
                    <a:pt x="122" y="139"/>
                    <a:pt x="122" y="139"/>
                  </a:cubicBezTo>
                  <a:cubicBezTo>
                    <a:pt x="122" y="139"/>
                    <a:pt x="121" y="139"/>
                    <a:pt x="121" y="139"/>
                  </a:cubicBezTo>
                  <a:cubicBezTo>
                    <a:pt x="121" y="140"/>
                    <a:pt x="121" y="140"/>
                    <a:pt x="121" y="141"/>
                  </a:cubicBezTo>
                  <a:cubicBezTo>
                    <a:pt x="120" y="141"/>
                    <a:pt x="120" y="141"/>
                    <a:pt x="119" y="141"/>
                  </a:cubicBezTo>
                  <a:cubicBezTo>
                    <a:pt x="119" y="141"/>
                    <a:pt x="119" y="142"/>
                    <a:pt x="119" y="142"/>
                  </a:cubicBezTo>
                  <a:cubicBezTo>
                    <a:pt x="119" y="142"/>
                    <a:pt x="118" y="142"/>
                    <a:pt x="118" y="142"/>
                  </a:cubicBezTo>
                  <a:cubicBezTo>
                    <a:pt x="118" y="143"/>
                    <a:pt x="118" y="143"/>
                    <a:pt x="118" y="144"/>
                  </a:cubicBezTo>
                  <a:cubicBezTo>
                    <a:pt x="118" y="144"/>
                    <a:pt x="118" y="145"/>
                    <a:pt x="118" y="145"/>
                  </a:cubicBezTo>
                  <a:cubicBezTo>
                    <a:pt x="118" y="145"/>
                    <a:pt x="119" y="145"/>
                    <a:pt x="119" y="145"/>
                  </a:cubicBezTo>
                  <a:cubicBezTo>
                    <a:pt x="120" y="145"/>
                    <a:pt x="120" y="145"/>
                    <a:pt x="121" y="145"/>
                  </a:cubicBezTo>
                  <a:cubicBezTo>
                    <a:pt x="121" y="145"/>
                    <a:pt x="122" y="145"/>
                    <a:pt x="122" y="145"/>
                  </a:cubicBezTo>
                  <a:cubicBezTo>
                    <a:pt x="123" y="145"/>
                    <a:pt x="124" y="145"/>
                    <a:pt x="124" y="145"/>
                  </a:cubicBezTo>
                  <a:cubicBezTo>
                    <a:pt x="125" y="145"/>
                    <a:pt x="125" y="145"/>
                    <a:pt x="126" y="145"/>
                  </a:cubicBezTo>
                  <a:cubicBezTo>
                    <a:pt x="126" y="146"/>
                    <a:pt x="126" y="147"/>
                    <a:pt x="126" y="147"/>
                  </a:cubicBezTo>
                  <a:cubicBezTo>
                    <a:pt x="126" y="147"/>
                    <a:pt x="127" y="147"/>
                    <a:pt x="127" y="147"/>
                  </a:cubicBezTo>
                  <a:cubicBezTo>
                    <a:pt x="128" y="147"/>
                    <a:pt x="128" y="147"/>
                    <a:pt x="129" y="147"/>
                  </a:cubicBezTo>
                  <a:cubicBezTo>
                    <a:pt x="129" y="147"/>
                    <a:pt x="130" y="147"/>
                    <a:pt x="130" y="147"/>
                  </a:cubicBezTo>
                  <a:cubicBezTo>
                    <a:pt x="130" y="148"/>
                    <a:pt x="130" y="148"/>
                    <a:pt x="130" y="149"/>
                  </a:cubicBezTo>
                  <a:cubicBezTo>
                    <a:pt x="131" y="149"/>
                    <a:pt x="131" y="149"/>
                    <a:pt x="132" y="149"/>
                  </a:cubicBezTo>
                  <a:cubicBezTo>
                    <a:pt x="132" y="148"/>
                    <a:pt x="132" y="148"/>
                    <a:pt x="132" y="147"/>
                  </a:cubicBezTo>
                  <a:cubicBezTo>
                    <a:pt x="132" y="147"/>
                    <a:pt x="133" y="147"/>
                    <a:pt x="134" y="147"/>
                  </a:cubicBezTo>
                  <a:cubicBezTo>
                    <a:pt x="134" y="147"/>
                    <a:pt x="134" y="146"/>
                    <a:pt x="134" y="145"/>
                  </a:cubicBezTo>
                  <a:cubicBezTo>
                    <a:pt x="133" y="145"/>
                    <a:pt x="132" y="145"/>
                    <a:pt x="132" y="145"/>
                  </a:cubicBezTo>
                  <a:cubicBezTo>
                    <a:pt x="132" y="145"/>
                    <a:pt x="132" y="144"/>
                    <a:pt x="132" y="144"/>
                  </a:cubicBezTo>
                  <a:cubicBezTo>
                    <a:pt x="132" y="143"/>
                    <a:pt x="132" y="143"/>
                    <a:pt x="132" y="142"/>
                  </a:cubicBezTo>
                  <a:cubicBezTo>
                    <a:pt x="132" y="142"/>
                    <a:pt x="132" y="141"/>
                    <a:pt x="132" y="141"/>
                  </a:cubicBezTo>
                  <a:cubicBezTo>
                    <a:pt x="131" y="141"/>
                    <a:pt x="131" y="141"/>
                    <a:pt x="130" y="141"/>
                  </a:cubicBezTo>
                  <a:cubicBezTo>
                    <a:pt x="130" y="141"/>
                    <a:pt x="129" y="141"/>
                    <a:pt x="129" y="141"/>
                  </a:cubicBezTo>
                  <a:cubicBezTo>
                    <a:pt x="129" y="140"/>
                    <a:pt x="129" y="140"/>
                    <a:pt x="129" y="139"/>
                  </a:cubicBezTo>
                  <a:cubicBezTo>
                    <a:pt x="128" y="139"/>
                    <a:pt x="128" y="139"/>
                    <a:pt x="127" y="139"/>
                  </a:cubicBezTo>
                  <a:cubicBezTo>
                    <a:pt x="127" y="139"/>
                    <a:pt x="127" y="138"/>
                    <a:pt x="127" y="137"/>
                  </a:cubicBezTo>
                  <a:cubicBezTo>
                    <a:pt x="127" y="137"/>
                    <a:pt x="127" y="136"/>
                    <a:pt x="127" y="136"/>
                  </a:cubicBezTo>
                  <a:cubicBezTo>
                    <a:pt x="128" y="136"/>
                    <a:pt x="128" y="136"/>
                    <a:pt x="129" y="136"/>
                  </a:cubicBezTo>
                  <a:cubicBezTo>
                    <a:pt x="129" y="135"/>
                    <a:pt x="129" y="135"/>
                    <a:pt x="129" y="134"/>
                  </a:cubicBezTo>
                  <a:cubicBezTo>
                    <a:pt x="129" y="134"/>
                    <a:pt x="129" y="133"/>
                    <a:pt x="129" y="133"/>
                  </a:cubicBezTo>
                  <a:cubicBezTo>
                    <a:pt x="129" y="132"/>
                    <a:pt x="129" y="131"/>
                    <a:pt x="129" y="131"/>
                  </a:cubicBezTo>
                  <a:cubicBezTo>
                    <a:pt x="129" y="131"/>
                    <a:pt x="130" y="131"/>
                    <a:pt x="130" y="131"/>
                  </a:cubicBezTo>
                  <a:cubicBezTo>
                    <a:pt x="130" y="130"/>
                    <a:pt x="130" y="130"/>
                    <a:pt x="130" y="129"/>
                  </a:cubicBezTo>
                  <a:cubicBezTo>
                    <a:pt x="130" y="129"/>
                    <a:pt x="130" y="128"/>
                    <a:pt x="130" y="128"/>
                  </a:cubicBezTo>
                  <a:cubicBezTo>
                    <a:pt x="130" y="127"/>
                    <a:pt x="130" y="127"/>
                    <a:pt x="130" y="126"/>
                  </a:cubicBezTo>
                  <a:cubicBezTo>
                    <a:pt x="130" y="126"/>
                    <a:pt x="130" y="125"/>
                    <a:pt x="130" y="125"/>
                  </a:cubicBezTo>
                  <a:cubicBezTo>
                    <a:pt x="130" y="125"/>
                    <a:pt x="129" y="125"/>
                    <a:pt x="129" y="125"/>
                  </a:cubicBezTo>
                  <a:cubicBezTo>
                    <a:pt x="128" y="125"/>
                    <a:pt x="128" y="125"/>
                    <a:pt x="127" y="125"/>
                  </a:cubicBezTo>
                  <a:cubicBezTo>
                    <a:pt x="127" y="124"/>
                    <a:pt x="127" y="123"/>
                    <a:pt x="127" y="123"/>
                  </a:cubicBezTo>
                  <a:cubicBezTo>
                    <a:pt x="127" y="122"/>
                    <a:pt x="127" y="122"/>
                    <a:pt x="127" y="121"/>
                  </a:cubicBezTo>
                  <a:cubicBezTo>
                    <a:pt x="127" y="121"/>
                    <a:pt x="126" y="121"/>
                    <a:pt x="126" y="121"/>
                  </a:cubicBezTo>
                  <a:cubicBezTo>
                    <a:pt x="126" y="121"/>
                    <a:pt x="126" y="120"/>
                    <a:pt x="126" y="120"/>
                  </a:cubicBezTo>
                  <a:cubicBezTo>
                    <a:pt x="125" y="120"/>
                    <a:pt x="125" y="120"/>
                    <a:pt x="124" y="120"/>
                  </a:cubicBezTo>
                  <a:cubicBezTo>
                    <a:pt x="124" y="119"/>
                    <a:pt x="124" y="119"/>
                    <a:pt x="124" y="118"/>
                  </a:cubicBezTo>
                  <a:cubicBezTo>
                    <a:pt x="124" y="118"/>
                    <a:pt x="123" y="118"/>
                    <a:pt x="122" y="118"/>
                  </a:cubicBezTo>
                  <a:cubicBezTo>
                    <a:pt x="122" y="118"/>
                    <a:pt x="122" y="117"/>
                    <a:pt x="122" y="116"/>
                  </a:cubicBezTo>
                  <a:cubicBezTo>
                    <a:pt x="122" y="116"/>
                    <a:pt x="122" y="115"/>
                    <a:pt x="122" y="115"/>
                  </a:cubicBezTo>
                  <a:cubicBezTo>
                    <a:pt x="122" y="114"/>
                    <a:pt x="122" y="114"/>
                    <a:pt x="122" y="113"/>
                  </a:cubicBezTo>
                  <a:cubicBezTo>
                    <a:pt x="122" y="113"/>
                    <a:pt x="122" y="112"/>
                    <a:pt x="122" y="112"/>
                  </a:cubicBezTo>
                  <a:cubicBezTo>
                    <a:pt x="122" y="111"/>
                    <a:pt x="122" y="110"/>
                    <a:pt x="122" y="110"/>
                  </a:cubicBezTo>
                  <a:cubicBezTo>
                    <a:pt x="122" y="109"/>
                    <a:pt x="122" y="109"/>
                    <a:pt x="122" y="108"/>
                  </a:cubicBezTo>
                  <a:cubicBezTo>
                    <a:pt x="122" y="108"/>
                    <a:pt x="121" y="108"/>
                    <a:pt x="121" y="108"/>
                  </a:cubicBezTo>
                  <a:cubicBezTo>
                    <a:pt x="121" y="108"/>
                    <a:pt x="121" y="107"/>
                    <a:pt x="121" y="107"/>
                  </a:cubicBezTo>
                  <a:cubicBezTo>
                    <a:pt x="121" y="106"/>
                    <a:pt x="121" y="106"/>
                    <a:pt x="121" y="105"/>
                  </a:cubicBezTo>
                  <a:cubicBezTo>
                    <a:pt x="121" y="105"/>
                    <a:pt x="121" y="104"/>
                    <a:pt x="121" y="104"/>
                  </a:cubicBezTo>
                  <a:cubicBezTo>
                    <a:pt x="121" y="103"/>
                    <a:pt x="121" y="102"/>
                    <a:pt x="121" y="102"/>
                  </a:cubicBezTo>
                  <a:cubicBezTo>
                    <a:pt x="121" y="101"/>
                    <a:pt x="121" y="101"/>
                    <a:pt x="121" y="100"/>
                  </a:cubicBezTo>
                  <a:cubicBezTo>
                    <a:pt x="120" y="100"/>
                    <a:pt x="120" y="100"/>
                    <a:pt x="119" y="100"/>
                  </a:cubicBezTo>
                  <a:cubicBezTo>
                    <a:pt x="119" y="100"/>
                    <a:pt x="118" y="100"/>
                    <a:pt x="118" y="100"/>
                  </a:cubicBezTo>
                  <a:cubicBezTo>
                    <a:pt x="117" y="100"/>
                    <a:pt x="117" y="100"/>
                    <a:pt x="116" y="100"/>
                  </a:cubicBezTo>
                  <a:cubicBezTo>
                    <a:pt x="116" y="101"/>
                    <a:pt x="116" y="101"/>
                    <a:pt x="116" y="102"/>
                  </a:cubicBezTo>
                  <a:cubicBezTo>
                    <a:pt x="116" y="102"/>
                    <a:pt x="115" y="102"/>
                    <a:pt x="115" y="102"/>
                  </a:cubicBezTo>
                  <a:cubicBezTo>
                    <a:pt x="115" y="102"/>
                    <a:pt x="115" y="103"/>
                    <a:pt x="115" y="104"/>
                  </a:cubicBezTo>
                  <a:cubicBezTo>
                    <a:pt x="115" y="104"/>
                    <a:pt x="115" y="105"/>
                    <a:pt x="115" y="105"/>
                  </a:cubicBezTo>
                  <a:cubicBezTo>
                    <a:pt x="114" y="105"/>
                    <a:pt x="114" y="105"/>
                    <a:pt x="113" y="105"/>
                  </a:cubicBezTo>
                  <a:cubicBezTo>
                    <a:pt x="113" y="105"/>
                    <a:pt x="112" y="105"/>
                    <a:pt x="112" y="105"/>
                  </a:cubicBezTo>
                  <a:cubicBezTo>
                    <a:pt x="111" y="105"/>
                    <a:pt x="111" y="105"/>
                    <a:pt x="110" y="105"/>
                  </a:cubicBezTo>
                  <a:cubicBezTo>
                    <a:pt x="110" y="105"/>
                    <a:pt x="109" y="105"/>
                    <a:pt x="108" y="105"/>
                  </a:cubicBezTo>
                  <a:cubicBezTo>
                    <a:pt x="108" y="105"/>
                    <a:pt x="108" y="104"/>
                    <a:pt x="108" y="104"/>
                  </a:cubicBezTo>
                  <a:cubicBezTo>
                    <a:pt x="108" y="103"/>
                    <a:pt x="108" y="102"/>
                    <a:pt x="108" y="102"/>
                  </a:cubicBezTo>
                  <a:cubicBezTo>
                    <a:pt x="108" y="101"/>
                    <a:pt x="108" y="101"/>
                    <a:pt x="108" y="100"/>
                  </a:cubicBezTo>
                  <a:cubicBezTo>
                    <a:pt x="108" y="100"/>
                    <a:pt x="108" y="99"/>
                    <a:pt x="108" y="99"/>
                  </a:cubicBezTo>
                  <a:cubicBezTo>
                    <a:pt x="109" y="99"/>
                    <a:pt x="110" y="99"/>
                    <a:pt x="110" y="99"/>
                  </a:cubicBezTo>
                  <a:cubicBezTo>
                    <a:pt x="110" y="98"/>
                    <a:pt x="110" y="98"/>
                    <a:pt x="110" y="97"/>
                  </a:cubicBezTo>
                  <a:cubicBezTo>
                    <a:pt x="110" y="97"/>
                    <a:pt x="109" y="97"/>
                    <a:pt x="108" y="97"/>
                  </a:cubicBezTo>
                  <a:cubicBezTo>
                    <a:pt x="108" y="97"/>
                    <a:pt x="108" y="96"/>
                    <a:pt x="108" y="95"/>
                  </a:cubicBezTo>
                  <a:cubicBezTo>
                    <a:pt x="108" y="95"/>
                    <a:pt x="107" y="95"/>
                    <a:pt x="107" y="95"/>
                  </a:cubicBezTo>
                  <a:cubicBezTo>
                    <a:pt x="107" y="95"/>
                    <a:pt x="107" y="94"/>
                    <a:pt x="107" y="94"/>
                  </a:cubicBezTo>
                  <a:cubicBezTo>
                    <a:pt x="107" y="93"/>
                    <a:pt x="107" y="93"/>
                    <a:pt x="107" y="92"/>
                  </a:cubicBezTo>
                  <a:cubicBezTo>
                    <a:pt x="106" y="92"/>
                    <a:pt x="106" y="92"/>
                    <a:pt x="105" y="92"/>
                  </a:cubicBezTo>
                  <a:cubicBezTo>
                    <a:pt x="105" y="92"/>
                    <a:pt x="105" y="91"/>
                    <a:pt x="105" y="91"/>
                  </a:cubicBezTo>
                  <a:cubicBezTo>
                    <a:pt x="105" y="91"/>
                    <a:pt x="104" y="91"/>
                    <a:pt x="104" y="91"/>
                  </a:cubicBezTo>
                  <a:cubicBezTo>
                    <a:pt x="104" y="90"/>
                    <a:pt x="104" y="90"/>
                    <a:pt x="104" y="89"/>
                  </a:cubicBezTo>
                  <a:cubicBezTo>
                    <a:pt x="103" y="89"/>
                    <a:pt x="103" y="89"/>
                    <a:pt x="102" y="89"/>
                  </a:cubicBezTo>
                  <a:cubicBezTo>
                    <a:pt x="102" y="89"/>
                    <a:pt x="102" y="88"/>
                    <a:pt x="102" y="87"/>
                  </a:cubicBezTo>
                  <a:cubicBezTo>
                    <a:pt x="102" y="87"/>
                    <a:pt x="101" y="87"/>
                    <a:pt x="101" y="87"/>
                  </a:cubicBezTo>
                  <a:cubicBezTo>
                    <a:pt x="101" y="88"/>
                    <a:pt x="101" y="89"/>
                    <a:pt x="101" y="89"/>
                  </a:cubicBezTo>
                  <a:cubicBezTo>
                    <a:pt x="100" y="89"/>
                    <a:pt x="100" y="89"/>
                    <a:pt x="99" y="89"/>
                  </a:cubicBezTo>
                  <a:cubicBezTo>
                    <a:pt x="98" y="89"/>
                    <a:pt x="98" y="89"/>
                    <a:pt x="97" y="89"/>
                  </a:cubicBezTo>
                  <a:cubicBezTo>
                    <a:pt x="97" y="89"/>
                    <a:pt x="97" y="88"/>
                    <a:pt x="97" y="87"/>
                  </a:cubicBezTo>
                  <a:cubicBezTo>
                    <a:pt x="97" y="87"/>
                    <a:pt x="96" y="87"/>
                    <a:pt x="96" y="87"/>
                  </a:cubicBezTo>
                  <a:cubicBezTo>
                    <a:pt x="96" y="88"/>
                    <a:pt x="96" y="89"/>
                    <a:pt x="96" y="89"/>
                  </a:cubicBezTo>
                  <a:cubicBezTo>
                    <a:pt x="95" y="89"/>
                    <a:pt x="95" y="89"/>
                    <a:pt x="94" y="89"/>
                  </a:cubicBezTo>
                  <a:cubicBezTo>
                    <a:pt x="94" y="90"/>
                    <a:pt x="94" y="90"/>
                    <a:pt x="94" y="91"/>
                  </a:cubicBezTo>
                  <a:cubicBezTo>
                    <a:pt x="94" y="91"/>
                    <a:pt x="94" y="92"/>
                    <a:pt x="94" y="92"/>
                  </a:cubicBezTo>
                  <a:cubicBezTo>
                    <a:pt x="94" y="93"/>
                    <a:pt x="94" y="93"/>
                    <a:pt x="94" y="94"/>
                  </a:cubicBezTo>
                  <a:cubicBezTo>
                    <a:pt x="94" y="94"/>
                    <a:pt x="93" y="94"/>
                    <a:pt x="93" y="94"/>
                  </a:cubicBezTo>
                  <a:cubicBezTo>
                    <a:pt x="93" y="94"/>
                    <a:pt x="93" y="95"/>
                    <a:pt x="93" y="95"/>
                  </a:cubicBezTo>
                  <a:cubicBezTo>
                    <a:pt x="93" y="96"/>
                    <a:pt x="93" y="97"/>
                    <a:pt x="93" y="97"/>
                  </a:cubicBezTo>
                  <a:cubicBezTo>
                    <a:pt x="93" y="98"/>
                    <a:pt x="93" y="98"/>
                    <a:pt x="93" y="99"/>
                  </a:cubicBezTo>
                  <a:cubicBezTo>
                    <a:pt x="92" y="99"/>
                    <a:pt x="92" y="99"/>
                    <a:pt x="91" y="99"/>
                  </a:cubicBezTo>
                  <a:cubicBezTo>
                    <a:pt x="91" y="99"/>
                    <a:pt x="90" y="99"/>
                    <a:pt x="90" y="99"/>
                  </a:cubicBezTo>
                  <a:cubicBezTo>
                    <a:pt x="90" y="99"/>
                    <a:pt x="90" y="100"/>
                    <a:pt x="90" y="100"/>
                  </a:cubicBezTo>
                  <a:cubicBezTo>
                    <a:pt x="89" y="100"/>
                    <a:pt x="89" y="100"/>
                    <a:pt x="88" y="100"/>
                  </a:cubicBezTo>
                  <a:cubicBezTo>
                    <a:pt x="88" y="101"/>
                    <a:pt x="88" y="101"/>
                    <a:pt x="88" y="102"/>
                  </a:cubicBezTo>
                  <a:cubicBezTo>
                    <a:pt x="88" y="102"/>
                    <a:pt x="88" y="103"/>
                    <a:pt x="88" y="104"/>
                  </a:cubicBezTo>
                  <a:cubicBezTo>
                    <a:pt x="89" y="104"/>
                    <a:pt x="89" y="104"/>
                    <a:pt x="90" y="104"/>
                  </a:cubicBezTo>
                  <a:cubicBezTo>
                    <a:pt x="90" y="104"/>
                    <a:pt x="90" y="105"/>
                    <a:pt x="90" y="105"/>
                  </a:cubicBezTo>
                  <a:cubicBezTo>
                    <a:pt x="90" y="105"/>
                    <a:pt x="91" y="105"/>
                    <a:pt x="91" y="105"/>
                  </a:cubicBezTo>
                  <a:cubicBezTo>
                    <a:pt x="91" y="106"/>
                    <a:pt x="91" y="106"/>
                    <a:pt x="91" y="107"/>
                  </a:cubicBezTo>
                  <a:cubicBezTo>
                    <a:pt x="91" y="107"/>
                    <a:pt x="91" y="108"/>
                    <a:pt x="91" y="108"/>
                  </a:cubicBezTo>
                  <a:cubicBezTo>
                    <a:pt x="91" y="108"/>
                    <a:pt x="90" y="108"/>
                    <a:pt x="90" y="108"/>
                  </a:cubicBezTo>
                  <a:cubicBezTo>
                    <a:pt x="90" y="109"/>
                    <a:pt x="90" y="109"/>
                    <a:pt x="90" y="110"/>
                  </a:cubicBezTo>
                  <a:cubicBezTo>
                    <a:pt x="90" y="110"/>
                    <a:pt x="90" y="111"/>
                    <a:pt x="90" y="112"/>
                  </a:cubicBezTo>
                  <a:cubicBezTo>
                    <a:pt x="90" y="112"/>
                    <a:pt x="90" y="113"/>
                    <a:pt x="90" y="113"/>
                  </a:cubicBezTo>
                  <a:cubicBezTo>
                    <a:pt x="89" y="113"/>
                    <a:pt x="89" y="113"/>
                    <a:pt x="88" y="113"/>
                  </a:cubicBezTo>
                  <a:cubicBezTo>
                    <a:pt x="88" y="113"/>
                    <a:pt x="87" y="113"/>
                    <a:pt x="87" y="113"/>
                  </a:cubicBezTo>
                  <a:cubicBezTo>
                    <a:pt x="87" y="114"/>
                    <a:pt x="87" y="114"/>
                    <a:pt x="87" y="115"/>
                  </a:cubicBezTo>
                  <a:cubicBezTo>
                    <a:pt x="86" y="115"/>
                    <a:pt x="85" y="115"/>
                    <a:pt x="85" y="115"/>
                  </a:cubicBezTo>
                  <a:cubicBezTo>
                    <a:pt x="84" y="115"/>
                    <a:pt x="84" y="115"/>
                    <a:pt x="83" y="115"/>
                  </a:cubicBezTo>
                  <a:cubicBezTo>
                    <a:pt x="83" y="115"/>
                    <a:pt x="82" y="115"/>
                    <a:pt x="82" y="115"/>
                  </a:cubicBezTo>
                  <a:cubicBezTo>
                    <a:pt x="82" y="115"/>
                    <a:pt x="82" y="116"/>
                    <a:pt x="82" y="116"/>
                  </a:cubicBezTo>
                  <a:cubicBezTo>
                    <a:pt x="82" y="117"/>
                    <a:pt x="82" y="118"/>
                    <a:pt x="82" y="118"/>
                  </a:cubicBezTo>
                  <a:cubicBezTo>
                    <a:pt x="82" y="119"/>
                    <a:pt x="82" y="119"/>
                    <a:pt x="82" y="120"/>
                  </a:cubicBezTo>
                  <a:cubicBezTo>
                    <a:pt x="82" y="120"/>
                    <a:pt x="82" y="121"/>
                    <a:pt x="82" y="121"/>
                  </a:cubicBezTo>
                  <a:cubicBezTo>
                    <a:pt x="81" y="121"/>
                    <a:pt x="81" y="121"/>
                    <a:pt x="80" y="121"/>
                  </a:cubicBezTo>
                  <a:cubicBezTo>
                    <a:pt x="80" y="122"/>
                    <a:pt x="80" y="122"/>
                    <a:pt x="80" y="123"/>
                  </a:cubicBezTo>
                  <a:cubicBezTo>
                    <a:pt x="80" y="123"/>
                    <a:pt x="80" y="124"/>
                    <a:pt x="80" y="125"/>
                  </a:cubicBezTo>
                  <a:cubicBezTo>
                    <a:pt x="80" y="125"/>
                    <a:pt x="80" y="126"/>
                    <a:pt x="80" y="126"/>
                  </a:cubicBezTo>
                  <a:cubicBezTo>
                    <a:pt x="80" y="126"/>
                    <a:pt x="79" y="126"/>
                    <a:pt x="79" y="126"/>
                  </a:cubicBezTo>
                  <a:cubicBezTo>
                    <a:pt x="78" y="126"/>
                    <a:pt x="78" y="126"/>
                    <a:pt x="77" y="126"/>
                  </a:cubicBezTo>
                  <a:cubicBezTo>
                    <a:pt x="77" y="126"/>
                    <a:pt x="76" y="126"/>
                    <a:pt x="76" y="126"/>
                  </a:cubicBezTo>
                  <a:cubicBezTo>
                    <a:pt x="76" y="126"/>
                    <a:pt x="76" y="125"/>
                    <a:pt x="76" y="125"/>
                  </a:cubicBezTo>
                  <a:cubicBezTo>
                    <a:pt x="76" y="125"/>
                    <a:pt x="77" y="125"/>
                    <a:pt x="77" y="125"/>
                  </a:cubicBezTo>
                  <a:cubicBezTo>
                    <a:pt x="77" y="124"/>
                    <a:pt x="77" y="123"/>
                    <a:pt x="77" y="123"/>
                  </a:cubicBezTo>
                  <a:cubicBezTo>
                    <a:pt x="78" y="123"/>
                    <a:pt x="78" y="123"/>
                    <a:pt x="79" y="123"/>
                  </a:cubicBezTo>
                  <a:cubicBezTo>
                    <a:pt x="79" y="122"/>
                    <a:pt x="79" y="122"/>
                    <a:pt x="79" y="121"/>
                  </a:cubicBezTo>
                  <a:cubicBezTo>
                    <a:pt x="78" y="121"/>
                    <a:pt x="78" y="121"/>
                    <a:pt x="77" y="121"/>
                  </a:cubicBezTo>
                  <a:cubicBezTo>
                    <a:pt x="77" y="121"/>
                    <a:pt x="77" y="120"/>
                    <a:pt x="77" y="120"/>
                  </a:cubicBezTo>
                  <a:cubicBezTo>
                    <a:pt x="77" y="119"/>
                    <a:pt x="77" y="119"/>
                    <a:pt x="77" y="118"/>
                  </a:cubicBezTo>
                  <a:cubicBezTo>
                    <a:pt x="77" y="118"/>
                    <a:pt x="77" y="117"/>
                    <a:pt x="77" y="116"/>
                  </a:cubicBezTo>
                  <a:cubicBezTo>
                    <a:pt x="77" y="116"/>
                    <a:pt x="77" y="115"/>
                    <a:pt x="77" y="115"/>
                  </a:cubicBezTo>
                  <a:cubicBezTo>
                    <a:pt x="77" y="114"/>
                    <a:pt x="77" y="114"/>
                    <a:pt x="77" y="113"/>
                  </a:cubicBezTo>
                  <a:cubicBezTo>
                    <a:pt x="77" y="113"/>
                    <a:pt x="76" y="113"/>
                    <a:pt x="76" y="113"/>
                  </a:cubicBezTo>
                  <a:cubicBezTo>
                    <a:pt x="75" y="113"/>
                    <a:pt x="75" y="113"/>
                    <a:pt x="74" y="113"/>
                  </a:cubicBezTo>
                  <a:cubicBezTo>
                    <a:pt x="74" y="113"/>
                    <a:pt x="74" y="112"/>
                    <a:pt x="74" y="112"/>
                  </a:cubicBezTo>
                  <a:cubicBezTo>
                    <a:pt x="74" y="112"/>
                    <a:pt x="73" y="112"/>
                    <a:pt x="73" y="112"/>
                  </a:cubicBezTo>
                  <a:cubicBezTo>
                    <a:pt x="72" y="112"/>
                    <a:pt x="71" y="112"/>
                    <a:pt x="71" y="112"/>
                  </a:cubicBezTo>
                  <a:cubicBezTo>
                    <a:pt x="71" y="111"/>
                    <a:pt x="71" y="110"/>
                    <a:pt x="71" y="110"/>
                  </a:cubicBezTo>
                  <a:cubicBezTo>
                    <a:pt x="71" y="109"/>
                    <a:pt x="71" y="109"/>
                    <a:pt x="71" y="108"/>
                  </a:cubicBezTo>
                  <a:cubicBezTo>
                    <a:pt x="70" y="108"/>
                    <a:pt x="70" y="108"/>
                    <a:pt x="69" y="108"/>
                  </a:cubicBezTo>
                  <a:cubicBezTo>
                    <a:pt x="69" y="108"/>
                    <a:pt x="68" y="108"/>
                    <a:pt x="68" y="108"/>
                  </a:cubicBezTo>
                  <a:cubicBezTo>
                    <a:pt x="68" y="108"/>
                    <a:pt x="68" y="107"/>
                    <a:pt x="68" y="107"/>
                  </a:cubicBezTo>
                  <a:cubicBezTo>
                    <a:pt x="68" y="106"/>
                    <a:pt x="68" y="106"/>
                    <a:pt x="68" y="105"/>
                  </a:cubicBezTo>
                  <a:cubicBezTo>
                    <a:pt x="67" y="105"/>
                    <a:pt x="67" y="105"/>
                    <a:pt x="66" y="105"/>
                  </a:cubicBezTo>
                  <a:cubicBezTo>
                    <a:pt x="66" y="105"/>
                    <a:pt x="65" y="105"/>
                    <a:pt x="65" y="105"/>
                  </a:cubicBezTo>
                  <a:cubicBezTo>
                    <a:pt x="65" y="105"/>
                    <a:pt x="65" y="104"/>
                    <a:pt x="65" y="104"/>
                  </a:cubicBezTo>
                  <a:cubicBezTo>
                    <a:pt x="64" y="104"/>
                    <a:pt x="64" y="104"/>
                    <a:pt x="63" y="104"/>
                  </a:cubicBezTo>
                  <a:cubicBezTo>
                    <a:pt x="63" y="104"/>
                    <a:pt x="62" y="104"/>
                    <a:pt x="61" y="104"/>
                  </a:cubicBezTo>
                  <a:cubicBezTo>
                    <a:pt x="61" y="103"/>
                    <a:pt x="61" y="102"/>
                    <a:pt x="61" y="102"/>
                  </a:cubicBezTo>
                  <a:cubicBezTo>
                    <a:pt x="61" y="102"/>
                    <a:pt x="60" y="102"/>
                    <a:pt x="60" y="102"/>
                  </a:cubicBezTo>
                  <a:cubicBezTo>
                    <a:pt x="60" y="101"/>
                    <a:pt x="60" y="101"/>
                    <a:pt x="60" y="100"/>
                  </a:cubicBezTo>
                  <a:cubicBezTo>
                    <a:pt x="60" y="100"/>
                    <a:pt x="60" y="99"/>
                    <a:pt x="60" y="99"/>
                  </a:cubicBezTo>
                  <a:cubicBezTo>
                    <a:pt x="60" y="98"/>
                    <a:pt x="60" y="98"/>
                    <a:pt x="60" y="97"/>
                  </a:cubicBezTo>
                  <a:cubicBezTo>
                    <a:pt x="60" y="97"/>
                    <a:pt x="60" y="96"/>
                    <a:pt x="60" y="95"/>
                  </a:cubicBezTo>
                  <a:cubicBezTo>
                    <a:pt x="59" y="95"/>
                    <a:pt x="59" y="95"/>
                    <a:pt x="58" y="95"/>
                  </a:cubicBezTo>
                  <a:cubicBezTo>
                    <a:pt x="58" y="95"/>
                    <a:pt x="58" y="94"/>
                    <a:pt x="58" y="94"/>
                  </a:cubicBezTo>
                  <a:cubicBezTo>
                    <a:pt x="58" y="93"/>
                    <a:pt x="58" y="93"/>
                    <a:pt x="58" y="92"/>
                  </a:cubicBezTo>
                  <a:cubicBezTo>
                    <a:pt x="59" y="92"/>
                    <a:pt x="59" y="92"/>
                    <a:pt x="60" y="92"/>
                  </a:cubicBezTo>
                  <a:cubicBezTo>
                    <a:pt x="60" y="92"/>
                    <a:pt x="60" y="91"/>
                    <a:pt x="60" y="91"/>
                  </a:cubicBezTo>
                  <a:cubicBezTo>
                    <a:pt x="60" y="90"/>
                    <a:pt x="60" y="90"/>
                    <a:pt x="60" y="89"/>
                  </a:cubicBezTo>
                  <a:cubicBezTo>
                    <a:pt x="60" y="89"/>
                    <a:pt x="61" y="89"/>
                    <a:pt x="61" y="89"/>
                  </a:cubicBezTo>
                  <a:cubicBezTo>
                    <a:pt x="62" y="89"/>
                    <a:pt x="63" y="89"/>
                    <a:pt x="63" y="89"/>
                  </a:cubicBezTo>
                  <a:cubicBezTo>
                    <a:pt x="63" y="89"/>
                    <a:pt x="63" y="88"/>
                    <a:pt x="63" y="87"/>
                  </a:cubicBezTo>
                  <a:cubicBezTo>
                    <a:pt x="63" y="87"/>
                    <a:pt x="63" y="86"/>
                    <a:pt x="63" y="86"/>
                  </a:cubicBezTo>
                  <a:cubicBezTo>
                    <a:pt x="64" y="86"/>
                    <a:pt x="64" y="86"/>
                    <a:pt x="65" y="86"/>
                  </a:cubicBezTo>
                  <a:cubicBezTo>
                    <a:pt x="65" y="85"/>
                    <a:pt x="65" y="85"/>
                    <a:pt x="65" y="84"/>
                  </a:cubicBezTo>
                  <a:cubicBezTo>
                    <a:pt x="65" y="84"/>
                    <a:pt x="66" y="84"/>
                    <a:pt x="66" y="84"/>
                  </a:cubicBezTo>
                  <a:cubicBezTo>
                    <a:pt x="67" y="84"/>
                    <a:pt x="67" y="84"/>
                    <a:pt x="68" y="84"/>
                  </a:cubicBezTo>
                  <a:cubicBezTo>
                    <a:pt x="68" y="84"/>
                    <a:pt x="68" y="83"/>
                    <a:pt x="68" y="83"/>
                  </a:cubicBezTo>
                  <a:cubicBezTo>
                    <a:pt x="68" y="83"/>
                    <a:pt x="69" y="83"/>
                    <a:pt x="69" y="83"/>
                  </a:cubicBezTo>
                  <a:cubicBezTo>
                    <a:pt x="70" y="83"/>
                    <a:pt x="70" y="83"/>
                    <a:pt x="71" y="83"/>
                  </a:cubicBezTo>
                  <a:cubicBezTo>
                    <a:pt x="71" y="82"/>
                    <a:pt x="71" y="81"/>
                    <a:pt x="71" y="81"/>
                  </a:cubicBezTo>
                  <a:cubicBezTo>
                    <a:pt x="71" y="81"/>
                    <a:pt x="72" y="81"/>
                    <a:pt x="73" y="81"/>
                  </a:cubicBezTo>
                  <a:cubicBezTo>
                    <a:pt x="73" y="80"/>
                    <a:pt x="73" y="80"/>
                    <a:pt x="73" y="79"/>
                  </a:cubicBezTo>
                  <a:cubicBezTo>
                    <a:pt x="73" y="79"/>
                    <a:pt x="74" y="79"/>
                    <a:pt x="74" y="79"/>
                  </a:cubicBezTo>
                  <a:cubicBezTo>
                    <a:pt x="75" y="79"/>
                    <a:pt x="75" y="79"/>
                    <a:pt x="76" y="79"/>
                  </a:cubicBezTo>
                  <a:cubicBezTo>
                    <a:pt x="76" y="79"/>
                    <a:pt x="77" y="79"/>
                    <a:pt x="77" y="79"/>
                  </a:cubicBezTo>
                  <a:cubicBezTo>
                    <a:pt x="78" y="79"/>
                    <a:pt x="78" y="79"/>
                    <a:pt x="79" y="79"/>
                  </a:cubicBezTo>
                  <a:cubicBezTo>
                    <a:pt x="79" y="79"/>
                    <a:pt x="79" y="78"/>
                    <a:pt x="79" y="78"/>
                  </a:cubicBezTo>
                  <a:cubicBezTo>
                    <a:pt x="79" y="77"/>
                    <a:pt x="79" y="77"/>
                    <a:pt x="79" y="76"/>
                  </a:cubicBezTo>
                  <a:cubicBezTo>
                    <a:pt x="79" y="76"/>
                    <a:pt x="80" y="76"/>
                    <a:pt x="80" y="76"/>
                  </a:cubicBezTo>
                  <a:cubicBezTo>
                    <a:pt x="80" y="76"/>
                    <a:pt x="80" y="75"/>
                    <a:pt x="80" y="75"/>
                  </a:cubicBezTo>
                  <a:cubicBezTo>
                    <a:pt x="81" y="75"/>
                    <a:pt x="81" y="75"/>
                    <a:pt x="82" y="75"/>
                  </a:cubicBezTo>
                  <a:cubicBezTo>
                    <a:pt x="82" y="74"/>
                    <a:pt x="82" y="73"/>
                    <a:pt x="82" y="73"/>
                  </a:cubicBezTo>
                  <a:cubicBezTo>
                    <a:pt x="82" y="73"/>
                    <a:pt x="83" y="73"/>
                    <a:pt x="83" y="73"/>
                  </a:cubicBezTo>
                  <a:cubicBezTo>
                    <a:pt x="83" y="72"/>
                    <a:pt x="83" y="72"/>
                    <a:pt x="83" y="71"/>
                  </a:cubicBezTo>
                  <a:cubicBezTo>
                    <a:pt x="84" y="71"/>
                    <a:pt x="84" y="71"/>
                    <a:pt x="85" y="71"/>
                  </a:cubicBezTo>
                  <a:cubicBezTo>
                    <a:pt x="85" y="72"/>
                    <a:pt x="85" y="72"/>
                    <a:pt x="85" y="73"/>
                  </a:cubicBezTo>
                  <a:cubicBezTo>
                    <a:pt x="84" y="73"/>
                    <a:pt x="84" y="73"/>
                    <a:pt x="83" y="73"/>
                  </a:cubicBezTo>
                  <a:cubicBezTo>
                    <a:pt x="83" y="73"/>
                    <a:pt x="83" y="74"/>
                    <a:pt x="83" y="75"/>
                  </a:cubicBezTo>
                  <a:cubicBezTo>
                    <a:pt x="83" y="75"/>
                    <a:pt x="83" y="76"/>
                    <a:pt x="83" y="76"/>
                  </a:cubicBezTo>
                  <a:cubicBezTo>
                    <a:pt x="83" y="76"/>
                    <a:pt x="82" y="76"/>
                    <a:pt x="82" y="76"/>
                  </a:cubicBezTo>
                  <a:cubicBezTo>
                    <a:pt x="82" y="77"/>
                    <a:pt x="82" y="77"/>
                    <a:pt x="82" y="78"/>
                  </a:cubicBezTo>
                  <a:cubicBezTo>
                    <a:pt x="81" y="78"/>
                    <a:pt x="81" y="78"/>
                    <a:pt x="80" y="78"/>
                  </a:cubicBezTo>
                  <a:cubicBezTo>
                    <a:pt x="80" y="78"/>
                    <a:pt x="80" y="79"/>
                    <a:pt x="80" y="79"/>
                  </a:cubicBezTo>
                  <a:cubicBezTo>
                    <a:pt x="80" y="80"/>
                    <a:pt x="80" y="80"/>
                    <a:pt x="80" y="81"/>
                  </a:cubicBezTo>
                  <a:cubicBezTo>
                    <a:pt x="80" y="81"/>
                    <a:pt x="80" y="82"/>
                    <a:pt x="80" y="83"/>
                  </a:cubicBezTo>
                  <a:cubicBezTo>
                    <a:pt x="81" y="83"/>
                    <a:pt x="81" y="83"/>
                    <a:pt x="82" y="83"/>
                  </a:cubicBezTo>
                  <a:cubicBezTo>
                    <a:pt x="82" y="83"/>
                    <a:pt x="82" y="84"/>
                    <a:pt x="82" y="84"/>
                  </a:cubicBezTo>
                  <a:cubicBezTo>
                    <a:pt x="82" y="84"/>
                    <a:pt x="83" y="84"/>
                    <a:pt x="83" y="84"/>
                  </a:cubicBezTo>
                  <a:cubicBezTo>
                    <a:pt x="84" y="84"/>
                    <a:pt x="84" y="84"/>
                    <a:pt x="85" y="84"/>
                  </a:cubicBezTo>
                  <a:cubicBezTo>
                    <a:pt x="85" y="84"/>
                    <a:pt x="85" y="83"/>
                    <a:pt x="85" y="83"/>
                  </a:cubicBezTo>
                  <a:cubicBezTo>
                    <a:pt x="85" y="83"/>
                    <a:pt x="86" y="83"/>
                    <a:pt x="87" y="83"/>
                  </a:cubicBezTo>
                  <a:cubicBezTo>
                    <a:pt x="87" y="82"/>
                    <a:pt x="87" y="81"/>
                    <a:pt x="87" y="81"/>
                  </a:cubicBezTo>
                  <a:cubicBezTo>
                    <a:pt x="87" y="81"/>
                    <a:pt x="88" y="81"/>
                    <a:pt x="88" y="81"/>
                  </a:cubicBezTo>
                  <a:cubicBezTo>
                    <a:pt x="88" y="81"/>
                    <a:pt x="88" y="82"/>
                    <a:pt x="88" y="83"/>
                  </a:cubicBezTo>
                  <a:cubicBezTo>
                    <a:pt x="89" y="83"/>
                    <a:pt x="89" y="83"/>
                    <a:pt x="90" y="83"/>
                  </a:cubicBezTo>
                  <a:cubicBezTo>
                    <a:pt x="90" y="83"/>
                    <a:pt x="90" y="84"/>
                    <a:pt x="90" y="84"/>
                  </a:cubicBezTo>
                  <a:cubicBezTo>
                    <a:pt x="90" y="84"/>
                    <a:pt x="91" y="84"/>
                    <a:pt x="91" y="84"/>
                  </a:cubicBezTo>
                  <a:cubicBezTo>
                    <a:pt x="92" y="84"/>
                    <a:pt x="92" y="84"/>
                    <a:pt x="93" y="84"/>
                  </a:cubicBezTo>
                  <a:cubicBezTo>
                    <a:pt x="93" y="84"/>
                    <a:pt x="93" y="83"/>
                    <a:pt x="93" y="83"/>
                  </a:cubicBezTo>
                  <a:cubicBezTo>
                    <a:pt x="93" y="82"/>
                    <a:pt x="93" y="81"/>
                    <a:pt x="93" y="81"/>
                  </a:cubicBezTo>
                  <a:cubicBezTo>
                    <a:pt x="92" y="81"/>
                    <a:pt x="92" y="81"/>
                    <a:pt x="91" y="81"/>
                  </a:cubicBezTo>
                  <a:cubicBezTo>
                    <a:pt x="91" y="80"/>
                    <a:pt x="91" y="80"/>
                    <a:pt x="91" y="79"/>
                  </a:cubicBezTo>
                  <a:cubicBezTo>
                    <a:pt x="91" y="79"/>
                    <a:pt x="91" y="78"/>
                    <a:pt x="91" y="78"/>
                  </a:cubicBezTo>
                  <a:cubicBezTo>
                    <a:pt x="91" y="77"/>
                    <a:pt x="91" y="77"/>
                    <a:pt x="91" y="76"/>
                  </a:cubicBezTo>
                  <a:cubicBezTo>
                    <a:pt x="91" y="76"/>
                    <a:pt x="90" y="76"/>
                    <a:pt x="90" y="76"/>
                  </a:cubicBezTo>
                  <a:cubicBezTo>
                    <a:pt x="89" y="76"/>
                    <a:pt x="89" y="76"/>
                    <a:pt x="88" y="76"/>
                  </a:cubicBezTo>
                  <a:cubicBezTo>
                    <a:pt x="88" y="76"/>
                    <a:pt x="88" y="75"/>
                    <a:pt x="88" y="75"/>
                  </a:cubicBezTo>
                  <a:cubicBezTo>
                    <a:pt x="88" y="75"/>
                    <a:pt x="87" y="75"/>
                    <a:pt x="87" y="75"/>
                  </a:cubicBezTo>
                  <a:cubicBezTo>
                    <a:pt x="87" y="74"/>
                    <a:pt x="87" y="73"/>
                    <a:pt x="87" y="73"/>
                  </a:cubicBezTo>
                  <a:cubicBezTo>
                    <a:pt x="87" y="72"/>
                    <a:pt x="87" y="72"/>
                    <a:pt x="87" y="71"/>
                  </a:cubicBezTo>
                  <a:cubicBezTo>
                    <a:pt x="87" y="71"/>
                    <a:pt x="88" y="71"/>
                    <a:pt x="88" y="71"/>
                  </a:cubicBezTo>
                  <a:cubicBezTo>
                    <a:pt x="88" y="72"/>
                    <a:pt x="88" y="72"/>
                    <a:pt x="88" y="73"/>
                  </a:cubicBezTo>
                  <a:cubicBezTo>
                    <a:pt x="88" y="73"/>
                    <a:pt x="88" y="74"/>
                    <a:pt x="88" y="75"/>
                  </a:cubicBezTo>
                  <a:cubicBezTo>
                    <a:pt x="89" y="75"/>
                    <a:pt x="89" y="75"/>
                    <a:pt x="90" y="75"/>
                  </a:cubicBezTo>
                  <a:cubicBezTo>
                    <a:pt x="90" y="74"/>
                    <a:pt x="90" y="73"/>
                    <a:pt x="90" y="73"/>
                  </a:cubicBezTo>
                  <a:cubicBezTo>
                    <a:pt x="90" y="72"/>
                    <a:pt x="90" y="72"/>
                    <a:pt x="90" y="71"/>
                  </a:cubicBezTo>
                  <a:cubicBezTo>
                    <a:pt x="90" y="71"/>
                    <a:pt x="91" y="71"/>
                    <a:pt x="91" y="71"/>
                  </a:cubicBezTo>
                  <a:cubicBezTo>
                    <a:pt x="92" y="71"/>
                    <a:pt x="92" y="71"/>
                    <a:pt x="93" y="71"/>
                  </a:cubicBezTo>
                  <a:cubicBezTo>
                    <a:pt x="93" y="71"/>
                    <a:pt x="93" y="70"/>
                    <a:pt x="93" y="70"/>
                  </a:cubicBezTo>
                  <a:cubicBezTo>
                    <a:pt x="93" y="70"/>
                    <a:pt x="94" y="70"/>
                    <a:pt x="94" y="70"/>
                  </a:cubicBezTo>
                  <a:cubicBezTo>
                    <a:pt x="95" y="70"/>
                    <a:pt x="95" y="70"/>
                    <a:pt x="96" y="70"/>
                  </a:cubicBezTo>
                  <a:cubicBezTo>
                    <a:pt x="96" y="69"/>
                    <a:pt x="96" y="69"/>
                    <a:pt x="96" y="68"/>
                  </a:cubicBezTo>
                  <a:cubicBezTo>
                    <a:pt x="96" y="67"/>
                    <a:pt x="96" y="67"/>
                    <a:pt x="96" y="66"/>
                  </a:cubicBezTo>
                  <a:cubicBezTo>
                    <a:pt x="96" y="66"/>
                    <a:pt x="96" y="65"/>
                    <a:pt x="96" y="65"/>
                  </a:cubicBezTo>
                  <a:cubicBezTo>
                    <a:pt x="96" y="64"/>
                    <a:pt x="96" y="64"/>
                    <a:pt x="96" y="63"/>
                  </a:cubicBezTo>
                  <a:cubicBezTo>
                    <a:pt x="96" y="63"/>
                    <a:pt x="97" y="63"/>
                    <a:pt x="97" y="63"/>
                  </a:cubicBezTo>
                  <a:cubicBezTo>
                    <a:pt x="97" y="63"/>
                    <a:pt x="97" y="62"/>
                    <a:pt x="97" y="62"/>
                  </a:cubicBezTo>
                  <a:cubicBezTo>
                    <a:pt x="97" y="61"/>
                    <a:pt x="97" y="61"/>
                    <a:pt x="97" y="60"/>
                  </a:cubicBezTo>
                  <a:cubicBezTo>
                    <a:pt x="97" y="59"/>
                    <a:pt x="97" y="59"/>
                    <a:pt x="97" y="58"/>
                  </a:cubicBezTo>
                  <a:cubicBezTo>
                    <a:pt x="98" y="58"/>
                    <a:pt x="98" y="58"/>
                    <a:pt x="99" y="58"/>
                  </a:cubicBezTo>
                  <a:cubicBezTo>
                    <a:pt x="99" y="59"/>
                    <a:pt x="99" y="59"/>
                    <a:pt x="99" y="60"/>
                  </a:cubicBezTo>
                  <a:cubicBezTo>
                    <a:pt x="100" y="60"/>
                    <a:pt x="100" y="60"/>
                    <a:pt x="101" y="60"/>
                  </a:cubicBezTo>
                  <a:cubicBezTo>
                    <a:pt x="101" y="61"/>
                    <a:pt x="101" y="61"/>
                    <a:pt x="101" y="62"/>
                  </a:cubicBezTo>
                  <a:cubicBezTo>
                    <a:pt x="101" y="62"/>
                    <a:pt x="101" y="63"/>
                    <a:pt x="101" y="63"/>
                  </a:cubicBezTo>
                  <a:cubicBezTo>
                    <a:pt x="101" y="63"/>
                    <a:pt x="102" y="63"/>
                    <a:pt x="102" y="63"/>
                  </a:cubicBezTo>
                  <a:cubicBezTo>
                    <a:pt x="102" y="63"/>
                    <a:pt x="102" y="62"/>
                    <a:pt x="102" y="62"/>
                  </a:cubicBezTo>
                  <a:cubicBezTo>
                    <a:pt x="103" y="62"/>
                    <a:pt x="103" y="62"/>
                    <a:pt x="104" y="62"/>
                  </a:cubicBezTo>
                  <a:cubicBezTo>
                    <a:pt x="104" y="61"/>
                    <a:pt x="104" y="61"/>
                    <a:pt x="104" y="60"/>
                  </a:cubicBezTo>
                  <a:cubicBezTo>
                    <a:pt x="104" y="60"/>
                    <a:pt x="105" y="60"/>
                    <a:pt x="105" y="60"/>
                  </a:cubicBezTo>
                  <a:cubicBezTo>
                    <a:pt x="105" y="61"/>
                    <a:pt x="105" y="61"/>
                    <a:pt x="105" y="62"/>
                  </a:cubicBezTo>
                  <a:cubicBezTo>
                    <a:pt x="105" y="62"/>
                    <a:pt x="105" y="63"/>
                    <a:pt x="105" y="63"/>
                  </a:cubicBezTo>
                  <a:cubicBezTo>
                    <a:pt x="106" y="63"/>
                    <a:pt x="106" y="63"/>
                    <a:pt x="107" y="63"/>
                  </a:cubicBezTo>
                  <a:cubicBezTo>
                    <a:pt x="107" y="64"/>
                    <a:pt x="107" y="64"/>
                    <a:pt x="107" y="65"/>
                  </a:cubicBezTo>
                  <a:cubicBezTo>
                    <a:pt x="106" y="65"/>
                    <a:pt x="106" y="65"/>
                    <a:pt x="105" y="65"/>
                  </a:cubicBezTo>
                  <a:cubicBezTo>
                    <a:pt x="105" y="65"/>
                    <a:pt x="104" y="65"/>
                    <a:pt x="104" y="65"/>
                  </a:cubicBezTo>
                  <a:cubicBezTo>
                    <a:pt x="104" y="65"/>
                    <a:pt x="104" y="66"/>
                    <a:pt x="104" y="66"/>
                  </a:cubicBezTo>
                  <a:cubicBezTo>
                    <a:pt x="103" y="66"/>
                    <a:pt x="103" y="66"/>
                    <a:pt x="102" y="66"/>
                  </a:cubicBezTo>
                  <a:cubicBezTo>
                    <a:pt x="102" y="67"/>
                    <a:pt x="102" y="67"/>
                    <a:pt x="102" y="68"/>
                  </a:cubicBezTo>
                  <a:cubicBezTo>
                    <a:pt x="102" y="69"/>
                    <a:pt x="102" y="69"/>
                    <a:pt x="102" y="70"/>
                  </a:cubicBezTo>
                  <a:cubicBezTo>
                    <a:pt x="103" y="70"/>
                    <a:pt x="103" y="70"/>
                    <a:pt x="104" y="70"/>
                  </a:cubicBezTo>
                  <a:cubicBezTo>
                    <a:pt x="104" y="70"/>
                    <a:pt x="104" y="71"/>
                    <a:pt x="104" y="71"/>
                  </a:cubicBezTo>
                  <a:cubicBezTo>
                    <a:pt x="104" y="71"/>
                    <a:pt x="105" y="71"/>
                    <a:pt x="105" y="71"/>
                  </a:cubicBezTo>
                  <a:cubicBezTo>
                    <a:pt x="105" y="71"/>
                    <a:pt x="105" y="70"/>
                    <a:pt x="105" y="70"/>
                  </a:cubicBezTo>
                  <a:cubicBezTo>
                    <a:pt x="106" y="70"/>
                    <a:pt x="106" y="70"/>
                    <a:pt x="107" y="70"/>
                  </a:cubicBezTo>
                  <a:cubicBezTo>
                    <a:pt x="107" y="70"/>
                    <a:pt x="108" y="70"/>
                    <a:pt x="108" y="70"/>
                  </a:cubicBezTo>
                  <a:cubicBezTo>
                    <a:pt x="108" y="69"/>
                    <a:pt x="108" y="69"/>
                    <a:pt x="108" y="68"/>
                  </a:cubicBezTo>
                  <a:cubicBezTo>
                    <a:pt x="109" y="68"/>
                    <a:pt x="110" y="68"/>
                    <a:pt x="110" y="68"/>
                  </a:cubicBezTo>
                  <a:cubicBezTo>
                    <a:pt x="110" y="67"/>
                    <a:pt x="110" y="67"/>
                    <a:pt x="110" y="66"/>
                  </a:cubicBezTo>
                  <a:cubicBezTo>
                    <a:pt x="111" y="66"/>
                    <a:pt x="111" y="66"/>
                    <a:pt x="112" y="66"/>
                  </a:cubicBezTo>
                  <a:cubicBezTo>
                    <a:pt x="112" y="67"/>
                    <a:pt x="112" y="67"/>
                    <a:pt x="112" y="68"/>
                  </a:cubicBezTo>
                  <a:cubicBezTo>
                    <a:pt x="112" y="69"/>
                    <a:pt x="112" y="69"/>
                    <a:pt x="112" y="70"/>
                  </a:cubicBezTo>
                  <a:cubicBezTo>
                    <a:pt x="112" y="70"/>
                    <a:pt x="112" y="71"/>
                    <a:pt x="112" y="71"/>
                  </a:cubicBezTo>
                  <a:cubicBezTo>
                    <a:pt x="111" y="71"/>
                    <a:pt x="111" y="71"/>
                    <a:pt x="110" y="71"/>
                  </a:cubicBezTo>
                  <a:cubicBezTo>
                    <a:pt x="110" y="72"/>
                    <a:pt x="110" y="72"/>
                    <a:pt x="110" y="73"/>
                  </a:cubicBezTo>
                  <a:cubicBezTo>
                    <a:pt x="110" y="73"/>
                    <a:pt x="109" y="73"/>
                    <a:pt x="108" y="73"/>
                  </a:cubicBezTo>
                  <a:cubicBezTo>
                    <a:pt x="108" y="73"/>
                    <a:pt x="107" y="73"/>
                    <a:pt x="107" y="73"/>
                  </a:cubicBezTo>
                  <a:cubicBezTo>
                    <a:pt x="107" y="73"/>
                    <a:pt x="107" y="74"/>
                    <a:pt x="107" y="75"/>
                  </a:cubicBezTo>
                  <a:cubicBezTo>
                    <a:pt x="107" y="75"/>
                    <a:pt x="107" y="76"/>
                    <a:pt x="107" y="76"/>
                  </a:cubicBezTo>
                  <a:cubicBezTo>
                    <a:pt x="106" y="76"/>
                    <a:pt x="106" y="76"/>
                    <a:pt x="105" y="76"/>
                  </a:cubicBezTo>
                  <a:cubicBezTo>
                    <a:pt x="105" y="77"/>
                    <a:pt x="105" y="77"/>
                    <a:pt x="105" y="78"/>
                  </a:cubicBezTo>
                  <a:cubicBezTo>
                    <a:pt x="105" y="78"/>
                    <a:pt x="104" y="78"/>
                    <a:pt x="104" y="78"/>
                  </a:cubicBezTo>
                  <a:cubicBezTo>
                    <a:pt x="103" y="78"/>
                    <a:pt x="103" y="78"/>
                    <a:pt x="102" y="78"/>
                  </a:cubicBezTo>
                  <a:cubicBezTo>
                    <a:pt x="102" y="78"/>
                    <a:pt x="101" y="78"/>
                    <a:pt x="101" y="78"/>
                  </a:cubicBezTo>
                  <a:cubicBezTo>
                    <a:pt x="100" y="78"/>
                    <a:pt x="100" y="78"/>
                    <a:pt x="99" y="78"/>
                  </a:cubicBezTo>
                  <a:cubicBezTo>
                    <a:pt x="98" y="78"/>
                    <a:pt x="98" y="78"/>
                    <a:pt x="97" y="78"/>
                  </a:cubicBezTo>
                  <a:cubicBezTo>
                    <a:pt x="97" y="78"/>
                    <a:pt x="97" y="79"/>
                    <a:pt x="97" y="79"/>
                  </a:cubicBezTo>
                  <a:cubicBezTo>
                    <a:pt x="97" y="80"/>
                    <a:pt x="97" y="80"/>
                    <a:pt x="97" y="81"/>
                  </a:cubicBezTo>
                  <a:cubicBezTo>
                    <a:pt x="97" y="81"/>
                    <a:pt x="97" y="82"/>
                    <a:pt x="97" y="83"/>
                  </a:cubicBezTo>
                  <a:cubicBezTo>
                    <a:pt x="98" y="83"/>
                    <a:pt x="98" y="83"/>
                    <a:pt x="99" y="83"/>
                  </a:cubicBezTo>
                  <a:cubicBezTo>
                    <a:pt x="100" y="83"/>
                    <a:pt x="100" y="83"/>
                    <a:pt x="101" y="83"/>
                  </a:cubicBezTo>
                  <a:cubicBezTo>
                    <a:pt x="101" y="83"/>
                    <a:pt x="102" y="83"/>
                    <a:pt x="102" y="83"/>
                  </a:cubicBezTo>
                  <a:cubicBezTo>
                    <a:pt x="103" y="83"/>
                    <a:pt x="103" y="83"/>
                    <a:pt x="104" y="83"/>
                  </a:cubicBezTo>
                  <a:cubicBezTo>
                    <a:pt x="104" y="83"/>
                    <a:pt x="105" y="83"/>
                    <a:pt x="105" y="83"/>
                  </a:cubicBezTo>
                  <a:cubicBezTo>
                    <a:pt x="105" y="83"/>
                    <a:pt x="105" y="84"/>
                    <a:pt x="105" y="84"/>
                  </a:cubicBezTo>
                  <a:cubicBezTo>
                    <a:pt x="106" y="84"/>
                    <a:pt x="106" y="84"/>
                    <a:pt x="107" y="84"/>
                  </a:cubicBezTo>
                  <a:cubicBezTo>
                    <a:pt x="107" y="85"/>
                    <a:pt x="107" y="85"/>
                    <a:pt x="107" y="86"/>
                  </a:cubicBezTo>
                  <a:cubicBezTo>
                    <a:pt x="107" y="86"/>
                    <a:pt x="107" y="87"/>
                    <a:pt x="107" y="87"/>
                  </a:cubicBezTo>
                  <a:cubicBezTo>
                    <a:pt x="107" y="88"/>
                    <a:pt x="107" y="89"/>
                    <a:pt x="107" y="89"/>
                  </a:cubicBezTo>
                  <a:cubicBezTo>
                    <a:pt x="107" y="89"/>
                    <a:pt x="108" y="89"/>
                    <a:pt x="108" y="89"/>
                  </a:cubicBezTo>
                  <a:cubicBezTo>
                    <a:pt x="108" y="90"/>
                    <a:pt x="108" y="90"/>
                    <a:pt x="108" y="91"/>
                  </a:cubicBezTo>
                  <a:cubicBezTo>
                    <a:pt x="109" y="91"/>
                    <a:pt x="110" y="91"/>
                    <a:pt x="110" y="91"/>
                  </a:cubicBezTo>
                  <a:cubicBezTo>
                    <a:pt x="110" y="91"/>
                    <a:pt x="110" y="92"/>
                    <a:pt x="110" y="92"/>
                  </a:cubicBezTo>
                  <a:cubicBezTo>
                    <a:pt x="111" y="92"/>
                    <a:pt x="111" y="92"/>
                    <a:pt x="112" y="92"/>
                  </a:cubicBezTo>
                  <a:cubicBezTo>
                    <a:pt x="112" y="92"/>
                    <a:pt x="113" y="92"/>
                    <a:pt x="113" y="92"/>
                  </a:cubicBezTo>
                  <a:cubicBezTo>
                    <a:pt x="113" y="93"/>
                    <a:pt x="113" y="93"/>
                    <a:pt x="113" y="94"/>
                  </a:cubicBezTo>
                  <a:cubicBezTo>
                    <a:pt x="114" y="94"/>
                    <a:pt x="114" y="94"/>
                    <a:pt x="115" y="94"/>
                  </a:cubicBezTo>
                  <a:cubicBezTo>
                    <a:pt x="115" y="94"/>
                    <a:pt x="115" y="95"/>
                    <a:pt x="115" y="95"/>
                  </a:cubicBezTo>
                  <a:cubicBezTo>
                    <a:pt x="115" y="95"/>
                    <a:pt x="116" y="95"/>
                    <a:pt x="116" y="95"/>
                  </a:cubicBezTo>
                  <a:cubicBezTo>
                    <a:pt x="117" y="95"/>
                    <a:pt x="117" y="95"/>
                    <a:pt x="118" y="95"/>
                  </a:cubicBezTo>
                  <a:cubicBezTo>
                    <a:pt x="118" y="95"/>
                    <a:pt x="118" y="94"/>
                    <a:pt x="118" y="94"/>
                  </a:cubicBezTo>
                  <a:cubicBezTo>
                    <a:pt x="118" y="93"/>
                    <a:pt x="118" y="93"/>
                    <a:pt x="118" y="92"/>
                  </a:cubicBezTo>
                  <a:cubicBezTo>
                    <a:pt x="118" y="92"/>
                    <a:pt x="119" y="92"/>
                    <a:pt x="119" y="92"/>
                  </a:cubicBezTo>
                  <a:cubicBezTo>
                    <a:pt x="120" y="92"/>
                    <a:pt x="120" y="92"/>
                    <a:pt x="121" y="92"/>
                  </a:cubicBezTo>
                  <a:cubicBezTo>
                    <a:pt x="121" y="92"/>
                    <a:pt x="121" y="91"/>
                    <a:pt x="121" y="91"/>
                  </a:cubicBezTo>
                  <a:cubicBezTo>
                    <a:pt x="121" y="91"/>
                    <a:pt x="122" y="91"/>
                    <a:pt x="122" y="91"/>
                  </a:cubicBezTo>
                  <a:cubicBezTo>
                    <a:pt x="122" y="90"/>
                    <a:pt x="122" y="90"/>
                    <a:pt x="122" y="89"/>
                  </a:cubicBezTo>
                  <a:cubicBezTo>
                    <a:pt x="122" y="89"/>
                    <a:pt x="122" y="88"/>
                    <a:pt x="122" y="87"/>
                  </a:cubicBezTo>
                  <a:cubicBezTo>
                    <a:pt x="122" y="87"/>
                    <a:pt x="122" y="86"/>
                    <a:pt x="122" y="86"/>
                  </a:cubicBezTo>
                  <a:cubicBezTo>
                    <a:pt x="122" y="85"/>
                    <a:pt x="122" y="85"/>
                    <a:pt x="122" y="84"/>
                  </a:cubicBezTo>
                  <a:cubicBezTo>
                    <a:pt x="122" y="84"/>
                    <a:pt x="121" y="84"/>
                    <a:pt x="121" y="84"/>
                  </a:cubicBezTo>
                  <a:cubicBezTo>
                    <a:pt x="121" y="84"/>
                    <a:pt x="121" y="83"/>
                    <a:pt x="121" y="83"/>
                  </a:cubicBezTo>
                  <a:cubicBezTo>
                    <a:pt x="120" y="83"/>
                    <a:pt x="120" y="83"/>
                    <a:pt x="119" y="83"/>
                  </a:cubicBezTo>
                  <a:cubicBezTo>
                    <a:pt x="119" y="82"/>
                    <a:pt x="119" y="81"/>
                    <a:pt x="119" y="81"/>
                  </a:cubicBezTo>
                  <a:cubicBezTo>
                    <a:pt x="119" y="80"/>
                    <a:pt x="119" y="80"/>
                    <a:pt x="119" y="79"/>
                  </a:cubicBezTo>
                  <a:cubicBezTo>
                    <a:pt x="119" y="79"/>
                    <a:pt x="119" y="78"/>
                    <a:pt x="119" y="78"/>
                  </a:cubicBezTo>
                  <a:cubicBezTo>
                    <a:pt x="120" y="78"/>
                    <a:pt x="120" y="78"/>
                    <a:pt x="121" y="78"/>
                  </a:cubicBezTo>
                  <a:cubicBezTo>
                    <a:pt x="121" y="78"/>
                    <a:pt x="121" y="79"/>
                    <a:pt x="121" y="79"/>
                  </a:cubicBezTo>
                  <a:cubicBezTo>
                    <a:pt x="121" y="79"/>
                    <a:pt x="122" y="79"/>
                    <a:pt x="122" y="79"/>
                  </a:cubicBezTo>
                  <a:cubicBezTo>
                    <a:pt x="122" y="80"/>
                    <a:pt x="122" y="80"/>
                    <a:pt x="122" y="81"/>
                  </a:cubicBezTo>
                  <a:cubicBezTo>
                    <a:pt x="122" y="81"/>
                    <a:pt x="122" y="82"/>
                    <a:pt x="122" y="83"/>
                  </a:cubicBezTo>
                  <a:cubicBezTo>
                    <a:pt x="123" y="83"/>
                    <a:pt x="124" y="83"/>
                    <a:pt x="124" y="83"/>
                  </a:cubicBezTo>
                  <a:cubicBezTo>
                    <a:pt x="124" y="83"/>
                    <a:pt x="124" y="84"/>
                    <a:pt x="124" y="84"/>
                  </a:cubicBezTo>
                  <a:cubicBezTo>
                    <a:pt x="125" y="84"/>
                    <a:pt x="125" y="84"/>
                    <a:pt x="126" y="84"/>
                  </a:cubicBezTo>
                  <a:cubicBezTo>
                    <a:pt x="126" y="84"/>
                    <a:pt x="126" y="83"/>
                    <a:pt x="126" y="83"/>
                  </a:cubicBezTo>
                  <a:cubicBezTo>
                    <a:pt x="126" y="83"/>
                    <a:pt x="127" y="83"/>
                    <a:pt x="127" y="83"/>
                  </a:cubicBezTo>
                  <a:cubicBezTo>
                    <a:pt x="127" y="82"/>
                    <a:pt x="127" y="81"/>
                    <a:pt x="127" y="81"/>
                  </a:cubicBezTo>
                  <a:cubicBezTo>
                    <a:pt x="128" y="81"/>
                    <a:pt x="128" y="81"/>
                    <a:pt x="129" y="81"/>
                  </a:cubicBezTo>
                  <a:cubicBezTo>
                    <a:pt x="129" y="80"/>
                    <a:pt x="129" y="80"/>
                    <a:pt x="129" y="79"/>
                  </a:cubicBezTo>
                  <a:cubicBezTo>
                    <a:pt x="129" y="79"/>
                    <a:pt x="130" y="79"/>
                    <a:pt x="130" y="79"/>
                  </a:cubicBezTo>
                  <a:cubicBezTo>
                    <a:pt x="130" y="79"/>
                    <a:pt x="130" y="78"/>
                    <a:pt x="130" y="78"/>
                  </a:cubicBezTo>
                  <a:cubicBezTo>
                    <a:pt x="131" y="78"/>
                    <a:pt x="131" y="78"/>
                    <a:pt x="132" y="78"/>
                  </a:cubicBezTo>
                  <a:cubicBezTo>
                    <a:pt x="132" y="77"/>
                    <a:pt x="132" y="77"/>
                    <a:pt x="132" y="76"/>
                  </a:cubicBezTo>
                  <a:cubicBezTo>
                    <a:pt x="132" y="76"/>
                    <a:pt x="132" y="75"/>
                    <a:pt x="132" y="75"/>
                  </a:cubicBezTo>
                  <a:cubicBezTo>
                    <a:pt x="131" y="75"/>
                    <a:pt x="131" y="75"/>
                    <a:pt x="130" y="75"/>
                  </a:cubicBezTo>
                  <a:cubicBezTo>
                    <a:pt x="130" y="75"/>
                    <a:pt x="129" y="75"/>
                    <a:pt x="129" y="75"/>
                  </a:cubicBezTo>
                  <a:cubicBezTo>
                    <a:pt x="128" y="75"/>
                    <a:pt x="128" y="75"/>
                    <a:pt x="127" y="75"/>
                  </a:cubicBezTo>
                  <a:cubicBezTo>
                    <a:pt x="127" y="74"/>
                    <a:pt x="127" y="73"/>
                    <a:pt x="127" y="73"/>
                  </a:cubicBezTo>
                  <a:cubicBezTo>
                    <a:pt x="127" y="72"/>
                    <a:pt x="127" y="72"/>
                    <a:pt x="127" y="71"/>
                  </a:cubicBezTo>
                  <a:cubicBezTo>
                    <a:pt x="127" y="71"/>
                    <a:pt x="126" y="71"/>
                    <a:pt x="126" y="71"/>
                  </a:cubicBezTo>
                  <a:cubicBezTo>
                    <a:pt x="126" y="71"/>
                    <a:pt x="126" y="70"/>
                    <a:pt x="126" y="70"/>
                  </a:cubicBezTo>
                  <a:cubicBezTo>
                    <a:pt x="125" y="70"/>
                    <a:pt x="125" y="70"/>
                    <a:pt x="124" y="70"/>
                  </a:cubicBezTo>
                  <a:cubicBezTo>
                    <a:pt x="124" y="69"/>
                    <a:pt x="124" y="69"/>
                    <a:pt x="124" y="68"/>
                  </a:cubicBezTo>
                  <a:cubicBezTo>
                    <a:pt x="124" y="67"/>
                    <a:pt x="124" y="67"/>
                    <a:pt x="124" y="66"/>
                  </a:cubicBezTo>
                  <a:cubicBezTo>
                    <a:pt x="124" y="66"/>
                    <a:pt x="124" y="65"/>
                    <a:pt x="124" y="65"/>
                  </a:cubicBezTo>
                  <a:cubicBezTo>
                    <a:pt x="125" y="65"/>
                    <a:pt x="125" y="65"/>
                    <a:pt x="126" y="65"/>
                  </a:cubicBezTo>
                  <a:cubicBezTo>
                    <a:pt x="126" y="64"/>
                    <a:pt x="126" y="64"/>
                    <a:pt x="126" y="63"/>
                  </a:cubicBezTo>
                  <a:cubicBezTo>
                    <a:pt x="126" y="63"/>
                    <a:pt x="126" y="62"/>
                    <a:pt x="126" y="62"/>
                  </a:cubicBezTo>
                  <a:cubicBezTo>
                    <a:pt x="126" y="61"/>
                    <a:pt x="126" y="61"/>
                    <a:pt x="126" y="60"/>
                  </a:cubicBezTo>
                  <a:cubicBezTo>
                    <a:pt x="125" y="60"/>
                    <a:pt x="125" y="60"/>
                    <a:pt x="124" y="60"/>
                  </a:cubicBezTo>
                  <a:cubicBezTo>
                    <a:pt x="124" y="59"/>
                    <a:pt x="124" y="59"/>
                    <a:pt x="124" y="58"/>
                  </a:cubicBezTo>
                  <a:cubicBezTo>
                    <a:pt x="124" y="58"/>
                    <a:pt x="123" y="58"/>
                    <a:pt x="122" y="58"/>
                  </a:cubicBezTo>
                  <a:cubicBezTo>
                    <a:pt x="122" y="58"/>
                    <a:pt x="121" y="58"/>
                    <a:pt x="121" y="58"/>
                  </a:cubicBezTo>
                  <a:cubicBezTo>
                    <a:pt x="121" y="58"/>
                    <a:pt x="121" y="57"/>
                    <a:pt x="121" y="57"/>
                  </a:cubicBezTo>
                  <a:cubicBezTo>
                    <a:pt x="121" y="56"/>
                    <a:pt x="121" y="56"/>
                    <a:pt x="121" y="55"/>
                  </a:cubicBezTo>
                  <a:cubicBezTo>
                    <a:pt x="120" y="55"/>
                    <a:pt x="120" y="55"/>
                    <a:pt x="119" y="55"/>
                  </a:cubicBezTo>
                  <a:cubicBezTo>
                    <a:pt x="119" y="55"/>
                    <a:pt x="119" y="54"/>
                    <a:pt x="119" y="53"/>
                  </a:cubicBezTo>
                  <a:cubicBezTo>
                    <a:pt x="119" y="53"/>
                    <a:pt x="118" y="53"/>
                    <a:pt x="118" y="53"/>
                  </a:cubicBezTo>
                  <a:cubicBezTo>
                    <a:pt x="117" y="53"/>
                    <a:pt x="117" y="53"/>
                    <a:pt x="116" y="53"/>
                  </a:cubicBezTo>
                  <a:cubicBezTo>
                    <a:pt x="116" y="53"/>
                    <a:pt x="115" y="53"/>
                    <a:pt x="115" y="53"/>
                  </a:cubicBezTo>
                  <a:cubicBezTo>
                    <a:pt x="115" y="53"/>
                    <a:pt x="115" y="52"/>
                    <a:pt x="115" y="52"/>
                  </a:cubicBezTo>
                  <a:cubicBezTo>
                    <a:pt x="114" y="52"/>
                    <a:pt x="114" y="52"/>
                    <a:pt x="113" y="52"/>
                  </a:cubicBezTo>
                  <a:cubicBezTo>
                    <a:pt x="113" y="51"/>
                    <a:pt x="113" y="51"/>
                    <a:pt x="113" y="50"/>
                  </a:cubicBezTo>
                  <a:cubicBezTo>
                    <a:pt x="113" y="50"/>
                    <a:pt x="113" y="49"/>
                    <a:pt x="113" y="49"/>
                  </a:cubicBezTo>
                  <a:cubicBezTo>
                    <a:pt x="113" y="49"/>
                    <a:pt x="112" y="49"/>
                    <a:pt x="112" y="49"/>
                  </a:cubicBezTo>
                  <a:cubicBezTo>
                    <a:pt x="112" y="48"/>
                    <a:pt x="112" y="48"/>
                    <a:pt x="112" y="47"/>
                  </a:cubicBezTo>
                  <a:cubicBezTo>
                    <a:pt x="112" y="47"/>
                    <a:pt x="112" y="46"/>
                    <a:pt x="112" y="46"/>
                  </a:cubicBezTo>
                  <a:cubicBezTo>
                    <a:pt x="112" y="45"/>
                    <a:pt x="112" y="44"/>
                    <a:pt x="112" y="44"/>
                  </a:cubicBezTo>
                  <a:cubicBezTo>
                    <a:pt x="112" y="43"/>
                    <a:pt x="112" y="43"/>
                    <a:pt x="112" y="42"/>
                  </a:cubicBezTo>
                  <a:cubicBezTo>
                    <a:pt x="111" y="42"/>
                    <a:pt x="111" y="42"/>
                    <a:pt x="110" y="42"/>
                  </a:cubicBezTo>
                  <a:cubicBezTo>
                    <a:pt x="110" y="42"/>
                    <a:pt x="109" y="42"/>
                    <a:pt x="108" y="42"/>
                  </a:cubicBezTo>
                  <a:cubicBezTo>
                    <a:pt x="108" y="42"/>
                    <a:pt x="108" y="41"/>
                    <a:pt x="108" y="41"/>
                  </a:cubicBezTo>
                  <a:cubicBezTo>
                    <a:pt x="108" y="41"/>
                    <a:pt x="107" y="41"/>
                    <a:pt x="107" y="41"/>
                  </a:cubicBezTo>
                  <a:cubicBezTo>
                    <a:pt x="106" y="41"/>
                    <a:pt x="106" y="41"/>
                    <a:pt x="105" y="41"/>
                  </a:cubicBezTo>
                  <a:cubicBezTo>
                    <a:pt x="105" y="41"/>
                    <a:pt x="104" y="41"/>
                    <a:pt x="104" y="41"/>
                  </a:cubicBezTo>
                  <a:cubicBezTo>
                    <a:pt x="104" y="40"/>
                    <a:pt x="104" y="40"/>
                    <a:pt x="104" y="39"/>
                  </a:cubicBezTo>
                  <a:cubicBezTo>
                    <a:pt x="103" y="39"/>
                    <a:pt x="103" y="39"/>
                    <a:pt x="102" y="39"/>
                  </a:cubicBezTo>
                  <a:cubicBezTo>
                    <a:pt x="102" y="40"/>
                    <a:pt x="102" y="40"/>
                    <a:pt x="102" y="41"/>
                  </a:cubicBezTo>
                  <a:cubicBezTo>
                    <a:pt x="102" y="41"/>
                    <a:pt x="101" y="41"/>
                    <a:pt x="101" y="41"/>
                  </a:cubicBezTo>
                  <a:cubicBezTo>
                    <a:pt x="100" y="41"/>
                    <a:pt x="100" y="41"/>
                    <a:pt x="99" y="41"/>
                  </a:cubicBezTo>
                  <a:cubicBezTo>
                    <a:pt x="99" y="40"/>
                    <a:pt x="99" y="40"/>
                    <a:pt x="99" y="39"/>
                  </a:cubicBezTo>
                  <a:cubicBezTo>
                    <a:pt x="98" y="39"/>
                    <a:pt x="98" y="39"/>
                    <a:pt x="97" y="39"/>
                  </a:cubicBezTo>
                  <a:cubicBezTo>
                    <a:pt x="97" y="38"/>
                    <a:pt x="97" y="38"/>
                    <a:pt x="97" y="37"/>
                  </a:cubicBezTo>
                  <a:cubicBezTo>
                    <a:pt x="97" y="37"/>
                    <a:pt x="96" y="37"/>
                    <a:pt x="96" y="37"/>
                  </a:cubicBezTo>
                  <a:cubicBezTo>
                    <a:pt x="95" y="37"/>
                    <a:pt x="95" y="37"/>
                    <a:pt x="94" y="37"/>
                  </a:cubicBezTo>
                  <a:cubicBezTo>
                    <a:pt x="94" y="37"/>
                    <a:pt x="93" y="37"/>
                    <a:pt x="93" y="37"/>
                  </a:cubicBezTo>
                  <a:cubicBezTo>
                    <a:pt x="93" y="38"/>
                    <a:pt x="93" y="38"/>
                    <a:pt x="93" y="39"/>
                  </a:cubicBezTo>
                  <a:cubicBezTo>
                    <a:pt x="92" y="39"/>
                    <a:pt x="92" y="39"/>
                    <a:pt x="91" y="39"/>
                  </a:cubicBezTo>
                  <a:cubicBezTo>
                    <a:pt x="91" y="40"/>
                    <a:pt x="91" y="40"/>
                    <a:pt x="91" y="41"/>
                  </a:cubicBezTo>
                  <a:cubicBezTo>
                    <a:pt x="91" y="41"/>
                    <a:pt x="90" y="41"/>
                    <a:pt x="90" y="41"/>
                  </a:cubicBezTo>
                  <a:cubicBezTo>
                    <a:pt x="89" y="41"/>
                    <a:pt x="89" y="41"/>
                    <a:pt x="88" y="41"/>
                  </a:cubicBezTo>
                  <a:cubicBezTo>
                    <a:pt x="88" y="41"/>
                    <a:pt x="88" y="42"/>
                    <a:pt x="88" y="42"/>
                  </a:cubicBezTo>
                  <a:cubicBezTo>
                    <a:pt x="88" y="43"/>
                    <a:pt x="88" y="43"/>
                    <a:pt x="88" y="44"/>
                  </a:cubicBezTo>
                  <a:cubicBezTo>
                    <a:pt x="88" y="44"/>
                    <a:pt x="87" y="44"/>
                    <a:pt x="87" y="44"/>
                  </a:cubicBezTo>
                  <a:cubicBezTo>
                    <a:pt x="87" y="44"/>
                    <a:pt x="87" y="45"/>
                    <a:pt x="87" y="46"/>
                  </a:cubicBezTo>
                  <a:cubicBezTo>
                    <a:pt x="87" y="46"/>
                    <a:pt x="87" y="47"/>
                    <a:pt x="87" y="47"/>
                  </a:cubicBezTo>
                  <a:cubicBezTo>
                    <a:pt x="87" y="48"/>
                    <a:pt x="87" y="48"/>
                    <a:pt x="87" y="49"/>
                  </a:cubicBezTo>
                  <a:cubicBezTo>
                    <a:pt x="87" y="49"/>
                    <a:pt x="87" y="50"/>
                    <a:pt x="87" y="50"/>
                  </a:cubicBezTo>
                  <a:cubicBezTo>
                    <a:pt x="87" y="51"/>
                    <a:pt x="87" y="51"/>
                    <a:pt x="87" y="52"/>
                  </a:cubicBezTo>
                  <a:cubicBezTo>
                    <a:pt x="87" y="52"/>
                    <a:pt x="87" y="53"/>
                    <a:pt x="87" y="53"/>
                  </a:cubicBezTo>
                  <a:cubicBezTo>
                    <a:pt x="87" y="53"/>
                    <a:pt x="88" y="53"/>
                    <a:pt x="88" y="53"/>
                  </a:cubicBezTo>
                  <a:cubicBezTo>
                    <a:pt x="89" y="53"/>
                    <a:pt x="89" y="53"/>
                    <a:pt x="90" y="53"/>
                  </a:cubicBezTo>
                  <a:cubicBezTo>
                    <a:pt x="90" y="53"/>
                    <a:pt x="91" y="53"/>
                    <a:pt x="91" y="53"/>
                  </a:cubicBezTo>
                  <a:cubicBezTo>
                    <a:pt x="91" y="54"/>
                    <a:pt x="91" y="55"/>
                    <a:pt x="91" y="55"/>
                  </a:cubicBezTo>
                  <a:cubicBezTo>
                    <a:pt x="91" y="56"/>
                    <a:pt x="91" y="56"/>
                    <a:pt x="91" y="57"/>
                  </a:cubicBezTo>
                  <a:cubicBezTo>
                    <a:pt x="91" y="57"/>
                    <a:pt x="91" y="58"/>
                    <a:pt x="91" y="58"/>
                  </a:cubicBezTo>
                  <a:cubicBezTo>
                    <a:pt x="91" y="58"/>
                    <a:pt x="90" y="58"/>
                    <a:pt x="90" y="58"/>
                  </a:cubicBezTo>
                  <a:cubicBezTo>
                    <a:pt x="90" y="59"/>
                    <a:pt x="90" y="59"/>
                    <a:pt x="90" y="60"/>
                  </a:cubicBezTo>
                  <a:cubicBezTo>
                    <a:pt x="89" y="60"/>
                    <a:pt x="89" y="60"/>
                    <a:pt x="88" y="60"/>
                  </a:cubicBezTo>
                  <a:cubicBezTo>
                    <a:pt x="88" y="61"/>
                    <a:pt x="88" y="61"/>
                    <a:pt x="88" y="62"/>
                  </a:cubicBezTo>
                  <a:cubicBezTo>
                    <a:pt x="88" y="62"/>
                    <a:pt x="87" y="62"/>
                    <a:pt x="87" y="62"/>
                  </a:cubicBezTo>
                  <a:cubicBezTo>
                    <a:pt x="87" y="62"/>
                    <a:pt x="87" y="63"/>
                    <a:pt x="87" y="63"/>
                  </a:cubicBezTo>
                  <a:cubicBezTo>
                    <a:pt x="86" y="63"/>
                    <a:pt x="85" y="63"/>
                    <a:pt x="85" y="63"/>
                  </a:cubicBezTo>
                  <a:cubicBezTo>
                    <a:pt x="85" y="63"/>
                    <a:pt x="85" y="62"/>
                    <a:pt x="85" y="62"/>
                  </a:cubicBezTo>
                  <a:cubicBezTo>
                    <a:pt x="85" y="61"/>
                    <a:pt x="85" y="61"/>
                    <a:pt x="85" y="60"/>
                  </a:cubicBezTo>
                  <a:cubicBezTo>
                    <a:pt x="85" y="60"/>
                    <a:pt x="86" y="60"/>
                    <a:pt x="87" y="60"/>
                  </a:cubicBezTo>
                  <a:cubicBezTo>
                    <a:pt x="87" y="59"/>
                    <a:pt x="87" y="59"/>
                    <a:pt x="87" y="58"/>
                  </a:cubicBezTo>
                  <a:cubicBezTo>
                    <a:pt x="86" y="58"/>
                    <a:pt x="85" y="58"/>
                    <a:pt x="85" y="58"/>
                  </a:cubicBezTo>
                  <a:cubicBezTo>
                    <a:pt x="85" y="58"/>
                    <a:pt x="85" y="57"/>
                    <a:pt x="85" y="57"/>
                  </a:cubicBezTo>
                  <a:cubicBezTo>
                    <a:pt x="84" y="57"/>
                    <a:pt x="84" y="57"/>
                    <a:pt x="83" y="57"/>
                  </a:cubicBezTo>
                  <a:cubicBezTo>
                    <a:pt x="83" y="57"/>
                    <a:pt x="82" y="57"/>
                    <a:pt x="82" y="57"/>
                  </a:cubicBezTo>
                  <a:cubicBezTo>
                    <a:pt x="82" y="56"/>
                    <a:pt x="82" y="56"/>
                    <a:pt x="82" y="55"/>
                  </a:cubicBezTo>
                  <a:cubicBezTo>
                    <a:pt x="82" y="55"/>
                    <a:pt x="82" y="54"/>
                    <a:pt x="82" y="53"/>
                  </a:cubicBezTo>
                  <a:cubicBezTo>
                    <a:pt x="82" y="53"/>
                    <a:pt x="82" y="52"/>
                    <a:pt x="82" y="52"/>
                  </a:cubicBezTo>
                  <a:cubicBezTo>
                    <a:pt x="82" y="51"/>
                    <a:pt x="82" y="51"/>
                    <a:pt x="82" y="50"/>
                  </a:cubicBezTo>
                  <a:cubicBezTo>
                    <a:pt x="82" y="50"/>
                    <a:pt x="82" y="49"/>
                    <a:pt x="82" y="49"/>
                  </a:cubicBezTo>
                  <a:cubicBezTo>
                    <a:pt x="81" y="49"/>
                    <a:pt x="81" y="49"/>
                    <a:pt x="80" y="49"/>
                  </a:cubicBezTo>
                  <a:cubicBezTo>
                    <a:pt x="80" y="48"/>
                    <a:pt x="80" y="48"/>
                    <a:pt x="80" y="47"/>
                  </a:cubicBezTo>
                  <a:cubicBezTo>
                    <a:pt x="81" y="47"/>
                    <a:pt x="81" y="47"/>
                    <a:pt x="82" y="47"/>
                  </a:cubicBezTo>
                  <a:cubicBezTo>
                    <a:pt x="82" y="47"/>
                    <a:pt x="82" y="46"/>
                    <a:pt x="82" y="46"/>
                  </a:cubicBezTo>
                  <a:cubicBezTo>
                    <a:pt x="81" y="46"/>
                    <a:pt x="81" y="46"/>
                    <a:pt x="80" y="46"/>
                  </a:cubicBezTo>
                  <a:cubicBezTo>
                    <a:pt x="80" y="45"/>
                    <a:pt x="80" y="44"/>
                    <a:pt x="80" y="44"/>
                  </a:cubicBezTo>
                  <a:cubicBezTo>
                    <a:pt x="80" y="43"/>
                    <a:pt x="80" y="43"/>
                    <a:pt x="80" y="42"/>
                  </a:cubicBezTo>
                  <a:cubicBezTo>
                    <a:pt x="81" y="42"/>
                    <a:pt x="81" y="42"/>
                    <a:pt x="82" y="42"/>
                  </a:cubicBezTo>
                  <a:cubicBezTo>
                    <a:pt x="82" y="42"/>
                    <a:pt x="82" y="41"/>
                    <a:pt x="82" y="41"/>
                  </a:cubicBezTo>
                  <a:cubicBezTo>
                    <a:pt x="82" y="41"/>
                    <a:pt x="83" y="41"/>
                    <a:pt x="83" y="41"/>
                  </a:cubicBezTo>
                  <a:cubicBezTo>
                    <a:pt x="84" y="41"/>
                    <a:pt x="84" y="41"/>
                    <a:pt x="85" y="41"/>
                  </a:cubicBezTo>
                  <a:cubicBezTo>
                    <a:pt x="85" y="41"/>
                    <a:pt x="86" y="41"/>
                    <a:pt x="87" y="41"/>
                  </a:cubicBezTo>
                  <a:cubicBezTo>
                    <a:pt x="87" y="40"/>
                    <a:pt x="87" y="40"/>
                    <a:pt x="87" y="39"/>
                  </a:cubicBezTo>
                  <a:cubicBezTo>
                    <a:pt x="87" y="39"/>
                    <a:pt x="88" y="39"/>
                    <a:pt x="88" y="39"/>
                  </a:cubicBezTo>
                  <a:cubicBezTo>
                    <a:pt x="89" y="39"/>
                    <a:pt x="89" y="39"/>
                    <a:pt x="90" y="39"/>
                  </a:cubicBezTo>
                  <a:cubicBezTo>
                    <a:pt x="90" y="38"/>
                    <a:pt x="90" y="38"/>
                    <a:pt x="90" y="37"/>
                  </a:cubicBezTo>
                  <a:cubicBezTo>
                    <a:pt x="90" y="37"/>
                    <a:pt x="91" y="37"/>
                    <a:pt x="91" y="37"/>
                  </a:cubicBezTo>
                  <a:cubicBezTo>
                    <a:pt x="91" y="37"/>
                    <a:pt x="91" y="36"/>
                    <a:pt x="91" y="36"/>
                  </a:cubicBezTo>
                  <a:cubicBezTo>
                    <a:pt x="91" y="35"/>
                    <a:pt x="91" y="35"/>
                    <a:pt x="91" y="34"/>
                  </a:cubicBezTo>
                  <a:cubicBezTo>
                    <a:pt x="92" y="34"/>
                    <a:pt x="92" y="34"/>
                    <a:pt x="93" y="34"/>
                  </a:cubicBezTo>
                  <a:cubicBezTo>
                    <a:pt x="93" y="34"/>
                    <a:pt x="94" y="34"/>
                    <a:pt x="94" y="34"/>
                  </a:cubicBezTo>
                  <a:cubicBezTo>
                    <a:pt x="95" y="34"/>
                    <a:pt x="95" y="34"/>
                    <a:pt x="96" y="34"/>
                  </a:cubicBezTo>
                  <a:cubicBezTo>
                    <a:pt x="96" y="35"/>
                    <a:pt x="96" y="35"/>
                    <a:pt x="96" y="36"/>
                  </a:cubicBezTo>
                  <a:cubicBezTo>
                    <a:pt x="96" y="36"/>
                    <a:pt x="97" y="36"/>
                    <a:pt x="97" y="36"/>
                  </a:cubicBezTo>
                  <a:cubicBezTo>
                    <a:pt x="98" y="36"/>
                    <a:pt x="98" y="36"/>
                    <a:pt x="99" y="36"/>
                  </a:cubicBezTo>
                  <a:cubicBezTo>
                    <a:pt x="100" y="36"/>
                    <a:pt x="100" y="36"/>
                    <a:pt x="101" y="36"/>
                  </a:cubicBezTo>
                  <a:cubicBezTo>
                    <a:pt x="101" y="36"/>
                    <a:pt x="101" y="37"/>
                    <a:pt x="101" y="37"/>
                  </a:cubicBezTo>
                  <a:cubicBezTo>
                    <a:pt x="101" y="37"/>
                    <a:pt x="102" y="37"/>
                    <a:pt x="102" y="37"/>
                  </a:cubicBezTo>
                  <a:cubicBezTo>
                    <a:pt x="103" y="37"/>
                    <a:pt x="103" y="37"/>
                    <a:pt x="104" y="37"/>
                  </a:cubicBezTo>
                  <a:cubicBezTo>
                    <a:pt x="104" y="37"/>
                    <a:pt x="105" y="37"/>
                    <a:pt x="105" y="37"/>
                  </a:cubicBezTo>
                  <a:cubicBezTo>
                    <a:pt x="105" y="38"/>
                    <a:pt x="105" y="38"/>
                    <a:pt x="105" y="39"/>
                  </a:cubicBezTo>
                  <a:cubicBezTo>
                    <a:pt x="106" y="39"/>
                    <a:pt x="106" y="39"/>
                    <a:pt x="107" y="39"/>
                  </a:cubicBezTo>
                  <a:cubicBezTo>
                    <a:pt x="107" y="38"/>
                    <a:pt x="107" y="38"/>
                    <a:pt x="107" y="37"/>
                  </a:cubicBezTo>
                  <a:cubicBezTo>
                    <a:pt x="107" y="37"/>
                    <a:pt x="108" y="37"/>
                    <a:pt x="108" y="37"/>
                  </a:cubicBezTo>
                  <a:cubicBezTo>
                    <a:pt x="109" y="37"/>
                    <a:pt x="110" y="37"/>
                    <a:pt x="110" y="37"/>
                  </a:cubicBezTo>
                  <a:cubicBezTo>
                    <a:pt x="110" y="37"/>
                    <a:pt x="110" y="36"/>
                    <a:pt x="110" y="36"/>
                  </a:cubicBezTo>
                  <a:cubicBezTo>
                    <a:pt x="111" y="36"/>
                    <a:pt x="111" y="36"/>
                    <a:pt x="112" y="36"/>
                  </a:cubicBezTo>
                  <a:cubicBezTo>
                    <a:pt x="112" y="35"/>
                    <a:pt x="112" y="35"/>
                    <a:pt x="112" y="34"/>
                  </a:cubicBezTo>
                  <a:cubicBezTo>
                    <a:pt x="111" y="34"/>
                    <a:pt x="111" y="34"/>
                    <a:pt x="110" y="34"/>
                  </a:cubicBezTo>
                  <a:cubicBezTo>
                    <a:pt x="110" y="34"/>
                    <a:pt x="110" y="33"/>
                    <a:pt x="110" y="33"/>
                  </a:cubicBezTo>
                  <a:cubicBezTo>
                    <a:pt x="110" y="33"/>
                    <a:pt x="109" y="33"/>
                    <a:pt x="108" y="33"/>
                  </a:cubicBezTo>
                  <a:cubicBezTo>
                    <a:pt x="108" y="32"/>
                    <a:pt x="108" y="32"/>
                    <a:pt x="108" y="31"/>
                  </a:cubicBezTo>
                  <a:cubicBezTo>
                    <a:pt x="108" y="31"/>
                    <a:pt x="107" y="31"/>
                    <a:pt x="107" y="31"/>
                  </a:cubicBezTo>
                  <a:cubicBezTo>
                    <a:pt x="107" y="30"/>
                    <a:pt x="107" y="30"/>
                    <a:pt x="107" y="29"/>
                  </a:cubicBezTo>
                  <a:cubicBezTo>
                    <a:pt x="106" y="29"/>
                    <a:pt x="106" y="29"/>
                    <a:pt x="105" y="29"/>
                  </a:cubicBezTo>
                  <a:cubicBezTo>
                    <a:pt x="105" y="29"/>
                    <a:pt x="104" y="29"/>
                    <a:pt x="104" y="29"/>
                  </a:cubicBezTo>
                  <a:cubicBezTo>
                    <a:pt x="103" y="29"/>
                    <a:pt x="103" y="29"/>
                    <a:pt x="102" y="29"/>
                  </a:cubicBezTo>
                  <a:cubicBezTo>
                    <a:pt x="102" y="30"/>
                    <a:pt x="102" y="30"/>
                    <a:pt x="102" y="31"/>
                  </a:cubicBezTo>
                  <a:cubicBezTo>
                    <a:pt x="102" y="31"/>
                    <a:pt x="101" y="31"/>
                    <a:pt x="101" y="31"/>
                  </a:cubicBezTo>
                  <a:cubicBezTo>
                    <a:pt x="101" y="30"/>
                    <a:pt x="101" y="30"/>
                    <a:pt x="101" y="29"/>
                  </a:cubicBezTo>
                  <a:cubicBezTo>
                    <a:pt x="100" y="29"/>
                    <a:pt x="100" y="29"/>
                    <a:pt x="99" y="29"/>
                  </a:cubicBezTo>
                  <a:cubicBezTo>
                    <a:pt x="98" y="29"/>
                    <a:pt x="98" y="29"/>
                    <a:pt x="97" y="29"/>
                  </a:cubicBezTo>
                  <a:cubicBezTo>
                    <a:pt x="97" y="29"/>
                    <a:pt x="96" y="29"/>
                    <a:pt x="96" y="29"/>
                  </a:cubicBezTo>
                  <a:cubicBezTo>
                    <a:pt x="95" y="29"/>
                    <a:pt x="95" y="29"/>
                    <a:pt x="94" y="29"/>
                  </a:cubicBezTo>
                  <a:cubicBezTo>
                    <a:pt x="94" y="29"/>
                    <a:pt x="94" y="28"/>
                    <a:pt x="94" y="28"/>
                  </a:cubicBezTo>
                  <a:cubicBezTo>
                    <a:pt x="94" y="27"/>
                    <a:pt x="94" y="27"/>
                    <a:pt x="94" y="26"/>
                  </a:cubicBezTo>
                  <a:cubicBezTo>
                    <a:pt x="94" y="26"/>
                    <a:pt x="94" y="25"/>
                    <a:pt x="94" y="24"/>
                  </a:cubicBezTo>
                  <a:cubicBezTo>
                    <a:pt x="95" y="24"/>
                    <a:pt x="95" y="24"/>
                    <a:pt x="96" y="24"/>
                  </a:cubicBezTo>
                  <a:cubicBezTo>
                    <a:pt x="96" y="24"/>
                    <a:pt x="97" y="24"/>
                    <a:pt x="97" y="24"/>
                  </a:cubicBezTo>
                  <a:cubicBezTo>
                    <a:pt x="97" y="25"/>
                    <a:pt x="97" y="26"/>
                    <a:pt x="97" y="26"/>
                  </a:cubicBezTo>
                  <a:cubicBezTo>
                    <a:pt x="98" y="26"/>
                    <a:pt x="98" y="26"/>
                    <a:pt x="99" y="26"/>
                  </a:cubicBezTo>
                  <a:cubicBezTo>
                    <a:pt x="100" y="26"/>
                    <a:pt x="100" y="26"/>
                    <a:pt x="101" y="26"/>
                  </a:cubicBezTo>
                  <a:cubicBezTo>
                    <a:pt x="101" y="26"/>
                    <a:pt x="102" y="26"/>
                    <a:pt x="102" y="26"/>
                  </a:cubicBezTo>
                  <a:cubicBezTo>
                    <a:pt x="102" y="27"/>
                    <a:pt x="102" y="27"/>
                    <a:pt x="102" y="28"/>
                  </a:cubicBezTo>
                  <a:cubicBezTo>
                    <a:pt x="103" y="28"/>
                    <a:pt x="103" y="28"/>
                    <a:pt x="104" y="28"/>
                  </a:cubicBezTo>
                  <a:cubicBezTo>
                    <a:pt x="104" y="28"/>
                    <a:pt x="105" y="28"/>
                    <a:pt x="105" y="28"/>
                  </a:cubicBezTo>
                  <a:cubicBezTo>
                    <a:pt x="106" y="28"/>
                    <a:pt x="106" y="28"/>
                    <a:pt x="107" y="28"/>
                  </a:cubicBezTo>
                  <a:cubicBezTo>
                    <a:pt x="107" y="28"/>
                    <a:pt x="108" y="28"/>
                    <a:pt x="108" y="28"/>
                  </a:cubicBezTo>
                  <a:cubicBezTo>
                    <a:pt x="108" y="28"/>
                    <a:pt x="108" y="29"/>
                    <a:pt x="108" y="29"/>
                  </a:cubicBezTo>
                  <a:cubicBezTo>
                    <a:pt x="109" y="29"/>
                    <a:pt x="110" y="29"/>
                    <a:pt x="110" y="29"/>
                  </a:cubicBezTo>
                  <a:cubicBezTo>
                    <a:pt x="111" y="29"/>
                    <a:pt x="111" y="29"/>
                    <a:pt x="112" y="29"/>
                  </a:cubicBezTo>
                  <a:cubicBezTo>
                    <a:pt x="112" y="30"/>
                    <a:pt x="112" y="30"/>
                    <a:pt x="112" y="31"/>
                  </a:cubicBezTo>
                  <a:cubicBezTo>
                    <a:pt x="112" y="31"/>
                    <a:pt x="113" y="31"/>
                    <a:pt x="113" y="31"/>
                  </a:cubicBezTo>
                  <a:cubicBezTo>
                    <a:pt x="114" y="31"/>
                    <a:pt x="114" y="31"/>
                    <a:pt x="115" y="31"/>
                  </a:cubicBezTo>
                  <a:cubicBezTo>
                    <a:pt x="115" y="30"/>
                    <a:pt x="115" y="30"/>
                    <a:pt x="115" y="29"/>
                  </a:cubicBezTo>
                  <a:cubicBezTo>
                    <a:pt x="115" y="29"/>
                    <a:pt x="116" y="29"/>
                    <a:pt x="116" y="29"/>
                  </a:cubicBezTo>
                  <a:cubicBezTo>
                    <a:pt x="116" y="29"/>
                    <a:pt x="116" y="28"/>
                    <a:pt x="116" y="28"/>
                  </a:cubicBezTo>
                  <a:cubicBezTo>
                    <a:pt x="116" y="27"/>
                    <a:pt x="116" y="27"/>
                    <a:pt x="116" y="26"/>
                  </a:cubicBezTo>
                  <a:cubicBezTo>
                    <a:pt x="116" y="26"/>
                    <a:pt x="116" y="25"/>
                    <a:pt x="116" y="24"/>
                  </a:cubicBezTo>
                  <a:cubicBezTo>
                    <a:pt x="117" y="24"/>
                    <a:pt x="117" y="24"/>
                    <a:pt x="118" y="24"/>
                  </a:cubicBezTo>
                  <a:cubicBezTo>
                    <a:pt x="118" y="24"/>
                    <a:pt x="119" y="24"/>
                    <a:pt x="119" y="24"/>
                  </a:cubicBezTo>
                  <a:cubicBezTo>
                    <a:pt x="120" y="24"/>
                    <a:pt x="120" y="24"/>
                    <a:pt x="121" y="24"/>
                  </a:cubicBezTo>
                  <a:cubicBezTo>
                    <a:pt x="121" y="24"/>
                    <a:pt x="121" y="23"/>
                    <a:pt x="121" y="23"/>
                  </a:cubicBezTo>
                  <a:cubicBezTo>
                    <a:pt x="121" y="23"/>
                    <a:pt x="122" y="23"/>
                    <a:pt x="122" y="23"/>
                  </a:cubicBezTo>
                  <a:cubicBezTo>
                    <a:pt x="123" y="23"/>
                    <a:pt x="124" y="23"/>
                    <a:pt x="124" y="23"/>
                  </a:cubicBezTo>
                  <a:cubicBezTo>
                    <a:pt x="124" y="22"/>
                    <a:pt x="124" y="22"/>
                    <a:pt x="124" y="21"/>
                  </a:cubicBezTo>
                  <a:cubicBezTo>
                    <a:pt x="124" y="21"/>
                    <a:pt x="124" y="20"/>
                    <a:pt x="124" y="20"/>
                  </a:cubicBezTo>
                  <a:cubicBezTo>
                    <a:pt x="124" y="20"/>
                    <a:pt x="123" y="20"/>
                    <a:pt x="122" y="20"/>
                  </a:cubicBezTo>
                  <a:cubicBezTo>
                    <a:pt x="122" y="19"/>
                    <a:pt x="122" y="19"/>
                    <a:pt x="122" y="18"/>
                  </a:cubicBezTo>
                  <a:cubicBezTo>
                    <a:pt x="123" y="18"/>
                    <a:pt x="124" y="18"/>
                    <a:pt x="124" y="18"/>
                  </a:cubicBezTo>
                  <a:cubicBezTo>
                    <a:pt x="125" y="18"/>
                    <a:pt x="125" y="18"/>
                    <a:pt x="126" y="18"/>
                  </a:cubicBezTo>
                  <a:cubicBezTo>
                    <a:pt x="126" y="18"/>
                    <a:pt x="127" y="18"/>
                    <a:pt x="127" y="18"/>
                  </a:cubicBezTo>
                  <a:cubicBezTo>
                    <a:pt x="128" y="18"/>
                    <a:pt x="128" y="18"/>
                    <a:pt x="129" y="18"/>
                  </a:cubicBezTo>
                  <a:cubicBezTo>
                    <a:pt x="129" y="18"/>
                    <a:pt x="130" y="18"/>
                    <a:pt x="130" y="18"/>
                  </a:cubicBezTo>
                  <a:cubicBezTo>
                    <a:pt x="131" y="18"/>
                    <a:pt x="131" y="18"/>
                    <a:pt x="132" y="18"/>
                  </a:cubicBezTo>
                  <a:cubicBezTo>
                    <a:pt x="132" y="18"/>
                    <a:pt x="132" y="17"/>
                    <a:pt x="132" y="17"/>
                  </a:cubicBezTo>
                  <a:cubicBezTo>
                    <a:pt x="132" y="17"/>
                    <a:pt x="133" y="17"/>
                    <a:pt x="134" y="17"/>
                  </a:cubicBezTo>
                  <a:cubicBezTo>
                    <a:pt x="134" y="17"/>
                    <a:pt x="135" y="17"/>
                    <a:pt x="135" y="17"/>
                  </a:cubicBezTo>
                  <a:cubicBezTo>
                    <a:pt x="135" y="16"/>
                    <a:pt x="135" y="15"/>
                    <a:pt x="135" y="15"/>
                  </a:cubicBezTo>
                  <a:cubicBezTo>
                    <a:pt x="136" y="15"/>
                    <a:pt x="136" y="15"/>
                    <a:pt x="137" y="15"/>
                  </a:cubicBezTo>
                  <a:cubicBezTo>
                    <a:pt x="137" y="15"/>
                    <a:pt x="138" y="15"/>
                    <a:pt x="138" y="15"/>
                  </a:cubicBezTo>
                  <a:cubicBezTo>
                    <a:pt x="138" y="14"/>
                    <a:pt x="138" y="14"/>
                    <a:pt x="138" y="13"/>
                  </a:cubicBezTo>
                  <a:cubicBezTo>
                    <a:pt x="139" y="13"/>
                    <a:pt x="139" y="13"/>
                    <a:pt x="140" y="13"/>
                  </a:cubicBezTo>
                  <a:cubicBezTo>
                    <a:pt x="140" y="13"/>
                    <a:pt x="141" y="13"/>
                    <a:pt x="141" y="13"/>
                  </a:cubicBezTo>
                  <a:cubicBezTo>
                    <a:pt x="141" y="13"/>
                    <a:pt x="141" y="12"/>
                    <a:pt x="141" y="12"/>
                  </a:cubicBezTo>
                  <a:cubicBezTo>
                    <a:pt x="142" y="12"/>
                    <a:pt x="142" y="12"/>
                    <a:pt x="143" y="12"/>
                  </a:cubicBezTo>
                  <a:cubicBezTo>
                    <a:pt x="143" y="12"/>
                    <a:pt x="144" y="12"/>
                    <a:pt x="144" y="12"/>
                  </a:cubicBezTo>
                  <a:cubicBezTo>
                    <a:pt x="145" y="12"/>
                    <a:pt x="145" y="12"/>
                    <a:pt x="146" y="12"/>
                  </a:cubicBezTo>
                  <a:cubicBezTo>
                    <a:pt x="146" y="12"/>
                    <a:pt x="147" y="12"/>
                    <a:pt x="148" y="12"/>
                  </a:cubicBezTo>
                  <a:cubicBezTo>
                    <a:pt x="148" y="11"/>
                    <a:pt x="148" y="11"/>
                    <a:pt x="148" y="10"/>
                  </a:cubicBezTo>
                  <a:cubicBezTo>
                    <a:pt x="148" y="10"/>
                    <a:pt x="149" y="10"/>
                    <a:pt x="149" y="10"/>
                  </a:cubicBezTo>
                  <a:cubicBezTo>
                    <a:pt x="149" y="9"/>
                    <a:pt x="149" y="9"/>
                    <a:pt x="149" y="8"/>
                  </a:cubicBezTo>
                  <a:cubicBezTo>
                    <a:pt x="149" y="8"/>
                    <a:pt x="148" y="8"/>
                    <a:pt x="148" y="8"/>
                  </a:cubicBezTo>
                  <a:cubicBezTo>
                    <a:pt x="147" y="8"/>
                    <a:pt x="146" y="8"/>
                    <a:pt x="146" y="8"/>
                  </a:cubicBezTo>
                  <a:cubicBezTo>
                    <a:pt x="146" y="8"/>
                    <a:pt x="146" y="7"/>
                    <a:pt x="146" y="7"/>
                  </a:cubicBezTo>
                  <a:cubicBezTo>
                    <a:pt x="145" y="7"/>
                    <a:pt x="145" y="7"/>
                    <a:pt x="144" y="7"/>
                  </a:cubicBezTo>
                  <a:cubicBezTo>
                    <a:pt x="144" y="7"/>
                    <a:pt x="143" y="7"/>
                    <a:pt x="143" y="7"/>
                  </a:cubicBezTo>
                  <a:cubicBezTo>
                    <a:pt x="142" y="7"/>
                    <a:pt x="142" y="7"/>
                    <a:pt x="141" y="7"/>
                  </a:cubicBezTo>
                  <a:cubicBezTo>
                    <a:pt x="141" y="6"/>
                    <a:pt x="141" y="6"/>
                    <a:pt x="141" y="5"/>
                  </a:cubicBezTo>
                  <a:cubicBezTo>
                    <a:pt x="141" y="5"/>
                    <a:pt x="140" y="5"/>
                    <a:pt x="140" y="5"/>
                  </a:cubicBezTo>
                  <a:cubicBezTo>
                    <a:pt x="139" y="5"/>
                    <a:pt x="139" y="5"/>
                    <a:pt x="138" y="5"/>
                  </a:cubicBezTo>
                  <a:cubicBezTo>
                    <a:pt x="138" y="5"/>
                    <a:pt x="138" y="4"/>
                    <a:pt x="138" y="4"/>
                  </a:cubicBezTo>
                  <a:cubicBezTo>
                    <a:pt x="138" y="4"/>
                    <a:pt x="137" y="4"/>
                    <a:pt x="137" y="4"/>
                  </a:cubicBezTo>
                  <a:cubicBezTo>
                    <a:pt x="136" y="4"/>
                    <a:pt x="136" y="4"/>
                    <a:pt x="135" y="4"/>
                  </a:cubicBezTo>
                  <a:cubicBezTo>
                    <a:pt x="135" y="4"/>
                    <a:pt x="134" y="4"/>
                    <a:pt x="134" y="4"/>
                  </a:cubicBezTo>
                  <a:cubicBezTo>
                    <a:pt x="134" y="3"/>
                    <a:pt x="134" y="3"/>
                    <a:pt x="134" y="2"/>
                  </a:cubicBezTo>
                  <a:cubicBezTo>
                    <a:pt x="133" y="2"/>
                    <a:pt x="132" y="2"/>
                    <a:pt x="132" y="2"/>
                  </a:cubicBezTo>
                  <a:cubicBezTo>
                    <a:pt x="131" y="2"/>
                    <a:pt x="131" y="2"/>
                    <a:pt x="130" y="2"/>
                  </a:cubicBezTo>
                  <a:cubicBezTo>
                    <a:pt x="130" y="1"/>
                    <a:pt x="130" y="1"/>
                    <a:pt x="130" y="0"/>
                  </a:cubicBezTo>
                  <a:cubicBezTo>
                    <a:pt x="130" y="0"/>
                    <a:pt x="129" y="0"/>
                    <a:pt x="129" y="0"/>
                  </a:cubicBezTo>
                  <a:cubicBezTo>
                    <a:pt x="129" y="1"/>
                    <a:pt x="129" y="1"/>
                    <a:pt x="129" y="1"/>
                  </a:cubicBezTo>
                  <a:cubicBezTo>
                    <a:pt x="129" y="1"/>
                    <a:pt x="129" y="2"/>
                    <a:pt x="129" y="2"/>
                  </a:cubicBezTo>
                  <a:cubicBezTo>
                    <a:pt x="128" y="2"/>
                    <a:pt x="128" y="2"/>
                    <a:pt x="127" y="2"/>
                  </a:cubicBezTo>
                  <a:cubicBezTo>
                    <a:pt x="127" y="2"/>
                    <a:pt x="126" y="2"/>
                    <a:pt x="126" y="2"/>
                  </a:cubicBezTo>
                  <a:cubicBezTo>
                    <a:pt x="125" y="2"/>
                    <a:pt x="125" y="2"/>
                    <a:pt x="124" y="2"/>
                  </a:cubicBezTo>
                  <a:cubicBezTo>
                    <a:pt x="124" y="2"/>
                    <a:pt x="123" y="2"/>
                    <a:pt x="122" y="2"/>
                  </a:cubicBezTo>
                  <a:cubicBezTo>
                    <a:pt x="122" y="2"/>
                    <a:pt x="121" y="2"/>
                    <a:pt x="121" y="2"/>
                  </a:cubicBezTo>
                  <a:cubicBezTo>
                    <a:pt x="120" y="2"/>
                    <a:pt x="120" y="2"/>
                    <a:pt x="119" y="2"/>
                  </a:cubicBezTo>
                  <a:cubicBezTo>
                    <a:pt x="119" y="2"/>
                    <a:pt x="118" y="2"/>
                    <a:pt x="118" y="2"/>
                  </a:cubicBezTo>
                  <a:cubicBezTo>
                    <a:pt x="118" y="1"/>
                    <a:pt x="118" y="1"/>
                    <a:pt x="118" y="0"/>
                  </a:cubicBezTo>
                  <a:cubicBezTo>
                    <a:pt x="117" y="0"/>
                    <a:pt x="117" y="0"/>
                    <a:pt x="116" y="0"/>
                  </a:cubicBezTo>
                  <a:cubicBezTo>
                    <a:pt x="116" y="0"/>
                    <a:pt x="115" y="0"/>
                    <a:pt x="115" y="0"/>
                  </a:cubicBezTo>
                  <a:cubicBezTo>
                    <a:pt x="114" y="0"/>
                    <a:pt x="114" y="0"/>
                    <a:pt x="113" y="0"/>
                  </a:cubicBezTo>
                  <a:cubicBezTo>
                    <a:pt x="113" y="0"/>
                    <a:pt x="112" y="0"/>
                    <a:pt x="112" y="0"/>
                  </a:cubicBezTo>
                  <a:cubicBezTo>
                    <a:pt x="111" y="0"/>
                    <a:pt x="111" y="0"/>
                    <a:pt x="110" y="0"/>
                  </a:cubicBezTo>
                  <a:cubicBezTo>
                    <a:pt x="110" y="0"/>
                    <a:pt x="109" y="0"/>
                    <a:pt x="108" y="0"/>
                  </a:cubicBezTo>
                  <a:cubicBezTo>
                    <a:pt x="107" y="1"/>
                    <a:pt x="105" y="2"/>
                    <a:pt x="104" y="3"/>
                  </a:cubicBezTo>
                  <a:cubicBezTo>
                    <a:pt x="104" y="4"/>
                    <a:pt x="104" y="4"/>
                    <a:pt x="104" y="4"/>
                  </a:cubicBezTo>
                  <a:cubicBezTo>
                    <a:pt x="104" y="4"/>
                    <a:pt x="104" y="5"/>
                    <a:pt x="104" y="5"/>
                  </a:cubicBezTo>
                  <a:cubicBezTo>
                    <a:pt x="104" y="5"/>
                    <a:pt x="105" y="5"/>
                    <a:pt x="105" y="5"/>
                  </a:cubicBezTo>
                  <a:cubicBezTo>
                    <a:pt x="105" y="6"/>
                    <a:pt x="105" y="6"/>
                    <a:pt x="105" y="7"/>
                  </a:cubicBezTo>
                  <a:cubicBezTo>
                    <a:pt x="105" y="7"/>
                    <a:pt x="104" y="7"/>
                    <a:pt x="104" y="7"/>
                  </a:cubicBezTo>
                  <a:cubicBezTo>
                    <a:pt x="103" y="7"/>
                    <a:pt x="103" y="7"/>
                    <a:pt x="102" y="7"/>
                  </a:cubicBezTo>
                  <a:cubicBezTo>
                    <a:pt x="102" y="6"/>
                    <a:pt x="102" y="6"/>
                    <a:pt x="102" y="5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98" y="7"/>
                    <a:pt x="96" y="9"/>
                    <a:pt x="93" y="11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3"/>
                    <a:pt x="93" y="13"/>
                  </a:cubicBezTo>
                  <a:cubicBezTo>
                    <a:pt x="93" y="13"/>
                    <a:pt x="94" y="13"/>
                    <a:pt x="94" y="13"/>
                  </a:cubicBezTo>
                  <a:cubicBezTo>
                    <a:pt x="94" y="14"/>
                    <a:pt x="94" y="14"/>
                    <a:pt x="94" y="15"/>
                  </a:cubicBezTo>
                  <a:cubicBezTo>
                    <a:pt x="95" y="15"/>
                    <a:pt x="95" y="15"/>
                    <a:pt x="96" y="15"/>
                  </a:cubicBezTo>
                  <a:cubicBezTo>
                    <a:pt x="96" y="15"/>
                    <a:pt x="97" y="15"/>
                    <a:pt x="97" y="15"/>
                  </a:cubicBezTo>
                  <a:cubicBezTo>
                    <a:pt x="97" y="15"/>
                    <a:pt x="97" y="16"/>
                    <a:pt x="97" y="17"/>
                  </a:cubicBezTo>
                  <a:cubicBezTo>
                    <a:pt x="98" y="17"/>
                    <a:pt x="98" y="17"/>
                    <a:pt x="99" y="17"/>
                  </a:cubicBezTo>
                  <a:cubicBezTo>
                    <a:pt x="100" y="17"/>
                    <a:pt x="100" y="17"/>
                    <a:pt x="101" y="17"/>
                  </a:cubicBezTo>
                  <a:cubicBezTo>
                    <a:pt x="101" y="17"/>
                    <a:pt x="102" y="17"/>
                    <a:pt x="102" y="17"/>
                  </a:cubicBezTo>
                  <a:cubicBezTo>
                    <a:pt x="102" y="16"/>
                    <a:pt x="102" y="15"/>
                    <a:pt x="102" y="15"/>
                  </a:cubicBezTo>
                  <a:cubicBezTo>
                    <a:pt x="103" y="15"/>
                    <a:pt x="103" y="15"/>
                    <a:pt x="104" y="15"/>
                  </a:cubicBezTo>
                  <a:cubicBezTo>
                    <a:pt x="104" y="15"/>
                    <a:pt x="104" y="16"/>
                    <a:pt x="104" y="17"/>
                  </a:cubicBezTo>
                  <a:cubicBezTo>
                    <a:pt x="103" y="17"/>
                    <a:pt x="103" y="17"/>
                    <a:pt x="102" y="17"/>
                  </a:cubicBezTo>
                  <a:cubicBezTo>
                    <a:pt x="102" y="17"/>
                    <a:pt x="102" y="18"/>
                    <a:pt x="102" y="18"/>
                  </a:cubicBezTo>
                  <a:cubicBezTo>
                    <a:pt x="102" y="18"/>
                    <a:pt x="101" y="18"/>
                    <a:pt x="101" y="18"/>
                  </a:cubicBezTo>
                  <a:cubicBezTo>
                    <a:pt x="101" y="19"/>
                    <a:pt x="101" y="19"/>
                    <a:pt x="101" y="20"/>
                  </a:cubicBezTo>
                  <a:cubicBezTo>
                    <a:pt x="100" y="20"/>
                    <a:pt x="100" y="20"/>
                    <a:pt x="99" y="20"/>
                  </a:cubicBezTo>
                  <a:cubicBezTo>
                    <a:pt x="99" y="20"/>
                    <a:pt x="99" y="21"/>
                    <a:pt x="99" y="21"/>
                  </a:cubicBezTo>
                  <a:cubicBezTo>
                    <a:pt x="98" y="21"/>
                    <a:pt x="98" y="21"/>
                    <a:pt x="97" y="21"/>
                  </a:cubicBezTo>
                  <a:cubicBezTo>
                    <a:pt x="97" y="21"/>
                    <a:pt x="96" y="21"/>
                    <a:pt x="96" y="21"/>
                  </a:cubicBezTo>
                  <a:cubicBezTo>
                    <a:pt x="96" y="22"/>
                    <a:pt x="96" y="22"/>
                    <a:pt x="96" y="23"/>
                  </a:cubicBezTo>
                  <a:cubicBezTo>
                    <a:pt x="95" y="23"/>
                    <a:pt x="95" y="23"/>
                    <a:pt x="94" y="23"/>
                  </a:cubicBezTo>
                  <a:cubicBezTo>
                    <a:pt x="94" y="23"/>
                    <a:pt x="93" y="23"/>
                    <a:pt x="93" y="23"/>
                  </a:cubicBezTo>
                  <a:cubicBezTo>
                    <a:pt x="93" y="22"/>
                    <a:pt x="93" y="22"/>
                    <a:pt x="93" y="21"/>
                  </a:cubicBezTo>
                  <a:cubicBezTo>
                    <a:pt x="92" y="21"/>
                    <a:pt x="92" y="21"/>
                    <a:pt x="91" y="21"/>
                  </a:cubicBezTo>
                  <a:cubicBezTo>
                    <a:pt x="91" y="21"/>
                    <a:pt x="90" y="21"/>
                    <a:pt x="90" y="21"/>
                  </a:cubicBezTo>
                  <a:cubicBezTo>
                    <a:pt x="90" y="21"/>
                    <a:pt x="90" y="20"/>
                    <a:pt x="90" y="20"/>
                  </a:cubicBezTo>
                  <a:cubicBezTo>
                    <a:pt x="90" y="19"/>
                    <a:pt x="90" y="19"/>
                    <a:pt x="90" y="18"/>
                  </a:cubicBezTo>
                  <a:cubicBezTo>
                    <a:pt x="90" y="18"/>
                    <a:pt x="91" y="18"/>
                    <a:pt x="91" y="18"/>
                  </a:cubicBezTo>
                  <a:cubicBezTo>
                    <a:pt x="92" y="18"/>
                    <a:pt x="92" y="18"/>
                    <a:pt x="93" y="18"/>
                  </a:cubicBezTo>
                  <a:cubicBezTo>
                    <a:pt x="93" y="18"/>
                    <a:pt x="93" y="17"/>
                    <a:pt x="93" y="17"/>
                  </a:cubicBezTo>
                  <a:cubicBezTo>
                    <a:pt x="92" y="17"/>
                    <a:pt x="92" y="17"/>
                    <a:pt x="91" y="17"/>
                  </a:cubicBezTo>
                  <a:cubicBezTo>
                    <a:pt x="91" y="16"/>
                    <a:pt x="91" y="15"/>
                    <a:pt x="91" y="15"/>
                  </a:cubicBezTo>
                  <a:cubicBezTo>
                    <a:pt x="91" y="14"/>
                    <a:pt x="91" y="14"/>
                    <a:pt x="91" y="13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0" y="13"/>
                    <a:pt x="89" y="14"/>
                    <a:pt x="89" y="15"/>
                  </a:cubicBezTo>
                  <a:cubicBezTo>
                    <a:pt x="90" y="15"/>
                    <a:pt x="90" y="15"/>
                    <a:pt x="90" y="15"/>
                  </a:cubicBezTo>
                  <a:cubicBezTo>
                    <a:pt x="90" y="15"/>
                    <a:pt x="90" y="16"/>
                    <a:pt x="90" y="17"/>
                  </a:cubicBezTo>
                  <a:cubicBezTo>
                    <a:pt x="89" y="17"/>
                    <a:pt x="89" y="17"/>
                    <a:pt x="88" y="17"/>
                  </a:cubicBezTo>
                  <a:cubicBezTo>
                    <a:pt x="88" y="17"/>
                    <a:pt x="88" y="18"/>
                    <a:pt x="88" y="18"/>
                  </a:cubicBezTo>
                  <a:cubicBezTo>
                    <a:pt x="88" y="18"/>
                    <a:pt x="87" y="18"/>
                    <a:pt x="87" y="18"/>
                  </a:cubicBezTo>
                  <a:cubicBezTo>
                    <a:pt x="86" y="18"/>
                    <a:pt x="85" y="18"/>
                    <a:pt x="85" y="18"/>
                  </a:cubicBezTo>
                  <a:cubicBezTo>
                    <a:pt x="85" y="18"/>
                    <a:pt x="85" y="18"/>
                    <a:pt x="85" y="18"/>
                  </a:cubicBezTo>
                  <a:cubicBezTo>
                    <a:pt x="84" y="18"/>
                    <a:pt x="84" y="19"/>
                    <a:pt x="83" y="19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3" y="20"/>
                    <a:pt x="83" y="21"/>
                    <a:pt x="83" y="21"/>
                  </a:cubicBezTo>
                  <a:cubicBezTo>
                    <a:pt x="84" y="21"/>
                    <a:pt x="84" y="21"/>
                    <a:pt x="85" y="21"/>
                  </a:cubicBezTo>
                  <a:cubicBezTo>
                    <a:pt x="85" y="22"/>
                    <a:pt x="85" y="22"/>
                    <a:pt x="85" y="23"/>
                  </a:cubicBezTo>
                  <a:cubicBezTo>
                    <a:pt x="85" y="23"/>
                    <a:pt x="85" y="24"/>
                    <a:pt x="85" y="24"/>
                  </a:cubicBezTo>
                  <a:cubicBezTo>
                    <a:pt x="85" y="24"/>
                    <a:pt x="86" y="24"/>
                    <a:pt x="87" y="24"/>
                  </a:cubicBezTo>
                  <a:cubicBezTo>
                    <a:pt x="87" y="24"/>
                    <a:pt x="88" y="24"/>
                    <a:pt x="88" y="24"/>
                  </a:cubicBezTo>
                  <a:cubicBezTo>
                    <a:pt x="88" y="25"/>
                    <a:pt x="88" y="26"/>
                    <a:pt x="88" y="26"/>
                  </a:cubicBezTo>
                  <a:cubicBezTo>
                    <a:pt x="88" y="27"/>
                    <a:pt x="88" y="27"/>
                    <a:pt x="88" y="28"/>
                  </a:cubicBezTo>
                  <a:cubicBezTo>
                    <a:pt x="88" y="28"/>
                    <a:pt x="88" y="29"/>
                    <a:pt x="88" y="29"/>
                  </a:cubicBezTo>
                  <a:cubicBezTo>
                    <a:pt x="88" y="30"/>
                    <a:pt x="88" y="30"/>
                    <a:pt x="88" y="31"/>
                  </a:cubicBezTo>
                  <a:cubicBezTo>
                    <a:pt x="88" y="32"/>
                    <a:pt x="88" y="32"/>
                    <a:pt x="88" y="33"/>
                  </a:cubicBezTo>
                  <a:cubicBezTo>
                    <a:pt x="89" y="33"/>
                    <a:pt x="89" y="33"/>
                    <a:pt x="90" y="33"/>
                  </a:cubicBezTo>
                  <a:cubicBezTo>
                    <a:pt x="90" y="33"/>
                    <a:pt x="90" y="34"/>
                    <a:pt x="90" y="34"/>
                  </a:cubicBezTo>
                  <a:cubicBezTo>
                    <a:pt x="89" y="34"/>
                    <a:pt x="89" y="34"/>
                    <a:pt x="88" y="34"/>
                  </a:cubicBezTo>
                  <a:cubicBezTo>
                    <a:pt x="88" y="34"/>
                    <a:pt x="87" y="34"/>
                    <a:pt x="87" y="34"/>
                  </a:cubicBezTo>
                  <a:cubicBezTo>
                    <a:pt x="86" y="34"/>
                    <a:pt x="85" y="34"/>
                    <a:pt x="85" y="34"/>
                  </a:cubicBezTo>
                  <a:cubicBezTo>
                    <a:pt x="85" y="34"/>
                    <a:pt x="85" y="33"/>
                    <a:pt x="85" y="33"/>
                  </a:cubicBezTo>
                  <a:cubicBezTo>
                    <a:pt x="84" y="33"/>
                    <a:pt x="84" y="33"/>
                    <a:pt x="83" y="33"/>
                  </a:cubicBezTo>
                  <a:cubicBezTo>
                    <a:pt x="83" y="33"/>
                    <a:pt x="82" y="33"/>
                    <a:pt x="82" y="33"/>
                  </a:cubicBezTo>
                  <a:cubicBezTo>
                    <a:pt x="81" y="33"/>
                    <a:pt x="81" y="33"/>
                    <a:pt x="80" y="33"/>
                  </a:cubicBezTo>
                  <a:cubicBezTo>
                    <a:pt x="80" y="33"/>
                    <a:pt x="80" y="34"/>
                    <a:pt x="80" y="34"/>
                  </a:cubicBezTo>
                  <a:cubicBezTo>
                    <a:pt x="80" y="35"/>
                    <a:pt x="80" y="35"/>
                    <a:pt x="80" y="36"/>
                  </a:cubicBezTo>
                  <a:cubicBezTo>
                    <a:pt x="80" y="36"/>
                    <a:pt x="79" y="36"/>
                    <a:pt x="79" y="36"/>
                  </a:cubicBezTo>
                  <a:cubicBezTo>
                    <a:pt x="79" y="36"/>
                    <a:pt x="79" y="37"/>
                    <a:pt x="79" y="37"/>
                  </a:cubicBezTo>
                  <a:cubicBezTo>
                    <a:pt x="79" y="38"/>
                    <a:pt x="79" y="38"/>
                    <a:pt x="79" y="39"/>
                  </a:cubicBezTo>
                  <a:cubicBezTo>
                    <a:pt x="79" y="40"/>
                    <a:pt x="79" y="40"/>
                    <a:pt x="79" y="41"/>
                  </a:cubicBezTo>
                  <a:cubicBezTo>
                    <a:pt x="79" y="41"/>
                    <a:pt x="79" y="42"/>
                    <a:pt x="79" y="42"/>
                  </a:cubicBezTo>
                  <a:cubicBezTo>
                    <a:pt x="78" y="42"/>
                    <a:pt x="78" y="42"/>
                    <a:pt x="77" y="42"/>
                  </a:cubicBezTo>
                  <a:cubicBezTo>
                    <a:pt x="77" y="42"/>
                    <a:pt x="76" y="42"/>
                    <a:pt x="76" y="42"/>
                  </a:cubicBezTo>
                  <a:cubicBezTo>
                    <a:pt x="76" y="43"/>
                    <a:pt x="76" y="43"/>
                    <a:pt x="76" y="44"/>
                  </a:cubicBezTo>
                  <a:cubicBezTo>
                    <a:pt x="75" y="44"/>
                    <a:pt x="75" y="44"/>
                    <a:pt x="74" y="44"/>
                  </a:cubicBezTo>
                  <a:cubicBezTo>
                    <a:pt x="74" y="44"/>
                    <a:pt x="74" y="45"/>
                    <a:pt x="74" y="46"/>
                  </a:cubicBezTo>
                  <a:cubicBezTo>
                    <a:pt x="74" y="46"/>
                    <a:pt x="73" y="46"/>
                    <a:pt x="73" y="46"/>
                  </a:cubicBezTo>
                  <a:cubicBezTo>
                    <a:pt x="73" y="46"/>
                    <a:pt x="73" y="47"/>
                    <a:pt x="73" y="47"/>
                  </a:cubicBezTo>
                  <a:cubicBezTo>
                    <a:pt x="73" y="48"/>
                    <a:pt x="73" y="48"/>
                    <a:pt x="73" y="49"/>
                  </a:cubicBezTo>
                  <a:cubicBezTo>
                    <a:pt x="73" y="49"/>
                    <a:pt x="73" y="50"/>
                    <a:pt x="73" y="50"/>
                  </a:cubicBezTo>
                  <a:cubicBezTo>
                    <a:pt x="73" y="51"/>
                    <a:pt x="73" y="51"/>
                    <a:pt x="73" y="52"/>
                  </a:cubicBezTo>
                  <a:cubicBezTo>
                    <a:pt x="72" y="52"/>
                    <a:pt x="71" y="52"/>
                    <a:pt x="71" y="52"/>
                  </a:cubicBezTo>
                  <a:cubicBezTo>
                    <a:pt x="71" y="51"/>
                    <a:pt x="71" y="51"/>
                    <a:pt x="71" y="50"/>
                  </a:cubicBezTo>
                  <a:cubicBezTo>
                    <a:pt x="70" y="50"/>
                    <a:pt x="70" y="50"/>
                    <a:pt x="69" y="50"/>
                  </a:cubicBezTo>
                  <a:cubicBezTo>
                    <a:pt x="69" y="50"/>
                    <a:pt x="68" y="50"/>
                    <a:pt x="68" y="50"/>
                  </a:cubicBezTo>
                  <a:cubicBezTo>
                    <a:pt x="68" y="51"/>
                    <a:pt x="68" y="51"/>
                    <a:pt x="68" y="52"/>
                  </a:cubicBezTo>
                  <a:cubicBezTo>
                    <a:pt x="67" y="52"/>
                    <a:pt x="67" y="52"/>
                    <a:pt x="66" y="52"/>
                  </a:cubicBezTo>
                  <a:cubicBezTo>
                    <a:pt x="66" y="52"/>
                    <a:pt x="65" y="52"/>
                    <a:pt x="65" y="52"/>
                  </a:cubicBezTo>
                  <a:cubicBezTo>
                    <a:pt x="64" y="52"/>
                    <a:pt x="64" y="52"/>
                    <a:pt x="63" y="52"/>
                  </a:cubicBezTo>
                  <a:cubicBezTo>
                    <a:pt x="63" y="52"/>
                    <a:pt x="62" y="52"/>
                    <a:pt x="61" y="52"/>
                  </a:cubicBezTo>
                  <a:cubicBezTo>
                    <a:pt x="61" y="51"/>
                    <a:pt x="61" y="51"/>
                    <a:pt x="61" y="50"/>
                  </a:cubicBezTo>
                  <a:cubicBezTo>
                    <a:pt x="62" y="50"/>
                    <a:pt x="63" y="50"/>
                    <a:pt x="63" y="50"/>
                  </a:cubicBezTo>
                  <a:cubicBezTo>
                    <a:pt x="64" y="50"/>
                    <a:pt x="64" y="50"/>
                    <a:pt x="65" y="50"/>
                  </a:cubicBezTo>
                  <a:cubicBezTo>
                    <a:pt x="65" y="50"/>
                    <a:pt x="65" y="49"/>
                    <a:pt x="65" y="49"/>
                  </a:cubicBezTo>
                  <a:cubicBezTo>
                    <a:pt x="65" y="48"/>
                    <a:pt x="65" y="48"/>
                    <a:pt x="65" y="47"/>
                  </a:cubicBezTo>
                  <a:cubicBezTo>
                    <a:pt x="65" y="47"/>
                    <a:pt x="65" y="46"/>
                    <a:pt x="65" y="46"/>
                  </a:cubicBezTo>
                  <a:cubicBezTo>
                    <a:pt x="64" y="46"/>
                    <a:pt x="64" y="46"/>
                    <a:pt x="63" y="46"/>
                  </a:cubicBezTo>
                  <a:cubicBezTo>
                    <a:pt x="63" y="45"/>
                    <a:pt x="63" y="44"/>
                    <a:pt x="63" y="44"/>
                  </a:cubicBezTo>
                  <a:cubicBezTo>
                    <a:pt x="63" y="44"/>
                    <a:pt x="62" y="44"/>
                    <a:pt x="61" y="44"/>
                  </a:cubicBezTo>
                  <a:cubicBezTo>
                    <a:pt x="61" y="43"/>
                    <a:pt x="61" y="43"/>
                    <a:pt x="61" y="42"/>
                  </a:cubicBezTo>
                  <a:cubicBezTo>
                    <a:pt x="61" y="42"/>
                    <a:pt x="61" y="41"/>
                    <a:pt x="61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59" y="44"/>
                    <a:pt x="56" y="47"/>
                    <a:pt x="54" y="50"/>
                  </a:cubicBezTo>
                  <a:cubicBezTo>
                    <a:pt x="54" y="50"/>
                    <a:pt x="54" y="50"/>
                    <a:pt x="54" y="50"/>
                  </a:cubicBezTo>
                  <a:cubicBezTo>
                    <a:pt x="53" y="50"/>
                    <a:pt x="53" y="50"/>
                    <a:pt x="53" y="50"/>
                  </a:cubicBezTo>
                  <a:cubicBezTo>
                    <a:pt x="20" y="91"/>
                    <a:pt x="0" y="143"/>
                    <a:pt x="0" y="200"/>
                  </a:cubicBezTo>
                  <a:cubicBezTo>
                    <a:pt x="0" y="209"/>
                    <a:pt x="1" y="219"/>
                    <a:pt x="2" y="228"/>
                  </a:cubicBezTo>
                  <a:cubicBezTo>
                    <a:pt x="2" y="228"/>
                    <a:pt x="2" y="228"/>
                    <a:pt x="2" y="228"/>
                  </a:cubicBezTo>
                  <a:cubicBezTo>
                    <a:pt x="3" y="228"/>
                    <a:pt x="3" y="228"/>
                    <a:pt x="4" y="228"/>
                  </a:cubicBezTo>
                  <a:cubicBezTo>
                    <a:pt x="4" y="228"/>
                    <a:pt x="4" y="229"/>
                    <a:pt x="4" y="229"/>
                  </a:cubicBezTo>
                  <a:cubicBezTo>
                    <a:pt x="4" y="229"/>
                    <a:pt x="5" y="229"/>
                    <a:pt x="5" y="229"/>
                  </a:cubicBezTo>
                  <a:cubicBezTo>
                    <a:pt x="5" y="230"/>
                    <a:pt x="5" y="230"/>
                    <a:pt x="5" y="231"/>
                  </a:cubicBezTo>
                  <a:cubicBezTo>
                    <a:pt x="6" y="231"/>
                    <a:pt x="6" y="231"/>
                    <a:pt x="7" y="231"/>
                  </a:cubicBezTo>
                  <a:cubicBezTo>
                    <a:pt x="7" y="231"/>
                    <a:pt x="8" y="231"/>
                    <a:pt x="8" y="231"/>
                  </a:cubicBezTo>
                  <a:cubicBezTo>
                    <a:pt x="8" y="231"/>
                    <a:pt x="8" y="232"/>
                    <a:pt x="8" y="233"/>
                  </a:cubicBezTo>
                  <a:cubicBezTo>
                    <a:pt x="9" y="233"/>
                    <a:pt x="9" y="233"/>
                    <a:pt x="10" y="233"/>
                  </a:cubicBezTo>
                  <a:cubicBezTo>
                    <a:pt x="10" y="233"/>
                    <a:pt x="11" y="233"/>
                    <a:pt x="11" y="233"/>
                  </a:cubicBezTo>
                  <a:cubicBezTo>
                    <a:pt x="11" y="233"/>
                    <a:pt x="11" y="234"/>
                    <a:pt x="11" y="234"/>
                  </a:cubicBezTo>
                  <a:cubicBezTo>
                    <a:pt x="12" y="234"/>
                    <a:pt x="12" y="234"/>
                    <a:pt x="13" y="234"/>
                  </a:cubicBezTo>
                  <a:cubicBezTo>
                    <a:pt x="13" y="234"/>
                    <a:pt x="14" y="234"/>
                    <a:pt x="14" y="234"/>
                  </a:cubicBezTo>
                  <a:cubicBezTo>
                    <a:pt x="15" y="234"/>
                    <a:pt x="16" y="234"/>
                    <a:pt x="16" y="234"/>
                  </a:cubicBezTo>
                  <a:cubicBezTo>
                    <a:pt x="17" y="234"/>
                    <a:pt x="17" y="234"/>
                    <a:pt x="18" y="234"/>
                  </a:cubicBezTo>
                  <a:cubicBezTo>
                    <a:pt x="18" y="234"/>
                    <a:pt x="18" y="233"/>
                    <a:pt x="18" y="233"/>
                  </a:cubicBezTo>
                  <a:cubicBezTo>
                    <a:pt x="18" y="233"/>
                    <a:pt x="19" y="233"/>
                    <a:pt x="19" y="233"/>
                  </a:cubicBezTo>
                  <a:cubicBezTo>
                    <a:pt x="19" y="233"/>
                    <a:pt x="19" y="234"/>
                    <a:pt x="19" y="234"/>
                  </a:cubicBezTo>
                  <a:cubicBezTo>
                    <a:pt x="20" y="234"/>
                    <a:pt x="20" y="234"/>
                    <a:pt x="21" y="234"/>
                  </a:cubicBezTo>
                  <a:cubicBezTo>
                    <a:pt x="21" y="235"/>
                    <a:pt x="21" y="235"/>
                    <a:pt x="21" y="236"/>
                  </a:cubicBezTo>
                  <a:cubicBezTo>
                    <a:pt x="21" y="236"/>
                    <a:pt x="22" y="236"/>
                    <a:pt x="22" y="236"/>
                  </a:cubicBezTo>
                  <a:cubicBezTo>
                    <a:pt x="22" y="236"/>
                    <a:pt x="22" y="237"/>
                    <a:pt x="22" y="237"/>
                  </a:cubicBezTo>
                  <a:cubicBezTo>
                    <a:pt x="23" y="237"/>
                    <a:pt x="23" y="237"/>
                    <a:pt x="24" y="237"/>
                  </a:cubicBezTo>
                  <a:cubicBezTo>
                    <a:pt x="24" y="238"/>
                    <a:pt x="24" y="239"/>
                    <a:pt x="24" y="239"/>
                  </a:cubicBezTo>
                  <a:cubicBezTo>
                    <a:pt x="24" y="240"/>
                    <a:pt x="24" y="240"/>
                    <a:pt x="24" y="241"/>
                  </a:cubicBezTo>
                  <a:cubicBezTo>
                    <a:pt x="24" y="241"/>
                    <a:pt x="25" y="241"/>
                    <a:pt x="26" y="241"/>
                  </a:cubicBezTo>
                  <a:cubicBezTo>
                    <a:pt x="26" y="241"/>
                    <a:pt x="27" y="241"/>
                    <a:pt x="27" y="241"/>
                  </a:cubicBezTo>
                  <a:cubicBezTo>
                    <a:pt x="28" y="241"/>
                    <a:pt x="28" y="241"/>
                    <a:pt x="29" y="241"/>
                  </a:cubicBezTo>
                  <a:cubicBezTo>
                    <a:pt x="29" y="241"/>
                    <a:pt x="30" y="241"/>
                    <a:pt x="30" y="241"/>
                  </a:cubicBezTo>
                  <a:cubicBezTo>
                    <a:pt x="30" y="241"/>
                    <a:pt x="30" y="242"/>
                    <a:pt x="30" y="242"/>
                  </a:cubicBezTo>
                  <a:cubicBezTo>
                    <a:pt x="31" y="242"/>
                    <a:pt x="31" y="242"/>
                    <a:pt x="32" y="242"/>
                  </a:cubicBezTo>
                  <a:cubicBezTo>
                    <a:pt x="32" y="242"/>
                    <a:pt x="33" y="242"/>
                    <a:pt x="33" y="242"/>
                  </a:cubicBezTo>
                  <a:cubicBezTo>
                    <a:pt x="33" y="243"/>
                    <a:pt x="33" y="243"/>
                    <a:pt x="33" y="244"/>
                  </a:cubicBezTo>
                  <a:cubicBezTo>
                    <a:pt x="34" y="244"/>
                    <a:pt x="34" y="244"/>
                    <a:pt x="35" y="244"/>
                  </a:cubicBezTo>
                  <a:cubicBezTo>
                    <a:pt x="35" y="244"/>
                    <a:pt x="35" y="245"/>
                    <a:pt x="35" y="245"/>
                  </a:cubicBezTo>
                  <a:cubicBezTo>
                    <a:pt x="35" y="245"/>
                    <a:pt x="36" y="245"/>
                    <a:pt x="36" y="245"/>
                  </a:cubicBezTo>
                  <a:cubicBezTo>
                    <a:pt x="36" y="246"/>
                    <a:pt x="36" y="247"/>
                    <a:pt x="36" y="247"/>
                  </a:cubicBezTo>
                  <a:cubicBezTo>
                    <a:pt x="37" y="247"/>
                    <a:pt x="37" y="247"/>
                    <a:pt x="38" y="247"/>
                  </a:cubicBezTo>
                  <a:cubicBezTo>
                    <a:pt x="38" y="248"/>
                    <a:pt x="38" y="248"/>
                    <a:pt x="38" y="249"/>
                  </a:cubicBezTo>
                  <a:cubicBezTo>
                    <a:pt x="38" y="249"/>
                    <a:pt x="38" y="250"/>
                    <a:pt x="38" y="250"/>
                  </a:cubicBezTo>
                  <a:cubicBezTo>
                    <a:pt x="38" y="251"/>
                    <a:pt x="38" y="251"/>
                    <a:pt x="38" y="252"/>
                  </a:cubicBezTo>
                  <a:cubicBezTo>
                    <a:pt x="39" y="252"/>
                    <a:pt x="39" y="252"/>
                    <a:pt x="40" y="252"/>
                  </a:cubicBezTo>
                  <a:cubicBezTo>
                    <a:pt x="40" y="252"/>
                    <a:pt x="40" y="253"/>
                    <a:pt x="40" y="254"/>
                  </a:cubicBezTo>
                  <a:cubicBezTo>
                    <a:pt x="40" y="254"/>
                    <a:pt x="41" y="254"/>
                    <a:pt x="41" y="254"/>
                  </a:cubicBezTo>
                  <a:cubicBezTo>
                    <a:pt x="41" y="254"/>
                    <a:pt x="41" y="255"/>
                    <a:pt x="41" y="255"/>
                  </a:cubicBezTo>
                  <a:cubicBezTo>
                    <a:pt x="42" y="255"/>
                    <a:pt x="42" y="255"/>
                    <a:pt x="43" y="255"/>
                  </a:cubicBezTo>
                  <a:cubicBezTo>
                    <a:pt x="43" y="256"/>
                    <a:pt x="43" y="256"/>
                    <a:pt x="43" y="257"/>
                  </a:cubicBezTo>
                  <a:cubicBezTo>
                    <a:pt x="43" y="257"/>
                    <a:pt x="44" y="257"/>
                    <a:pt x="44" y="257"/>
                  </a:cubicBezTo>
                  <a:cubicBezTo>
                    <a:pt x="45" y="257"/>
                    <a:pt x="45" y="257"/>
                    <a:pt x="46" y="257"/>
                  </a:cubicBezTo>
                  <a:cubicBezTo>
                    <a:pt x="46" y="257"/>
                    <a:pt x="47" y="257"/>
                    <a:pt x="47" y="257"/>
                  </a:cubicBezTo>
                  <a:cubicBezTo>
                    <a:pt x="47" y="257"/>
                    <a:pt x="47" y="258"/>
                    <a:pt x="47" y="258"/>
                  </a:cubicBezTo>
                  <a:cubicBezTo>
                    <a:pt x="48" y="258"/>
                    <a:pt x="48" y="258"/>
                    <a:pt x="49" y="258"/>
                  </a:cubicBezTo>
                  <a:cubicBezTo>
                    <a:pt x="49" y="259"/>
                    <a:pt x="49" y="259"/>
                    <a:pt x="49" y="260"/>
                  </a:cubicBezTo>
                  <a:cubicBezTo>
                    <a:pt x="50" y="260"/>
                    <a:pt x="50" y="260"/>
                    <a:pt x="51" y="260"/>
                  </a:cubicBezTo>
                  <a:cubicBezTo>
                    <a:pt x="51" y="259"/>
                    <a:pt x="51" y="259"/>
                    <a:pt x="51" y="258"/>
                  </a:cubicBezTo>
                  <a:cubicBezTo>
                    <a:pt x="51" y="258"/>
                    <a:pt x="52" y="258"/>
                    <a:pt x="52" y="258"/>
                  </a:cubicBezTo>
                  <a:cubicBezTo>
                    <a:pt x="52" y="258"/>
                    <a:pt x="52" y="257"/>
                    <a:pt x="52" y="257"/>
                  </a:cubicBezTo>
                  <a:cubicBezTo>
                    <a:pt x="52" y="256"/>
                    <a:pt x="52" y="256"/>
                    <a:pt x="52" y="255"/>
                  </a:cubicBezTo>
                  <a:cubicBezTo>
                    <a:pt x="53" y="255"/>
                    <a:pt x="53" y="255"/>
                    <a:pt x="54" y="255"/>
                  </a:cubicBezTo>
                  <a:cubicBezTo>
                    <a:pt x="54" y="255"/>
                    <a:pt x="55" y="255"/>
                    <a:pt x="55" y="255"/>
                  </a:cubicBezTo>
                  <a:cubicBezTo>
                    <a:pt x="55" y="256"/>
                    <a:pt x="55" y="256"/>
                    <a:pt x="55" y="257"/>
                  </a:cubicBezTo>
                  <a:cubicBezTo>
                    <a:pt x="56" y="257"/>
                    <a:pt x="56" y="257"/>
                    <a:pt x="57" y="257"/>
                  </a:cubicBezTo>
                  <a:cubicBezTo>
                    <a:pt x="57" y="257"/>
                    <a:pt x="57" y="258"/>
                    <a:pt x="57" y="258"/>
                  </a:cubicBezTo>
                  <a:cubicBezTo>
                    <a:pt x="57" y="259"/>
                    <a:pt x="57" y="259"/>
                    <a:pt x="57" y="260"/>
                  </a:cubicBezTo>
                  <a:cubicBezTo>
                    <a:pt x="57" y="260"/>
                    <a:pt x="57" y="261"/>
                    <a:pt x="57" y="262"/>
                  </a:cubicBezTo>
                  <a:cubicBezTo>
                    <a:pt x="57" y="262"/>
                    <a:pt x="57" y="263"/>
                    <a:pt x="57" y="263"/>
                  </a:cubicBezTo>
                  <a:cubicBezTo>
                    <a:pt x="57" y="264"/>
                    <a:pt x="57" y="264"/>
                    <a:pt x="57" y="265"/>
                  </a:cubicBezTo>
                  <a:cubicBezTo>
                    <a:pt x="57" y="265"/>
                    <a:pt x="57" y="266"/>
                    <a:pt x="57" y="266"/>
                  </a:cubicBezTo>
                  <a:cubicBezTo>
                    <a:pt x="57" y="267"/>
                    <a:pt x="57" y="268"/>
                    <a:pt x="57" y="268"/>
                  </a:cubicBezTo>
                  <a:cubicBezTo>
                    <a:pt x="57" y="269"/>
                    <a:pt x="57" y="269"/>
                    <a:pt x="57" y="270"/>
                  </a:cubicBezTo>
                  <a:cubicBezTo>
                    <a:pt x="57" y="270"/>
                    <a:pt x="57" y="271"/>
                    <a:pt x="57" y="271"/>
                  </a:cubicBezTo>
                  <a:cubicBezTo>
                    <a:pt x="56" y="271"/>
                    <a:pt x="56" y="271"/>
                    <a:pt x="55" y="271"/>
                  </a:cubicBezTo>
                  <a:cubicBezTo>
                    <a:pt x="55" y="272"/>
                    <a:pt x="55" y="272"/>
                    <a:pt x="55" y="273"/>
                  </a:cubicBezTo>
                  <a:cubicBezTo>
                    <a:pt x="55" y="273"/>
                    <a:pt x="54" y="273"/>
                    <a:pt x="54" y="273"/>
                  </a:cubicBezTo>
                  <a:cubicBezTo>
                    <a:pt x="54" y="273"/>
                    <a:pt x="54" y="274"/>
                    <a:pt x="54" y="274"/>
                  </a:cubicBezTo>
                  <a:cubicBezTo>
                    <a:pt x="53" y="274"/>
                    <a:pt x="53" y="274"/>
                    <a:pt x="52" y="274"/>
                  </a:cubicBezTo>
                  <a:cubicBezTo>
                    <a:pt x="52" y="275"/>
                    <a:pt x="52" y="276"/>
                    <a:pt x="52" y="276"/>
                  </a:cubicBezTo>
                  <a:cubicBezTo>
                    <a:pt x="52" y="276"/>
                    <a:pt x="51" y="276"/>
                    <a:pt x="51" y="276"/>
                  </a:cubicBezTo>
                  <a:cubicBezTo>
                    <a:pt x="51" y="277"/>
                    <a:pt x="51" y="277"/>
                    <a:pt x="51" y="278"/>
                  </a:cubicBezTo>
                  <a:cubicBezTo>
                    <a:pt x="50" y="278"/>
                    <a:pt x="50" y="278"/>
                    <a:pt x="49" y="278"/>
                  </a:cubicBezTo>
                  <a:cubicBezTo>
                    <a:pt x="49" y="278"/>
                    <a:pt x="49" y="279"/>
                    <a:pt x="49" y="279"/>
                  </a:cubicBezTo>
                  <a:cubicBezTo>
                    <a:pt x="49" y="280"/>
                    <a:pt x="49" y="280"/>
                    <a:pt x="49" y="281"/>
                  </a:cubicBezTo>
                  <a:cubicBezTo>
                    <a:pt x="49" y="281"/>
                    <a:pt x="49" y="282"/>
                    <a:pt x="49" y="283"/>
                  </a:cubicBezTo>
                  <a:cubicBezTo>
                    <a:pt x="49" y="283"/>
                    <a:pt x="49" y="284"/>
                    <a:pt x="49" y="284"/>
                  </a:cubicBezTo>
                  <a:cubicBezTo>
                    <a:pt x="49" y="285"/>
                    <a:pt x="49" y="285"/>
                    <a:pt x="49" y="286"/>
                  </a:cubicBezTo>
                  <a:cubicBezTo>
                    <a:pt x="49" y="286"/>
                    <a:pt x="49" y="287"/>
                    <a:pt x="49" y="287"/>
                  </a:cubicBezTo>
                  <a:cubicBezTo>
                    <a:pt x="49" y="288"/>
                    <a:pt x="49" y="288"/>
                    <a:pt x="49" y="289"/>
                  </a:cubicBezTo>
                  <a:cubicBezTo>
                    <a:pt x="48" y="289"/>
                    <a:pt x="48" y="289"/>
                    <a:pt x="47" y="289"/>
                  </a:cubicBezTo>
                  <a:cubicBezTo>
                    <a:pt x="47" y="290"/>
                    <a:pt x="47" y="290"/>
                    <a:pt x="47" y="291"/>
                  </a:cubicBezTo>
                  <a:cubicBezTo>
                    <a:pt x="47" y="291"/>
                    <a:pt x="47" y="292"/>
                    <a:pt x="47" y="292"/>
                  </a:cubicBezTo>
                  <a:cubicBezTo>
                    <a:pt x="47" y="293"/>
                    <a:pt x="47" y="293"/>
                    <a:pt x="47" y="294"/>
                  </a:cubicBezTo>
                  <a:cubicBezTo>
                    <a:pt x="48" y="294"/>
                    <a:pt x="48" y="294"/>
                    <a:pt x="49" y="294"/>
                  </a:cubicBezTo>
                  <a:cubicBezTo>
                    <a:pt x="49" y="294"/>
                    <a:pt x="49" y="295"/>
                    <a:pt x="49" y="295"/>
                  </a:cubicBezTo>
                  <a:cubicBezTo>
                    <a:pt x="49" y="296"/>
                    <a:pt x="49" y="297"/>
                    <a:pt x="49" y="297"/>
                  </a:cubicBezTo>
                  <a:cubicBezTo>
                    <a:pt x="50" y="297"/>
                    <a:pt x="50" y="297"/>
                    <a:pt x="51" y="297"/>
                  </a:cubicBezTo>
                  <a:cubicBezTo>
                    <a:pt x="51" y="297"/>
                    <a:pt x="52" y="297"/>
                    <a:pt x="52" y="297"/>
                  </a:cubicBezTo>
                  <a:cubicBezTo>
                    <a:pt x="52" y="298"/>
                    <a:pt x="52" y="298"/>
                    <a:pt x="52" y="299"/>
                  </a:cubicBezTo>
                  <a:cubicBezTo>
                    <a:pt x="52" y="299"/>
                    <a:pt x="52" y="300"/>
                    <a:pt x="52" y="300"/>
                  </a:cubicBezTo>
                  <a:cubicBezTo>
                    <a:pt x="53" y="300"/>
                    <a:pt x="53" y="300"/>
                    <a:pt x="54" y="300"/>
                  </a:cubicBezTo>
                  <a:cubicBezTo>
                    <a:pt x="54" y="301"/>
                    <a:pt x="54" y="301"/>
                    <a:pt x="54" y="302"/>
                  </a:cubicBezTo>
                  <a:cubicBezTo>
                    <a:pt x="54" y="303"/>
                    <a:pt x="54" y="303"/>
                    <a:pt x="54" y="304"/>
                  </a:cubicBezTo>
                  <a:cubicBezTo>
                    <a:pt x="54" y="304"/>
                    <a:pt x="55" y="304"/>
                    <a:pt x="55" y="304"/>
                  </a:cubicBezTo>
                  <a:cubicBezTo>
                    <a:pt x="55" y="304"/>
                    <a:pt x="55" y="305"/>
                    <a:pt x="55" y="305"/>
                  </a:cubicBezTo>
                  <a:cubicBezTo>
                    <a:pt x="55" y="306"/>
                    <a:pt x="55" y="306"/>
                    <a:pt x="55" y="307"/>
                  </a:cubicBezTo>
                  <a:cubicBezTo>
                    <a:pt x="56" y="307"/>
                    <a:pt x="56" y="307"/>
                    <a:pt x="57" y="307"/>
                  </a:cubicBezTo>
                  <a:cubicBezTo>
                    <a:pt x="57" y="307"/>
                    <a:pt x="57" y="308"/>
                    <a:pt x="57" y="308"/>
                  </a:cubicBezTo>
                  <a:cubicBezTo>
                    <a:pt x="57" y="309"/>
                    <a:pt x="57" y="309"/>
                    <a:pt x="57" y="310"/>
                  </a:cubicBezTo>
                  <a:cubicBezTo>
                    <a:pt x="57" y="310"/>
                    <a:pt x="58" y="310"/>
                    <a:pt x="58" y="310"/>
                  </a:cubicBezTo>
                  <a:cubicBezTo>
                    <a:pt x="58" y="310"/>
                    <a:pt x="58" y="311"/>
                    <a:pt x="58" y="312"/>
                  </a:cubicBezTo>
                  <a:cubicBezTo>
                    <a:pt x="59" y="312"/>
                    <a:pt x="59" y="312"/>
                    <a:pt x="60" y="312"/>
                  </a:cubicBezTo>
                  <a:cubicBezTo>
                    <a:pt x="60" y="312"/>
                    <a:pt x="60" y="313"/>
                    <a:pt x="60" y="313"/>
                  </a:cubicBezTo>
                  <a:cubicBezTo>
                    <a:pt x="60" y="314"/>
                    <a:pt x="60" y="314"/>
                    <a:pt x="60" y="315"/>
                  </a:cubicBezTo>
                  <a:cubicBezTo>
                    <a:pt x="60" y="315"/>
                    <a:pt x="60" y="316"/>
                    <a:pt x="60" y="317"/>
                  </a:cubicBezTo>
                  <a:cubicBezTo>
                    <a:pt x="60" y="317"/>
                    <a:pt x="61" y="317"/>
                    <a:pt x="61" y="317"/>
                  </a:cubicBezTo>
                  <a:cubicBezTo>
                    <a:pt x="61" y="317"/>
                    <a:pt x="61" y="318"/>
                    <a:pt x="61" y="318"/>
                  </a:cubicBezTo>
                  <a:cubicBezTo>
                    <a:pt x="62" y="318"/>
                    <a:pt x="63" y="318"/>
                    <a:pt x="63" y="318"/>
                  </a:cubicBezTo>
                  <a:cubicBezTo>
                    <a:pt x="63" y="319"/>
                    <a:pt x="63" y="319"/>
                    <a:pt x="63" y="320"/>
                  </a:cubicBezTo>
                  <a:cubicBezTo>
                    <a:pt x="63" y="320"/>
                    <a:pt x="63" y="321"/>
                    <a:pt x="63" y="321"/>
                  </a:cubicBezTo>
                  <a:cubicBezTo>
                    <a:pt x="64" y="321"/>
                    <a:pt x="64" y="321"/>
                    <a:pt x="65" y="321"/>
                  </a:cubicBezTo>
                  <a:cubicBezTo>
                    <a:pt x="65" y="322"/>
                    <a:pt x="65" y="322"/>
                    <a:pt x="65" y="323"/>
                  </a:cubicBezTo>
                  <a:cubicBezTo>
                    <a:pt x="65" y="323"/>
                    <a:pt x="66" y="323"/>
                    <a:pt x="66" y="323"/>
                  </a:cubicBezTo>
                  <a:cubicBezTo>
                    <a:pt x="67" y="323"/>
                    <a:pt x="67" y="323"/>
                    <a:pt x="68" y="323"/>
                  </a:cubicBezTo>
                  <a:cubicBezTo>
                    <a:pt x="68" y="323"/>
                    <a:pt x="69" y="323"/>
                    <a:pt x="69" y="323"/>
                  </a:cubicBezTo>
                  <a:cubicBezTo>
                    <a:pt x="69" y="323"/>
                    <a:pt x="69" y="324"/>
                    <a:pt x="69" y="324"/>
                  </a:cubicBezTo>
                  <a:cubicBezTo>
                    <a:pt x="70" y="324"/>
                    <a:pt x="70" y="324"/>
                    <a:pt x="71" y="324"/>
                  </a:cubicBezTo>
                  <a:cubicBezTo>
                    <a:pt x="71" y="324"/>
                    <a:pt x="72" y="324"/>
                    <a:pt x="73" y="324"/>
                  </a:cubicBezTo>
                  <a:cubicBezTo>
                    <a:pt x="73" y="325"/>
                    <a:pt x="73" y="326"/>
                    <a:pt x="73" y="326"/>
                  </a:cubicBezTo>
                  <a:cubicBezTo>
                    <a:pt x="73" y="326"/>
                    <a:pt x="74" y="326"/>
                    <a:pt x="74" y="326"/>
                  </a:cubicBezTo>
                  <a:cubicBezTo>
                    <a:pt x="74" y="327"/>
                    <a:pt x="74" y="327"/>
                    <a:pt x="74" y="328"/>
                  </a:cubicBezTo>
                  <a:cubicBezTo>
                    <a:pt x="75" y="328"/>
                    <a:pt x="75" y="328"/>
                    <a:pt x="76" y="328"/>
                  </a:cubicBezTo>
                  <a:cubicBezTo>
                    <a:pt x="76" y="328"/>
                    <a:pt x="76" y="329"/>
                    <a:pt x="76" y="329"/>
                  </a:cubicBezTo>
                  <a:cubicBezTo>
                    <a:pt x="76" y="329"/>
                    <a:pt x="77" y="329"/>
                    <a:pt x="77" y="329"/>
                  </a:cubicBezTo>
                  <a:cubicBezTo>
                    <a:pt x="77" y="330"/>
                    <a:pt x="77" y="330"/>
                    <a:pt x="77" y="331"/>
                  </a:cubicBezTo>
                  <a:cubicBezTo>
                    <a:pt x="77" y="332"/>
                    <a:pt x="77" y="332"/>
                    <a:pt x="77" y="333"/>
                  </a:cubicBezTo>
                  <a:cubicBezTo>
                    <a:pt x="77" y="333"/>
                    <a:pt x="77" y="334"/>
                    <a:pt x="77" y="334"/>
                  </a:cubicBezTo>
                  <a:cubicBezTo>
                    <a:pt x="77" y="335"/>
                    <a:pt x="77" y="335"/>
                    <a:pt x="77" y="336"/>
                  </a:cubicBezTo>
                  <a:cubicBezTo>
                    <a:pt x="77" y="336"/>
                    <a:pt x="77" y="337"/>
                    <a:pt x="77" y="337"/>
                  </a:cubicBezTo>
                  <a:cubicBezTo>
                    <a:pt x="78" y="337"/>
                    <a:pt x="78" y="337"/>
                    <a:pt x="79" y="337"/>
                  </a:cubicBezTo>
                  <a:cubicBezTo>
                    <a:pt x="79" y="338"/>
                    <a:pt x="79" y="338"/>
                    <a:pt x="79" y="339"/>
                  </a:cubicBezTo>
                  <a:cubicBezTo>
                    <a:pt x="79" y="340"/>
                    <a:pt x="79" y="340"/>
                    <a:pt x="79" y="341"/>
                  </a:cubicBezTo>
                  <a:cubicBezTo>
                    <a:pt x="78" y="341"/>
                    <a:pt x="78" y="341"/>
                    <a:pt x="77" y="341"/>
                  </a:cubicBezTo>
                  <a:cubicBezTo>
                    <a:pt x="77" y="341"/>
                    <a:pt x="77" y="342"/>
                    <a:pt x="77" y="342"/>
                  </a:cubicBezTo>
                  <a:cubicBezTo>
                    <a:pt x="77" y="343"/>
                    <a:pt x="77" y="343"/>
                    <a:pt x="77" y="344"/>
                  </a:cubicBezTo>
                  <a:cubicBezTo>
                    <a:pt x="78" y="344"/>
                    <a:pt x="78" y="344"/>
                    <a:pt x="79" y="344"/>
                  </a:cubicBezTo>
                  <a:cubicBezTo>
                    <a:pt x="79" y="344"/>
                    <a:pt x="79" y="345"/>
                    <a:pt x="79" y="346"/>
                  </a:cubicBezTo>
                  <a:cubicBezTo>
                    <a:pt x="79" y="346"/>
                    <a:pt x="79" y="347"/>
                    <a:pt x="79" y="347"/>
                  </a:cubicBezTo>
                  <a:cubicBezTo>
                    <a:pt x="79" y="348"/>
                    <a:pt x="79" y="348"/>
                    <a:pt x="79" y="349"/>
                  </a:cubicBezTo>
                  <a:cubicBezTo>
                    <a:pt x="78" y="349"/>
                    <a:pt x="78" y="349"/>
                    <a:pt x="77" y="349"/>
                  </a:cubicBezTo>
                  <a:cubicBezTo>
                    <a:pt x="77" y="349"/>
                    <a:pt x="77" y="350"/>
                    <a:pt x="77" y="350"/>
                  </a:cubicBezTo>
                  <a:cubicBezTo>
                    <a:pt x="78" y="350"/>
                    <a:pt x="78" y="350"/>
                    <a:pt x="79" y="350"/>
                  </a:cubicBezTo>
                  <a:cubicBezTo>
                    <a:pt x="79" y="351"/>
                    <a:pt x="79" y="351"/>
                    <a:pt x="79" y="352"/>
                  </a:cubicBezTo>
                  <a:cubicBezTo>
                    <a:pt x="79" y="352"/>
                    <a:pt x="79" y="353"/>
                    <a:pt x="79" y="353"/>
                  </a:cubicBezTo>
                  <a:cubicBezTo>
                    <a:pt x="79" y="354"/>
                    <a:pt x="79" y="355"/>
                    <a:pt x="79" y="355"/>
                  </a:cubicBezTo>
                  <a:cubicBezTo>
                    <a:pt x="79" y="356"/>
                    <a:pt x="79" y="356"/>
                    <a:pt x="79" y="357"/>
                  </a:cubicBezTo>
                  <a:cubicBezTo>
                    <a:pt x="79" y="357"/>
                    <a:pt x="79" y="358"/>
                    <a:pt x="79" y="358"/>
                  </a:cubicBezTo>
                  <a:cubicBezTo>
                    <a:pt x="79" y="359"/>
                    <a:pt x="79" y="359"/>
                    <a:pt x="79" y="360"/>
                  </a:cubicBezTo>
                  <a:cubicBezTo>
                    <a:pt x="79" y="361"/>
                    <a:pt x="79" y="361"/>
                    <a:pt x="79" y="362"/>
                  </a:cubicBezTo>
                  <a:cubicBezTo>
                    <a:pt x="79" y="362"/>
                    <a:pt x="79" y="363"/>
                    <a:pt x="79" y="363"/>
                  </a:cubicBezTo>
                  <a:cubicBezTo>
                    <a:pt x="79" y="364"/>
                    <a:pt x="79" y="364"/>
                    <a:pt x="79" y="365"/>
                  </a:cubicBezTo>
                  <a:cubicBezTo>
                    <a:pt x="79" y="365"/>
                    <a:pt x="79" y="366"/>
                    <a:pt x="79" y="366"/>
                  </a:cubicBezTo>
                  <a:cubicBezTo>
                    <a:pt x="79" y="366"/>
                    <a:pt x="80" y="366"/>
                    <a:pt x="80" y="366"/>
                  </a:cubicBezTo>
                  <a:cubicBezTo>
                    <a:pt x="80" y="367"/>
                    <a:pt x="80" y="367"/>
                    <a:pt x="80" y="368"/>
                  </a:cubicBezTo>
                  <a:cubicBezTo>
                    <a:pt x="80" y="369"/>
                    <a:pt x="80" y="369"/>
                    <a:pt x="80" y="370"/>
                  </a:cubicBezTo>
                  <a:cubicBezTo>
                    <a:pt x="80" y="370"/>
                    <a:pt x="80" y="371"/>
                    <a:pt x="80" y="371"/>
                  </a:cubicBezTo>
                  <a:cubicBezTo>
                    <a:pt x="80" y="372"/>
                    <a:pt x="80" y="372"/>
                    <a:pt x="80" y="373"/>
                  </a:cubicBezTo>
                  <a:cubicBezTo>
                    <a:pt x="80" y="373"/>
                    <a:pt x="80" y="374"/>
                    <a:pt x="80" y="375"/>
                  </a:cubicBezTo>
                  <a:cubicBezTo>
                    <a:pt x="80" y="375"/>
                    <a:pt x="80" y="376"/>
                    <a:pt x="80" y="376"/>
                  </a:cubicBezTo>
                  <a:cubicBezTo>
                    <a:pt x="80" y="376"/>
                    <a:pt x="79" y="376"/>
                    <a:pt x="79" y="376"/>
                  </a:cubicBezTo>
                  <a:cubicBezTo>
                    <a:pt x="79" y="377"/>
                    <a:pt x="79" y="377"/>
                    <a:pt x="79" y="377"/>
                  </a:cubicBezTo>
                  <a:cubicBezTo>
                    <a:pt x="87" y="384"/>
                    <a:pt x="95" y="391"/>
                    <a:pt x="104" y="397"/>
                  </a:cubicBezTo>
                  <a:cubicBezTo>
                    <a:pt x="104" y="396"/>
                    <a:pt x="104" y="396"/>
                    <a:pt x="104" y="395"/>
                  </a:cubicBezTo>
                  <a:cubicBezTo>
                    <a:pt x="103" y="395"/>
                    <a:pt x="103" y="395"/>
                    <a:pt x="102" y="395"/>
                  </a:cubicBezTo>
                  <a:moveTo>
                    <a:pt x="96" y="41"/>
                  </a:moveTo>
                  <a:cubicBezTo>
                    <a:pt x="96" y="41"/>
                    <a:pt x="97" y="41"/>
                    <a:pt x="97" y="41"/>
                  </a:cubicBezTo>
                  <a:cubicBezTo>
                    <a:pt x="97" y="41"/>
                    <a:pt x="97" y="42"/>
                    <a:pt x="97" y="42"/>
                  </a:cubicBezTo>
                  <a:cubicBezTo>
                    <a:pt x="97" y="42"/>
                    <a:pt x="96" y="42"/>
                    <a:pt x="96" y="42"/>
                  </a:cubicBezTo>
                  <a:cubicBezTo>
                    <a:pt x="96" y="42"/>
                    <a:pt x="96" y="41"/>
                    <a:pt x="96" y="41"/>
                  </a:cubicBezTo>
                  <a:moveTo>
                    <a:pt x="105" y="8"/>
                  </a:moveTo>
                  <a:cubicBezTo>
                    <a:pt x="106" y="8"/>
                    <a:pt x="106" y="8"/>
                    <a:pt x="107" y="8"/>
                  </a:cubicBezTo>
                  <a:cubicBezTo>
                    <a:pt x="107" y="8"/>
                    <a:pt x="108" y="8"/>
                    <a:pt x="108" y="8"/>
                  </a:cubicBezTo>
                  <a:cubicBezTo>
                    <a:pt x="109" y="8"/>
                    <a:pt x="110" y="8"/>
                    <a:pt x="110" y="8"/>
                  </a:cubicBezTo>
                  <a:cubicBezTo>
                    <a:pt x="111" y="8"/>
                    <a:pt x="111" y="8"/>
                    <a:pt x="112" y="8"/>
                  </a:cubicBezTo>
                  <a:cubicBezTo>
                    <a:pt x="112" y="8"/>
                    <a:pt x="113" y="8"/>
                    <a:pt x="113" y="8"/>
                  </a:cubicBezTo>
                  <a:cubicBezTo>
                    <a:pt x="113" y="9"/>
                    <a:pt x="113" y="9"/>
                    <a:pt x="113" y="10"/>
                  </a:cubicBezTo>
                  <a:cubicBezTo>
                    <a:pt x="114" y="10"/>
                    <a:pt x="114" y="10"/>
                    <a:pt x="115" y="10"/>
                  </a:cubicBezTo>
                  <a:cubicBezTo>
                    <a:pt x="115" y="11"/>
                    <a:pt x="115" y="11"/>
                    <a:pt x="115" y="12"/>
                  </a:cubicBezTo>
                  <a:cubicBezTo>
                    <a:pt x="115" y="12"/>
                    <a:pt x="116" y="12"/>
                    <a:pt x="116" y="12"/>
                  </a:cubicBezTo>
                  <a:cubicBezTo>
                    <a:pt x="116" y="12"/>
                    <a:pt x="116" y="13"/>
                    <a:pt x="116" y="13"/>
                  </a:cubicBezTo>
                  <a:cubicBezTo>
                    <a:pt x="116" y="13"/>
                    <a:pt x="115" y="13"/>
                    <a:pt x="115" y="13"/>
                  </a:cubicBezTo>
                  <a:cubicBezTo>
                    <a:pt x="114" y="13"/>
                    <a:pt x="114" y="13"/>
                    <a:pt x="113" y="13"/>
                  </a:cubicBezTo>
                  <a:cubicBezTo>
                    <a:pt x="113" y="13"/>
                    <a:pt x="113" y="12"/>
                    <a:pt x="113" y="12"/>
                  </a:cubicBezTo>
                  <a:cubicBezTo>
                    <a:pt x="113" y="11"/>
                    <a:pt x="113" y="11"/>
                    <a:pt x="113" y="10"/>
                  </a:cubicBezTo>
                  <a:cubicBezTo>
                    <a:pt x="113" y="10"/>
                    <a:pt x="112" y="10"/>
                    <a:pt x="112" y="10"/>
                  </a:cubicBezTo>
                  <a:cubicBezTo>
                    <a:pt x="111" y="10"/>
                    <a:pt x="111" y="10"/>
                    <a:pt x="110" y="10"/>
                  </a:cubicBezTo>
                  <a:cubicBezTo>
                    <a:pt x="110" y="10"/>
                    <a:pt x="109" y="10"/>
                    <a:pt x="108" y="10"/>
                  </a:cubicBezTo>
                  <a:cubicBezTo>
                    <a:pt x="108" y="11"/>
                    <a:pt x="108" y="11"/>
                    <a:pt x="108" y="12"/>
                  </a:cubicBezTo>
                  <a:cubicBezTo>
                    <a:pt x="108" y="12"/>
                    <a:pt x="108" y="13"/>
                    <a:pt x="108" y="13"/>
                  </a:cubicBezTo>
                  <a:cubicBezTo>
                    <a:pt x="109" y="13"/>
                    <a:pt x="110" y="13"/>
                    <a:pt x="110" y="13"/>
                  </a:cubicBezTo>
                  <a:cubicBezTo>
                    <a:pt x="110" y="14"/>
                    <a:pt x="110" y="14"/>
                    <a:pt x="110" y="15"/>
                  </a:cubicBezTo>
                  <a:cubicBezTo>
                    <a:pt x="110" y="15"/>
                    <a:pt x="109" y="15"/>
                    <a:pt x="108" y="15"/>
                  </a:cubicBezTo>
                  <a:cubicBezTo>
                    <a:pt x="108" y="15"/>
                    <a:pt x="107" y="15"/>
                    <a:pt x="107" y="15"/>
                  </a:cubicBezTo>
                  <a:cubicBezTo>
                    <a:pt x="107" y="14"/>
                    <a:pt x="107" y="14"/>
                    <a:pt x="107" y="13"/>
                  </a:cubicBezTo>
                  <a:cubicBezTo>
                    <a:pt x="107" y="13"/>
                    <a:pt x="107" y="12"/>
                    <a:pt x="107" y="12"/>
                  </a:cubicBezTo>
                  <a:cubicBezTo>
                    <a:pt x="107" y="11"/>
                    <a:pt x="107" y="11"/>
                    <a:pt x="107" y="10"/>
                  </a:cubicBezTo>
                  <a:cubicBezTo>
                    <a:pt x="106" y="10"/>
                    <a:pt x="106" y="10"/>
                    <a:pt x="105" y="10"/>
                  </a:cubicBezTo>
                  <a:cubicBezTo>
                    <a:pt x="105" y="9"/>
                    <a:pt x="105" y="9"/>
                    <a:pt x="105" y="8"/>
                  </a:cubicBezTo>
                  <a:moveTo>
                    <a:pt x="69" y="58"/>
                  </a:moveTo>
                  <a:cubicBezTo>
                    <a:pt x="69" y="58"/>
                    <a:pt x="69" y="57"/>
                    <a:pt x="69" y="57"/>
                  </a:cubicBezTo>
                  <a:cubicBezTo>
                    <a:pt x="70" y="57"/>
                    <a:pt x="70" y="57"/>
                    <a:pt x="71" y="57"/>
                  </a:cubicBezTo>
                  <a:cubicBezTo>
                    <a:pt x="71" y="57"/>
                    <a:pt x="72" y="57"/>
                    <a:pt x="73" y="57"/>
                  </a:cubicBezTo>
                  <a:cubicBezTo>
                    <a:pt x="73" y="56"/>
                    <a:pt x="73" y="56"/>
                    <a:pt x="73" y="55"/>
                  </a:cubicBezTo>
                  <a:cubicBezTo>
                    <a:pt x="73" y="55"/>
                    <a:pt x="73" y="54"/>
                    <a:pt x="73" y="53"/>
                  </a:cubicBezTo>
                  <a:cubicBezTo>
                    <a:pt x="73" y="53"/>
                    <a:pt x="74" y="53"/>
                    <a:pt x="74" y="53"/>
                  </a:cubicBezTo>
                  <a:cubicBezTo>
                    <a:pt x="74" y="54"/>
                    <a:pt x="74" y="55"/>
                    <a:pt x="74" y="55"/>
                  </a:cubicBezTo>
                  <a:cubicBezTo>
                    <a:pt x="74" y="56"/>
                    <a:pt x="74" y="56"/>
                    <a:pt x="74" y="57"/>
                  </a:cubicBezTo>
                  <a:cubicBezTo>
                    <a:pt x="74" y="57"/>
                    <a:pt x="74" y="58"/>
                    <a:pt x="74" y="58"/>
                  </a:cubicBezTo>
                  <a:cubicBezTo>
                    <a:pt x="74" y="58"/>
                    <a:pt x="73" y="58"/>
                    <a:pt x="73" y="58"/>
                  </a:cubicBezTo>
                  <a:cubicBezTo>
                    <a:pt x="72" y="58"/>
                    <a:pt x="71" y="58"/>
                    <a:pt x="71" y="58"/>
                  </a:cubicBezTo>
                  <a:cubicBezTo>
                    <a:pt x="71" y="59"/>
                    <a:pt x="71" y="59"/>
                    <a:pt x="71" y="60"/>
                  </a:cubicBezTo>
                  <a:cubicBezTo>
                    <a:pt x="70" y="60"/>
                    <a:pt x="70" y="60"/>
                    <a:pt x="69" y="60"/>
                  </a:cubicBezTo>
                  <a:cubicBezTo>
                    <a:pt x="69" y="59"/>
                    <a:pt x="69" y="59"/>
                    <a:pt x="69" y="58"/>
                  </a:cubicBezTo>
                  <a:moveTo>
                    <a:pt x="54" y="52"/>
                  </a:moveTo>
                  <a:cubicBezTo>
                    <a:pt x="54" y="52"/>
                    <a:pt x="55" y="52"/>
                    <a:pt x="55" y="52"/>
                  </a:cubicBezTo>
                  <a:cubicBezTo>
                    <a:pt x="56" y="52"/>
                    <a:pt x="56" y="52"/>
                    <a:pt x="57" y="52"/>
                  </a:cubicBezTo>
                  <a:cubicBezTo>
                    <a:pt x="57" y="52"/>
                    <a:pt x="57" y="53"/>
                    <a:pt x="57" y="53"/>
                  </a:cubicBezTo>
                  <a:cubicBezTo>
                    <a:pt x="57" y="53"/>
                    <a:pt x="58" y="53"/>
                    <a:pt x="58" y="53"/>
                  </a:cubicBezTo>
                  <a:cubicBezTo>
                    <a:pt x="59" y="53"/>
                    <a:pt x="59" y="53"/>
                    <a:pt x="60" y="53"/>
                  </a:cubicBezTo>
                  <a:cubicBezTo>
                    <a:pt x="60" y="53"/>
                    <a:pt x="61" y="53"/>
                    <a:pt x="61" y="53"/>
                  </a:cubicBezTo>
                  <a:cubicBezTo>
                    <a:pt x="62" y="53"/>
                    <a:pt x="63" y="53"/>
                    <a:pt x="63" y="53"/>
                  </a:cubicBezTo>
                  <a:cubicBezTo>
                    <a:pt x="64" y="53"/>
                    <a:pt x="64" y="53"/>
                    <a:pt x="65" y="53"/>
                  </a:cubicBezTo>
                  <a:cubicBezTo>
                    <a:pt x="65" y="54"/>
                    <a:pt x="65" y="55"/>
                    <a:pt x="65" y="55"/>
                  </a:cubicBezTo>
                  <a:cubicBezTo>
                    <a:pt x="65" y="55"/>
                    <a:pt x="66" y="55"/>
                    <a:pt x="66" y="55"/>
                  </a:cubicBezTo>
                  <a:cubicBezTo>
                    <a:pt x="66" y="56"/>
                    <a:pt x="66" y="56"/>
                    <a:pt x="66" y="57"/>
                  </a:cubicBezTo>
                  <a:cubicBezTo>
                    <a:pt x="66" y="57"/>
                    <a:pt x="65" y="57"/>
                    <a:pt x="65" y="57"/>
                  </a:cubicBezTo>
                  <a:cubicBezTo>
                    <a:pt x="65" y="57"/>
                    <a:pt x="65" y="58"/>
                    <a:pt x="65" y="58"/>
                  </a:cubicBezTo>
                  <a:cubicBezTo>
                    <a:pt x="64" y="58"/>
                    <a:pt x="64" y="58"/>
                    <a:pt x="63" y="58"/>
                  </a:cubicBezTo>
                  <a:cubicBezTo>
                    <a:pt x="63" y="58"/>
                    <a:pt x="62" y="58"/>
                    <a:pt x="61" y="58"/>
                  </a:cubicBezTo>
                  <a:cubicBezTo>
                    <a:pt x="61" y="58"/>
                    <a:pt x="61" y="57"/>
                    <a:pt x="61" y="57"/>
                  </a:cubicBezTo>
                  <a:cubicBezTo>
                    <a:pt x="61" y="57"/>
                    <a:pt x="60" y="57"/>
                    <a:pt x="60" y="57"/>
                  </a:cubicBezTo>
                  <a:cubicBezTo>
                    <a:pt x="59" y="57"/>
                    <a:pt x="59" y="57"/>
                    <a:pt x="58" y="57"/>
                  </a:cubicBezTo>
                  <a:cubicBezTo>
                    <a:pt x="58" y="56"/>
                    <a:pt x="58" y="56"/>
                    <a:pt x="58" y="55"/>
                  </a:cubicBezTo>
                  <a:cubicBezTo>
                    <a:pt x="58" y="55"/>
                    <a:pt x="57" y="55"/>
                    <a:pt x="57" y="55"/>
                  </a:cubicBezTo>
                  <a:cubicBezTo>
                    <a:pt x="56" y="55"/>
                    <a:pt x="56" y="55"/>
                    <a:pt x="55" y="55"/>
                  </a:cubicBezTo>
                  <a:cubicBezTo>
                    <a:pt x="55" y="55"/>
                    <a:pt x="55" y="54"/>
                    <a:pt x="55" y="53"/>
                  </a:cubicBezTo>
                  <a:cubicBezTo>
                    <a:pt x="55" y="53"/>
                    <a:pt x="54" y="53"/>
                    <a:pt x="54" y="53"/>
                  </a:cubicBezTo>
                  <a:cubicBezTo>
                    <a:pt x="54" y="53"/>
                    <a:pt x="54" y="52"/>
                    <a:pt x="54" y="52"/>
                  </a:cubicBezTo>
                  <a:moveTo>
                    <a:pt x="80" y="317"/>
                  </a:moveTo>
                  <a:cubicBezTo>
                    <a:pt x="80" y="317"/>
                    <a:pt x="79" y="317"/>
                    <a:pt x="79" y="317"/>
                  </a:cubicBezTo>
                  <a:cubicBezTo>
                    <a:pt x="79" y="316"/>
                    <a:pt x="79" y="315"/>
                    <a:pt x="79" y="315"/>
                  </a:cubicBezTo>
                  <a:cubicBezTo>
                    <a:pt x="79" y="315"/>
                    <a:pt x="80" y="315"/>
                    <a:pt x="80" y="315"/>
                  </a:cubicBezTo>
                  <a:cubicBezTo>
                    <a:pt x="80" y="315"/>
                    <a:pt x="80" y="316"/>
                    <a:pt x="80" y="317"/>
                  </a:cubicBezTo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79" name="Freeform 41070"/>
            <p:cNvSpPr>
              <a:spLocks/>
            </p:cNvSpPr>
            <p:nvPr/>
          </p:nvSpPr>
          <p:spPr bwMode="auto">
            <a:xfrm>
              <a:off x="4237" y="867"/>
              <a:ext cx="5" cy="2"/>
            </a:xfrm>
            <a:custGeom>
              <a:avLst/>
              <a:gdLst>
                <a:gd name="T0" fmla="*/ 3 w 3"/>
                <a:gd name="T1" fmla="*/ 0 h 1"/>
                <a:gd name="T2" fmla="*/ 0 w 3"/>
                <a:gd name="T3" fmla="*/ 0 h 1"/>
                <a:gd name="T4" fmla="*/ 0 w 3"/>
                <a:gd name="T5" fmla="*/ 2 h 1"/>
                <a:gd name="T6" fmla="*/ 3 w 3"/>
                <a:gd name="T7" fmla="*/ 2 h 1"/>
                <a:gd name="T8" fmla="*/ 5 w 3"/>
                <a:gd name="T9" fmla="*/ 2 h 1"/>
                <a:gd name="T10" fmla="*/ 5 w 3"/>
                <a:gd name="T11" fmla="*/ 0 h 1"/>
                <a:gd name="T12" fmla="*/ 3 w 3"/>
                <a:gd name="T13" fmla="*/ 0 h 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" h="1">
                  <a:moveTo>
                    <a:pt x="2" y="0"/>
                  </a:move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1" y="1"/>
                    <a:pt x="1" y="1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3" y="1"/>
                    <a:pt x="3" y="0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80" name="Freeform 41071"/>
            <p:cNvSpPr>
              <a:spLocks/>
            </p:cNvSpPr>
            <p:nvPr/>
          </p:nvSpPr>
          <p:spPr bwMode="auto">
            <a:xfrm>
              <a:off x="3777" y="881"/>
              <a:ext cx="11" cy="16"/>
            </a:xfrm>
            <a:custGeom>
              <a:avLst/>
              <a:gdLst>
                <a:gd name="T0" fmla="*/ 2 w 6"/>
                <a:gd name="T1" fmla="*/ 14 h 9"/>
                <a:gd name="T2" fmla="*/ 2 w 6"/>
                <a:gd name="T3" fmla="*/ 16 h 9"/>
                <a:gd name="T4" fmla="*/ 6 w 6"/>
                <a:gd name="T5" fmla="*/ 16 h 9"/>
                <a:gd name="T6" fmla="*/ 6 w 6"/>
                <a:gd name="T7" fmla="*/ 14 h 9"/>
                <a:gd name="T8" fmla="*/ 7 w 6"/>
                <a:gd name="T9" fmla="*/ 14 h 9"/>
                <a:gd name="T10" fmla="*/ 7 w 6"/>
                <a:gd name="T11" fmla="*/ 11 h 9"/>
                <a:gd name="T12" fmla="*/ 11 w 6"/>
                <a:gd name="T13" fmla="*/ 11 h 9"/>
                <a:gd name="T14" fmla="*/ 11 w 6"/>
                <a:gd name="T15" fmla="*/ 7 h 9"/>
                <a:gd name="T16" fmla="*/ 11 w 6"/>
                <a:gd name="T17" fmla="*/ 5 h 9"/>
                <a:gd name="T18" fmla="*/ 11 w 6"/>
                <a:gd name="T19" fmla="*/ 2 h 9"/>
                <a:gd name="T20" fmla="*/ 11 w 6"/>
                <a:gd name="T21" fmla="*/ 0 h 9"/>
                <a:gd name="T22" fmla="*/ 0 w 6"/>
                <a:gd name="T23" fmla="*/ 11 h 9"/>
                <a:gd name="T24" fmla="*/ 0 w 6"/>
                <a:gd name="T25" fmla="*/ 14 h 9"/>
                <a:gd name="T26" fmla="*/ 2 w 6"/>
                <a:gd name="T27" fmla="*/ 14 h 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" h="9">
                  <a:moveTo>
                    <a:pt x="1" y="8"/>
                  </a:moveTo>
                  <a:cubicBezTo>
                    <a:pt x="1" y="8"/>
                    <a:pt x="1" y="9"/>
                    <a:pt x="1" y="9"/>
                  </a:cubicBezTo>
                  <a:cubicBezTo>
                    <a:pt x="2" y="9"/>
                    <a:pt x="2" y="9"/>
                    <a:pt x="3" y="9"/>
                  </a:cubicBezTo>
                  <a:cubicBezTo>
                    <a:pt x="3" y="9"/>
                    <a:pt x="3" y="8"/>
                    <a:pt x="3" y="8"/>
                  </a:cubicBezTo>
                  <a:cubicBezTo>
                    <a:pt x="3" y="8"/>
                    <a:pt x="4" y="8"/>
                    <a:pt x="4" y="8"/>
                  </a:cubicBezTo>
                  <a:cubicBezTo>
                    <a:pt x="4" y="7"/>
                    <a:pt x="4" y="7"/>
                    <a:pt x="4" y="6"/>
                  </a:cubicBezTo>
                  <a:cubicBezTo>
                    <a:pt x="5" y="6"/>
                    <a:pt x="5" y="6"/>
                    <a:pt x="6" y="6"/>
                  </a:cubicBezTo>
                  <a:cubicBezTo>
                    <a:pt x="6" y="6"/>
                    <a:pt x="6" y="5"/>
                    <a:pt x="6" y="4"/>
                  </a:cubicBezTo>
                  <a:cubicBezTo>
                    <a:pt x="6" y="4"/>
                    <a:pt x="6" y="3"/>
                    <a:pt x="6" y="3"/>
                  </a:cubicBezTo>
                  <a:cubicBezTo>
                    <a:pt x="6" y="2"/>
                    <a:pt x="6" y="2"/>
                    <a:pt x="6" y="1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4" y="2"/>
                    <a:pt x="2" y="4"/>
                    <a:pt x="0" y="6"/>
                  </a:cubicBezTo>
                  <a:cubicBezTo>
                    <a:pt x="0" y="7"/>
                    <a:pt x="0" y="7"/>
                    <a:pt x="0" y="8"/>
                  </a:cubicBezTo>
                  <a:cubicBezTo>
                    <a:pt x="0" y="8"/>
                    <a:pt x="1" y="8"/>
                    <a:pt x="1" y="8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81" name="Freeform 41072"/>
            <p:cNvSpPr>
              <a:spLocks/>
            </p:cNvSpPr>
            <p:nvPr/>
          </p:nvSpPr>
          <p:spPr bwMode="auto">
            <a:xfrm>
              <a:off x="4212" y="869"/>
              <a:ext cx="35" cy="18"/>
            </a:xfrm>
            <a:custGeom>
              <a:avLst/>
              <a:gdLst>
                <a:gd name="T0" fmla="*/ 5 w 20"/>
                <a:gd name="T1" fmla="*/ 18 h 10"/>
                <a:gd name="T2" fmla="*/ 9 w 20"/>
                <a:gd name="T3" fmla="*/ 18 h 10"/>
                <a:gd name="T4" fmla="*/ 9 w 20"/>
                <a:gd name="T5" fmla="*/ 16 h 10"/>
                <a:gd name="T6" fmla="*/ 9 w 20"/>
                <a:gd name="T7" fmla="*/ 14 h 10"/>
                <a:gd name="T8" fmla="*/ 11 w 20"/>
                <a:gd name="T9" fmla="*/ 14 h 10"/>
                <a:gd name="T10" fmla="*/ 11 w 20"/>
                <a:gd name="T11" fmla="*/ 18 h 10"/>
                <a:gd name="T12" fmla="*/ 14 w 20"/>
                <a:gd name="T13" fmla="*/ 18 h 10"/>
                <a:gd name="T14" fmla="*/ 14 w 20"/>
                <a:gd name="T15" fmla="*/ 14 h 10"/>
                <a:gd name="T16" fmla="*/ 16 w 20"/>
                <a:gd name="T17" fmla="*/ 14 h 10"/>
                <a:gd name="T18" fmla="*/ 19 w 20"/>
                <a:gd name="T19" fmla="*/ 14 h 10"/>
                <a:gd name="T20" fmla="*/ 19 w 20"/>
                <a:gd name="T21" fmla="*/ 13 h 10"/>
                <a:gd name="T22" fmla="*/ 21 w 20"/>
                <a:gd name="T23" fmla="*/ 13 h 10"/>
                <a:gd name="T24" fmla="*/ 25 w 20"/>
                <a:gd name="T25" fmla="*/ 13 h 10"/>
                <a:gd name="T26" fmla="*/ 28 w 20"/>
                <a:gd name="T27" fmla="*/ 13 h 10"/>
                <a:gd name="T28" fmla="*/ 28 w 20"/>
                <a:gd name="T29" fmla="*/ 9 h 10"/>
                <a:gd name="T30" fmla="*/ 30 w 20"/>
                <a:gd name="T31" fmla="*/ 9 h 10"/>
                <a:gd name="T32" fmla="*/ 33 w 20"/>
                <a:gd name="T33" fmla="*/ 9 h 10"/>
                <a:gd name="T34" fmla="*/ 35 w 20"/>
                <a:gd name="T35" fmla="*/ 9 h 10"/>
                <a:gd name="T36" fmla="*/ 35 w 20"/>
                <a:gd name="T37" fmla="*/ 7 h 10"/>
                <a:gd name="T38" fmla="*/ 35 w 20"/>
                <a:gd name="T39" fmla="*/ 4 h 10"/>
                <a:gd name="T40" fmla="*/ 35 w 20"/>
                <a:gd name="T41" fmla="*/ 0 h 10"/>
                <a:gd name="T42" fmla="*/ 33 w 20"/>
                <a:gd name="T43" fmla="*/ 0 h 10"/>
                <a:gd name="T44" fmla="*/ 30 w 20"/>
                <a:gd name="T45" fmla="*/ 0 h 10"/>
                <a:gd name="T46" fmla="*/ 30 w 20"/>
                <a:gd name="T47" fmla="*/ 4 h 10"/>
                <a:gd name="T48" fmla="*/ 28 w 20"/>
                <a:gd name="T49" fmla="*/ 4 h 10"/>
                <a:gd name="T50" fmla="*/ 28 w 20"/>
                <a:gd name="T51" fmla="*/ 7 h 10"/>
                <a:gd name="T52" fmla="*/ 25 w 20"/>
                <a:gd name="T53" fmla="*/ 7 h 10"/>
                <a:gd name="T54" fmla="*/ 25 w 20"/>
                <a:gd name="T55" fmla="*/ 4 h 10"/>
                <a:gd name="T56" fmla="*/ 21 w 20"/>
                <a:gd name="T57" fmla="*/ 4 h 10"/>
                <a:gd name="T58" fmla="*/ 19 w 20"/>
                <a:gd name="T59" fmla="*/ 4 h 10"/>
                <a:gd name="T60" fmla="*/ 19 w 20"/>
                <a:gd name="T61" fmla="*/ 7 h 10"/>
                <a:gd name="T62" fmla="*/ 19 w 20"/>
                <a:gd name="T63" fmla="*/ 9 h 10"/>
                <a:gd name="T64" fmla="*/ 16 w 20"/>
                <a:gd name="T65" fmla="*/ 9 h 10"/>
                <a:gd name="T66" fmla="*/ 14 w 20"/>
                <a:gd name="T67" fmla="*/ 9 h 10"/>
                <a:gd name="T68" fmla="*/ 14 w 20"/>
                <a:gd name="T69" fmla="*/ 7 h 10"/>
                <a:gd name="T70" fmla="*/ 14 w 20"/>
                <a:gd name="T71" fmla="*/ 4 h 10"/>
                <a:gd name="T72" fmla="*/ 14 w 20"/>
                <a:gd name="T73" fmla="*/ 0 h 10"/>
                <a:gd name="T74" fmla="*/ 11 w 20"/>
                <a:gd name="T75" fmla="*/ 0 h 10"/>
                <a:gd name="T76" fmla="*/ 9 w 20"/>
                <a:gd name="T77" fmla="*/ 0 h 10"/>
                <a:gd name="T78" fmla="*/ 9 w 20"/>
                <a:gd name="T79" fmla="*/ 4 h 10"/>
                <a:gd name="T80" fmla="*/ 5 w 20"/>
                <a:gd name="T81" fmla="*/ 4 h 10"/>
                <a:gd name="T82" fmla="*/ 5 w 20"/>
                <a:gd name="T83" fmla="*/ 7 h 10"/>
                <a:gd name="T84" fmla="*/ 5 w 20"/>
                <a:gd name="T85" fmla="*/ 9 h 10"/>
                <a:gd name="T86" fmla="*/ 5 w 20"/>
                <a:gd name="T87" fmla="*/ 13 h 10"/>
                <a:gd name="T88" fmla="*/ 2 w 20"/>
                <a:gd name="T89" fmla="*/ 13 h 10"/>
                <a:gd name="T90" fmla="*/ 2 w 20"/>
                <a:gd name="T91" fmla="*/ 14 h 10"/>
                <a:gd name="T92" fmla="*/ 0 w 20"/>
                <a:gd name="T93" fmla="*/ 14 h 10"/>
                <a:gd name="T94" fmla="*/ 0 w 20"/>
                <a:gd name="T95" fmla="*/ 18 h 10"/>
                <a:gd name="T96" fmla="*/ 2 w 20"/>
                <a:gd name="T97" fmla="*/ 18 h 10"/>
                <a:gd name="T98" fmla="*/ 5 w 20"/>
                <a:gd name="T99" fmla="*/ 18 h 1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20" h="10">
                  <a:moveTo>
                    <a:pt x="3" y="10"/>
                  </a:moveTo>
                  <a:cubicBezTo>
                    <a:pt x="4" y="10"/>
                    <a:pt x="4" y="10"/>
                    <a:pt x="5" y="10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6" y="8"/>
                    <a:pt x="6" y="8"/>
                  </a:cubicBezTo>
                  <a:cubicBezTo>
                    <a:pt x="6" y="9"/>
                    <a:pt x="6" y="9"/>
                    <a:pt x="6" y="10"/>
                  </a:cubicBezTo>
                  <a:cubicBezTo>
                    <a:pt x="7" y="10"/>
                    <a:pt x="7" y="10"/>
                    <a:pt x="8" y="10"/>
                  </a:cubicBezTo>
                  <a:cubicBezTo>
                    <a:pt x="8" y="9"/>
                    <a:pt x="8" y="9"/>
                    <a:pt x="8" y="8"/>
                  </a:cubicBezTo>
                  <a:cubicBezTo>
                    <a:pt x="8" y="8"/>
                    <a:pt x="9" y="8"/>
                    <a:pt x="9" y="8"/>
                  </a:cubicBezTo>
                  <a:cubicBezTo>
                    <a:pt x="10" y="8"/>
                    <a:pt x="10" y="8"/>
                    <a:pt x="11" y="8"/>
                  </a:cubicBezTo>
                  <a:cubicBezTo>
                    <a:pt x="11" y="8"/>
                    <a:pt x="11" y="7"/>
                    <a:pt x="11" y="7"/>
                  </a:cubicBezTo>
                  <a:cubicBezTo>
                    <a:pt x="11" y="7"/>
                    <a:pt x="12" y="7"/>
                    <a:pt x="12" y="7"/>
                  </a:cubicBezTo>
                  <a:cubicBezTo>
                    <a:pt x="13" y="7"/>
                    <a:pt x="14" y="7"/>
                    <a:pt x="14" y="7"/>
                  </a:cubicBezTo>
                  <a:cubicBezTo>
                    <a:pt x="15" y="7"/>
                    <a:pt x="15" y="7"/>
                    <a:pt x="16" y="7"/>
                  </a:cubicBezTo>
                  <a:cubicBezTo>
                    <a:pt x="16" y="6"/>
                    <a:pt x="16" y="6"/>
                    <a:pt x="16" y="5"/>
                  </a:cubicBezTo>
                  <a:cubicBezTo>
                    <a:pt x="16" y="5"/>
                    <a:pt x="17" y="5"/>
                    <a:pt x="17" y="5"/>
                  </a:cubicBezTo>
                  <a:cubicBezTo>
                    <a:pt x="18" y="5"/>
                    <a:pt x="18" y="5"/>
                    <a:pt x="19" y="5"/>
                  </a:cubicBezTo>
                  <a:cubicBezTo>
                    <a:pt x="19" y="5"/>
                    <a:pt x="20" y="5"/>
                    <a:pt x="20" y="5"/>
                  </a:cubicBezTo>
                  <a:cubicBezTo>
                    <a:pt x="20" y="5"/>
                    <a:pt x="20" y="4"/>
                    <a:pt x="20" y="4"/>
                  </a:cubicBezTo>
                  <a:cubicBezTo>
                    <a:pt x="20" y="3"/>
                    <a:pt x="20" y="2"/>
                    <a:pt x="20" y="2"/>
                  </a:cubicBezTo>
                  <a:cubicBezTo>
                    <a:pt x="20" y="1"/>
                    <a:pt x="20" y="1"/>
                    <a:pt x="20" y="0"/>
                  </a:cubicBezTo>
                  <a:cubicBezTo>
                    <a:pt x="20" y="0"/>
                    <a:pt x="19" y="0"/>
                    <a:pt x="19" y="0"/>
                  </a:cubicBezTo>
                  <a:cubicBezTo>
                    <a:pt x="18" y="0"/>
                    <a:pt x="18" y="0"/>
                    <a:pt x="17" y="0"/>
                  </a:cubicBezTo>
                  <a:cubicBezTo>
                    <a:pt x="17" y="1"/>
                    <a:pt x="17" y="1"/>
                    <a:pt x="17" y="2"/>
                  </a:cubicBezTo>
                  <a:cubicBezTo>
                    <a:pt x="17" y="2"/>
                    <a:pt x="16" y="2"/>
                    <a:pt x="16" y="2"/>
                  </a:cubicBezTo>
                  <a:cubicBezTo>
                    <a:pt x="16" y="2"/>
                    <a:pt x="16" y="3"/>
                    <a:pt x="16" y="4"/>
                  </a:cubicBezTo>
                  <a:cubicBezTo>
                    <a:pt x="15" y="4"/>
                    <a:pt x="15" y="4"/>
                    <a:pt x="14" y="4"/>
                  </a:cubicBezTo>
                  <a:cubicBezTo>
                    <a:pt x="14" y="3"/>
                    <a:pt x="14" y="2"/>
                    <a:pt x="14" y="2"/>
                  </a:cubicBezTo>
                  <a:cubicBezTo>
                    <a:pt x="14" y="2"/>
                    <a:pt x="13" y="2"/>
                    <a:pt x="12" y="2"/>
                  </a:cubicBezTo>
                  <a:cubicBezTo>
                    <a:pt x="12" y="2"/>
                    <a:pt x="11" y="2"/>
                    <a:pt x="11" y="2"/>
                  </a:cubicBezTo>
                  <a:cubicBezTo>
                    <a:pt x="11" y="2"/>
                    <a:pt x="11" y="3"/>
                    <a:pt x="11" y="4"/>
                  </a:cubicBezTo>
                  <a:cubicBezTo>
                    <a:pt x="11" y="4"/>
                    <a:pt x="11" y="5"/>
                    <a:pt x="11" y="5"/>
                  </a:cubicBezTo>
                  <a:cubicBezTo>
                    <a:pt x="10" y="5"/>
                    <a:pt x="10" y="5"/>
                    <a:pt x="9" y="5"/>
                  </a:cubicBezTo>
                  <a:cubicBezTo>
                    <a:pt x="9" y="5"/>
                    <a:pt x="8" y="5"/>
                    <a:pt x="8" y="5"/>
                  </a:cubicBezTo>
                  <a:cubicBezTo>
                    <a:pt x="8" y="5"/>
                    <a:pt x="8" y="4"/>
                    <a:pt x="8" y="4"/>
                  </a:cubicBezTo>
                  <a:cubicBezTo>
                    <a:pt x="8" y="3"/>
                    <a:pt x="8" y="2"/>
                    <a:pt x="8" y="2"/>
                  </a:cubicBezTo>
                  <a:cubicBezTo>
                    <a:pt x="8" y="1"/>
                    <a:pt x="8" y="1"/>
                    <a:pt x="8" y="0"/>
                  </a:cubicBezTo>
                  <a:cubicBezTo>
                    <a:pt x="7" y="0"/>
                    <a:pt x="7" y="0"/>
                    <a:pt x="6" y="0"/>
                  </a:cubicBezTo>
                  <a:cubicBezTo>
                    <a:pt x="6" y="0"/>
                    <a:pt x="5" y="0"/>
                    <a:pt x="5" y="0"/>
                  </a:cubicBezTo>
                  <a:cubicBezTo>
                    <a:pt x="5" y="1"/>
                    <a:pt x="5" y="1"/>
                    <a:pt x="5" y="2"/>
                  </a:cubicBezTo>
                  <a:cubicBezTo>
                    <a:pt x="4" y="2"/>
                    <a:pt x="4" y="2"/>
                    <a:pt x="3" y="2"/>
                  </a:cubicBezTo>
                  <a:cubicBezTo>
                    <a:pt x="3" y="2"/>
                    <a:pt x="3" y="3"/>
                    <a:pt x="3" y="4"/>
                  </a:cubicBezTo>
                  <a:cubicBezTo>
                    <a:pt x="3" y="4"/>
                    <a:pt x="3" y="5"/>
                    <a:pt x="3" y="5"/>
                  </a:cubicBezTo>
                  <a:cubicBezTo>
                    <a:pt x="3" y="6"/>
                    <a:pt x="3" y="6"/>
                    <a:pt x="3" y="7"/>
                  </a:cubicBezTo>
                  <a:cubicBezTo>
                    <a:pt x="3" y="7"/>
                    <a:pt x="2" y="7"/>
                    <a:pt x="1" y="7"/>
                  </a:cubicBezTo>
                  <a:cubicBezTo>
                    <a:pt x="1" y="7"/>
                    <a:pt x="1" y="8"/>
                    <a:pt x="1" y="8"/>
                  </a:cubicBezTo>
                  <a:cubicBezTo>
                    <a:pt x="1" y="8"/>
                    <a:pt x="0" y="8"/>
                    <a:pt x="0" y="8"/>
                  </a:cubicBezTo>
                  <a:cubicBezTo>
                    <a:pt x="0" y="9"/>
                    <a:pt x="0" y="9"/>
                    <a:pt x="0" y="10"/>
                  </a:cubicBezTo>
                  <a:cubicBezTo>
                    <a:pt x="0" y="10"/>
                    <a:pt x="1" y="10"/>
                    <a:pt x="1" y="10"/>
                  </a:cubicBezTo>
                  <a:cubicBezTo>
                    <a:pt x="2" y="10"/>
                    <a:pt x="3" y="10"/>
                    <a:pt x="3" y="10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82" name="Freeform 41073"/>
            <p:cNvSpPr>
              <a:spLocks/>
            </p:cNvSpPr>
            <p:nvPr/>
          </p:nvSpPr>
          <p:spPr bwMode="auto">
            <a:xfrm>
              <a:off x="4199" y="881"/>
              <a:ext cx="10" cy="7"/>
            </a:xfrm>
            <a:custGeom>
              <a:avLst/>
              <a:gdLst>
                <a:gd name="T0" fmla="*/ 5 w 6"/>
                <a:gd name="T1" fmla="*/ 7 h 4"/>
                <a:gd name="T2" fmla="*/ 8 w 6"/>
                <a:gd name="T3" fmla="*/ 7 h 4"/>
                <a:gd name="T4" fmla="*/ 10 w 6"/>
                <a:gd name="T5" fmla="*/ 7 h 4"/>
                <a:gd name="T6" fmla="*/ 10 w 6"/>
                <a:gd name="T7" fmla="*/ 5 h 4"/>
                <a:gd name="T8" fmla="*/ 10 w 6"/>
                <a:gd name="T9" fmla="*/ 2 h 4"/>
                <a:gd name="T10" fmla="*/ 10 w 6"/>
                <a:gd name="T11" fmla="*/ 0 h 4"/>
                <a:gd name="T12" fmla="*/ 8 w 6"/>
                <a:gd name="T13" fmla="*/ 0 h 4"/>
                <a:gd name="T14" fmla="*/ 5 w 6"/>
                <a:gd name="T15" fmla="*/ 0 h 4"/>
                <a:gd name="T16" fmla="*/ 3 w 6"/>
                <a:gd name="T17" fmla="*/ 0 h 4"/>
                <a:gd name="T18" fmla="*/ 0 w 6"/>
                <a:gd name="T19" fmla="*/ 0 h 4"/>
                <a:gd name="T20" fmla="*/ 0 w 6"/>
                <a:gd name="T21" fmla="*/ 2 h 4"/>
                <a:gd name="T22" fmla="*/ 0 w 6"/>
                <a:gd name="T23" fmla="*/ 5 h 4"/>
                <a:gd name="T24" fmla="*/ 0 w 6"/>
                <a:gd name="T25" fmla="*/ 7 h 4"/>
                <a:gd name="T26" fmla="*/ 3 w 6"/>
                <a:gd name="T27" fmla="*/ 7 h 4"/>
                <a:gd name="T28" fmla="*/ 5 w 6"/>
                <a:gd name="T29" fmla="*/ 7 h 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6" h="4">
                  <a:moveTo>
                    <a:pt x="3" y="4"/>
                  </a:moveTo>
                  <a:cubicBezTo>
                    <a:pt x="4" y="4"/>
                    <a:pt x="4" y="4"/>
                    <a:pt x="5" y="4"/>
                  </a:cubicBezTo>
                  <a:cubicBezTo>
                    <a:pt x="5" y="4"/>
                    <a:pt x="6" y="4"/>
                    <a:pt x="6" y="4"/>
                  </a:cubicBezTo>
                  <a:cubicBezTo>
                    <a:pt x="6" y="4"/>
                    <a:pt x="6" y="3"/>
                    <a:pt x="6" y="3"/>
                  </a:cubicBezTo>
                  <a:cubicBezTo>
                    <a:pt x="6" y="2"/>
                    <a:pt x="6" y="2"/>
                    <a:pt x="6" y="1"/>
                  </a:cubicBezTo>
                  <a:cubicBezTo>
                    <a:pt x="6" y="1"/>
                    <a:pt x="6" y="0"/>
                    <a:pt x="6" y="0"/>
                  </a:cubicBezTo>
                  <a:cubicBezTo>
                    <a:pt x="6" y="0"/>
                    <a:pt x="5" y="0"/>
                    <a:pt x="5" y="0"/>
                  </a:cubicBezTo>
                  <a:cubicBezTo>
                    <a:pt x="4" y="0"/>
                    <a:pt x="4" y="0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0" y="3"/>
                    <a:pt x="0" y="4"/>
                    <a:pt x="0" y="4"/>
                  </a:cubicBezTo>
                  <a:cubicBezTo>
                    <a:pt x="1" y="4"/>
                    <a:pt x="1" y="4"/>
                    <a:pt x="2" y="4"/>
                  </a:cubicBezTo>
                  <a:cubicBezTo>
                    <a:pt x="2" y="4"/>
                    <a:pt x="3" y="4"/>
                    <a:pt x="3" y="4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83" name="Freeform 41074"/>
            <p:cNvSpPr>
              <a:spLocks/>
            </p:cNvSpPr>
            <p:nvPr/>
          </p:nvSpPr>
          <p:spPr bwMode="auto">
            <a:xfrm>
              <a:off x="4152" y="888"/>
              <a:ext cx="6" cy="7"/>
            </a:xfrm>
            <a:custGeom>
              <a:avLst/>
              <a:gdLst>
                <a:gd name="T0" fmla="*/ 6 w 4"/>
                <a:gd name="T1" fmla="*/ 7 h 4"/>
                <a:gd name="T2" fmla="*/ 6 w 4"/>
                <a:gd name="T3" fmla="*/ 4 h 4"/>
                <a:gd name="T4" fmla="*/ 6 w 4"/>
                <a:gd name="T5" fmla="*/ 0 h 4"/>
                <a:gd name="T6" fmla="*/ 3 w 4"/>
                <a:gd name="T7" fmla="*/ 0 h 4"/>
                <a:gd name="T8" fmla="*/ 3 w 4"/>
                <a:gd name="T9" fmla="*/ 4 h 4"/>
                <a:gd name="T10" fmla="*/ 0 w 4"/>
                <a:gd name="T11" fmla="*/ 4 h 4"/>
                <a:gd name="T12" fmla="*/ 0 w 4"/>
                <a:gd name="T13" fmla="*/ 7 h 4"/>
                <a:gd name="T14" fmla="*/ 3 w 4"/>
                <a:gd name="T15" fmla="*/ 7 h 4"/>
                <a:gd name="T16" fmla="*/ 6 w 4"/>
                <a:gd name="T17" fmla="*/ 7 h 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" h="4">
                  <a:moveTo>
                    <a:pt x="4" y="4"/>
                  </a:moveTo>
                  <a:cubicBezTo>
                    <a:pt x="4" y="3"/>
                    <a:pt x="4" y="3"/>
                    <a:pt x="4" y="2"/>
                  </a:cubicBezTo>
                  <a:cubicBezTo>
                    <a:pt x="4" y="2"/>
                    <a:pt x="4" y="1"/>
                    <a:pt x="4" y="0"/>
                  </a:cubicBezTo>
                  <a:cubicBezTo>
                    <a:pt x="3" y="0"/>
                    <a:pt x="3" y="0"/>
                    <a:pt x="2" y="0"/>
                  </a:cubicBezTo>
                  <a:cubicBezTo>
                    <a:pt x="2" y="1"/>
                    <a:pt x="2" y="2"/>
                    <a:pt x="2" y="2"/>
                  </a:cubicBezTo>
                  <a:cubicBezTo>
                    <a:pt x="2" y="2"/>
                    <a:pt x="1" y="2"/>
                    <a:pt x="0" y="2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1" y="4"/>
                    <a:pt x="2" y="4"/>
                    <a:pt x="2" y="4"/>
                  </a:cubicBezTo>
                  <a:cubicBezTo>
                    <a:pt x="3" y="4"/>
                    <a:pt x="3" y="4"/>
                    <a:pt x="4" y="4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84" name="Freeform 41075"/>
            <p:cNvSpPr>
              <a:spLocks/>
            </p:cNvSpPr>
            <p:nvPr/>
          </p:nvSpPr>
          <p:spPr bwMode="auto">
            <a:xfrm>
              <a:off x="3784" y="892"/>
              <a:ext cx="12" cy="8"/>
            </a:xfrm>
            <a:custGeom>
              <a:avLst/>
              <a:gdLst>
                <a:gd name="T0" fmla="*/ 0 w 7"/>
                <a:gd name="T1" fmla="*/ 3 h 5"/>
                <a:gd name="T2" fmla="*/ 0 w 7"/>
                <a:gd name="T3" fmla="*/ 5 h 5"/>
                <a:gd name="T4" fmla="*/ 0 w 7"/>
                <a:gd name="T5" fmla="*/ 8 h 5"/>
                <a:gd name="T6" fmla="*/ 3 w 7"/>
                <a:gd name="T7" fmla="*/ 8 h 5"/>
                <a:gd name="T8" fmla="*/ 5 w 7"/>
                <a:gd name="T9" fmla="*/ 8 h 5"/>
                <a:gd name="T10" fmla="*/ 9 w 7"/>
                <a:gd name="T11" fmla="*/ 8 h 5"/>
                <a:gd name="T12" fmla="*/ 12 w 7"/>
                <a:gd name="T13" fmla="*/ 8 h 5"/>
                <a:gd name="T14" fmla="*/ 12 w 7"/>
                <a:gd name="T15" fmla="*/ 5 h 5"/>
                <a:gd name="T16" fmla="*/ 12 w 7"/>
                <a:gd name="T17" fmla="*/ 3 h 5"/>
                <a:gd name="T18" fmla="*/ 9 w 7"/>
                <a:gd name="T19" fmla="*/ 3 h 5"/>
                <a:gd name="T20" fmla="*/ 9 w 7"/>
                <a:gd name="T21" fmla="*/ 0 h 5"/>
                <a:gd name="T22" fmla="*/ 5 w 7"/>
                <a:gd name="T23" fmla="*/ 0 h 5"/>
                <a:gd name="T24" fmla="*/ 3 w 7"/>
                <a:gd name="T25" fmla="*/ 0 h 5"/>
                <a:gd name="T26" fmla="*/ 3 w 7"/>
                <a:gd name="T27" fmla="*/ 3 h 5"/>
                <a:gd name="T28" fmla="*/ 0 w 7"/>
                <a:gd name="T29" fmla="*/ 3 h 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7" h="5">
                  <a:moveTo>
                    <a:pt x="0" y="2"/>
                  </a:moveTo>
                  <a:cubicBezTo>
                    <a:pt x="0" y="2"/>
                    <a:pt x="0" y="3"/>
                    <a:pt x="0" y="3"/>
                  </a:cubicBezTo>
                  <a:cubicBezTo>
                    <a:pt x="0" y="4"/>
                    <a:pt x="0" y="4"/>
                    <a:pt x="0" y="5"/>
                  </a:cubicBezTo>
                  <a:cubicBezTo>
                    <a:pt x="1" y="5"/>
                    <a:pt x="1" y="5"/>
                    <a:pt x="2" y="5"/>
                  </a:cubicBezTo>
                  <a:cubicBezTo>
                    <a:pt x="2" y="5"/>
                    <a:pt x="3" y="5"/>
                    <a:pt x="3" y="5"/>
                  </a:cubicBezTo>
                  <a:cubicBezTo>
                    <a:pt x="4" y="5"/>
                    <a:pt x="4" y="5"/>
                    <a:pt x="5" y="5"/>
                  </a:cubicBezTo>
                  <a:cubicBezTo>
                    <a:pt x="5" y="5"/>
                    <a:pt x="6" y="5"/>
                    <a:pt x="7" y="5"/>
                  </a:cubicBezTo>
                  <a:cubicBezTo>
                    <a:pt x="7" y="4"/>
                    <a:pt x="7" y="4"/>
                    <a:pt x="7" y="3"/>
                  </a:cubicBezTo>
                  <a:cubicBezTo>
                    <a:pt x="7" y="3"/>
                    <a:pt x="7" y="2"/>
                    <a:pt x="7" y="2"/>
                  </a:cubicBezTo>
                  <a:cubicBezTo>
                    <a:pt x="6" y="2"/>
                    <a:pt x="5" y="2"/>
                    <a:pt x="5" y="2"/>
                  </a:cubicBezTo>
                  <a:cubicBezTo>
                    <a:pt x="5" y="1"/>
                    <a:pt x="5" y="1"/>
                    <a:pt x="5" y="0"/>
                  </a:cubicBezTo>
                  <a:cubicBezTo>
                    <a:pt x="4" y="0"/>
                    <a:pt x="4" y="0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2" y="1"/>
                    <a:pt x="2" y="1"/>
                    <a:pt x="2" y="2"/>
                  </a:cubicBezTo>
                  <a:cubicBezTo>
                    <a:pt x="1" y="2"/>
                    <a:pt x="1" y="2"/>
                    <a:pt x="0" y="2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85" name="Freeform 41076"/>
            <p:cNvSpPr>
              <a:spLocks/>
            </p:cNvSpPr>
            <p:nvPr/>
          </p:nvSpPr>
          <p:spPr bwMode="auto">
            <a:xfrm>
              <a:off x="4145" y="900"/>
              <a:ext cx="5" cy="6"/>
            </a:xfrm>
            <a:custGeom>
              <a:avLst/>
              <a:gdLst>
                <a:gd name="T0" fmla="*/ 0 w 3"/>
                <a:gd name="T1" fmla="*/ 6 h 3"/>
                <a:gd name="T2" fmla="*/ 2 w 3"/>
                <a:gd name="T3" fmla="*/ 6 h 3"/>
                <a:gd name="T4" fmla="*/ 5 w 3"/>
                <a:gd name="T5" fmla="*/ 6 h 3"/>
                <a:gd name="T6" fmla="*/ 5 w 3"/>
                <a:gd name="T7" fmla="*/ 4 h 3"/>
                <a:gd name="T8" fmla="*/ 5 w 3"/>
                <a:gd name="T9" fmla="*/ 0 h 3"/>
                <a:gd name="T10" fmla="*/ 2 w 3"/>
                <a:gd name="T11" fmla="*/ 0 h 3"/>
                <a:gd name="T12" fmla="*/ 2 w 3"/>
                <a:gd name="T13" fmla="*/ 4 h 3"/>
                <a:gd name="T14" fmla="*/ 0 w 3"/>
                <a:gd name="T15" fmla="*/ 4 h 3"/>
                <a:gd name="T16" fmla="*/ 0 w 3"/>
                <a:gd name="T17" fmla="*/ 6 h 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" h="3">
                  <a:moveTo>
                    <a:pt x="0" y="3"/>
                  </a:moveTo>
                  <a:cubicBezTo>
                    <a:pt x="0" y="3"/>
                    <a:pt x="1" y="3"/>
                    <a:pt x="1" y="3"/>
                  </a:cubicBezTo>
                  <a:cubicBezTo>
                    <a:pt x="2" y="3"/>
                    <a:pt x="2" y="3"/>
                    <a:pt x="3" y="3"/>
                  </a:cubicBezTo>
                  <a:cubicBezTo>
                    <a:pt x="3" y="3"/>
                    <a:pt x="3" y="2"/>
                    <a:pt x="3" y="2"/>
                  </a:cubicBezTo>
                  <a:cubicBezTo>
                    <a:pt x="3" y="1"/>
                    <a:pt x="3" y="1"/>
                    <a:pt x="3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1"/>
                    <a:pt x="1" y="1"/>
                    <a:pt x="1" y="2"/>
                  </a:cubicBezTo>
                  <a:cubicBezTo>
                    <a:pt x="1" y="2"/>
                    <a:pt x="0" y="2"/>
                    <a:pt x="0" y="2"/>
                  </a:cubicBezTo>
                  <a:cubicBezTo>
                    <a:pt x="0" y="2"/>
                    <a:pt x="0" y="3"/>
                    <a:pt x="0" y="3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86" name="Freeform 41077"/>
            <p:cNvSpPr>
              <a:spLocks/>
            </p:cNvSpPr>
            <p:nvPr/>
          </p:nvSpPr>
          <p:spPr bwMode="auto">
            <a:xfrm>
              <a:off x="4308" y="904"/>
              <a:ext cx="7" cy="7"/>
            </a:xfrm>
            <a:custGeom>
              <a:avLst/>
              <a:gdLst>
                <a:gd name="T0" fmla="*/ 2 w 4"/>
                <a:gd name="T1" fmla="*/ 5 h 4"/>
                <a:gd name="T2" fmla="*/ 2 w 4"/>
                <a:gd name="T3" fmla="*/ 7 h 4"/>
                <a:gd name="T4" fmla="*/ 5 w 4"/>
                <a:gd name="T5" fmla="*/ 7 h 4"/>
                <a:gd name="T6" fmla="*/ 7 w 4"/>
                <a:gd name="T7" fmla="*/ 7 h 4"/>
                <a:gd name="T8" fmla="*/ 7 w 4"/>
                <a:gd name="T9" fmla="*/ 5 h 4"/>
                <a:gd name="T10" fmla="*/ 5 w 4"/>
                <a:gd name="T11" fmla="*/ 5 h 4"/>
                <a:gd name="T12" fmla="*/ 5 w 4"/>
                <a:gd name="T13" fmla="*/ 2 h 4"/>
                <a:gd name="T14" fmla="*/ 5 w 4"/>
                <a:gd name="T15" fmla="*/ 0 h 4"/>
                <a:gd name="T16" fmla="*/ 2 w 4"/>
                <a:gd name="T17" fmla="*/ 0 h 4"/>
                <a:gd name="T18" fmla="*/ 0 w 4"/>
                <a:gd name="T19" fmla="*/ 0 h 4"/>
                <a:gd name="T20" fmla="*/ 0 w 4"/>
                <a:gd name="T21" fmla="*/ 2 h 4"/>
                <a:gd name="T22" fmla="*/ 2 w 4"/>
                <a:gd name="T23" fmla="*/ 2 h 4"/>
                <a:gd name="T24" fmla="*/ 2 w 4"/>
                <a:gd name="T25" fmla="*/ 5 h 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" h="4">
                  <a:moveTo>
                    <a:pt x="1" y="3"/>
                  </a:moveTo>
                  <a:cubicBezTo>
                    <a:pt x="1" y="3"/>
                    <a:pt x="1" y="4"/>
                    <a:pt x="1" y="4"/>
                  </a:cubicBezTo>
                  <a:cubicBezTo>
                    <a:pt x="2" y="4"/>
                    <a:pt x="2" y="4"/>
                    <a:pt x="3" y="4"/>
                  </a:cubicBezTo>
                  <a:cubicBezTo>
                    <a:pt x="3" y="4"/>
                    <a:pt x="4" y="4"/>
                    <a:pt x="4" y="4"/>
                  </a:cubicBezTo>
                  <a:cubicBezTo>
                    <a:pt x="4" y="4"/>
                    <a:pt x="4" y="3"/>
                    <a:pt x="4" y="3"/>
                  </a:cubicBezTo>
                  <a:cubicBezTo>
                    <a:pt x="4" y="3"/>
                    <a:pt x="3" y="3"/>
                    <a:pt x="3" y="3"/>
                  </a:cubicBezTo>
                  <a:cubicBezTo>
                    <a:pt x="3" y="2"/>
                    <a:pt x="3" y="2"/>
                    <a:pt x="3" y="1"/>
                  </a:cubicBezTo>
                  <a:cubicBezTo>
                    <a:pt x="3" y="1"/>
                    <a:pt x="3" y="0"/>
                    <a:pt x="3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ubicBezTo>
                    <a:pt x="1" y="2"/>
                    <a:pt x="1" y="2"/>
                    <a:pt x="1" y="3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87" name="Freeform 41078"/>
            <p:cNvSpPr>
              <a:spLocks/>
            </p:cNvSpPr>
            <p:nvPr/>
          </p:nvSpPr>
          <p:spPr bwMode="auto">
            <a:xfrm>
              <a:off x="4098" y="888"/>
              <a:ext cx="47" cy="35"/>
            </a:xfrm>
            <a:custGeom>
              <a:avLst/>
              <a:gdLst>
                <a:gd name="T0" fmla="*/ 5 w 27"/>
                <a:gd name="T1" fmla="*/ 23 h 20"/>
                <a:gd name="T2" fmla="*/ 5 w 27"/>
                <a:gd name="T3" fmla="*/ 30 h 20"/>
                <a:gd name="T4" fmla="*/ 10 w 27"/>
                <a:gd name="T5" fmla="*/ 30 h 20"/>
                <a:gd name="T6" fmla="*/ 14 w 27"/>
                <a:gd name="T7" fmla="*/ 32 h 20"/>
                <a:gd name="T8" fmla="*/ 17 w 27"/>
                <a:gd name="T9" fmla="*/ 35 h 20"/>
                <a:gd name="T10" fmla="*/ 19 w 27"/>
                <a:gd name="T11" fmla="*/ 32 h 20"/>
                <a:gd name="T12" fmla="*/ 23 w 27"/>
                <a:gd name="T13" fmla="*/ 30 h 20"/>
                <a:gd name="T14" fmla="*/ 24 w 27"/>
                <a:gd name="T15" fmla="*/ 26 h 20"/>
                <a:gd name="T16" fmla="*/ 28 w 27"/>
                <a:gd name="T17" fmla="*/ 23 h 20"/>
                <a:gd name="T18" fmla="*/ 30 w 27"/>
                <a:gd name="T19" fmla="*/ 26 h 20"/>
                <a:gd name="T20" fmla="*/ 33 w 27"/>
                <a:gd name="T21" fmla="*/ 30 h 20"/>
                <a:gd name="T22" fmla="*/ 38 w 27"/>
                <a:gd name="T23" fmla="*/ 30 h 20"/>
                <a:gd name="T24" fmla="*/ 38 w 27"/>
                <a:gd name="T25" fmla="*/ 23 h 20"/>
                <a:gd name="T26" fmla="*/ 37 w 27"/>
                <a:gd name="T27" fmla="*/ 21 h 20"/>
                <a:gd name="T28" fmla="*/ 33 w 27"/>
                <a:gd name="T29" fmla="*/ 18 h 20"/>
                <a:gd name="T30" fmla="*/ 30 w 27"/>
                <a:gd name="T31" fmla="*/ 16 h 20"/>
                <a:gd name="T32" fmla="*/ 37 w 27"/>
                <a:gd name="T33" fmla="*/ 16 h 20"/>
                <a:gd name="T34" fmla="*/ 42 w 27"/>
                <a:gd name="T35" fmla="*/ 16 h 20"/>
                <a:gd name="T36" fmla="*/ 44 w 27"/>
                <a:gd name="T37" fmla="*/ 12 h 20"/>
                <a:gd name="T38" fmla="*/ 47 w 27"/>
                <a:gd name="T39" fmla="*/ 9 h 20"/>
                <a:gd name="T40" fmla="*/ 44 w 27"/>
                <a:gd name="T41" fmla="*/ 7 h 20"/>
                <a:gd name="T42" fmla="*/ 42 w 27"/>
                <a:gd name="T43" fmla="*/ 4 h 20"/>
                <a:gd name="T44" fmla="*/ 37 w 27"/>
                <a:gd name="T45" fmla="*/ 4 h 20"/>
                <a:gd name="T46" fmla="*/ 30 w 27"/>
                <a:gd name="T47" fmla="*/ 4 h 20"/>
                <a:gd name="T48" fmla="*/ 28 w 27"/>
                <a:gd name="T49" fmla="*/ 0 h 20"/>
                <a:gd name="T50" fmla="*/ 24 w 27"/>
                <a:gd name="T51" fmla="*/ 4 h 20"/>
                <a:gd name="T52" fmla="*/ 23 w 27"/>
                <a:gd name="T53" fmla="*/ 7 h 20"/>
                <a:gd name="T54" fmla="*/ 19 w 27"/>
                <a:gd name="T55" fmla="*/ 9 h 20"/>
                <a:gd name="T56" fmla="*/ 14 w 27"/>
                <a:gd name="T57" fmla="*/ 9 h 20"/>
                <a:gd name="T58" fmla="*/ 10 w 27"/>
                <a:gd name="T59" fmla="*/ 12 h 20"/>
                <a:gd name="T60" fmla="*/ 5 w 27"/>
                <a:gd name="T61" fmla="*/ 12 h 20"/>
                <a:gd name="T62" fmla="*/ 3 w 27"/>
                <a:gd name="T63" fmla="*/ 16 h 20"/>
                <a:gd name="T64" fmla="*/ 0 w 27"/>
                <a:gd name="T65" fmla="*/ 18 h 20"/>
                <a:gd name="T66" fmla="*/ 3 w 27"/>
                <a:gd name="T67" fmla="*/ 21 h 20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27" h="20">
                  <a:moveTo>
                    <a:pt x="2" y="13"/>
                  </a:moveTo>
                  <a:cubicBezTo>
                    <a:pt x="2" y="13"/>
                    <a:pt x="3" y="13"/>
                    <a:pt x="3" y="13"/>
                  </a:cubicBezTo>
                  <a:cubicBezTo>
                    <a:pt x="3" y="14"/>
                    <a:pt x="3" y="14"/>
                    <a:pt x="3" y="15"/>
                  </a:cubicBezTo>
                  <a:cubicBezTo>
                    <a:pt x="3" y="16"/>
                    <a:pt x="3" y="16"/>
                    <a:pt x="3" y="17"/>
                  </a:cubicBezTo>
                  <a:cubicBezTo>
                    <a:pt x="4" y="17"/>
                    <a:pt x="4" y="17"/>
                    <a:pt x="5" y="17"/>
                  </a:cubicBezTo>
                  <a:cubicBezTo>
                    <a:pt x="5" y="17"/>
                    <a:pt x="6" y="17"/>
                    <a:pt x="6" y="17"/>
                  </a:cubicBezTo>
                  <a:cubicBezTo>
                    <a:pt x="6" y="17"/>
                    <a:pt x="6" y="18"/>
                    <a:pt x="6" y="18"/>
                  </a:cubicBezTo>
                  <a:cubicBezTo>
                    <a:pt x="7" y="18"/>
                    <a:pt x="7" y="18"/>
                    <a:pt x="8" y="18"/>
                  </a:cubicBezTo>
                  <a:cubicBezTo>
                    <a:pt x="8" y="19"/>
                    <a:pt x="8" y="19"/>
                    <a:pt x="8" y="20"/>
                  </a:cubicBezTo>
                  <a:cubicBezTo>
                    <a:pt x="9" y="20"/>
                    <a:pt x="9" y="20"/>
                    <a:pt x="10" y="20"/>
                  </a:cubicBezTo>
                  <a:cubicBezTo>
                    <a:pt x="10" y="20"/>
                    <a:pt x="11" y="20"/>
                    <a:pt x="11" y="20"/>
                  </a:cubicBezTo>
                  <a:cubicBezTo>
                    <a:pt x="11" y="19"/>
                    <a:pt x="11" y="19"/>
                    <a:pt x="11" y="18"/>
                  </a:cubicBezTo>
                  <a:cubicBezTo>
                    <a:pt x="11" y="18"/>
                    <a:pt x="11" y="17"/>
                    <a:pt x="11" y="17"/>
                  </a:cubicBezTo>
                  <a:cubicBezTo>
                    <a:pt x="12" y="17"/>
                    <a:pt x="12" y="17"/>
                    <a:pt x="13" y="17"/>
                  </a:cubicBezTo>
                  <a:cubicBezTo>
                    <a:pt x="13" y="16"/>
                    <a:pt x="13" y="16"/>
                    <a:pt x="13" y="15"/>
                  </a:cubicBezTo>
                  <a:cubicBezTo>
                    <a:pt x="13" y="15"/>
                    <a:pt x="14" y="15"/>
                    <a:pt x="14" y="15"/>
                  </a:cubicBezTo>
                  <a:cubicBezTo>
                    <a:pt x="14" y="14"/>
                    <a:pt x="14" y="14"/>
                    <a:pt x="14" y="13"/>
                  </a:cubicBezTo>
                  <a:cubicBezTo>
                    <a:pt x="15" y="13"/>
                    <a:pt x="15" y="13"/>
                    <a:pt x="16" y="13"/>
                  </a:cubicBezTo>
                  <a:cubicBezTo>
                    <a:pt x="16" y="13"/>
                    <a:pt x="17" y="13"/>
                    <a:pt x="17" y="13"/>
                  </a:cubicBezTo>
                  <a:cubicBezTo>
                    <a:pt x="17" y="14"/>
                    <a:pt x="17" y="14"/>
                    <a:pt x="17" y="15"/>
                  </a:cubicBezTo>
                  <a:cubicBezTo>
                    <a:pt x="17" y="16"/>
                    <a:pt x="17" y="16"/>
                    <a:pt x="17" y="17"/>
                  </a:cubicBezTo>
                  <a:cubicBezTo>
                    <a:pt x="18" y="17"/>
                    <a:pt x="18" y="17"/>
                    <a:pt x="19" y="17"/>
                  </a:cubicBezTo>
                  <a:cubicBezTo>
                    <a:pt x="20" y="17"/>
                    <a:pt x="20" y="17"/>
                    <a:pt x="21" y="17"/>
                  </a:cubicBezTo>
                  <a:cubicBezTo>
                    <a:pt x="21" y="17"/>
                    <a:pt x="22" y="17"/>
                    <a:pt x="22" y="17"/>
                  </a:cubicBezTo>
                  <a:cubicBezTo>
                    <a:pt x="22" y="16"/>
                    <a:pt x="22" y="16"/>
                    <a:pt x="22" y="15"/>
                  </a:cubicBezTo>
                  <a:cubicBezTo>
                    <a:pt x="22" y="14"/>
                    <a:pt x="22" y="14"/>
                    <a:pt x="22" y="13"/>
                  </a:cubicBezTo>
                  <a:cubicBezTo>
                    <a:pt x="22" y="13"/>
                    <a:pt x="21" y="13"/>
                    <a:pt x="21" y="13"/>
                  </a:cubicBezTo>
                  <a:cubicBezTo>
                    <a:pt x="21" y="13"/>
                    <a:pt x="21" y="12"/>
                    <a:pt x="21" y="12"/>
                  </a:cubicBezTo>
                  <a:cubicBezTo>
                    <a:pt x="20" y="12"/>
                    <a:pt x="20" y="12"/>
                    <a:pt x="19" y="12"/>
                  </a:cubicBezTo>
                  <a:cubicBezTo>
                    <a:pt x="19" y="11"/>
                    <a:pt x="19" y="11"/>
                    <a:pt x="19" y="10"/>
                  </a:cubicBezTo>
                  <a:cubicBezTo>
                    <a:pt x="18" y="10"/>
                    <a:pt x="18" y="10"/>
                    <a:pt x="17" y="10"/>
                  </a:cubicBezTo>
                  <a:cubicBezTo>
                    <a:pt x="17" y="10"/>
                    <a:pt x="17" y="9"/>
                    <a:pt x="17" y="9"/>
                  </a:cubicBezTo>
                  <a:cubicBezTo>
                    <a:pt x="18" y="9"/>
                    <a:pt x="18" y="9"/>
                    <a:pt x="19" y="9"/>
                  </a:cubicBezTo>
                  <a:cubicBezTo>
                    <a:pt x="20" y="9"/>
                    <a:pt x="20" y="9"/>
                    <a:pt x="21" y="9"/>
                  </a:cubicBezTo>
                  <a:cubicBezTo>
                    <a:pt x="21" y="9"/>
                    <a:pt x="22" y="9"/>
                    <a:pt x="22" y="9"/>
                  </a:cubicBezTo>
                  <a:cubicBezTo>
                    <a:pt x="23" y="9"/>
                    <a:pt x="23" y="9"/>
                    <a:pt x="24" y="9"/>
                  </a:cubicBezTo>
                  <a:cubicBezTo>
                    <a:pt x="24" y="9"/>
                    <a:pt x="25" y="9"/>
                    <a:pt x="25" y="9"/>
                  </a:cubicBezTo>
                  <a:cubicBezTo>
                    <a:pt x="25" y="8"/>
                    <a:pt x="25" y="8"/>
                    <a:pt x="25" y="7"/>
                  </a:cubicBezTo>
                  <a:cubicBezTo>
                    <a:pt x="26" y="7"/>
                    <a:pt x="26" y="7"/>
                    <a:pt x="27" y="7"/>
                  </a:cubicBezTo>
                  <a:cubicBezTo>
                    <a:pt x="27" y="6"/>
                    <a:pt x="27" y="6"/>
                    <a:pt x="27" y="5"/>
                  </a:cubicBezTo>
                  <a:cubicBezTo>
                    <a:pt x="27" y="5"/>
                    <a:pt x="27" y="4"/>
                    <a:pt x="27" y="4"/>
                  </a:cubicBezTo>
                  <a:cubicBezTo>
                    <a:pt x="26" y="4"/>
                    <a:pt x="26" y="4"/>
                    <a:pt x="25" y="4"/>
                  </a:cubicBezTo>
                  <a:cubicBezTo>
                    <a:pt x="25" y="3"/>
                    <a:pt x="25" y="3"/>
                    <a:pt x="25" y="2"/>
                  </a:cubicBezTo>
                  <a:cubicBezTo>
                    <a:pt x="25" y="2"/>
                    <a:pt x="24" y="2"/>
                    <a:pt x="24" y="2"/>
                  </a:cubicBezTo>
                  <a:cubicBezTo>
                    <a:pt x="23" y="2"/>
                    <a:pt x="23" y="2"/>
                    <a:pt x="22" y="2"/>
                  </a:cubicBezTo>
                  <a:cubicBezTo>
                    <a:pt x="22" y="2"/>
                    <a:pt x="21" y="2"/>
                    <a:pt x="21" y="2"/>
                  </a:cubicBezTo>
                  <a:cubicBezTo>
                    <a:pt x="20" y="2"/>
                    <a:pt x="20" y="2"/>
                    <a:pt x="19" y="2"/>
                  </a:cubicBezTo>
                  <a:cubicBezTo>
                    <a:pt x="18" y="2"/>
                    <a:pt x="18" y="2"/>
                    <a:pt x="17" y="2"/>
                  </a:cubicBezTo>
                  <a:cubicBezTo>
                    <a:pt x="17" y="2"/>
                    <a:pt x="16" y="2"/>
                    <a:pt x="16" y="2"/>
                  </a:cubicBezTo>
                  <a:cubicBezTo>
                    <a:pt x="16" y="2"/>
                    <a:pt x="16" y="1"/>
                    <a:pt x="16" y="0"/>
                  </a:cubicBezTo>
                  <a:cubicBezTo>
                    <a:pt x="15" y="0"/>
                    <a:pt x="15" y="0"/>
                    <a:pt x="14" y="0"/>
                  </a:cubicBezTo>
                  <a:cubicBezTo>
                    <a:pt x="14" y="1"/>
                    <a:pt x="14" y="2"/>
                    <a:pt x="14" y="2"/>
                  </a:cubicBezTo>
                  <a:cubicBezTo>
                    <a:pt x="14" y="2"/>
                    <a:pt x="13" y="2"/>
                    <a:pt x="13" y="2"/>
                  </a:cubicBezTo>
                  <a:cubicBezTo>
                    <a:pt x="13" y="3"/>
                    <a:pt x="13" y="3"/>
                    <a:pt x="13" y="4"/>
                  </a:cubicBezTo>
                  <a:cubicBezTo>
                    <a:pt x="12" y="4"/>
                    <a:pt x="12" y="4"/>
                    <a:pt x="11" y="4"/>
                  </a:cubicBezTo>
                  <a:cubicBezTo>
                    <a:pt x="11" y="4"/>
                    <a:pt x="11" y="5"/>
                    <a:pt x="11" y="5"/>
                  </a:cubicBezTo>
                  <a:cubicBezTo>
                    <a:pt x="11" y="5"/>
                    <a:pt x="10" y="5"/>
                    <a:pt x="10" y="5"/>
                  </a:cubicBezTo>
                  <a:cubicBezTo>
                    <a:pt x="9" y="5"/>
                    <a:pt x="9" y="5"/>
                    <a:pt x="8" y="5"/>
                  </a:cubicBezTo>
                  <a:cubicBezTo>
                    <a:pt x="8" y="6"/>
                    <a:pt x="8" y="6"/>
                    <a:pt x="8" y="7"/>
                  </a:cubicBezTo>
                  <a:cubicBezTo>
                    <a:pt x="7" y="7"/>
                    <a:pt x="7" y="7"/>
                    <a:pt x="6" y="7"/>
                  </a:cubicBezTo>
                  <a:cubicBezTo>
                    <a:pt x="6" y="7"/>
                    <a:pt x="5" y="7"/>
                    <a:pt x="5" y="7"/>
                  </a:cubicBezTo>
                  <a:cubicBezTo>
                    <a:pt x="4" y="7"/>
                    <a:pt x="4" y="7"/>
                    <a:pt x="3" y="7"/>
                  </a:cubicBezTo>
                  <a:cubicBezTo>
                    <a:pt x="3" y="7"/>
                    <a:pt x="2" y="7"/>
                    <a:pt x="2" y="7"/>
                  </a:cubicBezTo>
                  <a:cubicBezTo>
                    <a:pt x="2" y="8"/>
                    <a:pt x="2" y="8"/>
                    <a:pt x="2" y="9"/>
                  </a:cubicBezTo>
                  <a:cubicBezTo>
                    <a:pt x="1" y="9"/>
                    <a:pt x="1" y="9"/>
                    <a:pt x="0" y="9"/>
                  </a:cubicBezTo>
                  <a:cubicBezTo>
                    <a:pt x="0" y="9"/>
                    <a:pt x="0" y="10"/>
                    <a:pt x="0" y="10"/>
                  </a:cubicBezTo>
                  <a:cubicBezTo>
                    <a:pt x="0" y="11"/>
                    <a:pt x="0" y="11"/>
                    <a:pt x="0" y="12"/>
                  </a:cubicBezTo>
                  <a:cubicBezTo>
                    <a:pt x="1" y="12"/>
                    <a:pt x="1" y="12"/>
                    <a:pt x="2" y="12"/>
                  </a:cubicBezTo>
                  <a:cubicBezTo>
                    <a:pt x="2" y="12"/>
                    <a:pt x="2" y="13"/>
                    <a:pt x="2" y="13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88" name="Freeform 41079"/>
            <p:cNvSpPr>
              <a:spLocks/>
            </p:cNvSpPr>
            <p:nvPr/>
          </p:nvSpPr>
          <p:spPr bwMode="auto">
            <a:xfrm>
              <a:off x="3760" y="900"/>
              <a:ext cx="22" cy="23"/>
            </a:xfrm>
            <a:custGeom>
              <a:avLst/>
              <a:gdLst>
                <a:gd name="T0" fmla="*/ 0 w 13"/>
                <a:gd name="T1" fmla="*/ 11 h 13"/>
                <a:gd name="T2" fmla="*/ 2 w 13"/>
                <a:gd name="T3" fmla="*/ 11 h 13"/>
                <a:gd name="T4" fmla="*/ 2 w 13"/>
                <a:gd name="T5" fmla="*/ 11 h 13"/>
                <a:gd name="T6" fmla="*/ 3 w 13"/>
                <a:gd name="T7" fmla="*/ 11 h 13"/>
                <a:gd name="T8" fmla="*/ 3 w 13"/>
                <a:gd name="T9" fmla="*/ 14 h 13"/>
                <a:gd name="T10" fmla="*/ 5 w 13"/>
                <a:gd name="T11" fmla="*/ 14 h 13"/>
                <a:gd name="T12" fmla="*/ 5 w 13"/>
                <a:gd name="T13" fmla="*/ 18 h 13"/>
                <a:gd name="T14" fmla="*/ 5 w 13"/>
                <a:gd name="T15" fmla="*/ 19 h 13"/>
                <a:gd name="T16" fmla="*/ 5 w 13"/>
                <a:gd name="T17" fmla="*/ 23 h 13"/>
                <a:gd name="T18" fmla="*/ 8 w 13"/>
                <a:gd name="T19" fmla="*/ 23 h 13"/>
                <a:gd name="T20" fmla="*/ 12 w 13"/>
                <a:gd name="T21" fmla="*/ 23 h 13"/>
                <a:gd name="T22" fmla="*/ 12 w 13"/>
                <a:gd name="T23" fmla="*/ 19 h 13"/>
                <a:gd name="T24" fmla="*/ 14 w 13"/>
                <a:gd name="T25" fmla="*/ 19 h 13"/>
                <a:gd name="T26" fmla="*/ 17 w 13"/>
                <a:gd name="T27" fmla="*/ 19 h 13"/>
                <a:gd name="T28" fmla="*/ 17 w 13"/>
                <a:gd name="T29" fmla="*/ 18 h 13"/>
                <a:gd name="T30" fmla="*/ 17 w 13"/>
                <a:gd name="T31" fmla="*/ 14 h 13"/>
                <a:gd name="T32" fmla="*/ 17 w 13"/>
                <a:gd name="T33" fmla="*/ 11 h 13"/>
                <a:gd name="T34" fmla="*/ 17 w 13"/>
                <a:gd name="T35" fmla="*/ 9 h 13"/>
                <a:gd name="T36" fmla="*/ 19 w 13"/>
                <a:gd name="T37" fmla="*/ 9 h 13"/>
                <a:gd name="T38" fmla="*/ 19 w 13"/>
                <a:gd name="T39" fmla="*/ 5 h 13"/>
                <a:gd name="T40" fmla="*/ 22 w 13"/>
                <a:gd name="T41" fmla="*/ 5 h 13"/>
                <a:gd name="T42" fmla="*/ 22 w 13"/>
                <a:gd name="T43" fmla="*/ 4 h 13"/>
                <a:gd name="T44" fmla="*/ 19 w 13"/>
                <a:gd name="T45" fmla="*/ 4 h 13"/>
                <a:gd name="T46" fmla="*/ 19 w 13"/>
                <a:gd name="T47" fmla="*/ 0 h 13"/>
                <a:gd name="T48" fmla="*/ 17 w 13"/>
                <a:gd name="T49" fmla="*/ 0 h 13"/>
                <a:gd name="T50" fmla="*/ 14 w 13"/>
                <a:gd name="T51" fmla="*/ 0 h 13"/>
                <a:gd name="T52" fmla="*/ 12 w 13"/>
                <a:gd name="T53" fmla="*/ 0 h 13"/>
                <a:gd name="T54" fmla="*/ 8 w 13"/>
                <a:gd name="T55" fmla="*/ 0 h 13"/>
                <a:gd name="T56" fmla="*/ 8 w 13"/>
                <a:gd name="T57" fmla="*/ 4 h 13"/>
                <a:gd name="T58" fmla="*/ 8 w 13"/>
                <a:gd name="T59" fmla="*/ 5 h 13"/>
                <a:gd name="T60" fmla="*/ 5 w 13"/>
                <a:gd name="T61" fmla="*/ 5 h 13"/>
                <a:gd name="T62" fmla="*/ 3 w 13"/>
                <a:gd name="T63" fmla="*/ 5 h 13"/>
                <a:gd name="T64" fmla="*/ 3 w 13"/>
                <a:gd name="T65" fmla="*/ 5 h 13"/>
                <a:gd name="T66" fmla="*/ 0 w 13"/>
                <a:gd name="T67" fmla="*/ 9 h 13"/>
                <a:gd name="T68" fmla="*/ 0 w 13"/>
                <a:gd name="T69" fmla="*/ 9 h 13"/>
                <a:gd name="T70" fmla="*/ 0 w 13"/>
                <a:gd name="T71" fmla="*/ 11 h 13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13" h="13">
                  <a:moveTo>
                    <a:pt x="0" y="6"/>
                  </a:moveTo>
                  <a:cubicBezTo>
                    <a:pt x="1" y="6"/>
                    <a:pt x="1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7"/>
                    <a:pt x="2" y="7"/>
                    <a:pt x="2" y="8"/>
                  </a:cubicBezTo>
                  <a:cubicBezTo>
                    <a:pt x="2" y="8"/>
                    <a:pt x="3" y="8"/>
                    <a:pt x="3" y="8"/>
                  </a:cubicBezTo>
                  <a:cubicBezTo>
                    <a:pt x="3" y="9"/>
                    <a:pt x="3" y="9"/>
                    <a:pt x="3" y="10"/>
                  </a:cubicBezTo>
                  <a:cubicBezTo>
                    <a:pt x="3" y="10"/>
                    <a:pt x="3" y="11"/>
                    <a:pt x="3" y="11"/>
                  </a:cubicBezTo>
                  <a:cubicBezTo>
                    <a:pt x="3" y="12"/>
                    <a:pt x="3" y="12"/>
                    <a:pt x="3" y="13"/>
                  </a:cubicBezTo>
                  <a:cubicBezTo>
                    <a:pt x="4" y="13"/>
                    <a:pt x="4" y="13"/>
                    <a:pt x="5" y="13"/>
                  </a:cubicBezTo>
                  <a:cubicBezTo>
                    <a:pt x="5" y="13"/>
                    <a:pt x="6" y="13"/>
                    <a:pt x="7" y="13"/>
                  </a:cubicBezTo>
                  <a:cubicBezTo>
                    <a:pt x="7" y="12"/>
                    <a:pt x="7" y="12"/>
                    <a:pt x="7" y="11"/>
                  </a:cubicBezTo>
                  <a:cubicBezTo>
                    <a:pt x="7" y="11"/>
                    <a:pt x="8" y="11"/>
                    <a:pt x="8" y="11"/>
                  </a:cubicBezTo>
                  <a:cubicBezTo>
                    <a:pt x="9" y="11"/>
                    <a:pt x="9" y="11"/>
                    <a:pt x="10" y="11"/>
                  </a:cubicBezTo>
                  <a:cubicBezTo>
                    <a:pt x="10" y="11"/>
                    <a:pt x="10" y="10"/>
                    <a:pt x="10" y="10"/>
                  </a:cubicBezTo>
                  <a:cubicBezTo>
                    <a:pt x="10" y="9"/>
                    <a:pt x="10" y="9"/>
                    <a:pt x="10" y="8"/>
                  </a:cubicBezTo>
                  <a:cubicBezTo>
                    <a:pt x="10" y="7"/>
                    <a:pt x="10" y="7"/>
                    <a:pt x="10" y="6"/>
                  </a:cubicBezTo>
                  <a:cubicBezTo>
                    <a:pt x="10" y="6"/>
                    <a:pt x="10" y="5"/>
                    <a:pt x="10" y="5"/>
                  </a:cubicBezTo>
                  <a:cubicBezTo>
                    <a:pt x="10" y="5"/>
                    <a:pt x="11" y="5"/>
                    <a:pt x="11" y="5"/>
                  </a:cubicBezTo>
                  <a:cubicBezTo>
                    <a:pt x="11" y="4"/>
                    <a:pt x="11" y="4"/>
                    <a:pt x="11" y="3"/>
                  </a:cubicBezTo>
                  <a:cubicBezTo>
                    <a:pt x="12" y="3"/>
                    <a:pt x="12" y="3"/>
                    <a:pt x="13" y="3"/>
                  </a:cubicBezTo>
                  <a:cubicBezTo>
                    <a:pt x="13" y="3"/>
                    <a:pt x="13" y="2"/>
                    <a:pt x="13" y="2"/>
                  </a:cubicBezTo>
                  <a:cubicBezTo>
                    <a:pt x="12" y="2"/>
                    <a:pt x="12" y="2"/>
                    <a:pt x="11" y="2"/>
                  </a:cubicBezTo>
                  <a:cubicBezTo>
                    <a:pt x="11" y="1"/>
                    <a:pt x="11" y="1"/>
                    <a:pt x="11" y="0"/>
                  </a:cubicBezTo>
                  <a:cubicBezTo>
                    <a:pt x="11" y="0"/>
                    <a:pt x="10" y="0"/>
                    <a:pt x="10" y="0"/>
                  </a:cubicBezTo>
                  <a:cubicBezTo>
                    <a:pt x="9" y="0"/>
                    <a:pt x="9" y="0"/>
                    <a:pt x="8" y="0"/>
                  </a:cubicBezTo>
                  <a:cubicBezTo>
                    <a:pt x="8" y="0"/>
                    <a:pt x="7" y="0"/>
                    <a:pt x="7" y="0"/>
                  </a:cubicBezTo>
                  <a:cubicBezTo>
                    <a:pt x="6" y="0"/>
                    <a:pt x="5" y="0"/>
                    <a:pt x="5" y="0"/>
                  </a:cubicBezTo>
                  <a:cubicBezTo>
                    <a:pt x="5" y="1"/>
                    <a:pt x="5" y="1"/>
                    <a:pt x="5" y="2"/>
                  </a:cubicBezTo>
                  <a:cubicBezTo>
                    <a:pt x="5" y="2"/>
                    <a:pt x="5" y="3"/>
                    <a:pt x="5" y="3"/>
                  </a:cubicBezTo>
                  <a:cubicBezTo>
                    <a:pt x="4" y="3"/>
                    <a:pt x="4" y="3"/>
                    <a:pt x="3" y="3"/>
                  </a:cubicBezTo>
                  <a:cubicBezTo>
                    <a:pt x="3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1" y="4"/>
                    <a:pt x="1" y="4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6"/>
                    <a:pt x="0" y="6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89" name="Freeform 41080"/>
            <p:cNvSpPr>
              <a:spLocks/>
            </p:cNvSpPr>
            <p:nvPr/>
          </p:nvSpPr>
          <p:spPr bwMode="auto">
            <a:xfrm>
              <a:off x="4296" y="918"/>
              <a:ext cx="3" cy="5"/>
            </a:xfrm>
            <a:custGeom>
              <a:avLst/>
              <a:gdLst>
                <a:gd name="T0" fmla="*/ 3 w 2"/>
                <a:gd name="T1" fmla="*/ 2 h 3"/>
                <a:gd name="T2" fmla="*/ 3 w 2"/>
                <a:gd name="T3" fmla="*/ 0 h 3"/>
                <a:gd name="T4" fmla="*/ 0 w 2"/>
                <a:gd name="T5" fmla="*/ 0 h 3"/>
                <a:gd name="T6" fmla="*/ 0 w 2"/>
                <a:gd name="T7" fmla="*/ 2 h 3"/>
                <a:gd name="T8" fmla="*/ 0 w 2"/>
                <a:gd name="T9" fmla="*/ 5 h 3"/>
                <a:gd name="T10" fmla="*/ 3 w 2"/>
                <a:gd name="T11" fmla="*/ 5 h 3"/>
                <a:gd name="T12" fmla="*/ 3 w 2"/>
                <a:gd name="T13" fmla="*/ 2 h 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" h="3">
                  <a:moveTo>
                    <a:pt x="2" y="1"/>
                  </a:moveTo>
                  <a:cubicBezTo>
                    <a:pt x="2" y="1"/>
                    <a:pt x="2" y="0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1" y="3"/>
                    <a:pt x="1" y="3"/>
                    <a:pt x="2" y="3"/>
                  </a:cubicBezTo>
                  <a:cubicBezTo>
                    <a:pt x="2" y="2"/>
                    <a:pt x="2" y="2"/>
                    <a:pt x="2" y="1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90" name="Freeform 41081"/>
            <p:cNvSpPr>
              <a:spLocks noEditPoints="1"/>
            </p:cNvSpPr>
            <p:nvPr/>
          </p:nvSpPr>
          <p:spPr bwMode="auto">
            <a:xfrm>
              <a:off x="3864" y="864"/>
              <a:ext cx="174" cy="170"/>
            </a:xfrm>
            <a:custGeom>
              <a:avLst/>
              <a:gdLst>
                <a:gd name="T0" fmla="*/ 24 w 100"/>
                <a:gd name="T1" fmla="*/ 9 h 98"/>
                <a:gd name="T2" fmla="*/ 16 w 100"/>
                <a:gd name="T3" fmla="*/ 17 h 98"/>
                <a:gd name="T4" fmla="*/ 5 w 100"/>
                <a:gd name="T5" fmla="*/ 23 h 98"/>
                <a:gd name="T6" fmla="*/ 2 w 100"/>
                <a:gd name="T7" fmla="*/ 31 h 98"/>
                <a:gd name="T8" fmla="*/ 7 w 100"/>
                <a:gd name="T9" fmla="*/ 42 h 98"/>
                <a:gd name="T10" fmla="*/ 19 w 100"/>
                <a:gd name="T11" fmla="*/ 47 h 98"/>
                <a:gd name="T12" fmla="*/ 30 w 100"/>
                <a:gd name="T13" fmla="*/ 54 h 98"/>
                <a:gd name="T14" fmla="*/ 35 w 100"/>
                <a:gd name="T15" fmla="*/ 64 h 98"/>
                <a:gd name="T16" fmla="*/ 38 w 100"/>
                <a:gd name="T17" fmla="*/ 78 h 98"/>
                <a:gd name="T18" fmla="*/ 38 w 100"/>
                <a:gd name="T19" fmla="*/ 90 h 98"/>
                <a:gd name="T20" fmla="*/ 31 w 100"/>
                <a:gd name="T21" fmla="*/ 101 h 98"/>
                <a:gd name="T22" fmla="*/ 44 w 100"/>
                <a:gd name="T23" fmla="*/ 104 h 98"/>
                <a:gd name="T24" fmla="*/ 35 w 100"/>
                <a:gd name="T25" fmla="*/ 113 h 98"/>
                <a:gd name="T26" fmla="*/ 31 w 100"/>
                <a:gd name="T27" fmla="*/ 127 h 98"/>
                <a:gd name="T28" fmla="*/ 35 w 100"/>
                <a:gd name="T29" fmla="*/ 141 h 98"/>
                <a:gd name="T30" fmla="*/ 38 w 100"/>
                <a:gd name="T31" fmla="*/ 154 h 98"/>
                <a:gd name="T32" fmla="*/ 45 w 100"/>
                <a:gd name="T33" fmla="*/ 163 h 98"/>
                <a:gd name="T34" fmla="*/ 54 w 100"/>
                <a:gd name="T35" fmla="*/ 170 h 98"/>
                <a:gd name="T36" fmla="*/ 63 w 100"/>
                <a:gd name="T37" fmla="*/ 163 h 98"/>
                <a:gd name="T38" fmla="*/ 68 w 100"/>
                <a:gd name="T39" fmla="*/ 151 h 98"/>
                <a:gd name="T40" fmla="*/ 75 w 100"/>
                <a:gd name="T41" fmla="*/ 142 h 98"/>
                <a:gd name="T42" fmla="*/ 84 w 100"/>
                <a:gd name="T43" fmla="*/ 134 h 98"/>
                <a:gd name="T44" fmla="*/ 97 w 100"/>
                <a:gd name="T45" fmla="*/ 132 h 98"/>
                <a:gd name="T46" fmla="*/ 103 w 100"/>
                <a:gd name="T47" fmla="*/ 120 h 98"/>
                <a:gd name="T48" fmla="*/ 120 w 100"/>
                <a:gd name="T49" fmla="*/ 120 h 98"/>
                <a:gd name="T50" fmla="*/ 131 w 100"/>
                <a:gd name="T51" fmla="*/ 114 h 98"/>
                <a:gd name="T52" fmla="*/ 137 w 100"/>
                <a:gd name="T53" fmla="*/ 106 h 98"/>
                <a:gd name="T54" fmla="*/ 144 w 100"/>
                <a:gd name="T55" fmla="*/ 95 h 98"/>
                <a:gd name="T56" fmla="*/ 146 w 100"/>
                <a:gd name="T57" fmla="*/ 82 h 98"/>
                <a:gd name="T58" fmla="*/ 150 w 100"/>
                <a:gd name="T59" fmla="*/ 78 h 98"/>
                <a:gd name="T60" fmla="*/ 150 w 100"/>
                <a:gd name="T61" fmla="*/ 68 h 98"/>
                <a:gd name="T62" fmla="*/ 146 w 100"/>
                <a:gd name="T63" fmla="*/ 59 h 98"/>
                <a:gd name="T64" fmla="*/ 155 w 100"/>
                <a:gd name="T65" fmla="*/ 62 h 98"/>
                <a:gd name="T66" fmla="*/ 151 w 100"/>
                <a:gd name="T67" fmla="*/ 47 h 98"/>
                <a:gd name="T68" fmla="*/ 155 w 100"/>
                <a:gd name="T69" fmla="*/ 40 h 98"/>
                <a:gd name="T70" fmla="*/ 164 w 100"/>
                <a:gd name="T71" fmla="*/ 31 h 98"/>
                <a:gd name="T72" fmla="*/ 174 w 100"/>
                <a:gd name="T73" fmla="*/ 24 h 98"/>
                <a:gd name="T74" fmla="*/ 164 w 100"/>
                <a:gd name="T75" fmla="*/ 19 h 98"/>
                <a:gd name="T76" fmla="*/ 155 w 100"/>
                <a:gd name="T77" fmla="*/ 17 h 98"/>
                <a:gd name="T78" fmla="*/ 146 w 100"/>
                <a:gd name="T79" fmla="*/ 14 h 98"/>
                <a:gd name="T80" fmla="*/ 137 w 100"/>
                <a:gd name="T81" fmla="*/ 5 h 98"/>
                <a:gd name="T82" fmla="*/ 127 w 100"/>
                <a:gd name="T83" fmla="*/ 0 h 98"/>
                <a:gd name="T84" fmla="*/ 111 w 100"/>
                <a:gd name="T85" fmla="*/ 0 h 98"/>
                <a:gd name="T86" fmla="*/ 97 w 100"/>
                <a:gd name="T87" fmla="*/ 3 h 98"/>
                <a:gd name="T88" fmla="*/ 84 w 100"/>
                <a:gd name="T89" fmla="*/ 0 h 98"/>
                <a:gd name="T90" fmla="*/ 87 w 100"/>
                <a:gd name="T91" fmla="*/ 9 h 98"/>
                <a:gd name="T92" fmla="*/ 78 w 100"/>
                <a:gd name="T93" fmla="*/ 5 h 98"/>
                <a:gd name="T94" fmla="*/ 64 w 100"/>
                <a:gd name="T95" fmla="*/ 3 h 98"/>
                <a:gd name="T96" fmla="*/ 54 w 100"/>
                <a:gd name="T97" fmla="*/ 3 h 98"/>
                <a:gd name="T98" fmla="*/ 38 w 100"/>
                <a:gd name="T99" fmla="*/ 3 h 98"/>
                <a:gd name="T100" fmla="*/ 137 w 100"/>
                <a:gd name="T101" fmla="*/ 17 h 98"/>
                <a:gd name="T102" fmla="*/ 132 w 100"/>
                <a:gd name="T103" fmla="*/ 83 h 98"/>
                <a:gd name="T104" fmla="*/ 132 w 100"/>
                <a:gd name="T105" fmla="*/ 90 h 98"/>
                <a:gd name="T106" fmla="*/ 127 w 100"/>
                <a:gd name="T107" fmla="*/ 104 h 98"/>
                <a:gd name="T108" fmla="*/ 125 w 100"/>
                <a:gd name="T109" fmla="*/ 17 h 98"/>
                <a:gd name="T110" fmla="*/ 44 w 100"/>
                <a:gd name="T111" fmla="*/ 90 h 98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100" h="98">
                  <a:moveTo>
                    <a:pt x="20" y="3"/>
                  </a:moveTo>
                  <a:cubicBezTo>
                    <a:pt x="19" y="3"/>
                    <a:pt x="19" y="3"/>
                    <a:pt x="18" y="3"/>
                  </a:cubicBezTo>
                  <a:cubicBezTo>
                    <a:pt x="18" y="4"/>
                    <a:pt x="18" y="4"/>
                    <a:pt x="18" y="5"/>
                  </a:cubicBezTo>
                  <a:cubicBezTo>
                    <a:pt x="18" y="5"/>
                    <a:pt x="17" y="5"/>
                    <a:pt x="17" y="5"/>
                  </a:cubicBezTo>
                  <a:cubicBezTo>
                    <a:pt x="16" y="5"/>
                    <a:pt x="16" y="5"/>
                    <a:pt x="15" y="5"/>
                  </a:cubicBezTo>
                  <a:cubicBezTo>
                    <a:pt x="15" y="5"/>
                    <a:pt x="14" y="5"/>
                    <a:pt x="14" y="5"/>
                  </a:cubicBezTo>
                  <a:cubicBezTo>
                    <a:pt x="14" y="5"/>
                    <a:pt x="14" y="6"/>
                    <a:pt x="14" y="7"/>
                  </a:cubicBezTo>
                  <a:cubicBezTo>
                    <a:pt x="13" y="7"/>
                    <a:pt x="13" y="7"/>
                    <a:pt x="12" y="7"/>
                  </a:cubicBezTo>
                  <a:cubicBezTo>
                    <a:pt x="12" y="7"/>
                    <a:pt x="11" y="7"/>
                    <a:pt x="11" y="7"/>
                  </a:cubicBezTo>
                  <a:cubicBezTo>
                    <a:pt x="11" y="7"/>
                    <a:pt x="11" y="8"/>
                    <a:pt x="11" y="8"/>
                  </a:cubicBezTo>
                  <a:cubicBezTo>
                    <a:pt x="11" y="9"/>
                    <a:pt x="11" y="9"/>
                    <a:pt x="11" y="10"/>
                  </a:cubicBezTo>
                  <a:cubicBezTo>
                    <a:pt x="10" y="10"/>
                    <a:pt x="10" y="10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9" y="11"/>
                    <a:pt x="8" y="11"/>
                    <a:pt x="8" y="11"/>
                  </a:cubicBezTo>
                  <a:cubicBezTo>
                    <a:pt x="7" y="11"/>
                    <a:pt x="6" y="11"/>
                    <a:pt x="6" y="11"/>
                  </a:cubicBezTo>
                  <a:cubicBezTo>
                    <a:pt x="5" y="11"/>
                    <a:pt x="5" y="11"/>
                    <a:pt x="4" y="11"/>
                  </a:cubicBezTo>
                  <a:cubicBezTo>
                    <a:pt x="4" y="11"/>
                    <a:pt x="3" y="11"/>
                    <a:pt x="3" y="11"/>
                  </a:cubicBezTo>
                  <a:cubicBezTo>
                    <a:pt x="3" y="12"/>
                    <a:pt x="3" y="12"/>
                    <a:pt x="3" y="13"/>
                  </a:cubicBezTo>
                  <a:cubicBezTo>
                    <a:pt x="2" y="13"/>
                    <a:pt x="2" y="13"/>
                    <a:pt x="1" y="13"/>
                  </a:cubicBezTo>
                  <a:cubicBezTo>
                    <a:pt x="1" y="13"/>
                    <a:pt x="1" y="14"/>
                    <a:pt x="1" y="14"/>
                  </a:cubicBezTo>
                  <a:cubicBezTo>
                    <a:pt x="1" y="14"/>
                    <a:pt x="0" y="14"/>
                    <a:pt x="0" y="14"/>
                  </a:cubicBezTo>
                  <a:cubicBezTo>
                    <a:pt x="0" y="15"/>
                    <a:pt x="0" y="16"/>
                    <a:pt x="0" y="16"/>
                  </a:cubicBezTo>
                  <a:cubicBezTo>
                    <a:pt x="0" y="17"/>
                    <a:pt x="0" y="17"/>
                    <a:pt x="0" y="18"/>
                  </a:cubicBezTo>
                  <a:cubicBezTo>
                    <a:pt x="0" y="18"/>
                    <a:pt x="1" y="18"/>
                    <a:pt x="1" y="18"/>
                  </a:cubicBezTo>
                  <a:cubicBezTo>
                    <a:pt x="1" y="18"/>
                    <a:pt x="1" y="19"/>
                    <a:pt x="1" y="19"/>
                  </a:cubicBezTo>
                  <a:cubicBezTo>
                    <a:pt x="1" y="20"/>
                    <a:pt x="1" y="20"/>
                    <a:pt x="1" y="21"/>
                  </a:cubicBezTo>
                  <a:cubicBezTo>
                    <a:pt x="2" y="21"/>
                    <a:pt x="2" y="21"/>
                    <a:pt x="3" y="21"/>
                  </a:cubicBezTo>
                  <a:cubicBezTo>
                    <a:pt x="3" y="22"/>
                    <a:pt x="3" y="22"/>
                    <a:pt x="3" y="23"/>
                  </a:cubicBezTo>
                  <a:cubicBezTo>
                    <a:pt x="3" y="23"/>
                    <a:pt x="3" y="24"/>
                    <a:pt x="3" y="24"/>
                  </a:cubicBezTo>
                  <a:cubicBezTo>
                    <a:pt x="3" y="24"/>
                    <a:pt x="4" y="24"/>
                    <a:pt x="4" y="24"/>
                  </a:cubicBezTo>
                  <a:cubicBezTo>
                    <a:pt x="4" y="25"/>
                    <a:pt x="4" y="25"/>
                    <a:pt x="4" y="26"/>
                  </a:cubicBezTo>
                  <a:cubicBezTo>
                    <a:pt x="4" y="26"/>
                    <a:pt x="4" y="27"/>
                    <a:pt x="4" y="27"/>
                  </a:cubicBezTo>
                  <a:cubicBezTo>
                    <a:pt x="5" y="27"/>
                    <a:pt x="5" y="27"/>
                    <a:pt x="6" y="27"/>
                  </a:cubicBezTo>
                  <a:cubicBezTo>
                    <a:pt x="6" y="27"/>
                    <a:pt x="7" y="27"/>
                    <a:pt x="8" y="27"/>
                  </a:cubicBezTo>
                  <a:cubicBezTo>
                    <a:pt x="8" y="27"/>
                    <a:pt x="9" y="27"/>
                    <a:pt x="9" y="27"/>
                  </a:cubicBezTo>
                  <a:cubicBezTo>
                    <a:pt x="10" y="27"/>
                    <a:pt x="10" y="27"/>
                    <a:pt x="11" y="27"/>
                  </a:cubicBezTo>
                  <a:cubicBezTo>
                    <a:pt x="11" y="27"/>
                    <a:pt x="12" y="27"/>
                    <a:pt x="12" y="27"/>
                  </a:cubicBezTo>
                  <a:cubicBezTo>
                    <a:pt x="13" y="27"/>
                    <a:pt x="13" y="27"/>
                    <a:pt x="14" y="27"/>
                  </a:cubicBezTo>
                  <a:cubicBezTo>
                    <a:pt x="14" y="27"/>
                    <a:pt x="15" y="27"/>
                    <a:pt x="15" y="27"/>
                  </a:cubicBezTo>
                  <a:cubicBezTo>
                    <a:pt x="15" y="28"/>
                    <a:pt x="15" y="28"/>
                    <a:pt x="15" y="29"/>
                  </a:cubicBezTo>
                  <a:cubicBezTo>
                    <a:pt x="16" y="29"/>
                    <a:pt x="16" y="29"/>
                    <a:pt x="17" y="29"/>
                  </a:cubicBezTo>
                  <a:cubicBezTo>
                    <a:pt x="17" y="30"/>
                    <a:pt x="17" y="30"/>
                    <a:pt x="17" y="31"/>
                  </a:cubicBezTo>
                  <a:cubicBezTo>
                    <a:pt x="17" y="31"/>
                    <a:pt x="18" y="31"/>
                    <a:pt x="18" y="31"/>
                  </a:cubicBezTo>
                  <a:cubicBezTo>
                    <a:pt x="18" y="31"/>
                    <a:pt x="18" y="32"/>
                    <a:pt x="18" y="32"/>
                  </a:cubicBezTo>
                  <a:cubicBezTo>
                    <a:pt x="18" y="33"/>
                    <a:pt x="18" y="33"/>
                    <a:pt x="18" y="34"/>
                  </a:cubicBezTo>
                  <a:cubicBezTo>
                    <a:pt x="18" y="34"/>
                    <a:pt x="18" y="35"/>
                    <a:pt x="18" y="36"/>
                  </a:cubicBezTo>
                  <a:cubicBezTo>
                    <a:pt x="18" y="36"/>
                    <a:pt x="18" y="37"/>
                    <a:pt x="18" y="37"/>
                  </a:cubicBezTo>
                  <a:cubicBezTo>
                    <a:pt x="19" y="37"/>
                    <a:pt x="19" y="37"/>
                    <a:pt x="20" y="37"/>
                  </a:cubicBezTo>
                  <a:cubicBezTo>
                    <a:pt x="20" y="38"/>
                    <a:pt x="20" y="38"/>
                    <a:pt x="20" y="39"/>
                  </a:cubicBezTo>
                  <a:cubicBezTo>
                    <a:pt x="20" y="39"/>
                    <a:pt x="21" y="39"/>
                    <a:pt x="22" y="39"/>
                  </a:cubicBezTo>
                  <a:cubicBezTo>
                    <a:pt x="22" y="39"/>
                    <a:pt x="22" y="40"/>
                    <a:pt x="22" y="40"/>
                  </a:cubicBezTo>
                  <a:cubicBezTo>
                    <a:pt x="22" y="41"/>
                    <a:pt x="22" y="41"/>
                    <a:pt x="22" y="42"/>
                  </a:cubicBezTo>
                  <a:cubicBezTo>
                    <a:pt x="22" y="42"/>
                    <a:pt x="22" y="43"/>
                    <a:pt x="22" y="43"/>
                  </a:cubicBezTo>
                  <a:cubicBezTo>
                    <a:pt x="22" y="44"/>
                    <a:pt x="22" y="45"/>
                    <a:pt x="22" y="45"/>
                  </a:cubicBezTo>
                  <a:cubicBezTo>
                    <a:pt x="22" y="46"/>
                    <a:pt x="22" y="46"/>
                    <a:pt x="22" y="47"/>
                  </a:cubicBezTo>
                  <a:cubicBezTo>
                    <a:pt x="21" y="47"/>
                    <a:pt x="20" y="47"/>
                    <a:pt x="20" y="47"/>
                  </a:cubicBezTo>
                  <a:cubicBezTo>
                    <a:pt x="20" y="47"/>
                    <a:pt x="20" y="48"/>
                    <a:pt x="20" y="48"/>
                  </a:cubicBezTo>
                  <a:cubicBezTo>
                    <a:pt x="20" y="49"/>
                    <a:pt x="20" y="49"/>
                    <a:pt x="20" y="50"/>
                  </a:cubicBezTo>
                  <a:cubicBezTo>
                    <a:pt x="20" y="51"/>
                    <a:pt x="20" y="51"/>
                    <a:pt x="20" y="52"/>
                  </a:cubicBezTo>
                  <a:cubicBezTo>
                    <a:pt x="20" y="52"/>
                    <a:pt x="21" y="52"/>
                    <a:pt x="22" y="52"/>
                  </a:cubicBezTo>
                  <a:cubicBezTo>
                    <a:pt x="22" y="52"/>
                    <a:pt x="22" y="53"/>
                    <a:pt x="22" y="53"/>
                  </a:cubicBezTo>
                  <a:cubicBezTo>
                    <a:pt x="21" y="53"/>
                    <a:pt x="20" y="53"/>
                    <a:pt x="20" y="53"/>
                  </a:cubicBezTo>
                  <a:cubicBezTo>
                    <a:pt x="20" y="54"/>
                    <a:pt x="20" y="54"/>
                    <a:pt x="20" y="55"/>
                  </a:cubicBezTo>
                  <a:cubicBezTo>
                    <a:pt x="19" y="55"/>
                    <a:pt x="19" y="55"/>
                    <a:pt x="18" y="55"/>
                  </a:cubicBezTo>
                  <a:cubicBezTo>
                    <a:pt x="18" y="55"/>
                    <a:pt x="18" y="56"/>
                    <a:pt x="18" y="56"/>
                  </a:cubicBezTo>
                  <a:cubicBezTo>
                    <a:pt x="18" y="57"/>
                    <a:pt x="18" y="57"/>
                    <a:pt x="18" y="58"/>
                  </a:cubicBezTo>
                  <a:cubicBezTo>
                    <a:pt x="18" y="59"/>
                    <a:pt x="18" y="59"/>
                    <a:pt x="18" y="60"/>
                  </a:cubicBezTo>
                  <a:cubicBezTo>
                    <a:pt x="19" y="60"/>
                    <a:pt x="19" y="60"/>
                    <a:pt x="19" y="60"/>
                  </a:cubicBezTo>
                  <a:cubicBezTo>
                    <a:pt x="20" y="60"/>
                    <a:pt x="20" y="60"/>
                    <a:pt x="20" y="60"/>
                  </a:cubicBezTo>
                  <a:cubicBezTo>
                    <a:pt x="20" y="60"/>
                    <a:pt x="21" y="60"/>
                    <a:pt x="22" y="60"/>
                  </a:cubicBezTo>
                  <a:cubicBezTo>
                    <a:pt x="22" y="60"/>
                    <a:pt x="23" y="60"/>
                    <a:pt x="23" y="60"/>
                  </a:cubicBezTo>
                  <a:cubicBezTo>
                    <a:pt x="24" y="60"/>
                    <a:pt x="24" y="60"/>
                    <a:pt x="25" y="60"/>
                  </a:cubicBezTo>
                  <a:cubicBezTo>
                    <a:pt x="25" y="60"/>
                    <a:pt x="25" y="61"/>
                    <a:pt x="25" y="61"/>
                  </a:cubicBezTo>
                  <a:cubicBezTo>
                    <a:pt x="24" y="61"/>
                    <a:pt x="24" y="61"/>
                    <a:pt x="23" y="61"/>
                  </a:cubicBezTo>
                  <a:cubicBezTo>
                    <a:pt x="23" y="62"/>
                    <a:pt x="23" y="62"/>
                    <a:pt x="23" y="63"/>
                  </a:cubicBezTo>
                  <a:cubicBezTo>
                    <a:pt x="23" y="63"/>
                    <a:pt x="22" y="63"/>
                    <a:pt x="22" y="63"/>
                  </a:cubicBezTo>
                  <a:cubicBezTo>
                    <a:pt x="22" y="63"/>
                    <a:pt x="22" y="64"/>
                    <a:pt x="22" y="65"/>
                  </a:cubicBezTo>
                  <a:cubicBezTo>
                    <a:pt x="21" y="65"/>
                    <a:pt x="20" y="65"/>
                    <a:pt x="20" y="65"/>
                  </a:cubicBezTo>
                  <a:cubicBezTo>
                    <a:pt x="20" y="65"/>
                    <a:pt x="20" y="66"/>
                    <a:pt x="20" y="66"/>
                  </a:cubicBezTo>
                  <a:cubicBezTo>
                    <a:pt x="20" y="67"/>
                    <a:pt x="20" y="67"/>
                    <a:pt x="20" y="68"/>
                  </a:cubicBezTo>
                  <a:cubicBezTo>
                    <a:pt x="19" y="68"/>
                    <a:pt x="19" y="68"/>
                    <a:pt x="18" y="68"/>
                  </a:cubicBezTo>
                  <a:cubicBezTo>
                    <a:pt x="18" y="68"/>
                    <a:pt x="18" y="69"/>
                    <a:pt x="18" y="69"/>
                  </a:cubicBezTo>
                  <a:cubicBezTo>
                    <a:pt x="18" y="70"/>
                    <a:pt x="18" y="70"/>
                    <a:pt x="18" y="71"/>
                  </a:cubicBezTo>
                  <a:cubicBezTo>
                    <a:pt x="18" y="71"/>
                    <a:pt x="18" y="72"/>
                    <a:pt x="18" y="73"/>
                  </a:cubicBezTo>
                  <a:cubicBezTo>
                    <a:pt x="18" y="73"/>
                    <a:pt x="18" y="74"/>
                    <a:pt x="18" y="74"/>
                  </a:cubicBezTo>
                  <a:cubicBezTo>
                    <a:pt x="19" y="74"/>
                    <a:pt x="19" y="74"/>
                    <a:pt x="20" y="74"/>
                  </a:cubicBezTo>
                  <a:cubicBezTo>
                    <a:pt x="20" y="75"/>
                    <a:pt x="20" y="75"/>
                    <a:pt x="20" y="76"/>
                  </a:cubicBezTo>
                  <a:cubicBezTo>
                    <a:pt x="20" y="76"/>
                    <a:pt x="20" y="77"/>
                    <a:pt x="20" y="77"/>
                  </a:cubicBezTo>
                  <a:cubicBezTo>
                    <a:pt x="20" y="78"/>
                    <a:pt x="20" y="79"/>
                    <a:pt x="20" y="79"/>
                  </a:cubicBezTo>
                  <a:cubicBezTo>
                    <a:pt x="20" y="80"/>
                    <a:pt x="20" y="80"/>
                    <a:pt x="20" y="81"/>
                  </a:cubicBezTo>
                  <a:cubicBezTo>
                    <a:pt x="20" y="81"/>
                    <a:pt x="20" y="82"/>
                    <a:pt x="20" y="82"/>
                  </a:cubicBezTo>
                  <a:cubicBezTo>
                    <a:pt x="20" y="83"/>
                    <a:pt x="20" y="83"/>
                    <a:pt x="20" y="84"/>
                  </a:cubicBezTo>
                  <a:cubicBezTo>
                    <a:pt x="20" y="84"/>
                    <a:pt x="20" y="85"/>
                    <a:pt x="20" y="85"/>
                  </a:cubicBezTo>
                  <a:cubicBezTo>
                    <a:pt x="20" y="86"/>
                    <a:pt x="20" y="87"/>
                    <a:pt x="20" y="87"/>
                  </a:cubicBezTo>
                  <a:cubicBezTo>
                    <a:pt x="20" y="87"/>
                    <a:pt x="21" y="87"/>
                    <a:pt x="22" y="87"/>
                  </a:cubicBezTo>
                  <a:cubicBezTo>
                    <a:pt x="22" y="88"/>
                    <a:pt x="22" y="88"/>
                    <a:pt x="22" y="89"/>
                  </a:cubicBezTo>
                  <a:cubicBezTo>
                    <a:pt x="22" y="89"/>
                    <a:pt x="22" y="90"/>
                    <a:pt x="22" y="90"/>
                  </a:cubicBezTo>
                  <a:cubicBezTo>
                    <a:pt x="22" y="90"/>
                    <a:pt x="23" y="90"/>
                    <a:pt x="23" y="90"/>
                  </a:cubicBezTo>
                  <a:cubicBezTo>
                    <a:pt x="23" y="91"/>
                    <a:pt x="23" y="91"/>
                    <a:pt x="23" y="92"/>
                  </a:cubicBezTo>
                  <a:cubicBezTo>
                    <a:pt x="24" y="92"/>
                    <a:pt x="24" y="92"/>
                    <a:pt x="25" y="92"/>
                  </a:cubicBezTo>
                  <a:cubicBezTo>
                    <a:pt x="25" y="92"/>
                    <a:pt x="25" y="93"/>
                    <a:pt x="25" y="94"/>
                  </a:cubicBezTo>
                  <a:cubicBezTo>
                    <a:pt x="25" y="94"/>
                    <a:pt x="26" y="94"/>
                    <a:pt x="26" y="94"/>
                  </a:cubicBezTo>
                  <a:cubicBezTo>
                    <a:pt x="27" y="94"/>
                    <a:pt x="27" y="94"/>
                    <a:pt x="28" y="94"/>
                  </a:cubicBezTo>
                  <a:cubicBezTo>
                    <a:pt x="28" y="94"/>
                    <a:pt x="28" y="95"/>
                    <a:pt x="28" y="95"/>
                  </a:cubicBezTo>
                  <a:cubicBezTo>
                    <a:pt x="28" y="95"/>
                    <a:pt x="29" y="95"/>
                    <a:pt x="29" y="95"/>
                  </a:cubicBezTo>
                  <a:cubicBezTo>
                    <a:pt x="29" y="96"/>
                    <a:pt x="29" y="96"/>
                    <a:pt x="29" y="97"/>
                  </a:cubicBezTo>
                  <a:cubicBezTo>
                    <a:pt x="30" y="97"/>
                    <a:pt x="30" y="97"/>
                    <a:pt x="31" y="97"/>
                  </a:cubicBezTo>
                  <a:cubicBezTo>
                    <a:pt x="31" y="97"/>
                    <a:pt x="31" y="98"/>
                    <a:pt x="31" y="98"/>
                  </a:cubicBezTo>
                  <a:cubicBezTo>
                    <a:pt x="32" y="98"/>
                    <a:pt x="32" y="98"/>
                    <a:pt x="33" y="98"/>
                  </a:cubicBezTo>
                  <a:cubicBezTo>
                    <a:pt x="33" y="98"/>
                    <a:pt x="34" y="98"/>
                    <a:pt x="34" y="98"/>
                  </a:cubicBezTo>
                  <a:cubicBezTo>
                    <a:pt x="34" y="98"/>
                    <a:pt x="34" y="97"/>
                    <a:pt x="34" y="97"/>
                  </a:cubicBezTo>
                  <a:cubicBezTo>
                    <a:pt x="35" y="97"/>
                    <a:pt x="35" y="97"/>
                    <a:pt x="36" y="97"/>
                  </a:cubicBezTo>
                  <a:cubicBezTo>
                    <a:pt x="36" y="96"/>
                    <a:pt x="36" y="96"/>
                    <a:pt x="36" y="95"/>
                  </a:cubicBezTo>
                  <a:cubicBezTo>
                    <a:pt x="36" y="95"/>
                    <a:pt x="36" y="94"/>
                    <a:pt x="36" y="94"/>
                  </a:cubicBezTo>
                  <a:cubicBezTo>
                    <a:pt x="36" y="94"/>
                    <a:pt x="37" y="94"/>
                    <a:pt x="37" y="94"/>
                  </a:cubicBezTo>
                  <a:cubicBezTo>
                    <a:pt x="37" y="93"/>
                    <a:pt x="37" y="92"/>
                    <a:pt x="37" y="92"/>
                  </a:cubicBezTo>
                  <a:cubicBezTo>
                    <a:pt x="37" y="91"/>
                    <a:pt x="37" y="91"/>
                    <a:pt x="37" y="90"/>
                  </a:cubicBezTo>
                  <a:cubicBezTo>
                    <a:pt x="38" y="90"/>
                    <a:pt x="38" y="90"/>
                    <a:pt x="39" y="90"/>
                  </a:cubicBezTo>
                  <a:cubicBezTo>
                    <a:pt x="39" y="90"/>
                    <a:pt x="39" y="89"/>
                    <a:pt x="39" y="89"/>
                  </a:cubicBezTo>
                  <a:cubicBezTo>
                    <a:pt x="39" y="88"/>
                    <a:pt x="39" y="88"/>
                    <a:pt x="39" y="87"/>
                  </a:cubicBezTo>
                  <a:cubicBezTo>
                    <a:pt x="39" y="87"/>
                    <a:pt x="40" y="87"/>
                    <a:pt x="40" y="87"/>
                  </a:cubicBezTo>
                  <a:cubicBezTo>
                    <a:pt x="40" y="87"/>
                    <a:pt x="40" y="86"/>
                    <a:pt x="40" y="85"/>
                  </a:cubicBezTo>
                  <a:cubicBezTo>
                    <a:pt x="41" y="85"/>
                    <a:pt x="41" y="85"/>
                    <a:pt x="42" y="85"/>
                  </a:cubicBezTo>
                  <a:cubicBezTo>
                    <a:pt x="42" y="85"/>
                    <a:pt x="42" y="84"/>
                    <a:pt x="42" y="84"/>
                  </a:cubicBezTo>
                  <a:cubicBezTo>
                    <a:pt x="42" y="83"/>
                    <a:pt x="42" y="83"/>
                    <a:pt x="42" y="82"/>
                  </a:cubicBezTo>
                  <a:cubicBezTo>
                    <a:pt x="42" y="82"/>
                    <a:pt x="43" y="82"/>
                    <a:pt x="43" y="82"/>
                  </a:cubicBezTo>
                  <a:cubicBezTo>
                    <a:pt x="43" y="82"/>
                    <a:pt x="43" y="81"/>
                    <a:pt x="43" y="81"/>
                  </a:cubicBezTo>
                  <a:cubicBezTo>
                    <a:pt x="43" y="80"/>
                    <a:pt x="43" y="80"/>
                    <a:pt x="43" y="79"/>
                  </a:cubicBezTo>
                  <a:cubicBezTo>
                    <a:pt x="44" y="79"/>
                    <a:pt x="45" y="79"/>
                    <a:pt x="45" y="79"/>
                  </a:cubicBezTo>
                  <a:cubicBezTo>
                    <a:pt x="46" y="79"/>
                    <a:pt x="46" y="79"/>
                    <a:pt x="47" y="79"/>
                  </a:cubicBezTo>
                  <a:cubicBezTo>
                    <a:pt x="47" y="79"/>
                    <a:pt x="48" y="79"/>
                    <a:pt x="48" y="79"/>
                  </a:cubicBezTo>
                  <a:cubicBezTo>
                    <a:pt x="48" y="79"/>
                    <a:pt x="48" y="78"/>
                    <a:pt x="48" y="77"/>
                  </a:cubicBezTo>
                  <a:cubicBezTo>
                    <a:pt x="49" y="77"/>
                    <a:pt x="49" y="77"/>
                    <a:pt x="50" y="77"/>
                  </a:cubicBezTo>
                  <a:cubicBezTo>
                    <a:pt x="50" y="77"/>
                    <a:pt x="51" y="77"/>
                    <a:pt x="51" y="77"/>
                  </a:cubicBezTo>
                  <a:cubicBezTo>
                    <a:pt x="52" y="77"/>
                    <a:pt x="52" y="77"/>
                    <a:pt x="53" y="77"/>
                  </a:cubicBezTo>
                  <a:cubicBezTo>
                    <a:pt x="53" y="77"/>
                    <a:pt x="54" y="77"/>
                    <a:pt x="54" y="77"/>
                  </a:cubicBezTo>
                  <a:cubicBezTo>
                    <a:pt x="54" y="77"/>
                    <a:pt x="54" y="76"/>
                    <a:pt x="54" y="76"/>
                  </a:cubicBezTo>
                  <a:cubicBezTo>
                    <a:pt x="55" y="76"/>
                    <a:pt x="55" y="76"/>
                    <a:pt x="56" y="76"/>
                  </a:cubicBezTo>
                  <a:cubicBezTo>
                    <a:pt x="56" y="75"/>
                    <a:pt x="56" y="75"/>
                    <a:pt x="56" y="74"/>
                  </a:cubicBezTo>
                  <a:cubicBezTo>
                    <a:pt x="56" y="74"/>
                    <a:pt x="57" y="74"/>
                    <a:pt x="57" y="74"/>
                  </a:cubicBezTo>
                  <a:cubicBezTo>
                    <a:pt x="57" y="74"/>
                    <a:pt x="57" y="73"/>
                    <a:pt x="57" y="73"/>
                  </a:cubicBezTo>
                  <a:cubicBezTo>
                    <a:pt x="57" y="72"/>
                    <a:pt x="57" y="71"/>
                    <a:pt x="57" y="71"/>
                  </a:cubicBezTo>
                  <a:cubicBezTo>
                    <a:pt x="58" y="71"/>
                    <a:pt x="59" y="71"/>
                    <a:pt x="59" y="71"/>
                  </a:cubicBezTo>
                  <a:cubicBezTo>
                    <a:pt x="59" y="70"/>
                    <a:pt x="59" y="70"/>
                    <a:pt x="59" y="69"/>
                  </a:cubicBezTo>
                  <a:cubicBezTo>
                    <a:pt x="60" y="69"/>
                    <a:pt x="60" y="69"/>
                    <a:pt x="61" y="69"/>
                  </a:cubicBezTo>
                  <a:cubicBezTo>
                    <a:pt x="61" y="69"/>
                    <a:pt x="62" y="69"/>
                    <a:pt x="62" y="69"/>
                  </a:cubicBezTo>
                  <a:cubicBezTo>
                    <a:pt x="63" y="69"/>
                    <a:pt x="63" y="69"/>
                    <a:pt x="64" y="69"/>
                  </a:cubicBezTo>
                  <a:cubicBezTo>
                    <a:pt x="64" y="69"/>
                    <a:pt x="65" y="69"/>
                    <a:pt x="65" y="69"/>
                  </a:cubicBezTo>
                  <a:cubicBezTo>
                    <a:pt x="66" y="69"/>
                    <a:pt x="66" y="69"/>
                    <a:pt x="67" y="69"/>
                  </a:cubicBezTo>
                  <a:cubicBezTo>
                    <a:pt x="67" y="69"/>
                    <a:pt x="68" y="69"/>
                    <a:pt x="69" y="69"/>
                  </a:cubicBezTo>
                  <a:cubicBezTo>
                    <a:pt x="69" y="69"/>
                    <a:pt x="69" y="68"/>
                    <a:pt x="69" y="68"/>
                  </a:cubicBezTo>
                  <a:cubicBezTo>
                    <a:pt x="69" y="68"/>
                    <a:pt x="70" y="68"/>
                    <a:pt x="70" y="68"/>
                  </a:cubicBezTo>
                  <a:cubicBezTo>
                    <a:pt x="71" y="68"/>
                    <a:pt x="71" y="68"/>
                    <a:pt x="72" y="68"/>
                  </a:cubicBezTo>
                  <a:cubicBezTo>
                    <a:pt x="72" y="67"/>
                    <a:pt x="72" y="67"/>
                    <a:pt x="72" y="66"/>
                  </a:cubicBezTo>
                  <a:cubicBezTo>
                    <a:pt x="72" y="66"/>
                    <a:pt x="73" y="66"/>
                    <a:pt x="73" y="66"/>
                  </a:cubicBezTo>
                  <a:cubicBezTo>
                    <a:pt x="74" y="66"/>
                    <a:pt x="74" y="66"/>
                    <a:pt x="75" y="66"/>
                  </a:cubicBezTo>
                  <a:cubicBezTo>
                    <a:pt x="75" y="66"/>
                    <a:pt x="75" y="65"/>
                    <a:pt x="75" y="65"/>
                  </a:cubicBezTo>
                  <a:cubicBezTo>
                    <a:pt x="75" y="65"/>
                    <a:pt x="76" y="65"/>
                    <a:pt x="76" y="65"/>
                  </a:cubicBezTo>
                  <a:cubicBezTo>
                    <a:pt x="76" y="64"/>
                    <a:pt x="76" y="63"/>
                    <a:pt x="76" y="63"/>
                  </a:cubicBezTo>
                  <a:cubicBezTo>
                    <a:pt x="77" y="63"/>
                    <a:pt x="77" y="63"/>
                    <a:pt x="78" y="63"/>
                  </a:cubicBezTo>
                  <a:cubicBezTo>
                    <a:pt x="78" y="62"/>
                    <a:pt x="78" y="62"/>
                    <a:pt x="78" y="61"/>
                  </a:cubicBezTo>
                  <a:cubicBezTo>
                    <a:pt x="78" y="61"/>
                    <a:pt x="79" y="61"/>
                    <a:pt x="79" y="61"/>
                  </a:cubicBezTo>
                  <a:cubicBezTo>
                    <a:pt x="80" y="61"/>
                    <a:pt x="80" y="61"/>
                    <a:pt x="81" y="61"/>
                  </a:cubicBezTo>
                  <a:cubicBezTo>
                    <a:pt x="81" y="61"/>
                    <a:pt x="81" y="60"/>
                    <a:pt x="81" y="60"/>
                  </a:cubicBezTo>
                  <a:cubicBezTo>
                    <a:pt x="81" y="59"/>
                    <a:pt x="81" y="59"/>
                    <a:pt x="81" y="58"/>
                  </a:cubicBezTo>
                  <a:cubicBezTo>
                    <a:pt x="81" y="57"/>
                    <a:pt x="81" y="57"/>
                    <a:pt x="81" y="56"/>
                  </a:cubicBezTo>
                  <a:cubicBezTo>
                    <a:pt x="81" y="56"/>
                    <a:pt x="81" y="55"/>
                    <a:pt x="81" y="55"/>
                  </a:cubicBezTo>
                  <a:cubicBezTo>
                    <a:pt x="82" y="55"/>
                    <a:pt x="82" y="55"/>
                    <a:pt x="83" y="55"/>
                  </a:cubicBezTo>
                  <a:cubicBezTo>
                    <a:pt x="83" y="54"/>
                    <a:pt x="83" y="54"/>
                    <a:pt x="83" y="53"/>
                  </a:cubicBezTo>
                  <a:cubicBezTo>
                    <a:pt x="83" y="53"/>
                    <a:pt x="83" y="52"/>
                    <a:pt x="83" y="52"/>
                  </a:cubicBezTo>
                  <a:cubicBezTo>
                    <a:pt x="83" y="51"/>
                    <a:pt x="83" y="51"/>
                    <a:pt x="83" y="50"/>
                  </a:cubicBezTo>
                  <a:cubicBezTo>
                    <a:pt x="83" y="49"/>
                    <a:pt x="83" y="49"/>
                    <a:pt x="83" y="48"/>
                  </a:cubicBezTo>
                  <a:cubicBezTo>
                    <a:pt x="83" y="48"/>
                    <a:pt x="84" y="48"/>
                    <a:pt x="84" y="48"/>
                  </a:cubicBezTo>
                  <a:cubicBezTo>
                    <a:pt x="84" y="48"/>
                    <a:pt x="84" y="47"/>
                    <a:pt x="84" y="47"/>
                  </a:cubicBezTo>
                  <a:cubicBezTo>
                    <a:pt x="84" y="46"/>
                    <a:pt x="84" y="46"/>
                    <a:pt x="84" y="45"/>
                  </a:cubicBezTo>
                  <a:cubicBezTo>
                    <a:pt x="84" y="45"/>
                    <a:pt x="83" y="45"/>
                    <a:pt x="83" y="45"/>
                  </a:cubicBezTo>
                  <a:cubicBezTo>
                    <a:pt x="83" y="45"/>
                    <a:pt x="83" y="44"/>
                    <a:pt x="83" y="43"/>
                  </a:cubicBezTo>
                  <a:cubicBezTo>
                    <a:pt x="83" y="43"/>
                    <a:pt x="84" y="43"/>
                    <a:pt x="84" y="43"/>
                  </a:cubicBezTo>
                  <a:cubicBezTo>
                    <a:pt x="84" y="44"/>
                    <a:pt x="84" y="45"/>
                    <a:pt x="84" y="45"/>
                  </a:cubicBezTo>
                  <a:cubicBezTo>
                    <a:pt x="85" y="45"/>
                    <a:pt x="85" y="45"/>
                    <a:pt x="86" y="45"/>
                  </a:cubicBezTo>
                  <a:cubicBezTo>
                    <a:pt x="86" y="45"/>
                    <a:pt x="87" y="45"/>
                    <a:pt x="87" y="45"/>
                  </a:cubicBezTo>
                  <a:cubicBezTo>
                    <a:pt x="87" y="45"/>
                    <a:pt x="87" y="44"/>
                    <a:pt x="87" y="43"/>
                  </a:cubicBezTo>
                  <a:cubicBezTo>
                    <a:pt x="87" y="43"/>
                    <a:pt x="87" y="42"/>
                    <a:pt x="87" y="42"/>
                  </a:cubicBezTo>
                  <a:cubicBezTo>
                    <a:pt x="87" y="41"/>
                    <a:pt x="87" y="41"/>
                    <a:pt x="87" y="40"/>
                  </a:cubicBezTo>
                  <a:cubicBezTo>
                    <a:pt x="87" y="40"/>
                    <a:pt x="86" y="40"/>
                    <a:pt x="86" y="40"/>
                  </a:cubicBezTo>
                  <a:cubicBezTo>
                    <a:pt x="86" y="40"/>
                    <a:pt x="86" y="39"/>
                    <a:pt x="86" y="39"/>
                  </a:cubicBezTo>
                  <a:cubicBezTo>
                    <a:pt x="86" y="39"/>
                    <a:pt x="87" y="39"/>
                    <a:pt x="87" y="39"/>
                  </a:cubicBezTo>
                  <a:cubicBezTo>
                    <a:pt x="87" y="38"/>
                    <a:pt x="87" y="38"/>
                    <a:pt x="87" y="37"/>
                  </a:cubicBezTo>
                  <a:cubicBezTo>
                    <a:pt x="87" y="37"/>
                    <a:pt x="86" y="37"/>
                    <a:pt x="86" y="37"/>
                  </a:cubicBezTo>
                  <a:cubicBezTo>
                    <a:pt x="85" y="37"/>
                    <a:pt x="85" y="37"/>
                    <a:pt x="84" y="37"/>
                  </a:cubicBezTo>
                  <a:cubicBezTo>
                    <a:pt x="84" y="37"/>
                    <a:pt x="84" y="36"/>
                    <a:pt x="84" y="36"/>
                  </a:cubicBezTo>
                  <a:cubicBezTo>
                    <a:pt x="84" y="35"/>
                    <a:pt x="84" y="34"/>
                    <a:pt x="84" y="34"/>
                  </a:cubicBezTo>
                  <a:cubicBezTo>
                    <a:pt x="85" y="34"/>
                    <a:pt x="85" y="34"/>
                    <a:pt x="86" y="34"/>
                  </a:cubicBezTo>
                  <a:cubicBezTo>
                    <a:pt x="86" y="34"/>
                    <a:pt x="86" y="35"/>
                    <a:pt x="86" y="36"/>
                  </a:cubicBezTo>
                  <a:cubicBezTo>
                    <a:pt x="86" y="36"/>
                    <a:pt x="87" y="36"/>
                    <a:pt x="87" y="36"/>
                  </a:cubicBezTo>
                  <a:cubicBezTo>
                    <a:pt x="87" y="36"/>
                    <a:pt x="87" y="37"/>
                    <a:pt x="87" y="37"/>
                  </a:cubicBezTo>
                  <a:cubicBezTo>
                    <a:pt x="88" y="37"/>
                    <a:pt x="88" y="37"/>
                    <a:pt x="89" y="37"/>
                  </a:cubicBezTo>
                  <a:cubicBezTo>
                    <a:pt x="89" y="37"/>
                    <a:pt x="89" y="36"/>
                    <a:pt x="89" y="36"/>
                  </a:cubicBezTo>
                  <a:cubicBezTo>
                    <a:pt x="89" y="35"/>
                    <a:pt x="89" y="34"/>
                    <a:pt x="89" y="34"/>
                  </a:cubicBezTo>
                  <a:cubicBezTo>
                    <a:pt x="89" y="33"/>
                    <a:pt x="89" y="33"/>
                    <a:pt x="89" y="32"/>
                  </a:cubicBezTo>
                  <a:cubicBezTo>
                    <a:pt x="89" y="32"/>
                    <a:pt x="89" y="31"/>
                    <a:pt x="89" y="31"/>
                  </a:cubicBezTo>
                  <a:cubicBezTo>
                    <a:pt x="89" y="30"/>
                    <a:pt x="89" y="30"/>
                    <a:pt x="89" y="29"/>
                  </a:cubicBezTo>
                  <a:cubicBezTo>
                    <a:pt x="89" y="28"/>
                    <a:pt x="89" y="28"/>
                    <a:pt x="89" y="27"/>
                  </a:cubicBezTo>
                  <a:cubicBezTo>
                    <a:pt x="88" y="27"/>
                    <a:pt x="88" y="27"/>
                    <a:pt x="87" y="27"/>
                  </a:cubicBezTo>
                  <a:cubicBezTo>
                    <a:pt x="87" y="27"/>
                    <a:pt x="86" y="27"/>
                    <a:pt x="86" y="27"/>
                  </a:cubicBezTo>
                  <a:cubicBezTo>
                    <a:pt x="86" y="27"/>
                    <a:pt x="86" y="26"/>
                    <a:pt x="86" y="26"/>
                  </a:cubicBezTo>
                  <a:cubicBezTo>
                    <a:pt x="86" y="26"/>
                    <a:pt x="87" y="26"/>
                    <a:pt x="87" y="26"/>
                  </a:cubicBezTo>
                  <a:cubicBezTo>
                    <a:pt x="87" y="25"/>
                    <a:pt x="87" y="25"/>
                    <a:pt x="87" y="24"/>
                  </a:cubicBezTo>
                  <a:cubicBezTo>
                    <a:pt x="88" y="24"/>
                    <a:pt x="88" y="24"/>
                    <a:pt x="89" y="24"/>
                  </a:cubicBezTo>
                  <a:cubicBezTo>
                    <a:pt x="89" y="24"/>
                    <a:pt x="89" y="23"/>
                    <a:pt x="89" y="23"/>
                  </a:cubicBezTo>
                  <a:cubicBezTo>
                    <a:pt x="89" y="23"/>
                    <a:pt x="90" y="23"/>
                    <a:pt x="90" y="23"/>
                  </a:cubicBezTo>
                  <a:cubicBezTo>
                    <a:pt x="90" y="22"/>
                    <a:pt x="90" y="22"/>
                    <a:pt x="90" y="21"/>
                  </a:cubicBezTo>
                  <a:cubicBezTo>
                    <a:pt x="90" y="20"/>
                    <a:pt x="90" y="20"/>
                    <a:pt x="90" y="19"/>
                  </a:cubicBezTo>
                  <a:cubicBezTo>
                    <a:pt x="91" y="19"/>
                    <a:pt x="91" y="19"/>
                    <a:pt x="92" y="19"/>
                  </a:cubicBezTo>
                  <a:cubicBezTo>
                    <a:pt x="92" y="19"/>
                    <a:pt x="92" y="18"/>
                    <a:pt x="92" y="18"/>
                  </a:cubicBezTo>
                  <a:cubicBezTo>
                    <a:pt x="93" y="18"/>
                    <a:pt x="93" y="18"/>
                    <a:pt x="94" y="18"/>
                  </a:cubicBezTo>
                  <a:cubicBezTo>
                    <a:pt x="94" y="18"/>
                    <a:pt x="95" y="18"/>
                    <a:pt x="95" y="18"/>
                  </a:cubicBezTo>
                  <a:cubicBezTo>
                    <a:pt x="95" y="17"/>
                    <a:pt x="95" y="17"/>
                    <a:pt x="95" y="16"/>
                  </a:cubicBezTo>
                  <a:cubicBezTo>
                    <a:pt x="96" y="16"/>
                    <a:pt x="96" y="16"/>
                    <a:pt x="97" y="16"/>
                  </a:cubicBezTo>
                  <a:cubicBezTo>
                    <a:pt x="97" y="16"/>
                    <a:pt x="97" y="15"/>
                    <a:pt x="97" y="14"/>
                  </a:cubicBezTo>
                  <a:cubicBezTo>
                    <a:pt x="97" y="14"/>
                    <a:pt x="98" y="14"/>
                    <a:pt x="98" y="14"/>
                  </a:cubicBezTo>
                  <a:cubicBezTo>
                    <a:pt x="99" y="14"/>
                    <a:pt x="99" y="14"/>
                    <a:pt x="100" y="14"/>
                  </a:cubicBezTo>
                  <a:cubicBezTo>
                    <a:pt x="100" y="14"/>
                    <a:pt x="100" y="13"/>
                    <a:pt x="100" y="13"/>
                  </a:cubicBezTo>
                  <a:cubicBezTo>
                    <a:pt x="99" y="13"/>
                    <a:pt x="99" y="13"/>
                    <a:pt x="98" y="13"/>
                  </a:cubicBezTo>
                  <a:cubicBezTo>
                    <a:pt x="98" y="12"/>
                    <a:pt x="98" y="12"/>
                    <a:pt x="98" y="11"/>
                  </a:cubicBezTo>
                  <a:cubicBezTo>
                    <a:pt x="98" y="11"/>
                    <a:pt x="97" y="11"/>
                    <a:pt x="97" y="11"/>
                  </a:cubicBezTo>
                  <a:cubicBezTo>
                    <a:pt x="96" y="11"/>
                    <a:pt x="96" y="11"/>
                    <a:pt x="95" y="11"/>
                  </a:cubicBezTo>
                  <a:cubicBezTo>
                    <a:pt x="95" y="11"/>
                    <a:pt x="94" y="11"/>
                    <a:pt x="94" y="11"/>
                  </a:cubicBezTo>
                  <a:cubicBezTo>
                    <a:pt x="93" y="11"/>
                    <a:pt x="93" y="11"/>
                    <a:pt x="92" y="11"/>
                  </a:cubicBezTo>
                  <a:cubicBezTo>
                    <a:pt x="91" y="11"/>
                    <a:pt x="91" y="11"/>
                    <a:pt x="90" y="11"/>
                  </a:cubicBezTo>
                  <a:cubicBezTo>
                    <a:pt x="90" y="12"/>
                    <a:pt x="90" y="12"/>
                    <a:pt x="90" y="13"/>
                  </a:cubicBezTo>
                  <a:cubicBezTo>
                    <a:pt x="90" y="13"/>
                    <a:pt x="89" y="13"/>
                    <a:pt x="89" y="13"/>
                  </a:cubicBezTo>
                  <a:cubicBezTo>
                    <a:pt x="89" y="12"/>
                    <a:pt x="89" y="12"/>
                    <a:pt x="89" y="11"/>
                  </a:cubicBezTo>
                  <a:cubicBezTo>
                    <a:pt x="89" y="11"/>
                    <a:pt x="89" y="10"/>
                    <a:pt x="89" y="10"/>
                  </a:cubicBezTo>
                  <a:cubicBezTo>
                    <a:pt x="88" y="10"/>
                    <a:pt x="88" y="10"/>
                    <a:pt x="87" y="10"/>
                  </a:cubicBezTo>
                  <a:cubicBezTo>
                    <a:pt x="87" y="10"/>
                    <a:pt x="86" y="10"/>
                    <a:pt x="86" y="10"/>
                  </a:cubicBezTo>
                  <a:cubicBezTo>
                    <a:pt x="86" y="10"/>
                    <a:pt x="86" y="11"/>
                    <a:pt x="86" y="11"/>
                  </a:cubicBezTo>
                  <a:cubicBezTo>
                    <a:pt x="85" y="11"/>
                    <a:pt x="85" y="11"/>
                    <a:pt x="84" y="11"/>
                  </a:cubicBezTo>
                  <a:cubicBezTo>
                    <a:pt x="84" y="11"/>
                    <a:pt x="84" y="10"/>
                    <a:pt x="84" y="10"/>
                  </a:cubicBezTo>
                  <a:cubicBezTo>
                    <a:pt x="84" y="9"/>
                    <a:pt x="84" y="9"/>
                    <a:pt x="84" y="8"/>
                  </a:cubicBezTo>
                  <a:cubicBezTo>
                    <a:pt x="84" y="8"/>
                    <a:pt x="83" y="8"/>
                    <a:pt x="83" y="8"/>
                  </a:cubicBezTo>
                  <a:cubicBezTo>
                    <a:pt x="83" y="8"/>
                    <a:pt x="83" y="7"/>
                    <a:pt x="83" y="7"/>
                  </a:cubicBezTo>
                  <a:cubicBezTo>
                    <a:pt x="82" y="7"/>
                    <a:pt x="82" y="7"/>
                    <a:pt x="81" y="7"/>
                  </a:cubicBezTo>
                  <a:cubicBezTo>
                    <a:pt x="81" y="6"/>
                    <a:pt x="81" y="5"/>
                    <a:pt x="81" y="5"/>
                  </a:cubicBezTo>
                  <a:cubicBezTo>
                    <a:pt x="80" y="5"/>
                    <a:pt x="80" y="5"/>
                    <a:pt x="79" y="5"/>
                  </a:cubicBezTo>
                  <a:cubicBezTo>
                    <a:pt x="79" y="4"/>
                    <a:pt x="79" y="4"/>
                    <a:pt x="79" y="3"/>
                  </a:cubicBezTo>
                  <a:cubicBezTo>
                    <a:pt x="79" y="3"/>
                    <a:pt x="78" y="3"/>
                    <a:pt x="78" y="3"/>
                  </a:cubicBezTo>
                  <a:cubicBezTo>
                    <a:pt x="78" y="3"/>
                    <a:pt x="78" y="2"/>
                    <a:pt x="78" y="2"/>
                  </a:cubicBezTo>
                  <a:cubicBezTo>
                    <a:pt x="77" y="2"/>
                    <a:pt x="77" y="2"/>
                    <a:pt x="76" y="2"/>
                  </a:cubicBezTo>
                  <a:cubicBezTo>
                    <a:pt x="76" y="1"/>
                    <a:pt x="76" y="1"/>
                    <a:pt x="76" y="0"/>
                  </a:cubicBezTo>
                  <a:cubicBezTo>
                    <a:pt x="76" y="0"/>
                    <a:pt x="75" y="0"/>
                    <a:pt x="75" y="0"/>
                  </a:cubicBezTo>
                  <a:cubicBezTo>
                    <a:pt x="74" y="0"/>
                    <a:pt x="74" y="0"/>
                    <a:pt x="73" y="0"/>
                  </a:cubicBezTo>
                  <a:cubicBezTo>
                    <a:pt x="73" y="0"/>
                    <a:pt x="72" y="0"/>
                    <a:pt x="72" y="0"/>
                  </a:cubicBezTo>
                  <a:cubicBezTo>
                    <a:pt x="71" y="0"/>
                    <a:pt x="71" y="0"/>
                    <a:pt x="70" y="0"/>
                  </a:cubicBezTo>
                  <a:cubicBezTo>
                    <a:pt x="70" y="0"/>
                    <a:pt x="69" y="0"/>
                    <a:pt x="69" y="0"/>
                  </a:cubicBezTo>
                  <a:cubicBezTo>
                    <a:pt x="68" y="0"/>
                    <a:pt x="67" y="0"/>
                    <a:pt x="67" y="0"/>
                  </a:cubicBezTo>
                  <a:cubicBezTo>
                    <a:pt x="66" y="0"/>
                    <a:pt x="66" y="0"/>
                    <a:pt x="65" y="0"/>
                  </a:cubicBezTo>
                  <a:cubicBezTo>
                    <a:pt x="65" y="0"/>
                    <a:pt x="64" y="0"/>
                    <a:pt x="64" y="0"/>
                  </a:cubicBezTo>
                  <a:cubicBezTo>
                    <a:pt x="63" y="0"/>
                    <a:pt x="63" y="0"/>
                    <a:pt x="62" y="0"/>
                  </a:cubicBezTo>
                  <a:cubicBezTo>
                    <a:pt x="62" y="0"/>
                    <a:pt x="61" y="0"/>
                    <a:pt x="61" y="0"/>
                  </a:cubicBezTo>
                  <a:cubicBezTo>
                    <a:pt x="60" y="0"/>
                    <a:pt x="60" y="0"/>
                    <a:pt x="59" y="0"/>
                  </a:cubicBezTo>
                  <a:cubicBezTo>
                    <a:pt x="59" y="0"/>
                    <a:pt x="58" y="0"/>
                    <a:pt x="57" y="0"/>
                  </a:cubicBezTo>
                  <a:cubicBezTo>
                    <a:pt x="57" y="0"/>
                    <a:pt x="56" y="0"/>
                    <a:pt x="56" y="0"/>
                  </a:cubicBezTo>
                  <a:cubicBezTo>
                    <a:pt x="56" y="1"/>
                    <a:pt x="56" y="1"/>
                    <a:pt x="56" y="2"/>
                  </a:cubicBezTo>
                  <a:cubicBezTo>
                    <a:pt x="55" y="2"/>
                    <a:pt x="55" y="2"/>
                    <a:pt x="54" y="2"/>
                  </a:cubicBezTo>
                  <a:cubicBezTo>
                    <a:pt x="54" y="1"/>
                    <a:pt x="54" y="1"/>
                    <a:pt x="54" y="0"/>
                  </a:cubicBezTo>
                  <a:cubicBezTo>
                    <a:pt x="54" y="0"/>
                    <a:pt x="53" y="0"/>
                    <a:pt x="53" y="0"/>
                  </a:cubicBezTo>
                  <a:cubicBezTo>
                    <a:pt x="52" y="0"/>
                    <a:pt x="52" y="0"/>
                    <a:pt x="51" y="0"/>
                  </a:cubicBezTo>
                  <a:cubicBezTo>
                    <a:pt x="51" y="0"/>
                    <a:pt x="50" y="0"/>
                    <a:pt x="50" y="0"/>
                  </a:cubicBezTo>
                  <a:cubicBezTo>
                    <a:pt x="49" y="0"/>
                    <a:pt x="49" y="0"/>
                    <a:pt x="48" y="0"/>
                  </a:cubicBezTo>
                  <a:cubicBezTo>
                    <a:pt x="48" y="1"/>
                    <a:pt x="48" y="1"/>
                    <a:pt x="48" y="2"/>
                  </a:cubicBezTo>
                  <a:cubicBezTo>
                    <a:pt x="48" y="2"/>
                    <a:pt x="47" y="2"/>
                    <a:pt x="47" y="2"/>
                  </a:cubicBezTo>
                  <a:cubicBezTo>
                    <a:pt x="47" y="2"/>
                    <a:pt x="47" y="3"/>
                    <a:pt x="47" y="3"/>
                  </a:cubicBezTo>
                  <a:cubicBezTo>
                    <a:pt x="47" y="3"/>
                    <a:pt x="48" y="3"/>
                    <a:pt x="48" y="3"/>
                  </a:cubicBezTo>
                  <a:cubicBezTo>
                    <a:pt x="49" y="3"/>
                    <a:pt x="49" y="3"/>
                    <a:pt x="50" y="3"/>
                  </a:cubicBezTo>
                  <a:cubicBezTo>
                    <a:pt x="50" y="4"/>
                    <a:pt x="50" y="4"/>
                    <a:pt x="50" y="5"/>
                  </a:cubicBezTo>
                  <a:cubicBezTo>
                    <a:pt x="49" y="5"/>
                    <a:pt x="49" y="5"/>
                    <a:pt x="48" y="5"/>
                  </a:cubicBezTo>
                  <a:cubicBezTo>
                    <a:pt x="48" y="5"/>
                    <a:pt x="48" y="6"/>
                    <a:pt x="48" y="7"/>
                  </a:cubicBezTo>
                  <a:cubicBezTo>
                    <a:pt x="48" y="7"/>
                    <a:pt x="47" y="7"/>
                    <a:pt x="47" y="7"/>
                  </a:cubicBezTo>
                  <a:cubicBezTo>
                    <a:pt x="47" y="6"/>
                    <a:pt x="47" y="5"/>
                    <a:pt x="47" y="5"/>
                  </a:cubicBezTo>
                  <a:cubicBezTo>
                    <a:pt x="47" y="4"/>
                    <a:pt x="47" y="4"/>
                    <a:pt x="47" y="3"/>
                  </a:cubicBezTo>
                  <a:cubicBezTo>
                    <a:pt x="46" y="3"/>
                    <a:pt x="46" y="3"/>
                    <a:pt x="45" y="3"/>
                  </a:cubicBezTo>
                  <a:cubicBezTo>
                    <a:pt x="45" y="3"/>
                    <a:pt x="44" y="3"/>
                    <a:pt x="43" y="3"/>
                  </a:cubicBezTo>
                  <a:cubicBezTo>
                    <a:pt x="43" y="3"/>
                    <a:pt x="42" y="3"/>
                    <a:pt x="42" y="3"/>
                  </a:cubicBezTo>
                  <a:cubicBezTo>
                    <a:pt x="42" y="3"/>
                    <a:pt x="42" y="2"/>
                    <a:pt x="42" y="2"/>
                  </a:cubicBezTo>
                  <a:cubicBezTo>
                    <a:pt x="41" y="2"/>
                    <a:pt x="41" y="2"/>
                    <a:pt x="40" y="2"/>
                  </a:cubicBezTo>
                  <a:cubicBezTo>
                    <a:pt x="40" y="2"/>
                    <a:pt x="39" y="2"/>
                    <a:pt x="39" y="2"/>
                  </a:cubicBezTo>
                  <a:cubicBezTo>
                    <a:pt x="38" y="2"/>
                    <a:pt x="38" y="2"/>
                    <a:pt x="37" y="2"/>
                  </a:cubicBezTo>
                  <a:cubicBezTo>
                    <a:pt x="37" y="2"/>
                    <a:pt x="36" y="2"/>
                    <a:pt x="36" y="2"/>
                  </a:cubicBezTo>
                  <a:cubicBezTo>
                    <a:pt x="36" y="2"/>
                    <a:pt x="36" y="3"/>
                    <a:pt x="36" y="3"/>
                  </a:cubicBezTo>
                  <a:cubicBezTo>
                    <a:pt x="35" y="3"/>
                    <a:pt x="35" y="3"/>
                    <a:pt x="34" y="3"/>
                  </a:cubicBezTo>
                  <a:cubicBezTo>
                    <a:pt x="34" y="3"/>
                    <a:pt x="34" y="2"/>
                    <a:pt x="34" y="2"/>
                  </a:cubicBezTo>
                  <a:cubicBezTo>
                    <a:pt x="34" y="2"/>
                    <a:pt x="33" y="2"/>
                    <a:pt x="33" y="2"/>
                  </a:cubicBezTo>
                  <a:cubicBezTo>
                    <a:pt x="32" y="2"/>
                    <a:pt x="32" y="2"/>
                    <a:pt x="31" y="2"/>
                  </a:cubicBezTo>
                  <a:cubicBezTo>
                    <a:pt x="30" y="2"/>
                    <a:pt x="30" y="2"/>
                    <a:pt x="29" y="2"/>
                  </a:cubicBezTo>
                  <a:cubicBezTo>
                    <a:pt x="29" y="2"/>
                    <a:pt x="28" y="2"/>
                    <a:pt x="28" y="2"/>
                  </a:cubicBezTo>
                  <a:cubicBezTo>
                    <a:pt x="27" y="2"/>
                    <a:pt x="27" y="2"/>
                    <a:pt x="26" y="2"/>
                  </a:cubicBezTo>
                  <a:cubicBezTo>
                    <a:pt x="26" y="2"/>
                    <a:pt x="25" y="2"/>
                    <a:pt x="25" y="2"/>
                  </a:cubicBezTo>
                  <a:cubicBezTo>
                    <a:pt x="24" y="2"/>
                    <a:pt x="24" y="2"/>
                    <a:pt x="23" y="2"/>
                  </a:cubicBezTo>
                  <a:cubicBezTo>
                    <a:pt x="23" y="2"/>
                    <a:pt x="22" y="2"/>
                    <a:pt x="22" y="2"/>
                  </a:cubicBezTo>
                  <a:cubicBezTo>
                    <a:pt x="22" y="2"/>
                    <a:pt x="22" y="3"/>
                    <a:pt x="22" y="3"/>
                  </a:cubicBezTo>
                  <a:cubicBezTo>
                    <a:pt x="21" y="3"/>
                    <a:pt x="20" y="3"/>
                    <a:pt x="20" y="3"/>
                  </a:cubicBezTo>
                  <a:close/>
                  <a:moveTo>
                    <a:pt x="78" y="10"/>
                  </a:moveTo>
                  <a:cubicBezTo>
                    <a:pt x="78" y="9"/>
                    <a:pt x="78" y="9"/>
                    <a:pt x="78" y="8"/>
                  </a:cubicBezTo>
                  <a:cubicBezTo>
                    <a:pt x="78" y="8"/>
                    <a:pt x="79" y="8"/>
                    <a:pt x="79" y="8"/>
                  </a:cubicBezTo>
                  <a:cubicBezTo>
                    <a:pt x="79" y="9"/>
                    <a:pt x="79" y="9"/>
                    <a:pt x="79" y="10"/>
                  </a:cubicBezTo>
                  <a:cubicBezTo>
                    <a:pt x="79" y="10"/>
                    <a:pt x="79" y="11"/>
                    <a:pt x="79" y="11"/>
                  </a:cubicBezTo>
                  <a:cubicBezTo>
                    <a:pt x="79" y="11"/>
                    <a:pt x="78" y="11"/>
                    <a:pt x="78" y="11"/>
                  </a:cubicBezTo>
                  <a:cubicBezTo>
                    <a:pt x="78" y="11"/>
                    <a:pt x="78" y="10"/>
                    <a:pt x="78" y="10"/>
                  </a:cubicBezTo>
                  <a:close/>
                  <a:moveTo>
                    <a:pt x="75" y="50"/>
                  </a:moveTo>
                  <a:cubicBezTo>
                    <a:pt x="75" y="49"/>
                    <a:pt x="75" y="49"/>
                    <a:pt x="75" y="48"/>
                  </a:cubicBezTo>
                  <a:cubicBezTo>
                    <a:pt x="75" y="48"/>
                    <a:pt x="76" y="48"/>
                    <a:pt x="76" y="48"/>
                  </a:cubicBezTo>
                  <a:cubicBezTo>
                    <a:pt x="76" y="48"/>
                    <a:pt x="76" y="47"/>
                    <a:pt x="76" y="47"/>
                  </a:cubicBezTo>
                  <a:cubicBezTo>
                    <a:pt x="77" y="47"/>
                    <a:pt x="77" y="47"/>
                    <a:pt x="78" y="47"/>
                  </a:cubicBezTo>
                  <a:cubicBezTo>
                    <a:pt x="78" y="47"/>
                    <a:pt x="78" y="48"/>
                    <a:pt x="78" y="48"/>
                  </a:cubicBezTo>
                  <a:cubicBezTo>
                    <a:pt x="78" y="49"/>
                    <a:pt x="78" y="49"/>
                    <a:pt x="78" y="50"/>
                  </a:cubicBezTo>
                  <a:cubicBezTo>
                    <a:pt x="77" y="50"/>
                    <a:pt x="77" y="50"/>
                    <a:pt x="76" y="50"/>
                  </a:cubicBezTo>
                  <a:cubicBezTo>
                    <a:pt x="76" y="51"/>
                    <a:pt x="76" y="51"/>
                    <a:pt x="76" y="52"/>
                  </a:cubicBezTo>
                  <a:cubicBezTo>
                    <a:pt x="76" y="52"/>
                    <a:pt x="75" y="52"/>
                    <a:pt x="75" y="52"/>
                  </a:cubicBezTo>
                  <a:cubicBezTo>
                    <a:pt x="75" y="51"/>
                    <a:pt x="75" y="51"/>
                    <a:pt x="75" y="50"/>
                  </a:cubicBezTo>
                  <a:close/>
                  <a:moveTo>
                    <a:pt x="73" y="58"/>
                  </a:moveTo>
                  <a:cubicBezTo>
                    <a:pt x="74" y="58"/>
                    <a:pt x="74" y="58"/>
                    <a:pt x="75" y="58"/>
                  </a:cubicBezTo>
                  <a:cubicBezTo>
                    <a:pt x="75" y="59"/>
                    <a:pt x="75" y="59"/>
                    <a:pt x="75" y="60"/>
                  </a:cubicBezTo>
                  <a:cubicBezTo>
                    <a:pt x="74" y="60"/>
                    <a:pt x="74" y="60"/>
                    <a:pt x="73" y="60"/>
                  </a:cubicBezTo>
                  <a:cubicBezTo>
                    <a:pt x="73" y="60"/>
                    <a:pt x="72" y="60"/>
                    <a:pt x="72" y="60"/>
                  </a:cubicBezTo>
                  <a:cubicBezTo>
                    <a:pt x="72" y="59"/>
                    <a:pt x="72" y="59"/>
                    <a:pt x="72" y="58"/>
                  </a:cubicBezTo>
                  <a:cubicBezTo>
                    <a:pt x="72" y="58"/>
                    <a:pt x="73" y="58"/>
                    <a:pt x="73" y="58"/>
                  </a:cubicBezTo>
                  <a:close/>
                  <a:moveTo>
                    <a:pt x="70" y="8"/>
                  </a:moveTo>
                  <a:cubicBezTo>
                    <a:pt x="71" y="8"/>
                    <a:pt x="71" y="8"/>
                    <a:pt x="72" y="8"/>
                  </a:cubicBezTo>
                  <a:cubicBezTo>
                    <a:pt x="72" y="9"/>
                    <a:pt x="72" y="9"/>
                    <a:pt x="72" y="10"/>
                  </a:cubicBezTo>
                  <a:cubicBezTo>
                    <a:pt x="71" y="10"/>
                    <a:pt x="71" y="10"/>
                    <a:pt x="70" y="10"/>
                  </a:cubicBezTo>
                  <a:cubicBezTo>
                    <a:pt x="70" y="9"/>
                    <a:pt x="70" y="9"/>
                    <a:pt x="70" y="8"/>
                  </a:cubicBezTo>
                  <a:close/>
                  <a:moveTo>
                    <a:pt x="23" y="52"/>
                  </a:moveTo>
                  <a:cubicBezTo>
                    <a:pt x="23" y="51"/>
                    <a:pt x="23" y="51"/>
                    <a:pt x="23" y="50"/>
                  </a:cubicBezTo>
                  <a:cubicBezTo>
                    <a:pt x="24" y="50"/>
                    <a:pt x="24" y="50"/>
                    <a:pt x="25" y="50"/>
                  </a:cubicBezTo>
                  <a:cubicBezTo>
                    <a:pt x="25" y="51"/>
                    <a:pt x="25" y="51"/>
                    <a:pt x="25" y="52"/>
                  </a:cubicBezTo>
                  <a:cubicBezTo>
                    <a:pt x="25" y="52"/>
                    <a:pt x="25" y="53"/>
                    <a:pt x="25" y="53"/>
                  </a:cubicBezTo>
                  <a:cubicBezTo>
                    <a:pt x="24" y="53"/>
                    <a:pt x="24" y="53"/>
                    <a:pt x="23" y="53"/>
                  </a:cubicBezTo>
                  <a:cubicBezTo>
                    <a:pt x="23" y="53"/>
                    <a:pt x="23" y="52"/>
                    <a:pt x="23" y="52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91" name="Freeform 41082"/>
            <p:cNvSpPr>
              <a:spLocks/>
            </p:cNvSpPr>
            <p:nvPr/>
          </p:nvSpPr>
          <p:spPr bwMode="auto">
            <a:xfrm>
              <a:off x="4108" y="982"/>
              <a:ext cx="3" cy="2"/>
            </a:xfrm>
            <a:custGeom>
              <a:avLst/>
              <a:gdLst>
                <a:gd name="T0" fmla="*/ 0 w 2"/>
                <a:gd name="T1" fmla="*/ 2 h 1"/>
                <a:gd name="T2" fmla="*/ 3 w 2"/>
                <a:gd name="T3" fmla="*/ 2 h 1"/>
                <a:gd name="T4" fmla="*/ 3 w 2"/>
                <a:gd name="T5" fmla="*/ 0 h 1"/>
                <a:gd name="T6" fmla="*/ 0 w 2"/>
                <a:gd name="T7" fmla="*/ 0 h 1"/>
                <a:gd name="T8" fmla="*/ 0 w 2"/>
                <a:gd name="T9" fmla="*/ 2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1">
                  <a:moveTo>
                    <a:pt x="0" y="1"/>
                  </a:moveTo>
                  <a:cubicBezTo>
                    <a:pt x="1" y="1"/>
                    <a:pt x="1" y="1"/>
                    <a:pt x="2" y="1"/>
                  </a:cubicBezTo>
                  <a:cubicBezTo>
                    <a:pt x="2" y="1"/>
                    <a:pt x="2" y="0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92" name="Freeform 41083"/>
            <p:cNvSpPr>
              <a:spLocks/>
            </p:cNvSpPr>
            <p:nvPr/>
          </p:nvSpPr>
          <p:spPr bwMode="auto">
            <a:xfrm>
              <a:off x="3789" y="993"/>
              <a:ext cx="9" cy="8"/>
            </a:xfrm>
            <a:custGeom>
              <a:avLst/>
              <a:gdLst>
                <a:gd name="T0" fmla="*/ 0 w 5"/>
                <a:gd name="T1" fmla="*/ 3 h 5"/>
                <a:gd name="T2" fmla="*/ 0 w 5"/>
                <a:gd name="T3" fmla="*/ 5 h 5"/>
                <a:gd name="T4" fmla="*/ 0 w 5"/>
                <a:gd name="T5" fmla="*/ 8 h 5"/>
                <a:gd name="T6" fmla="*/ 4 w 5"/>
                <a:gd name="T7" fmla="*/ 8 h 5"/>
                <a:gd name="T8" fmla="*/ 7 w 5"/>
                <a:gd name="T9" fmla="*/ 8 h 5"/>
                <a:gd name="T10" fmla="*/ 7 w 5"/>
                <a:gd name="T11" fmla="*/ 5 h 5"/>
                <a:gd name="T12" fmla="*/ 9 w 5"/>
                <a:gd name="T13" fmla="*/ 5 h 5"/>
                <a:gd name="T14" fmla="*/ 9 w 5"/>
                <a:gd name="T15" fmla="*/ 3 h 5"/>
                <a:gd name="T16" fmla="*/ 9 w 5"/>
                <a:gd name="T17" fmla="*/ 0 h 5"/>
                <a:gd name="T18" fmla="*/ 7 w 5"/>
                <a:gd name="T19" fmla="*/ 0 h 5"/>
                <a:gd name="T20" fmla="*/ 4 w 5"/>
                <a:gd name="T21" fmla="*/ 0 h 5"/>
                <a:gd name="T22" fmla="*/ 4 w 5"/>
                <a:gd name="T23" fmla="*/ 3 h 5"/>
                <a:gd name="T24" fmla="*/ 0 w 5"/>
                <a:gd name="T25" fmla="*/ 3 h 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" h="5">
                  <a:moveTo>
                    <a:pt x="0" y="2"/>
                  </a:moveTo>
                  <a:cubicBezTo>
                    <a:pt x="0" y="2"/>
                    <a:pt x="0" y="3"/>
                    <a:pt x="0" y="3"/>
                  </a:cubicBezTo>
                  <a:cubicBezTo>
                    <a:pt x="0" y="4"/>
                    <a:pt x="0" y="5"/>
                    <a:pt x="0" y="5"/>
                  </a:cubicBezTo>
                  <a:cubicBezTo>
                    <a:pt x="1" y="5"/>
                    <a:pt x="1" y="5"/>
                    <a:pt x="2" y="5"/>
                  </a:cubicBezTo>
                  <a:cubicBezTo>
                    <a:pt x="2" y="5"/>
                    <a:pt x="3" y="5"/>
                    <a:pt x="4" y="5"/>
                  </a:cubicBezTo>
                  <a:cubicBezTo>
                    <a:pt x="4" y="5"/>
                    <a:pt x="4" y="4"/>
                    <a:pt x="4" y="3"/>
                  </a:cubicBezTo>
                  <a:cubicBezTo>
                    <a:pt x="4" y="3"/>
                    <a:pt x="5" y="3"/>
                    <a:pt x="5" y="3"/>
                  </a:cubicBezTo>
                  <a:cubicBezTo>
                    <a:pt x="5" y="3"/>
                    <a:pt x="5" y="2"/>
                    <a:pt x="5" y="2"/>
                  </a:cubicBezTo>
                  <a:cubicBezTo>
                    <a:pt x="5" y="1"/>
                    <a:pt x="5" y="1"/>
                    <a:pt x="5" y="0"/>
                  </a:cubicBezTo>
                  <a:cubicBezTo>
                    <a:pt x="5" y="0"/>
                    <a:pt x="4" y="0"/>
                    <a:pt x="4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2" y="1"/>
                    <a:pt x="2" y="1"/>
                    <a:pt x="2" y="2"/>
                  </a:cubicBezTo>
                  <a:cubicBezTo>
                    <a:pt x="1" y="2"/>
                    <a:pt x="1" y="2"/>
                    <a:pt x="0" y="2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93" name="Freeform 41084"/>
            <p:cNvSpPr>
              <a:spLocks/>
            </p:cNvSpPr>
            <p:nvPr/>
          </p:nvSpPr>
          <p:spPr bwMode="auto">
            <a:xfrm>
              <a:off x="3802" y="998"/>
              <a:ext cx="5" cy="9"/>
            </a:xfrm>
            <a:custGeom>
              <a:avLst/>
              <a:gdLst>
                <a:gd name="T0" fmla="*/ 0 w 3"/>
                <a:gd name="T1" fmla="*/ 0 h 5"/>
                <a:gd name="T2" fmla="*/ 0 w 3"/>
                <a:gd name="T3" fmla="*/ 4 h 5"/>
                <a:gd name="T4" fmla="*/ 0 w 3"/>
                <a:gd name="T5" fmla="*/ 7 h 5"/>
                <a:gd name="T6" fmla="*/ 0 w 3"/>
                <a:gd name="T7" fmla="*/ 9 h 5"/>
                <a:gd name="T8" fmla="*/ 2 w 3"/>
                <a:gd name="T9" fmla="*/ 9 h 5"/>
                <a:gd name="T10" fmla="*/ 2 w 3"/>
                <a:gd name="T11" fmla="*/ 7 h 5"/>
                <a:gd name="T12" fmla="*/ 5 w 3"/>
                <a:gd name="T13" fmla="*/ 7 h 5"/>
                <a:gd name="T14" fmla="*/ 5 w 3"/>
                <a:gd name="T15" fmla="*/ 4 h 5"/>
                <a:gd name="T16" fmla="*/ 5 w 3"/>
                <a:gd name="T17" fmla="*/ 0 h 5"/>
                <a:gd name="T18" fmla="*/ 2 w 3"/>
                <a:gd name="T19" fmla="*/ 0 h 5"/>
                <a:gd name="T20" fmla="*/ 0 w 3"/>
                <a:gd name="T21" fmla="*/ 0 h 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" h="5">
                  <a:moveTo>
                    <a:pt x="0" y="0"/>
                  </a:move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0" y="4"/>
                    <a:pt x="0" y="5"/>
                    <a:pt x="0" y="5"/>
                  </a:cubicBezTo>
                  <a:cubicBezTo>
                    <a:pt x="0" y="5"/>
                    <a:pt x="1" y="5"/>
                    <a:pt x="1" y="5"/>
                  </a:cubicBezTo>
                  <a:cubicBezTo>
                    <a:pt x="1" y="5"/>
                    <a:pt x="1" y="4"/>
                    <a:pt x="1" y="4"/>
                  </a:cubicBezTo>
                  <a:cubicBezTo>
                    <a:pt x="2" y="4"/>
                    <a:pt x="2" y="4"/>
                    <a:pt x="3" y="4"/>
                  </a:cubicBezTo>
                  <a:cubicBezTo>
                    <a:pt x="3" y="3"/>
                    <a:pt x="3" y="3"/>
                    <a:pt x="3" y="2"/>
                  </a:cubicBezTo>
                  <a:cubicBezTo>
                    <a:pt x="3" y="2"/>
                    <a:pt x="3" y="1"/>
                    <a:pt x="3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94" name="Freeform 41085"/>
            <p:cNvSpPr>
              <a:spLocks/>
            </p:cNvSpPr>
            <p:nvPr/>
          </p:nvSpPr>
          <p:spPr bwMode="auto">
            <a:xfrm>
              <a:off x="3990" y="996"/>
              <a:ext cx="34" cy="23"/>
            </a:xfrm>
            <a:custGeom>
              <a:avLst/>
              <a:gdLst>
                <a:gd name="T0" fmla="*/ 2 w 20"/>
                <a:gd name="T1" fmla="*/ 16 h 13"/>
                <a:gd name="T2" fmla="*/ 5 w 20"/>
                <a:gd name="T3" fmla="*/ 16 h 13"/>
                <a:gd name="T4" fmla="*/ 5 w 20"/>
                <a:gd name="T5" fmla="*/ 19 h 13"/>
                <a:gd name="T6" fmla="*/ 7 w 20"/>
                <a:gd name="T7" fmla="*/ 19 h 13"/>
                <a:gd name="T8" fmla="*/ 10 w 20"/>
                <a:gd name="T9" fmla="*/ 19 h 13"/>
                <a:gd name="T10" fmla="*/ 10 w 20"/>
                <a:gd name="T11" fmla="*/ 23 h 13"/>
                <a:gd name="T12" fmla="*/ 12 w 20"/>
                <a:gd name="T13" fmla="*/ 23 h 13"/>
                <a:gd name="T14" fmla="*/ 15 w 20"/>
                <a:gd name="T15" fmla="*/ 23 h 13"/>
                <a:gd name="T16" fmla="*/ 19 w 20"/>
                <a:gd name="T17" fmla="*/ 23 h 13"/>
                <a:gd name="T18" fmla="*/ 20 w 20"/>
                <a:gd name="T19" fmla="*/ 23 h 13"/>
                <a:gd name="T20" fmla="*/ 24 w 20"/>
                <a:gd name="T21" fmla="*/ 23 h 13"/>
                <a:gd name="T22" fmla="*/ 24 w 20"/>
                <a:gd name="T23" fmla="*/ 19 h 13"/>
                <a:gd name="T24" fmla="*/ 26 w 20"/>
                <a:gd name="T25" fmla="*/ 19 h 13"/>
                <a:gd name="T26" fmla="*/ 29 w 20"/>
                <a:gd name="T27" fmla="*/ 19 h 13"/>
                <a:gd name="T28" fmla="*/ 31 w 20"/>
                <a:gd name="T29" fmla="*/ 19 h 13"/>
                <a:gd name="T30" fmla="*/ 31 w 20"/>
                <a:gd name="T31" fmla="*/ 18 h 13"/>
                <a:gd name="T32" fmla="*/ 31 w 20"/>
                <a:gd name="T33" fmla="*/ 16 h 13"/>
                <a:gd name="T34" fmla="*/ 34 w 20"/>
                <a:gd name="T35" fmla="*/ 16 h 13"/>
                <a:gd name="T36" fmla="*/ 34 w 20"/>
                <a:gd name="T37" fmla="*/ 14 h 13"/>
                <a:gd name="T38" fmla="*/ 34 w 20"/>
                <a:gd name="T39" fmla="*/ 11 h 13"/>
                <a:gd name="T40" fmla="*/ 34 w 20"/>
                <a:gd name="T41" fmla="*/ 9 h 13"/>
                <a:gd name="T42" fmla="*/ 34 w 20"/>
                <a:gd name="T43" fmla="*/ 5 h 13"/>
                <a:gd name="T44" fmla="*/ 31 w 20"/>
                <a:gd name="T45" fmla="*/ 5 h 13"/>
                <a:gd name="T46" fmla="*/ 31 w 20"/>
                <a:gd name="T47" fmla="*/ 2 h 13"/>
                <a:gd name="T48" fmla="*/ 31 w 20"/>
                <a:gd name="T49" fmla="*/ 0 h 13"/>
                <a:gd name="T50" fmla="*/ 29 w 20"/>
                <a:gd name="T51" fmla="*/ 0 h 13"/>
                <a:gd name="T52" fmla="*/ 26 w 20"/>
                <a:gd name="T53" fmla="*/ 0 h 13"/>
                <a:gd name="T54" fmla="*/ 24 w 20"/>
                <a:gd name="T55" fmla="*/ 0 h 13"/>
                <a:gd name="T56" fmla="*/ 20 w 20"/>
                <a:gd name="T57" fmla="*/ 0 h 13"/>
                <a:gd name="T58" fmla="*/ 20 w 20"/>
                <a:gd name="T59" fmla="*/ 2 h 13"/>
                <a:gd name="T60" fmla="*/ 19 w 20"/>
                <a:gd name="T61" fmla="*/ 2 h 13"/>
                <a:gd name="T62" fmla="*/ 15 w 20"/>
                <a:gd name="T63" fmla="*/ 2 h 13"/>
                <a:gd name="T64" fmla="*/ 15 w 20"/>
                <a:gd name="T65" fmla="*/ 0 h 13"/>
                <a:gd name="T66" fmla="*/ 12 w 20"/>
                <a:gd name="T67" fmla="*/ 0 h 13"/>
                <a:gd name="T68" fmla="*/ 12 w 20"/>
                <a:gd name="T69" fmla="*/ 2 h 13"/>
                <a:gd name="T70" fmla="*/ 10 w 20"/>
                <a:gd name="T71" fmla="*/ 2 h 13"/>
                <a:gd name="T72" fmla="*/ 7 w 20"/>
                <a:gd name="T73" fmla="*/ 2 h 13"/>
                <a:gd name="T74" fmla="*/ 7 w 20"/>
                <a:gd name="T75" fmla="*/ 0 h 13"/>
                <a:gd name="T76" fmla="*/ 5 w 20"/>
                <a:gd name="T77" fmla="*/ 0 h 13"/>
                <a:gd name="T78" fmla="*/ 2 w 20"/>
                <a:gd name="T79" fmla="*/ 0 h 13"/>
                <a:gd name="T80" fmla="*/ 2 w 20"/>
                <a:gd name="T81" fmla="*/ 2 h 13"/>
                <a:gd name="T82" fmla="*/ 0 w 20"/>
                <a:gd name="T83" fmla="*/ 2 h 13"/>
                <a:gd name="T84" fmla="*/ 0 w 20"/>
                <a:gd name="T85" fmla="*/ 5 h 13"/>
                <a:gd name="T86" fmla="*/ 0 w 20"/>
                <a:gd name="T87" fmla="*/ 9 h 13"/>
                <a:gd name="T88" fmla="*/ 0 w 20"/>
                <a:gd name="T89" fmla="*/ 11 h 13"/>
                <a:gd name="T90" fmla="*/ 2 w 20"/>
                <a:gd name="T91" fmla="*/ 11 h 13"/>
                <a:gd name="T92" fmla="*/ 2 w 20"/>
                <a:gd name="T93" fmla="*/ 14 h 13"/>
                <a:gd name="T94" fmla="*/ 2 w 20"/>
                <a:gd name="T95" fmla="*/ 16 h 13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" h="13">
                  <a:moveTo>
                    <a:pt x="1" y="9"/>
                  </a:moveTo>
                  <a:cubicBezTo>
                    <a:pt x="2" y="9"/>
                    <a:pt x="2" y="9"/>
                    <a:pt x="3" y="9"/>
                  </a:cubicBezTo>
                  <a:cubicBezTo>
                    <a:pt x="3" y="10"/>
                    <a:pt x="3" y="11"/>
                    <a:pt x="3" y="11"/>
                  </a:cubicBezTo>
                  <a:cubicBezTo>
                    <a:pt x="3" y="11"/>
                    <a:pt x="4" y="11"/>
                    <a:pt x="4" y="11"/>
                  </a:cubicBezTo>
                  <a:cubicBezTo>
                    <a:pt x="5" y="11"/>
                    <a:pt x="5" y="11"/>
                    <a:pt x="6" y="11"/>
                  </a:cubicBezTo>
                  <a:cubicBezTo>
                    <a:pt x="6" y="12"/>
                    <a:pt x="6" y="12"/>
                    <a:pt x="6" y="13"/>
                  </a:cubicBezTo>
                  <a:cubicBezTo>
                    <a:pt x="6" y="13"/>
                    <a:pt x="7" y="13"/>
                    <a:pt x="7" y="13"/>
                  </a:cubicBezTo>
                  <a:cubicBezTo>
                    <a:pt x="8" y="13"/>
                    <a:pt x="8" y="13"/>
                    <a:pt x="9" y="13"/>
                  </a:cubicBezTo>
                  <a:cubicBezTo>
                    <a:pt x="10" y="13"/>
                    <a:pt x="10" y="13"/>
                    <a:pt x="11" y="13"/>
                  </a:cubicBezTo>
                  <a:cubicBezTo>
                    <a:pt x="11" y="13"/>
                    <a:pt x="12" y="13"/>
                    <a:pt x="12" y="13"/>
                  </a:cubicBezTo>
                  <a:cubicBezTo>
                    <a:pt x="13" y="13"/>
                    <a:pt x="13" y="13"/>
                    <a:pt x="14" y="13"/>
                  </a:cubicBezTo>
                  <a:cubicBezTo>
                    <a:pt x="14" y="12"/>
                    <a:pt x="14" y="12"/>
                    <a:pt x="14" y="11"/>
                  </a:cubicBezTo>
                  <a:cubicBezTo>
                    <a:pt x="14" y="11"/>
                    <a:pt x="15" y="11"/>
                    <a:pt x="15" y="11"/>
                  </a:cubicBezTo>
                  <a:cubicBezTo>
                    <a:pt x="16" y="11"/>
                    <a:pt x="16" y="11"/>
                    <a:pt x="17" y="11"/>
                  </a:cubicBezTo>
                  <a:cubicBezTo>
                    <a:pt x="17" y="11"/>
                    <a:pt x="18" y="11"/>
                    <a:pt x="18" y="11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9" y="9"/>
                    <a:pt x="19" y="9"/>
                    <a:pt x="20" y="9"/>
                  </a:cubicBezTo>
                  <a:cubicBezTo>
                    <a:pt x="20" y="9"/>
                    <a:pt x="20" y="8"/>
                    <a:pt x="20" y="8"/>
                  </a:cubicBezTo>
                  <a:cubicBezTo>
                    <a:pt x="20" y="7"/>
                    <a:pt x="20" y="7"/>
                    <a:pt x="20" y="6"/>
                  </a:cubicBezTo>
                  <a:cubicBezTo>
                    <a:pt x="20" y="6"/>
                    <a:pt x="20" y="5"/>
                    <a:pt x="20" y="5"/>
                  </a:cubicBezTo>
                  <a:cubicBezTo>
                    <a:pt x="20" y="4"/>
                    <a:pt x="20" y="4"/>
                    <a:pt x="20" y="3"/>
                  </a:cubicBezTo>
                  <a:cubicBezTo>
                    <a:pt x="19" y="3"/>
                    <a:pt x="19" y="3"/>
                    <a:pt x="18" y="3"/>
                  </a:cubicBezTo>
                  <a:cubicBezTo>
                    <a:pt x="18" y="3"/>
                    <a:pt x="18" y="2"/>
                    <a:pt x="18" y="1"/>
                  </a:cubicBezTo>
                  <a:cubicBezTo>
                    <a:pt x="18" y="1"/>
                    <a:pt x="18" y="0"/>
                    <a:pt x="18" y="0"/>
                  </a:cubicBezTo>
                  <a:cubicBezTo>
                    <a:pt x="18" y="0"/>
                    <a:pt x="17" y="0"/>
                    <a:pt x="17" y="0"/>
                  </a:cubicBezTo>
                  <a:cubicBezTo>
                    <a:pt x="16" y="0"/>
                    <a:pt x="16" y="0"/>
                    <a:pt x="15" y="0"/>
                  </a:cubicBezTo>
                  <a:cubicBezTo>
                    <a:pt x="15" y="0"/>
                    <a:pt x="14" y="0"/>
                    <a:pt x="14" y="0"/>
                  </a:cubicBezTo>
                  <a:cubicBezTo>
                    <a:pt x="13" y="0"/>
                    <a:pt x="13" y="0"/>
                    <a:pt x="12" y="0"/>
                  </a:cubicBezTo>
                  <a:cubicBezTo>
                    <a:pt x="12" y="0"/>
                    <a:pt x="12" y="1"/>
                    <a:pt x="12" y="1"/>
                  </a:cubicBezTo>
                  <a:cubicBezTo>
                    <a:pt x="12" y="1"/>
                    <a:pt x="11" y="1"/>
                    <a:pt x="11" y="1"/>
                  </a:cubicBezTo>
                  <a:cubicBezTo>
                    <a:pt x="10" y="1"/>
                    <a:pt x="10" y="1"/>
                    <a:pt x="9" y="1"/>
                  </a:cubicBezTo>
                  <a:cubicBezTo>
                    <a:pt x="9" y="1"/>
                    <a:pt x="9" y="0"/>
                    <a:pt x="9" y="0"/>
                  </a:cubicBezTo>
                  <a:cubicBezTo>
                    <a:pt x="8" y="0"/>
                    <a:pt x="8" y="0"/>
                    <a:pt x="7" y="0"/>
                  </a:cubicBezTo>
                  <a:cubicBezTo>
                    <a:pt x="7" y="0"/>
                    <a:pt x="7" y="1"/>
                    <a:pt x="7" y="1"/>
                  </a:cubicBezTo>
                  <a:cubicBezTo>
                    <a:pt x="7" y="1"/>
                    <a:pt x="6" y="1"/>
                    <a:pt x="6" y="1"/>
                  </a:cubicBezTo>
                  <a:cubicBezTo>
                    <a:pt x="5" y="1"/>
                    <a:pt x="5" y="1"/>
                    <a:pt x="4" y="1"/>
                  </a:cubicBezTo>
                  <a:cubicBezTo>
                    <a:pt x="4" y="1"/>
                    <a:pt x="4" y="0"/>
                    <a:pt x="4" y="0"/>
                  </a:cubicBezTo>
                  <a:cubicBezTo>
                    <a:pt x="4" y="0"/>
                    <a:pt x="3" y="0"/>
                    <a:pt x="3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0" y="4"/>
                    <a:pt x="0" y="4"/>
                    <a:pt x="0" y="5"/>
                  </a:cubicBezTo>
                  <a:cubicBezTo>
                    <a:pt x="0" y="5"/>
                    <a:pt x="0" y="6"/>
                    <a:pt x="0" y="6"/>
                  </a:cubicBezTo>
                  <a:cubicBezTo>
                    <a:pt x="0" y="6"/>
                    <a:pt x="1" y="6"/>
                    <a:pt x="1" y="6"/>
                  </a:cubicBezTo>
                  <a:cubicBezTo>
                    <a:pt x="1" y="7"/>
                    <a:pt x="1" y="7"/>
                    <a:pt x="1" y="8"/>
                  </a:cubicBezTo>
                  <a:cubicBezTo>
                    <a:pt x="1" y="8"/>
                    <a:pt x="1" y="9"/>
                    <a:pt x="1" y="9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95" name="Freeform 41086"/>
            <p:cNvSpPr>
              <a:spLocks/>
            </p:cNvSpPr>
            <p:nvPr/>
          </p:nvSpPr>
          <p:spPr bwMode="auto">
            <a:xfrm>
              <a:off x="3840" y="1019"/>
              <a:ext cx="2" cy="2"/>
            </a:xfrm>
            <a:custGeom>
              <a:avLst/>
              <a:gdLst>
                <a:gd name="T0" fmla="*/ 0 w 1"/>
                <a:gd name="T1" fmla="*/ 2 h 1"/>
                <a:gd name="T2" fmla="*/ 2 w 1"/>
                <a:gd name="T3" fmla="*/ 2 h 1"/>
                <a:gd name="T4" fmla="*/ 2 w 1"/>
                <a:gd name="T5" fmla="*/ 0 h 1"/>
                <a:gd name="T6" fmla="*/ 0 w 1"/>
                <a:gd name="T7" fmla="*/ 0 h 1"/>
                <a:gd name="T8" fmla="*/ 0 w 1"/>
                <a:gd name="T9" fmla="*/ 2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cubicBezTo>
                    <a:pt x="0" y="1"/>
                    <a:pt x="1" y="1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96" name="Freeform 41087"/>
            <p:cNvSpPr>
              <a:spLocks/>
            </p:cNvSpPr>
            <p:nvPr/>
          </p:nvSpPr>
          <p:spPr bwMode="auto">
            <a:xfrm>
              <a:off x="3788" y="1034"/>
              <a:ext cx="8" cy="9"/>
            </a:xfrm>
            <a:custGeom>
              <a:avLst/>
              <a:gdLst>
                <a:gd name="T0" fmla="*/ 5 w 5"/>
                <a:gd name="T1" fmla="*/ 0 h 5"/>
                <a:gd name="T2" fmla="*/ 2 w 5"/>
                <a:gd name="T3" fmla="*/ 0 h 5"/>
                <a:gd name="T4" fmla="*/ 2 w 5"/>
                <a:gd name="T5" fmla="*/ 4 h 5"/>
                <a:gd name="T6" fmla="*/ 0 w 5"/>
                <a:gd name="T7" fmla="*/ 4 h 5"/>
                <a:gd name="T8" fmla="*/ 0 w 5"/>
                <a:gd name="T9" fmla="*/ 7 h 5"/>
                <a:gd name="T10" fmla="*/ 2 w 5"/>
                <a:gd name="T11" fmla="*/ 7 h 5"/>
                <a:gd name="T12" fmla="*/ 2 w 5"/>
                <a:gd name="T13" fmla="*/ 9 h 5"/>
                <a:gd name="T14" fmla="*/ 5 w 5"/>
                <a:gd name="T15" fmla="*/ 9 h 5"/>
                <a:gd name="T16" fmla="*/ 5 w 5"/>
                <a:gd name="T17" fmla="*/ 7 h 5"/>
                <a:gd name="T18" fmla="*/ 8 w 5"/>
                <a:gd name="T19" fmla="*/ 7 h 5"/>
                <a:gd name="T20" fmla="*/ 8 w 5"/>
                <a:gd name="T21" fmla="*/ 4 h 5"/>
                <a:gd name="T22" fmla="*/ 5 w 5"/>
                <a:gd name="T23" fmla="*/ 4 h 5"/>
                <a:gd name="T24" fmla="*/ 5 w 5"/>
                <a:gd name="T25" fmla="*/ 0 h 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" h="5">
                  <a:moveTo>
                    <a:pt x="3" y="0"/>
                  </a:moveTo>
                  <a:cubicBezTo>
                    <a:pt x="2" y="0"/>
                    <a:pt x="2" y="0"/>
                    <a:pt x="1" y="0"/>
                  </a:cubicBezTo>
                  <a:cubicBezTo>
                    <a:pt x="1" y="1"/>
                    <a:pt x="1" y="1"/>
                    <a:pt x="1" y="2"/>
                  </a:cubicBezTo>
                  <a:cubicBezTo>
                    <a:pt x="1" y="2"/>
                    <a:pt x="0" y="2"/>
                    <a:pt x="0" y="2"/>
                  </a:cubicBezTo>
                  <a:cubicBezTo>
                    <a:pt x="0" y="2"/>
                    <a:pt x="0" y="3"/>
                    <a:pt x="0" y="4"/>
                  </a:cubicBezTo>
                  <a:cubicBezTo>
                    <a:pt x="0" y="4"/>
                    <a:pt x="1" y="4"/>
                    <a:pt x="1" y="4"/>
                  </a:cubicBezTo>
                  <a:cubicBezTo>
                    <a:pt x="1" y="4"/>
                    <a:pt x="1" y="5"/>
                    <a:pt x="1" y="5"/>
                  </a:cubicBezTo>
                  <a:cubicBezTo>
                    <a:pt x="2" y="5"/>
                    <a:pt x="2" y="5"/>
                    <a:pt x="3" y="5"/>
                  </a:cubicBezTo>
                  <a:cubicBezTo>
                    <a:pt x="3" y="5"/>
                    <a:pt x="3" y="4"/>
                    <a:pt x="3" y="4"/>
                  </a:cubicBezTo>
                  <a:cubicBezTo>
                    <a:pt x="3" y="4"/>
                    <a:pt x="4" y="4"/>
                    <a:pt x="5" y="4"/>
                  </a:cubicBezTo>
                  <a:cubicBezTo>
                    <a:pt x="5" y="3"/>
                    <a:pt x="5" y="2"/>
                    <a:pt x="5" y="2"/>
                  </a:cubicBezTo>
                  <a:cubicBezTo>
                    <a:pt x="4" y="2"/>
                    <a:pt x="3" y="2"/>
                    <a:pt x="3" y="2"/>
                  </a:cubicBezTo>
                  <a:cubicBezTo>
                    <a:pt x="3" y="1"/>
                    <a:pt x="3" y="1"/>
                    <a:pt x="3" y="0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97" name="Freeform 41088"/>
            <p:cNvSpPr>
              <a:spLocks/>
            </p:cNvSpPr>
            <p:nvPr/>
          </p:nvSpPr>
          <p:spPr bwMode="auto">
            <a:xfrm>
              <a:off x="4077" y="1148"/>
              <a:ext cx="7" cy="5"/>
            </a:xfrm>
            <a:custGeom>
              <a:avLst/>
              <a:gdLst>
                <a:gd name="T0" fmla="*/ 2 w 4"/>
                <a:gd name="T1" fmla="*/ 0 h 3"/>
                <a:gd name="T2" fmla="*/ 0 w 4"/>
                <a:gd name="T3" fmla="*/ 0 h 3"/>
                <a:gd name="T4" fmla="*/ 0 w 4"/>
                <a:gd name="T5" fmla="*/ 2 h 3"/>
                <a:gd name="T6" fmla="*/ 2 w 4"/>
                <a:gd name="T7" fmla="*/ 2 h 3"/>
                <a:gd name="T8" fmla="*/ 2 w 4"/>
                <a:gd name="T9" fmla="*/ 5 h 3"/>
                <a:gd name="T10" fmla="*/ 5 w 4"/>
                <a:gd name="T11" fmla="*/ 5 h 3"/>
                <a:gd name="T12" fmla="*/ 5 w 4"/>
                <a:gd name="T13" fmla="*/ 2 h 3"/>
                <a:gd name="T14" fmla="*/ 7 w 4"/>
                <a:gd name="T15" fmla="*/ 2 h 3"/>
                <a:gd name="T16" fmla="*/ 7 w 4"/>
                <a:gd name="T17" fmla="*/ 0 h 3"/>
                <a:gd name="T18" fmla="*/ 5 w 4"/>
                <a:gd name="T19" fmla="*/ 0 h 3"/>
                <a:gd name="T20" fmla="*/ 2 w 4"/>
                <a:gd name="T21" fmla="*/ 0 h 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" h="3">
                  <a:moveTo>
                    <a:pt x="1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ubicBezTo>
                    <a:pt x="1" y="2"/>
                    <a:pt x="1" y="3"/>
                    <a:pt x="1" y="3"/>
                  </a:cubicBezTo>
                  <a:cubicBezTo>
                    <a:pt x="2" y="3"/>
                    <a:pt x="2" y="3"/>
                    <a:pt x="3" y="3"/>
                  </a:cubicBezTo>
                  <a:cubicBezTo>
                    <a:pt x="3" y="3"/>
                    <a:pt x="3" y="2"/>
                    <a:pt x="3" y="1"/>
                  </a:cubicBezTo>
                  <a:cubicBezTo>
                    <a:pt x="3" y="1"/>
                    <a:pt x="4" y="1"/>
                    <a:pt x="4" y="1"/>
                  </a:cubicBezTo>
                  <a:cubicBezTo>
                    <a:pt x="4" y="1"/>
                    <a:pt x="4" y="0"/>
                    <a:pt x="4" y="0"/>
                  </a:cubicBezTo>
                  <a:cubicBezTo>
                    <a:pt x="4" y="0"/>
                    <a:pt x="3" y="0"/>
                    <a:pt x="3" y="0"/>
                  </a:cubicBezTo>
                  <a:cubicBezTo>
                    <a:pt x="2" y="0"/>
                    <a:pt x="2" y="0"/>
                    <a:pt x="1" y="0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98" name="Freeform 41089"/>
            <p:cNvSpPr>
              <a:spLocks/>
            </p:cNvSpPr>
            <p:nvPr/>
          </p:nvSpPr>
          <p:spPr bwMode="auto">
            <a:xfrm>
              <a:off x="4098" y="1134"/>
              <a:ext cx="8" cy="19"/>
            </a:xfrm>
            <a:custGeom>
              <a:avLst/>
              <a:gdLst>
                <a:gd name="T0" fmla="*/ 5 w 5"/>
                <a:gd name="T1" fmla="*/ 5 h 11"/>
                <a:gd name="T2" fmla="*/ 5 w 5"/>
                <a:gd name="T3" fmla="*/ 3 h 11"/>
                <a:gd name="T4" fmla="*/ 5 w 5"/>
                <a:gd name="T5" fmla="*/ 0 h 11"/>
                <a:gd name="T6" fmla="*/ 3 w 5"/>
                <a:gd name="T7" fmla="*/ 0 h 11"/>
                <a:gd name="T8" fmla="*/ 3 w 5"/>
                <a:gd name="T9" fmla="*/ 3 h 11"/>
                <a:gd name="T10" fmla="*/ 3 w 5"/>
                <a:gd name="T11" fmla="*/ 5 h 11"/>
                <a:gd name="T12" fmla="*/ 3 w 5"/>
                <a:gd name="T13" fmla="*/ 9 h 11"/>
                <a:gd name="T14" fmla="*/ 3 w 5"/>
                <a:gd name="T15" fmla="*/ 10 h 11"/>
                <a:gd name="T16" fmla="*/ 0 w 5"/>
                <a:gd name="T17" fmla="*/ 10 h 11"/>
                <a:gd name="T18" fmla="*/ 0 w 5"/>
                <a:gd name="T19" fmla="*/ 14 h 11"/>
                <a:gd name="T20" fmla="*/ 0 w 5"/>
                <a:gd name="T21" fmla="*/ 16 h 11"/>
                <a:gd name="T22" fmla="*/ 0 w 5"/>
                <a:gd name="T23" fmla="*/ 19 h 11"/>
                <a:gd name="T24" fmla="*/ 3 w 5"/>
                <a:gd name="T25" fmla="*/ 19 h 11"/>
                <a:gd name="T26" fmla="*/ 5 w 5"/>
                <a:gd name="T27" fmla="*/ 19 h 11"/>
                <a:gd name="T28" fmla="*/ 8 w 5"/>
                <a:gd name="T29" fmla="*/ 19 h 11"/>
                <a:gd name="T30" fmla="*/ 8 w 5"/>
                <a:gd name="T31" fmla="*/ 16 h 11"/>
                <a:gd name="T32" fmla="*/ 8 w 5"/>
                <a:gd name="T33" fmla="*/ 14 h 11"/>
                <a:gd name="T34" fmla="*/ 8 w 5"/>
                <a:gd name="T35" fmla="*/ 10 h 11"/>
                <a:gd name="T36" fmla="*/ 8 w 5"/>
                <a:gd name="T37" fmla="*/ 9 h 11"/>
                <a:gd name="T38" fmla="*/ 5 w 5"/>
                <a:gd name="T39" fmla="*/ 9 h 11"/>
                <a:gd name="T40" fmla="*/ 5 w 5"/>
                <a:gd name="T41" fmla="*/ 5 h 1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5" h="11">
                  <a:moveTo>
                    <a:pt x="3" y="3"/>
                  </a:moveTo>
                  <a:cubicBezTo>
                    <a:pt x="3" y="3"/>
                    <a:pt x="3" y="2"/>
                    <a:pt x="3" y="2"/>
                  </a:cubicBezTo>
                  <a:cubicBezTo>
                    <a:pt x="3" y="1"/>
                    <a:pt x="3" y="0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2" y="0"/>
                    <a:pt x="2" y="1"/>
                    <a:pt x="2" y="2"/>
                  </a:cubicBezTo>
                  <a:cubicBezTo>
                    <a:pt x="2" y="2"/>
                    <a:pt x="2" y="3"/>
                    <a:pt x="2" y="3"/>
                  </a:cubicBezTo>
                  <a:cubicBezTo>
                    <a:pt x="2" y="4"/>
                    <a:pt x="2" y="4"/>
                    <a:pt x="2" y="5"/>
                  </a:cubicBezTo>
                  <a:cubicBezTo>
                    <a:pt x="2" y="5"/>
                    <a:pt x="2" y="6"/>
                    <a:pt x="2" y="6"/>
                  </a:cubicBezTo>
                  <a:cubicBezTo>
                    <a:pt x="1" y="6"/>
                    <a:pt x="1" y="6"/>
                    <a:pt x="0" y="6"/>
                  </a:cubicBezTo>
                  <a:cubicBezTo>
                    <a:pt x="0" y="7"/>
                    <a:pt x="0" y="7"/>
                    <a:pt x="0" y="8"/>
                  </a:cubicBezTo>
                  <a:cubicBezTo>
                    <a:pt x="0" y="8"/>
                    <a:pt x="0" y="9"/>
                    <a:pt x="0" y="9"/>
                  </a:cubicBezTo>
                  <a:cubicBezTo>
                    <a:pt x="0" y="10"/>
                    <a:pt x="0" y="11"/>
                    <a:pt x="0" y="11"/>
                  </a:cubicBezTo>
                  <a:cubicBezTo>
                    <a:pt x="1" y="11"/>
                    <a:pt x="1" y="11"/>
                    <a:pt x="2" y="11"/>
                  </a:cubicBezTo>
                  <a:cubicBezTo>
                    <a:pt x="2" y="11"/>
                    <a:pt x="3" y="11"/>
                    <a:pt x="3" y="11"/>
                  </a:cubicBezTo>
                  <a:cubicBezTo>
                    <a:pt x="4" y="11"/>
                    <a:pt x="4" y="11"/>
                    <a:pt x="5" y="11"/>
                  </a:cubicBezTo>
                  <a:cubicBezTo>
                    <a:pt x="5" y="11"/>
                    <a:pt x="5" y="10"/>
                    <a:pt x="5" y="9"/>
                  </a:cubicBezTo>
                  <a:cubicBezTo>
                    <a:pt x="5" y="9"/>
                    <a:pt x="5" y="8"/>
                    <a:pt x="5" y="8"/>
                  </a:cubicBezTo>
                  <a:cubicBezTo>
                    <a:pt x="5" y="7"/>
                    <a:pt x="5" y="7"/>
                    <a:pt x="5" y="6"/>
                  </a:cubicBezTo>
                  <a:cubicBezTo>
                    <a:pt x="5" y="6"/>
                    <a:pt x="5" y="5"/>
                    <a:pt x="5" y="5"/>
                  </a:cubicBezTo>
                  <a:cubicBezTo>
                    <a:pt x="4" y="5"/>
                    <a:pt x="4" y="5"/>
                    <a:pt x="3" y="5"/>
                  </a:cubicBezTo>
                  <a:cubicBezTo>
                    <a:pt x="3" y="4"/>
                    <a:pt x="3" y="4"/>
                    <a:pt x="3" y="3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99" name="Freeform 41090"/>
            <p:cNvSpPr>
              <a:spLocks/>
            </p:cNvSpPr>
            <p:nvPr/>
          </p:nvSpPr>
          <p:spPr bwMode="auto">
            <a:xfrm>
              <a:off x="4160" y="1167"/>
              <a:ext cx="14" cy="5"/>
            </a:xfrm>
            <a:custGeom>
              <a:avLst/>
              <a:gdLst>
                <a:gd name="T0" fmla="*/ 9 w 8"/>
                <a:gd name="T1" fmla="*/ 0 h 3"/>
                <a:gd name="T2" fmla="*/ 5 w 8"/>
                <a:gd name="T3" fmla="*/ 0 h 3"/>
                <a:gd name="T4" fmla="*/ 4 w 8"/>
                <a:gd name="T5" fmla="*/ 0 h 3"/>
                <a:gd name="T6" fmla="*/ 0 w 8"/>
                <a:gd name="T7" fmla="*/ 0 h 3"/>
                <a:gd name="T8" fmla="*/ 0 w 8"/>
                <a:gd name="T9" fmla="*/ 3 h 3"/>
                <a:gd name="T10" fmla="*/ 0 w 8"/>
                <a:gd name="T11" fmla="*/ 5 h 3"/>
                <a:gd name="T12" fmla="*/ 4 w 8"/>
                <a:gd name="T13" fmla="*/ 5 h 3"/>
                <a:gd name="T14" fmla="*/ 5 w 8"/>
                <a:gd name="T15" fmla="*/ 5 h 3"/>
                <a:gd name="T16" fmla="*/ 9 w 8"/>
                <a:gd name="T17" fmla="*/ 5 h 3"/>
                <a:gd name="T18" fmla="*/ 12 w 8"/>
                <a:gd name="T19" fmla="*/ 5 h 3"/>
                <a:gd name="T20" fmla="*/ 12 w 8"/>
                <a:gd name="T21" fmla="*/ 3 h 3"/>
                <a:gd name="T22" fmla="*/ 14 w 8"/>
                <a:gd name="T23" fmla="*/ 3 h 3"/>
                <a:gd name="T24" fmla="*/ 14 w 8"/>
                <a:gd name="T25" fmla="*/ 0 h 3"/>
                <a:gd name="T26" fmla="*/ 12 w 8"/>
                <a:gd name="T27" fmla="*/ 0 h 3"/>
                <a:gd name="T28" fmla="*/ 9 w 8"/>
                <a:gd name="T29" fmla="*/ 0 h 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8" h="3">
                  <a:moveTo>
                    <a:pt x="5" y="0"/>
                  </a:moveTo>
                  <a:cubicBezTo>
                    <a:pt x="4" y="0"/>
                    <a:pt x="4" y="0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1" y="3"/>
                    <a:pt x="1" y="3"/>
                    <a:pt x="2" y="3"/>
                  </a:cubicBezTo>
                  <a:cubicBezTo>
                    <a:pt x="2" y="3"/>
                    <a:pt x="3" y="3"/>
                    <a:pt x="3" y="3"/>
                  </a:cubicBezTo>
                  <a:cubicBezTo>
                    <a:pt x="4" y="3"/>
                    <a:pt x="4" y="3"/>
                    <a:pt x="5" y="3"/>
                  </a:cubicBezTo>
                  <a:cubicBezTo>
                    <a:pt x="5" y="3"/>
                    <a:pt x="6" y="3"/>
                    <a:pt x="7" y="3"/>
                  </a:cubicBezTo>
                  <a:cubicBezTo>
                    <a:pt x="7" y="3"/>
                    <a:pt x="7" y="2"/>
                    <a:pt x="7" y="2"/>
                  </a:cubicBezTo>
                  <a:cubicBezTo>
                    <a:pt x="7" y="2"/>
                    <a:pt x="8" y="2"/>
                    <a:pt x="8" y="2"/>
                  </a:cubicBezTo>
                  <a:cubicBezTo>
                    <a:pt x="8" y="1"/>
                    <a:pt x="8" y="1"/>
                    <a:pt x="8" y="0"/>
                  </a:cubicBezTo>
                  <a:cubicBezTo>
                    <a:pt x="8" y="0"/>
                    <a:pt x="7" y="0"/>
                    <a:pt x="7" y="0"/>
                  </a:cubicBezTo>
                  <a:cubicBezTo>
                    <a:pt x="6" y="0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00" name="Freeform 41091"/>
            <p:cNvSpPr>
              <a:spLocks/>
            </p:cNvSpPr>
            <p:nvPr/>
          </p:nvSpPr>
          <p:spPr bwMode="auto">
            <a:xfrm>
              <a:off x="4010" y="1200"/>
              <a:ext cx="4" cy="3"/>
            </a:xfrm>
            <a:custGeom>
              <a:avLst/>
              <a:gdLst>
                <a:gd name="T0" fmla="*/ 0 w 2"/>
                <a:gd name="T1" fmla="*/ 3 h 2"/>
                <a:gd name="T2" fmla="*/ 4 w 2"/>
                <a:gd name="T3" fmla="*/ 3 h 2"/>
                <a:gd name="T4" fmla="*/ 4 w 2"/>
                <a:gd name="T5" fmla="*/ 0 h 2"/>
                <a:gd name="T6" fmla="*/ 0 w 2"/>
                <a:gd name="T7" fmla="*/ 0 h 2"/>
                <a:gd name="T8" fmla="*/ 0 w 2"/>
                <a:gd name="T9" fmla="*/ 3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2">
                  <a:moveTo>
                    <a:pt x="0" y="2"/>
                  </a:moveTo>
                  <a:cubicBezTo>
                    <a:pt x="1" y="2"/>
                    <a:pt x="1" y="2"/>
                    <a:pt x="2" y="2"/>
                  </a:cubicBezTo>
                  <a:cubicBezTo>
                    <a:pt x="2" y="2"/>
                    <a:pt x="2" y="1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1"/>
                    <a:pt x="0" y="2"/>
                    <a:pt x="0" y="2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01" name="Freeform 41092"/>
            <p:cNvSpPr>
              <a:spLocks/>
            </p:cNvSpPr>
            <p:nvPr/>
          </p:nvSpPr>
          <p:spPr bwMode="auto">
            <a:xfrm>
              <a:off x="3751" y="1203"/>
              <a:ext cx="9" cy="4"/>
            </a:xfrm>
            <a:custGeom>
              <a:avLst/>
              <a:gdLst>
                <a:gd name="T0" fmla="*/ 7 w 5"/>
                <a:gd name="T1" fmla="*/ 4 h 2"/>
                <a:gd name="T2" fmla="*/ 9 w 5"/>
                <a:gd name="T3" fmla="*/ 4 h 2"/>
                <a:gd name="T4" fmla="*/ 9 w 5"/>
                <a:gd name="T5" fmla="*/ 0 h 2"/>
                <a:gd name="T6" fmla="*/ 7 w 5"/>
                <a:gd name="T7" fmla="*/ 0 h 2"/>
                <a:gd name="T8" fmla="*/ 4 w 5"/>
                <a:gd name="T9" fmla="*/ 0 h 2"/>
                <a:gd name="T10" fmla="*/ 0 w 5"/>
                <a:gd name="T11" fmla="*/ 0 h 2"/>
                <a:gd name="T12" fmla="*/ 0 w 5"/>
                <a:gd name="T13" fmla="*/ 4 h 2"/>
                <a:gd name="T14" fmla="*/ 4 w 5"/>
                <a:gd name="T15" fmla="*/ 4 h 2"/>
                <a:gd name="T16" fmla="*/ 7 w 5"/>
                <a:gd name="T17" fmla="*/ 4 h 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" h="2">
                  <a:moveTo>
                    <a:pt x="4" y="2"/>
                  </a:moveTo>
                  <a:cubicBezTo>
                    <a:pt x="4" y="2"/>
                    <a:pt x="5" y="2"/>
                    <a:pt x="5" y="2"/>
                  </a:cubicBezTo>
                  <a:cubicBezTo>
                    <a:pt x="5" y="1"/>
                    <a:pt x="5" y="1"/>
                    <a:pt x="5" y="0"/>
                  </a:cubicBezTo>
                  <a:cubicBezTo>
                    <a:pt x="5" y="0"/>
                    <a:pt x="4" y="0"/>
                    <a:pt x="4" y="0"/>
                  </a:cubicBezTo>
                  <a:cubicBezTo>
                    <a:pt x="3" y="0"/>
                    <a:pt x="3" y="0"/>
                    <a:pt x="2" y="0"/>
                  </a:cubicBezTo>
                  <a:cubicBezTo>
                    <a:pt x="2" y="0"/>
                    <a:pt x="1" y="0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1" y="2"/>
                    <a:pt x="2" y="2"/>
                    <a:pt x="2" y="2"/>
                  </a:cubicBezTo>
                  <a:cubicBezTo>
                    <a:pt x="3" y="2"/>
                    <a:pt x="3" y="2"/>
                    <a:pt x="4" y="2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02" name="Freeform 41093"/>
            <p:cNvSpPr>
              <a:spLocks/>
            </p:cNvSpPr>
            <p:nvPr/>
          </p:nvSpPr>
          <p:spPr bwMode="auto">
            <a:xfrm>
              <a:off x="4000" y="1203"/>
              <a:ext cx="5" cy="4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4 h 2"/>
                <a:gd name="T4" fmla="*/ 2 w 3"/>
                <a:gd name="T5" fmla="*/ 4 h 2"/>
                <a:gd name="T6" fmla="*/ 5 w 3"/>
                <a:gd name="T7" fmla="*/ 4 h 2"/>
                <a:gd name="T8" fmla="*/ 5 w 3"/>
                <a:gd name="T9" fmla="*/ 0 h 2"/>
                <a:gd name="T10" fmla="*/ 2 w 3"/>
                <a:gd name="T11" fmla="*/ 0 h 2"/>
                <a:gd name="T12" fmla="*/ 0 w 3"/>
                <a:gd name="T13" fmla="*/ 0 h 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cubicBezTo>
                    <a:pt x="0" y="1"/>
                    <a:pt x="0" y="1"/>
                    <a:pt x="0" y="2"/>
                  </a:cubicBezTo>
                  <a:cubicBezTo>
                    <a:pt x="0" y="2"/>
                    <a:pt x="1" y="2"/>
                    <a:pt x="1" y="2"/>
                  </a:cubicBezTo>
                  <a:cubicBezTo>
                    <a:pt x="2" y="2"/>
                    <a:pt x="2" y="2"/>
                    <a:pt x="3" y="2"/>
                  </a:cubicBezTo>
                  <a:cubicBezTo>
                    <a:pt x="3" y="1"/>
                    <a:pt x="3" y="1"/>
                    <a:pt x="3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03" name="Freeform 41094"/>
            <p:cNvSpPr>
              <a:spLocks/>
            </p:cNvSpPr>
            <p:nvPr/>
          </p:nvSpPr>
          <p:spPr bwMode="auto">
            <a:xfrm>
              <a:off x="3749" y="1212"/>
              <a:ext cx="6" cy="5"/>
            </a:xfrm>
            <a:custGeom>
              <a:avLst/>
              <a:gdLst>
                <a:gd name="T0" fmla="*/ 2 w 3"/>
                <a:gd name="T1" fmla="*/ 5 h 3"/>
                <a:gd name="T2" fmla="*/ 6 w 3"/>
                <a:gd name="T3" fmla="*/ 5 h 3"/>
                <a:gd name="T4" fmla="*/ 6 w 3"/>
                <a:gd name="T5" fmla="*/ 3 h 3"/>
                <a:gd name="T6" fmla="*/ 6 w 3"/>
                <a:gd name="T7" fmla="*/ 0 h 3"/>
                <a:gd name="T8" fmla="*/ 2 w 3"/>
                <a:gd name="T9" fmla="*/ 0 h 3"/>
                <a:gd name="T10" fmla="*/ 0 w 3"/>
                <a:gd name="T11" fmla="*/ 0 h 3"/>
                <a:gd name="T12" fmla="*/ 0 w 3"/>
                <a:gd name="T13" fmla="*/ 3 h 3"/>
                <a:gd name="T14" fmla="*/ 2 w 3"/>
                <a:gd name="T15" fmla="*/ 3 h 3"/>
                <a:gd name="T16" fmla="*/ 2 w 3"/>
                <a:gd name="T17" fmla="*/ 5 h 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" h="3">
                  <a:moveTo>
                    <a:pt x="1" y="3"/>
                  </a:moveTo>
                  <a:cubicBezTo>
                    <a:pt x="2" y="3"/>
                    <a:pt x="3" y="3"/>
                    <a:pt x="3" y="3"/>
                  </a:cubicBezTo>
                  <a:cubicBezTo>
                    <a:pt x="3" y="3"/>
                    <a:pt x="3" y="2"/>
                    <a:pt x="3" y="2"/>
                  </a:cubicBezTo>
                  <a:cubicBezTo>
                    <a:pt x="3" y="1"/>
                    <a:pt x="3" y="1"/>
                    <a:pt x="3" y="0"/>
                  </a:cubicBezTo>
                  <a:cubicBezTo>
                    <a:pt x="3" y="0"/>
                    <a:pt x="2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0" y="2"/>
                    <a:pt x="1" y="2"/>
                    <a:pt x="1" y="2"/>
                  </a:cubicBezTo>
                  <a:cubicBezTo>
                    <a:pt x="1" y="2"/>
                    <a:pt x="1" y="3"/>
                    <a:pt x="1" y="3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04" name="Freeform 41095"/>
            <p:cNvSpPr>
              <a:spLocks/>
            </p:cNvSpPr>
            <p:nvPr/>
          </p:nvSpPr>
          <p:spPr bwMode="auto">
            <a:xfrm>
              <a:off x="3760" y="1212"/>
              <a:ext cx="3" cy="4"/>
            </a:xfrm>
            <a:custGeom>
              <a:avLst/>
              <a:gdLst>
                <a:gd name="T0" fmla="*/ 0 w 2"/>
                <a:gd name="T1" fmla="*/ 4 h 2"/>
                <a:gd name="T2" fmla="*/ 3 w 2"/>
                <a:gd name="T3" fmla="*/ 4 h 2"/>
                <a:gd name="T4" fmla="*/ 3 w 2"/>
                <a:gd name="T5" fmla="*/ 0 h 2"/>
                <a:gd name="T6" fmla="*/ 0 w 2"/>
                <a:gd name="T7" fmla="*/ 0 h 2"/>
                <a:gd name="T8" fmla="*/ 0 w 2"/>
                <a:gd name="T9" fmla="*/ 4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2">
                  <a:moveTo>
                    <a:pt x="0" y="2"/>
                  </a:moveTo>
                  <a:cubicBezTo>
                    <a:pt x="1" y="2"/>
                    <a:pt x="1" y="2"/>
                    <a:pt x="2" y="2"/>
                  </a:cubicBezTo>
                  <a:cubicBezTo>
                    <a:pt x="2" y="1"/>
                    <a:pt x="2" y="1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05" name="Freeform 41096"/>
            <p:cNvSpPr>
              <a:spLocks/>
            </p:cNvSpPr>
            <p:nvPr/>
          </p:nvSpPr>
          <p:spPr bwMode="auto">
            <a:xfrm>
              <a:off x="3721" y="1221"/>
              <a:ext cx="44" cy="17"/>
            </a:xfrm>
            <a:custGeom>
              <a:avLst/>
              <a:gdLst>
                <a:gd name="T0" fmla="*/ 44 w 25"/>
                <a:gd name="T1" fmla="*/ 17 h 10"/>
                <a:gd name="T2" fmla="*/ 44 w 25"/>
                <a:gd name="T3" fmla="*/ 14 h 10"/>
                <a:gd name="T4" fmla="*/ 42 w 25"/>
                <a:gd name="T5" fmla="*/ 14 h 10"/>
                <a:gd name="T6" fmla="*/ 42 w 25"/>
                <a:gd name="T7" fmla="*/ 10 h 10"/>
                <a:gd name="T8" fmla="*/ 39 w 25"/>
                <a:gd name="T9" fmla="*/ 10 h 10"/>
                <a:gd name="T10" fmla="*/ 39 w 25"/>
                <a:gd name="T11" fmla="*/ 9 h 10"/>
                <a:gd name="T12" fmla="*/ 37 w 25"/>
                <a:gd name="T13" fmla="*/ 9 h 10"/>
                <a:gd name="T14" fmla="*/ 33 w 25"/>
                <a:gd name="T15" fmla="*/ 9 h 10"/>
                <a:gd name="T16" fmla="*/ 33 w 25"/>
                <a:gd name="T17" fmla="*/ 5 h 10"/>
                <a:gd name="T18" fmla="*/ 30 w 25"/>
                <a:gd name="T19" fmla="*/ 5 h 10"/>
                <a:gd name="T20" fmla="*/ 30 w 25"/>
                <a:gd name="T21" fmla="*/ 2 h 10"/>
                <a:gd name="T22" fmla="*/ 28 w 25"/>
                <a:gd name="T23" fmla="*/ 2 h 10"/>
                <a:gd name="T24" fmla="*/ 25 w 25"/>
                <a:gd name="T25" fmla="*/ 2 h 10"/>
                <a:gd name="T26" fmla="*/ 25 w 25"/>
                <a:gd name="T27" fmla="*/ 0 h 10"/>
                <a:gd name="T28" fmla="*/ 23 w 25"/>
                <a:gd name="T29" fmla="*/ 0 h 10"/>
                <a:gd name="T30" fmla="*/ 19 w 25"/>
                <a:gd name="T31" fmla="*/ 0 h 10"/>
                <a:gd name="T32" fmla="*/ 18 w 25"/>
                <a:gd name="T33" fmla="*/ 0 h 10"/>
                <a:gd name="T34" fmla="*/ 14 w 25"/>
                <a:gd name="T35" fmla="*/ 0 h 10"/>
                <a:gd name="T36" fmla="*/ 12 w 25"/>
                <a:gd name="T37" fmla="*/ 0 h 10"/>
                <a:gd name="T38" fmla="*/ 9 w 25"/>
                <a:gd name="T39" fmla="*/ 0 h 10"/>
                <a:gd name="T40" fmla="*/ 5 w 25"/>
                <a:gd name="T41" fmla="*/ 0 h 10"/>
                <a:gd name="T42" fmla="*/ 5 w 25"/>
                <a:gd name="T43" fmla="*/ 2 h 10"/>
                <a:gd name="T44" fmla="*/ 4 w 25"/>
                <a:gd name="T45" fmla="*/ 2 h 10"/>
                <a:gd name="T46" fmla="*/ 0 w 25"/>
                <a:gd name="T47" fmla="*/ 2 h 10"/>
                <a:gd name="T48" fmla="*/ 0 w 25"/>
                <a:gd name="T49" fmla="*/ 5 h 10"/>
                <a:gd name="T50" fmla="*/ 4 w 25"/>
                <a:gd name="T51" fmla="*/ 5 h 10"/>
                <a:gd name="T52" fmla="*/ 5 w 25"/>
                <a:gd name="T53" fmla="*/ 5 h 10"/>
                <a:gd name="T54" fmla="*/ 9 w 25"/>
                <a:gd name="T55" fmla="*/ 5 h 10"/>
                <a:gd name="T56" fmla="*/ 9 w 25"/>
                <a:gd name="T57" fmla="*/ 9 h 10"/>
                <a:gd name="T58" fmla="*/ 12 w 25"/>
                <a:gd name="T59" fmla="*/ 9 h 10"/>
                <a:gd name="T60" fmla="*/ 12 w 25"/>
                <a:gd name="T61" fmla="*/ 5 h 10"/>
                <a:gd name="T62" fmla="*/ 14 w 25"/>
                <a:gd name="T63" fmla="*/ 5 h 10"/>
                <a:gd name="T64" fmla="*/ 18 w 25"/>
                <a:gd name="T65" fmla="*/ 5 h 10"/>
                <a:gd name="T66" fmla="*/ 18 w 25"/>
                <a:gd name="T67" fmla="*/ 9 h 10"/>
                <a:gd name="T68" fmla="*/ 19 w 25"/>
                <a:gd name="T69" fmla="*/ 9 h 10"/>
                <a:gd name="T70" fmla="*/ 23 w 25"/>
                <a:gd name="T71" fmla="*/ 9 h 10"/>
                <a:gd name="T72" fmla="*/ 25 w 25"/>
                <a:gd name="T73" fmla="*/ 9 h 10"/>
                <a:gd name="T74" fmla="*/ 25 w 25"/>
                <a:gd name="T75" fmla="*/ 10 h 10"/>
                <a:gd name="T76" fmla="*/ 28 w 25"/>
                <a:gd name="T77" fmla="*/ 10 h 10"/>
                <a:gd name="T78" fmla="*/ 28 w 25"/>
                <a:gd name="T79" fmla="*/ 14 h 10"/>
                <a:gd name="T80" fmla="*/ 28 w 25"/>
                <a:gd name="T81" fmla="*/ 17 h 10"/>
                <a:gd name="T82" fmla="*/ 30 w 25"/>
                <a:gd name="T83" fmla="*/ 17 h 10"/>
                <a:gd name="T84" fmla="*/ 30 w 25"/>
                <a:gd name="T85" fmla="*/ 17 h 10"/>
                <a:gd name="T86" fmla="*/ 33 w 25"/>
                <a:gd name="T87" fmla="*/ 17 h 10"/>
                <a:gd name="T88" fmla="*/ 37 w 25"/>
                <a:gd name="T89" fmla="*/ 17 h 10"/>
                <a:gd name="T90" fmla="*/ 39 w 25"/>
                <a:gd name="T91" fmla="*/ 17 h 10"/>
                <a:gd name="T92" fmla="*/ 42 w 25"/>
                <a:gd name="T93" fmla="*/ 17 h 10"/>
                <a:gd name="T94" fmla="*/ 44 w 25"/>
                <a:gd name="T95" fmla="*/ 17 h 1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5" h="10">
                  <a:moveTo>
                    <a:pt x="25" y="10"/>
                  </a:moveTo>
                  <a:cubicBezTo>
                    <a:pt x="25" y="9"/>
                    <a:pt x="25" y="8"/>
                    <a:pt x="25" y="8"/>
                  </a:cubicBezTo>
                  <a:cubicBezTo>
                    <a:pt x="25" y="8"/>
                    <a:pt x="24" y="8"/>
                    <a:pt x="24" y="8"/>
                  </a:cubicBezTo>
                  <a:cubicBezTo>
                    <a:pt x="24" y="7"/>
                    <a:pt x="24" y="7"/>
                    <a:pt x="24" y="6"/>
                  </a:cubicBezTo>
                  <a:cubicBezTo>
                    <a:pt x="23" y="6"/>
                    <a:pt x="23" y="6"/>
                    <a:pt x="22" y="6"/>
                  </a:cubicBezTo>
                  <a:cubicBezTo>
                    <a:pt x="22" y="6"/>
                    <a:pt x="22" y="5"/>
                    <a:pt x="22" y="5"/>
                  </a:cubicBezTo>
                  <a:cubicBezTo>
                    <a:pt x="22" y="5"/>
                    <a:pt x="21" y="5"/>
                    <a:pt x="21" y="5"/>
                  </a:cubicBezTo>
                  <a:cubicBezTo>
                    <a:pt x="20" y="5"/>
                    <a:pt x="20" y="5"/>
                    <a:pt x="19" y="5"/>
                  </a:cubicBezTo>
                  <a:cubicBezTo>
                    <a:pt x="19" y="4"/>
                    <a:pt x="19" y="4"/>
                    <a:pt x="19" y="3"/>
                  </a:cubicBezTo>
                  <a:cubicBezTo>
                    <a:pt x="19" y="3"/>
                    <a:pt x="18" y="3"/>
                    <a:pt x="17" y="3"/>
                  </a:cubicBezTo>
                  <a:cubicBezTo>
                    <a:pt x="17" y="2"/>
                    <a:pt x="17" y="2"/>
                    <a:pt x="17" y="1"/>
                  </a:cubicBezTo>
                  <a:cubicBezTo>
                    <a:pt x="17" y="1"/>
                    <a:pt x="16" y="1"/>
                    <a:pt x="16" y="1"/>
                  </a:cubicBezTo>
                  <a:cubicBezTo>
                    <a:pt x="15" y="1"/>
                    <a:pt x="15" y="1"/>
                    <a:pt x="14" y="1"/>
                  </a:cubicBezTo>
                  <a:cubicBezTo>
                    <a:pt x="14" y="1"/>
                    <a:pt x="14" y="0"/>
                    <a:pt x="14" y="0"/>
                  </a:cubicBezTo>
                  <a:cubicBezTo>
                    <a:pt x="14" y="0"/>
                    <a:pt x="13" y="0"/>
                    <a:pt x="13" y="0"/>
                  </a:cubicBezTo>
                  <a:cubicBezTo>
                    <a:pt x="12" y="0"/>
                    <a:pt x="12" y="0"/>
                    <a:pt x="11" y="0"/>
                  </a:cubicBezTo>
                  <a:cubicBezTo>
                    <a:pt x="11" y="0"/>
                    <a:pt x="10" y="0"/>
                    <a:pt x="10" y="0"/>
                  </a:cubicBezTo>
                  <a:cubicBezTo>
                    <a:pt x="9" y="0"/>
                    <a:pt x="9" y="0"/>
                    <a:pt x="8" y="0"/>
                  </a:cubicBezTo>
                  <a:cubicBezTo>
                    <a:pt x="8" y="0"/>
                    <a:pt x="7" y="0"/>
                    <a:pt x="7" y="0"/>
                  </a:cubicBezTo>
                  <a:cubicBezTo>
                    <a:pt x="6" y="0"/>
                    <a:pt x="6" y="0"/>
                    <a:pt x="5" y="0"/>
                  </a:cubicBezTo>
                  <a:cubicBezTo>
                    <a:pt x="4" y="0"/>
                    <a:pt x="4" y="0"/>
                    <a:pt x="3" y="0"/>
                  </a:cubicBezTo>
                  <a:cubicBezTo>
                    <a:pt x="3" y="0"/>
                    <a:pt x="3" y="1"/>
                    <a:pt x="3" y="1"/>
                  </a:cubicBezTo>
                  <a:cubicBezTo>
                    <a:pt x="3" y="1"/>
                    <a:pt x="2" y="1"/>
                    <a:pt x="2" y="1"/>
                  </a:cubicBezTo>
                  <a:cubicBezTo>
                    <a:pt x="1" y="1"/>
                    <a:pt x="1" y="1"/>
                    <a:pt x="0" y="1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1" y="3"/>
                    <a:pt x="1" y="3"/>
                    <a:pt x="2" y="3"/>
                  </a:cubicBezTo>
                  <a:cubicBezTo>
                    <a:pt x="2" y="3"/>
                    <a:pt x="3" y="3"/>
                    <a:pt x="3" y="3"/>
                  </a:cubicBezTo>
                  <a:cubicBezTo>
                    <a:pt x="4" y="3"/>
                    <a:pt x="4" y="3"/>
                    <a:pt x="5" y="3"/>
                  </a:cubicBezTo>
                  <a:cubicBezTo>
                    <a:pt x="5" y="4"/>
                    <a:pt x="5" y="4"/>
                    <a:pt x="5" y="5"/>
                  </a:cubicBezTo>
                  <a:cubicBezTo>
                    <a:pt x="6" y="5"/>
                    <a:pt x="6" y="5"/>
                    <a:pt x="7" y="5"/>
                  </a:cubicBezTo>
                  <a:cubicBezTo>
                    <a:pt x="7" y="4"/>
                    <a:pt x="7" y="4"/>
                    <a:pt x="7" y="3"/>
                  </a:cubicBezTo>
                  <a:cubicBezTo>
                    <a:pt x="7" y="3"/>
                    <a:pt x="8" y="3"/>
                    <a:pt x="8" y="3"/>
                  </a:cubicBezTo>
                  <a:cubicBezTo>
                    <a:pt x="9" y="3"/>
                    <a:pt x="9" y="3"/>
                    <a:pt x="10" y="3"/>
                  </a:cubicBezTo>
                  <a:cubicBezTo>
                    <a:pt x="10" y="4"/>
                    <a:pt x="10" y="4"/>
                    <a:pt x="10" y="5"/>
                  </a:cubicBezTo>
                  <a:cubicBezTo>
                    <a:pt x="10" y="5"/>
                    <a:pt x="11" y="5"/>
                    <a:pt x="11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3" y="5"/>
                    <a:pt x="14" y="5"/>
                    <a:pt x="14" y="5"/>
                  </a:cubicBezTo>
                  <a:cubicBezTo>
                    <a:pt x="14" y="5"/>
                    <a:pt x="14" y="6"/>
                    <a:pt x="14" y="6"/>
                  </a:cubicBezTo>
                  <a:cubicBezTo>
                    <a:pt x="15" y="6"/>
                    <a:pt x="15" y="6"/>
                    <a:pt x="16" y="6"/>
                  </a:cubicBezTo>
                  <a:cubicBezTo>
                    <a:pt x="16" y="7"/>
                    <a:pt x="16" y="7"/>
                    <a:pt x="16" y="8"/>
                  </a:cubicBezTo>
                  <a:cubicBezTo>
                    <a:pt x="16" y="8"/>
                    <a:pt x="16" y="9"/>
                    <a:pt x="16" y="10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8" y="10"/>
                    <a:pt x="19" y="10"/>
                    <a:pt x="19" y="10"/>
                  </a:cubicBezTo>
                  <a:cubicBezTo>
                    <a:pt x="20" y="10"/>
                    <a:pt x="20" y="10"/>
                    <a:pt x="21" y="10"/>
                  </a:cubicBezTo>
                  <a:cubicBezTo>
                    <a:pt x="21" y="10"/>
                    <a:pt x="22" y="10"/>
                    <a:pt x="22" y="10"/>
                  </a:cubicBezTo>
                  <a:cubicBezTo>
                    <a:pt x="23" y="10"/>
                    <a:pt x="23" y="10"/>
                    <a:pt x="24" y="10"/>
                  </a:cubicBezTo>
                  <a:cubicBezTo>
                    <a:pt x="24" y="10"/>
                    <a:pt x="25" y="10"/>
                    <a:pt x="25" y="10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06" name="Freeform 41097"/>
            <p:cNvSpPr>
              <a:spLocks/>
            </p:cNvSpPr>
            <p:nvPr/>
          </p:nvSpPr>
          <p:spPr bwMode="auto">
            <a:xfrm>
              <a:off x="3793" y="1243"/>
              <a:ext cx="9" cy="6"/>
            </a:xfrm>
            <a:custGeom>
              <a:avLst/>
              <a:gdLst>
                <a:gd name="T0" fmla="*/ 5 w 5"/>
                <a:gd name="T1" fmla="*/ 0 h 3"/>
                <a:gd name="T2" fmla="*/ 4 w 5"/>
                <a:gd name="T3" fmla="*/ 0 h 3"/>
                <a:gd name="T4" fmla="*/ 0 w 5"/>
                <a:gd name="T5" fmla="*/ 0 h 3"/>
                <a:gd name="T6" fmla="*/ 0 w 5"/>
                <a:gd name="T7" fmla="*/ 2 h 3"/>
                <a:gd name="T8" fmla="*/ 0 w 5"/>
                <a:gd name="T9" fmla="*/ 6 h 3"/>
                <a:gd name="T10" fmla="*/ 4 w 5"/>
                <a:gd name="T11" fmla="*/ 6 h 3"/>
                <a:gd name="T12" fmla="*/ 5 w 5"/>
                <a:gd name="T13" fmla="*/ 6 h 3"/>
                <a:gd name="T14" fmla="*/ 9 w 5"/>
                <a:gd name="T15" fmla="*/ 6 h 3"/>
                <a:gd name="T16" fmla="*/ 9 w 5"/>
                <a:gd name="T17" fmla="*/ 2 h 3"/>
                <a:gd name="T18" fmla="*/ 5 w 5"/>
                <a:gd name="T19" fmla="*/ 2 h 3"/>
                <a:gd name="T20" fmla="*/ 5 w 5"/>
                <a:gd name="T21" fmla="*/ 0 h 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cubicBezTo>
                    <a:pt x="3" y="0"/>
                    <a:pt x="2" y="0"/>
                    <a:pt x="2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0" y="3"/>
                    <a:pt x="1" y="3"/>
                    <a:pt x="2" y="3"/>
                  </a:cubicBezTo>
                  <a:cubicBezTo>
                    <a:pt x="2" y="3"/>
                    <a:pt x="3" y="3"/>
                    <a:pt x="3" y="3"/>
                  </a:cubicBezTo>
                  <a:cubicBezTo>
                    <a:pt x="4" y="3"/>
                    <a:pt x="4" y="3"/>
                    <a:pt x="5" y="3"/>
                  </a:cubicBezTo>
                  <a:cubicBezTo>
                    <a:pt x="5" y="2"/>
                    <a:pt x="5" y="2"/>
                    <a:pt x="5" y="1"/>
                  </a:cubicBezTo>
                  <a:cubicBezTo>
                    <a:pt x="4" y="1"/>
                    <a:pt x="4" y="1"/>
                    <a:pt x="3" y="1"/>
                  </a:cubicBezTo>
                  <a:cubicBezTo>
                    <a:pt x="3" y="1"/>
                    <a:pt x="3" y="0"/>
                    <a:pt x="3" y="0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07" name="Freeform 41098"/>
            <p:cNvSpPr>
              <a:spLocks/>
            </p:cNvSpPr>
            <p:nvPr/>
          </p:nvSpPr>
          <p:spPr bwMode="auto">
            <a:xfrm>
              <a:off x="3746" y="1243"/>
              <a:ext cx="9" cy="6"/>
            </a:xfrm>
            <a:custGeom>
              <a:avLst/>
              <a:gdLst>
                <a:gd name="T0" fmla="*/ 4 w 5"/>
                <a:gd name="T1" fmla="*/ 0 h 3"/>
                <a:gd name="T2" fmla="*/ 0 w 5"/>
                <a:gd name="T3" fmla="*/ 0 h 3"/>
                <a:gd name="T4" fmla="*/ 0 w 5"/>
                <a:gd name="T5" fmla="*/ 2 h 3"/>
                <a:gd name="T6" fmla="*/ 4 w 5"/>
                <a:gd name="T7" fmla="*/ 2 h 3"/>
                <a:gd name="T8" fmla="*/ 4 w 5"/>
                <a:gd name="T9" fmla="*/ 6 h 3"/>
                <a:gd name="T10" fmla="*/ 5 w 5"/>
                <a:gd name="T11" fmla="*/ 6 h 3"/>
                <a:gd name="T12" fmla="*/ 9 w 5"/>
                <a:gd name="T13" fmla="*/ 6 h 3"/>
                <a:gd name="T14" fmla="*/ 9 w 5"/>
                <a:gd name="T15" fmla="*/ 2 h 3"/>
                <a:gd name="T16" fmla="*/ 9 w 5"/>
                <a:gd name="T17" fmla="*/ 0 h 3"/>
                <a:gd name="T18" fmla="*/ 5 w 5"/>
                <a:gd name="T19" fmla="*/ 0 h 3"/>
                <a:gd name="T20" fmla="*/ 4 w 5"/>
                <a:gd name="T21" fmla="*/ 0 h 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" h="3">
                  <a:moveTo>
                    <a:pt x="2" y="0"/>
                  </a:move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1" y="1"/>
                    <a:pt x="1" y="1"/>
                    <a:pt x="2" y="1"/>
                  </a:cubicBezTo>
                  <a:cubicBezTo>
                    <a:pt x="2" y="2"/>
                    <a:pt x="2" y="2"/>
                    <a:pt x="2" y="3"/>
                  </a:cubicBezTo>
                  <a:cubicBezTo>
                    <a:pt x="2" y="3"/>
                    <a:pt x="3" y="3"/>
                    <a:pt x="3" y="3"/>
                  </a:cubicBezTo>
                  <a:cubicBezTo>
                    <a:pt x="4" y="3"/>
                    <a:pt x="5" y="3"/>
                    <a:pt x="5" y="3"/>
                  </a:cubicBezTo>
                  <a:cubicBezTo>
                    <a:pt x="5" y="2"/>
                    <a:pt x="5" y="2"/>
                    <a:pt x="5" y="1"/>
                  </a:cubicBezTo>
                  <a:cubicBezTo>
                    <a:pt x="5" y="1"/>
                    <a:pt x="5" y="0"/>
                    <a:pt x="5" y="0"/>
                  </a:cubicBezTo>
                  <a:cubicBezTo>
                    <a:pt x="5" y="0"/>
                    <a:pt x="4" y="0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08" name="Freeform 41099"/>
            <p:cNvSpPr>
              <a:spLocks/>
            </p:cNvSpPr>
            <p:nvPr/>
          </p:nvSpPr>
          <p:spPr bwMode="auto">
            <a:xfrm>
              <a:off x="3763" y="1231"/>
              <a:ext cx="25" cy="18"/>
            </a:xfrm>
            <a:custGeom>
              <a:avLst/>
              <a:gdLst>
                <a:gd name="T0" fmla="*/ 20 w 14"/>
                <a:gd name="T1" fmla="*/ 9 h 10"/>
                <a:gd name="T2" fmla="*/ 20 w 14"/>
                <a:gd name="T3" fmla="*/ 7 h 10"/>
                <a:gd name="T4" fmla="*/ 16 w 14"/>
                <a:gd name="T5" fmla="*/ 7 h 10"/>
                <a:gd name="T6" fmla="*/ 14 w 14"/>
                <a:gd name="T7" fmla="*/ 7 h 10"/>
                <a:gd name="T8" fmla="*/ 11 w 14"/>
                <a:gd name="T9" fmla="*/ 7 h 10"/>
                <a:gd name="T10" fmla="*/ 9 w 14"/>
                <a:gd name="T11" fmla="*/ 7 h 10"/>
                <a:gd name="T12" fmla="*/ 9 w 14"/>
                <a:gd name="T13" fmla="*/ 4 h 10"/>
                <a:gd name="T14" fmla="*/ 9 w 14"/>
                <a:gd name="T15" fmla="*/ 0 h 10"/>
                <a:gd name="T16" fmla="*/ 5 w 14"/>
                <a:gd name="T17" fmla="*/ 0 h 10"/>
                <a:gd name="T18" fmla="*/ 5 w 14"/>
                <a:gd name="T19" fmla="*/ 4 h 10"/>
                <a:gd name="T20" fmla="*/ 5 w 14"/>
                <a:gd name="T21" fmla="*/ 7 h 10"/>
                <a:gd name="T22" fmla="*/ 5 w 14"/>
                <a:gd name="T23" fmla="*/ 9 h 10"/>
                <a:gd name="T24" fmla="*/ 5 w 14"/>
                <a:gd name="T25" fmla="*/ 13 h 10"/>
                <a:gd name="T26" fmla="*/ 2 w 14"/>
                <a:gd name="T27" fmla="*/ 13 h 10"/>
                <a:gd name="T28" fmla="*/ 0 w 14"/>
                <a:gd name="T29" fmla="*/ 13 h 10"/>
                <a:gd name="T30" fmla="*/ 0 w 14"/>
                <a:gd name="T31" fmla="*/ 14 h 10"/>
                <a:gd name="T32" fmla="*/ 2 w 14"/>
                <a:gd name="T33" fmla="*/ 14 h 10"/>
                <a:gd name="T34" fmla="*/ 2 w 14"/>
                <a:gd name="T35" fmla="*/ 18 h 10"/>
                <a:gd name="T36" fmla="*/ 5 w 14"/>
                <a:gd name="T37" fmla="*/ 18 h 10"/>
                <a:gd name="T38" fmla="*/ 5 w 14"/>
                <a:gd name="T39" fmla="*/ 14 h 10"/>
                <a:gd name="T40" fmla="*/ 9 w 14"/>
                <a:gd name="T41" fmla="*/ 14 h 10"/>
                <a:gd name="T42" fmla="*/ 9 w 14"/>
                <a:gd name="T43" fmla="*/ 18 h 10"/>
                <a:gd name="T44" fmla="*/ 11 w 14"/>
                <a:gd name="T45" fmla="*/ 18 h 10"/>
                <a:gd name="T46" fmla="*/ 14 w 14"/>
                <a:gd name="T47" fmla="*/ 18 h 10"/>
                <a:gd name="T48" fmla="*/ 14 w 14"/>
                <a:gd name="T49" fmla="*/ 14 h 10"/>
                <a:gd name="T50" fmla="*/ 16 w 14"/>
                <a:gd name="T51" fmla="*/ 14 h 10"/>
                <a:gd name="T52" fmla="*/ 20 w 14"/>
                <a:gd name="T53" fmla="*/ 14 h 10"/>
                <a:gd name="T54" fmla="*/ 21 w 14"/>
                <a:gd name="T55" fmla="*/ 14 h 10"/>
                <a:gd name="T56" fmla="*/ 25 w 14"/>
                <a:gd name="T57" fmla="*/ 14 h 10"/>
                <a:gd name="T58" fmla="*/ 25 w 14"/>
                <a:gd name="T59" fmla="*/ 13 h 10"/>
                <a:gd name="T60" fmla="*/ 25 w 14"/>
                <a:gd name="T61" fmla="*/ 9 h 10"/>
                <a:gd name="T62" fmla="*/ 21 w 14"/>
                <a:gd name="T63" fmla="*/ 9 h 10"/>
                <a:gd name="T64" fmla="*/ 20 w 14"/>
                <a:gd name="T65" fmla="*/ 9 h 1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4" h="10">
                  <a:moveTo>
                    <a:pt x="11" y="5"/>
                  </a:moveTo>
                  <a:cubicBezTo>
                    <a:pt x="11" y="5"/>
                    <a:pt x="11" y="4"/>
                    <a:pt x="11" y="4"/>
                  </a:cubicBezTo>
                  <a:cubicBezTo>
                    <a:pt x="10" y="4"/>
                    <a:pt x="10" y="4"/>
                    <a:pt x="9" y="4"/>
                  </a:cubicBezTo>
                  <a:cubicBezTo>
                    <a:pt x="9" y="4"/>
                    <a:pt x="8" y="4"/>
                    <a:pt x="8" y="4"/>
                  </a:cubicBezTo>
                  <a:cubicBezTo>
                    <a:pt x="7" y="4"/>
                    <a:pt x="7" y="4"/>
                    <a:pt x="6" y="4"/>
                  </a:cubicBezTo>
                  <a:cubicBezTo>
                    <a:pt x="6" y="4"/>
                    <a:pt x="5" y="4"/>
                    <a:pt x="5" y="4"/>
                  </a:cubicBezTo>
                  <a:cubicBezTo>
                    <a:pt x="5" y="3"/>
                    <a:pt x="5" y="2"/>
                    <a:pt x="5" y="2"/>
                  </a:cubicBezTo>
                  <a:cubicBezTo>
                    <a:pt x="5" y="1"/>
                    <a:pt x="5" y="1"/>
                    <a:pt x="5" y="0"/>
                  </a:cubicBezTo>
                  <a:cubicBezTo>
                    <a:pt x="4" y="0"/>
                    <a:pt x="3" y="0"/>
                    <a:pt x="3" y="0"/>
                  </a:cubicBezTo>
                  <a:cubicBezTo>
                    <a:pt x="3" y="1"/>
                    <a:pt x="3" y="1"/>
                    <a:pt x="3" y="2"/>
                  </a:cubicBezTo>
                  <a:cubicBezTo>
                    <a:pt x="3" y="2"/>
                    <a:pt x="3" y="3"/>
                    <a:pt x="3" y="4"/>
                  </a:cubicBezTo>
                  <a:cubicBezTo>
                    <a:pt x="3" y="4"/>
                    <a:pt x="3" y="5"/>
                    <a:pt x="3" y="5"/>
                  </a:cubicBezTo>
                  <a:cubicBezTo>
                    <a:pt x="3" y="6"/>
                    <a:pt x="3" y="6"/>
                    <a:pt x="3" y="7"/>
                  </a:cubicBezTo>
                  <a:cubicBezTo>
                    <a:pt x="2" y="7"/>
                    <a:pt x="2" y="7"/>
                    <a:pt x="1" y="7"/>
                  </a:cubicBezTo>
                  <a:cubicBezTo>
                    <a:pt x="1" y="7"/>
                    <a:pt x="0" y="7"/>
                    <a:pt x="0" y="7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0" y="8"/>
                    <a:pt x="1" y="8"/>
                    <a:pt x="1" y="8"/>
                  </a:cubicBezTo>
                  <a:cubicBezTo>
                    <a:pt x="1" y="9"/>
                    <a:pt x="1" y="9"/>
                    <a:pt x="1" y="10"/>
                  </a:cubicBezTo>
                  <a:cubicBezTo>
                    <a:pt x="2" y="10"/>
                    <a:pt x="2" y="10"/>
                    <a:pt x="3" y="10"/>
                  </a:cubicBezTo>
                  <a:cubicBezTo>
                    <a:pt x="3" y="9"/>
                    <a:pt x="3" y="9"/>
                    <a:pt x="3" y="8"/>
                  </a:cubicBezTo>
                  <a:cubicBezTo>
                    <a:pt x="3" y="8"/>
                    <a:pt x="4" y="8"/>
                    <a:pt x="5" y="8"/>
                  </a:cubicBezTo>
                  <a:cubicBezTo>
                    <a:pt x="5" y="9"/>
                    <a:pt x="5" y="9"/>
                    <a:pt x="5" y="10"/>
                  </a:cubicBezTo>
                  <a:cubicBezTo>
                    <a:pt x="5" y="10"/>
                    <a:pt x="6" y="10"/>
                    <a:pt x="6" y="10"/>
                  </a:cubicBezTo>
                  <a:cubicBezTo>
                    <a:pt x="7" y="10"/>
                    <a:pt x="7" y="10"/>
                    <a:pt x="8" y="10"/>
                  </a:cubicBezTo>
                  <a:cubicBezTo>
                    <a:pt x="8" y="9"/>
                    <a:pt x="8" y="9"/>
                    <a:pt x="8" y="8"/>
                  </a:cubicBezTo>
                  <a:cubicBezTo>
                    <a:pt x="8" y="8"/>
                    <a:pt x="9" y="8"/>
                    <a:pt x="9" y="8"/>
                  </a:cubicBezTo>
                  <a:cubicBezTo>
                    <a:pt x="10" y="8"/>
                    <a:pt x="10" y="8"/>
                    <a:pt x="11" y="8"/>
                  </a:cubicBezTo>
                  <a:cubicBezTo>
                    <a:pt x="11" y="8"/>
                    <a:pt x="12" y="8"/>
                    <a:pt x="12" y="8"/>
                  </a:cubicBezTo>
                  <a:cubicBezTo>
                    <a:pt x="13" y="8"/>
                    <a:pt x="13" y="8"/>
                    <a:pt x="14" y="8"/>
                  </a:cubicBezTo>
                  <a:cubicBezTo>
                    <a:pt x="14" y="8"/>
                    <a:pt x="14" y="7"/>
                    <a:pt x="14" y="7"/>
                  </a:cubicBezTo>
                  <a:cubicBezTo>
                    <a:pt x="14" y="6"/>
                    <a:pt x="14" y="6"/>
                    <a:pt x="14" y="5"/>
                  </a:cubicBezTo>
                  <a:cubicBezTo>
                    <a:pt x="13" y="5"/>
                    <a:pt x="13" y="5"/>
                    <a:pt x="12" y="5"/>
                  </a:cubicBezTo>
                  <a:cubicBezTo>
                    <a:pt x="12" y="5"/>
                    <a:pt x="11" y="5"/>
                    <a:pt x="11" y="5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09" name="Freeform 41100"/>
            <p:cNvSpPr>
              <a:spLocks/>
            </p:cNvSpPr>
            <p:nvPr/>
          </p:nvSpPr>
          <p:spPr bwMode="auto">
            <a:xfrm>
              <a:off x="4449" y="1263"/>
              <a:ext cx="5" cy="8"/>
            </a:xfrm>
            <a:custGeom>
              <a:avLst/>
              <a:gdLst>
                <a:gd name="T0" fmla="*/ 3 w 3"/>
                <a:gd name="T1" fmla="*/ 3 h 5"/>
                <a:gd name="T2" fmla="*/ 0 w 3"/>
                <a:gd name="T3" fmla="*/ 3 h 5"/>
                <a:gd name="T4" fmla="*/ 0 w 3"/>
                <a:gd name="T5" fmla="*/ 5 h 5"/>
                <a:gd name="T6" fmla="*/ 3 w 3"/>
                <a:gd name="T7" fmla="*/ 5 h 5"/>
                <a:gd name="T8" fmla="*/ 3 w 3"/>
                <a:gd name="T9" fmla="*/ 8 h 5"/>
                <a:gd name="T10" fmla="*/ 5 w 3"/>
                <a:gd name="T11" fmla="*/ 8 h 5"/>
                <a:gd name="T12" fmla="*/ 5 w 3"/>
                <a:gd name="T13" fmla="*/ 5 h 5"/>
                <a:gd name="T14" fmla="*/ 5 w 3"/>
                <a:gd name="T15" fmla="*/ 3 h 5"/>
                <a:gd name="T16" fmla="*/ 5 w 3"/>
                <a:gd name="T17" fmla="*/ 0 h 5"/>
                <a:gd name="T18" fmla="*/ 3 w 3"/>
                <a:gd name="T19" fmla="*/ 0 h 5"/>
                <a:gd name="T20" fmla="*/ 3 w 3"/>
                <a:gd name="T21" fmla="*/ 3 h 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" h="5">
                  <a:moveTo>
                    <a:pt x="2" y="2"/>
                  </a:moveTo>
                  <a:cubicBezTo>
                    <a:pt x="1" y="2"/>
                    <a:pt x="1" y="2"/>
                    <a:pt x="0" y="2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1" y="3"/>
                    <a:pt x="1" y="3"/>
                    <a:pt x="2" y="3"/>
                  </a:cubicBezTo>
                  <a:cubicBezTo>
                    <a:pt x="2" y="4"/>
                    <a:pt x="2" y="4"/>
                    <a:pt x="2" y="5"/>
                  </a:cubicBezTo>
                  <a:cubicBezTo>
                    <a:pt x="2" y="5"/>
                    <a:pt x="3" y="5"/>
                    <a:pt x="3" y="5"/>
                  </a:cubicBezTo>
                  <a:cubicBezTo>
                    <a:pt x="3" y="4"/>
                    <a:pt x="3" y="4"/>
                    <a:pt x="3" y="3"/>
                  </a:cubicBezTo>
                  <a:cubicBezTo>
                    <a:pt x="3" y="3"/>
                    <a:pt x="3" y="2"/>
                    <a:pt x="3" y="2"/>
                  </a:cubicBezTo>
                  <a:cubicBezTo>
                    <a:pt x="3" y="1"/>
                    <a:pt x="3" y="1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2" y="1"/>
                    <a:pt x="2" y="1"/>
                    <a:pt x="2" y="2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10" name="Freeform 41101"/>
            <p:cNvSpPr>
              <a:spLocks/>
            </p:cNvSpPr>
            <p:nvPr/>
          </p:nvSpPr>
          <p:spPr bwMode="auto">
            <a:xfrm>
              <a:off x="4286" y="1271"/>
              <a:ext cx="5" cy="5"/>
            </a:xfrm>
            <a:custGeom>
              <a:avLst/>
              <a:gdLst>
                <a:gd name="T0" fmla="*/ 5 w 3"/>
                <a:gd name="T1" fmla="*/ 2 h 3"/>
                <a:gd name="T2" fmla="*/ 5 w 3"/>
                <a:gd name="T3" fmla="*/ 0 h 3"/>
                <a:gd name="T4" fmla="*/ 3 w 3"/>
                <a:gd name="T5" fmla="*/ 0 h 3"/>
                <a:gd name="T6" fmla="*/ 0 w 3"/>
                <a:gd name="T7" fmla="*/ 0 h 3"/>
                <a:gd name="T8" fmla="*/ 0 w 3"/>
                <a:gd name="T9" fmla="*/ 2 h 3"/>
                <a:gd name="T10" fmla="*/ 0 w 3"/>
                <a:gd name="T11" fmla="*/ 5 h 3"/>
                <a:gd name="T12" fmla="*/ 3 w 3"/>
                <a:gd name="T13" fmla="*/ 5 h 3"/>
                <a:gd name="T14" fmla="*/ 5 w 3"/>
                <a:gd name="T15" fmla="*/ 5 h 3"/>
                <a:gd name="T16" fmla="*/ 5 w 3"/>
                <a:gd name="T17" fmla="*/ 2 h 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" h="3">
                  <a:moveTo>
                    <a:pt x="3" y="1"/>
                  </a:moveTo>
                  <a:cubicBezTo>
                    <a:pt x="3" y="1"/>
                    <a:pt x="3" y="0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1" y="3"/>
                    <a:pt x="1" y="3"/>
                    <a:pt x="2" y="3"/>
                  </a:cubicBezTo>
                  <a:cubicBezTo>
                    <a:pt x="2" y="3"/>
                    <a:pt x="3" y="3"/>
                    <a:pt x="3" y="3"/>
                  </a:cubicBezTo>
                  <a:cubicBezTo>
                    <a:pt x="3" y="3"/>
                    <a:pt x="3" y="2"/>
                    <a:pt x="3" y="1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11" name="Freeform 41102"/>
            <p:cNvSpPr>
              <a:spLocks/>
            </p:cNvSpPr>
            <p:nvPr/>
          </p:nvSpPr>
          <p:spPr bwMode="auto">
            <a:xfrm>
              <a:off x="4367" y="1310"/>
              <a:ext cx="4" cy="3"/>
            </a:xfrm>
            <a:custGeom>
              <a:avLst/>
              <a:gdLst>
                <a:gd name="T0" fmla="*/ 0 w 2"/>
                <a:gd name="T1" fmla="*/ 3 h 2"/>
                <a:gd name="T2" fmla="*/ 4 w 2"/>
                <a:gd name="T3" fmla="*/ 3 h 2"/>
                <a:gd name="T4" fmla="*/ 4 w 2"/>
                <a:gd name="T5" fmla="*/ 0 h 2"/>
                <a:gd name="T6" fmla="*/ 0 w 2"/>
                <a:gd name="T7" fmla="*/ 0 h 2"/>
                <a:gd name="T8" fmla="*/ 0 w 2"/>
                <a:gd name="T9" fmla="*/ 3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2">
                  <a:moveTo>
                    <a:pt x="0" y="2"/>
                  </a:moveTo>
                  <a:cubicBezTo>
                    <a:pt x="1" y="2"/>
                    <a:pt x="1" y="2"/>
                    <a:pt x="2" y="2"/>
                  </a:cubicBezTo>
                  <a:cubicBezTo>
                    <a:pt x="2" y="2"/>
                    <a:pt x="2" y="1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1"/>
                    <a:pt x="0" y="2"/>
                    <a:pt x="0" y="2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12" name="Freeform 41103"/>
            <p:cNvSpPr>
              <a:spLocks/>
            </p:cNvSpPr>
            <p:nvPr/>
          </p:nvSpPr>
          <p:spPr bwMode="auto">
            <a:xfrm>
              <a:off x="3683" y="1332"/>
              <a:ext cx="7" cy="7"/>
            </a:xfrm>
            <a:custGeom>
              <a:avLst/>
              <a:gdLst>
                <a:gd name="T0" fmla="*/ 0 w 4"/>
                <a:gd name="T1" fmla="*/ 0 h 4"/>
                <a:gd name="T2" fmla="*/ 0 w 4"/>
                <a:gd name="T3" fmla="*/ 4 h 4"/>
                <a:gd name="T4" fmla="*/ 4 w 4"/>
                <a:gd name="T5" fmla="*/ 4 h 4"/>
                <a:gd name="T6" fmla="*/ 4 w 4"/>
                <a:gd name="T7" fmla="*/ 7 h 4"/>
                <a:gd name="T8" fmla="*/ 7 w 4"/>
                <a:gd name="T9" fmla="*/ 7 h 4"/>
                <a:gd name="T10" fmla="*/ 7 w 4"/>
                <a:gd name="T11" fmla="*/ 4 h 4"/>
                <a:gd name="T12" fmla="*/ 7 w 4"/>
                <a:gd name="T13" fmla="*/ 0 h 4"/>
                <a:gd name="T14" fmla="*/ 4 w 4"/>
                <a:gd name="T15" fmla="*/ 0 h 4"/>
                <a:gd name="T16" fmla="*/ 0 w 4"/>
                <a:gd name="T17" fmla="*/ 0 h 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" h="4">
                  <a:moveTo>
                    <a:pt x="0" y="0"/>
                  </a:moveTo>
                  <a:cubicBezTo>
                    <a:pt x="0" y="1"/>
                    <a:pt x="0" y="1"/>
                    <a:pt x="0" y="2"/>
                  </a:cubicBezTo>
                  <a:cubicBezTo>
                    <a:pt x="1" y="2"/>
                    <a:pt x="1" y="2"/>
                    <a:pt x="2" y="2"/>
                  </a:cubicBezTo>
                  <a:cubicBezTo>
                    <a:pt x="2" y="2"/>
                    <a:pt x="2" y="3"/>
                    <a:pt x="2" y="4"/>
                  </a:cubicBezTo>
                  <a:cubicBezTo>
                    <a:pt x="2" y="4"/>
                    <a:pt x="3" y="4"/>
                    <a:pt x="4" y="4"/>
                  </a:cubicBezTo>
                  <a:cubicBezTo>
                    <a:pt x="4" y="3"/>
                    <a:pt x="4" y="2"/>
                    <a:pt x="4" y="2"/>
                  </a:cubicBezTo>
                  <a:cubicBezTo>
                    <a:pt x="4" y="1"/>
                    <a:pt x="4" y="1"/>
                    <a:pt x="4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13" name="Freeform 41104"/>
            <p:cNvSpPr>
              <a:spLocks/>
            </p:cNvSpPr>
            <p:nvPr/>
          </p:nvSpPr>
          <p:spPr bwMode="auto">
            <a:xfrm>
              <a:off x="4463" y="1299"/>
              <a:ext cx="0" cy="2"/>
            </a:xfrm>
            <a:custGeom>
              <a:avLst/>
              <a:gdLst>
                <a:gd name="T0" fmla="*/ 0 h 2"/>
                <a:gd name="T1" fmla="*/ 2 h 2"/>
                <a:gd name="T2" fmla="*/ 0 h 2"/>
                <a:gd name="T3" fmla="*/ 0 h 2"/>
                <a:gd name="T4" fmla="*/ 0 60000 65536"/>
                <a:gd name="T5" fmla="*/ 0 60000 65536"/>
                <a:gd name="T6" fmla="*/ 0 60000 65536"/>
                <a:gd name="T7" fmla="*/ 0 60000 65536"/>
              </a:gdLst>
              <a:ahLst/>
              <a:cxnLst>
                <a:cxn ang="T4">
                  <a:pos x="0" y="T0"/>
                </a:cxn>
                <a:cxn ang="T5">
                  <a:pos x="0" y="T1"/>
                </a:cxn>
                <a:cxn ang="T6">
                  <a:pos x="0" y="T2"/>
                </a:cxn>
                <a:cxn ang="T7">
                  <a:pos x="0" y="T3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14" name="Freeform 41105"/>
            <p:cNvSpPr>
              <a:spLocks noEditPoints="1"/>
            </p:cNvSpPr>
            <p:nvPr/>
          </p:nvSpPr>
          <p:spPr bwMode="auto">
            <a:xfrm>
              <a:off x="3995" y="887"/>
              <a:ext cx="482" cy="604"/>
            </a:xfrm>
            <a:custGeom>
              <a:avLst/>
              <a:gdLst>
                <a:gd name="T0" fmla="*/ 310 w 277"/>
                <a:gd name="T1" fmla="*/ 40 h 347"/>
                <a:gd name="T2" fmla="*/ 280 w 277"/>
                <a:gd name="T3" fmla="*/ 42 h 347"/>
                <a:gd name="T4" fmla="*/ 270 w 277"/>
                <a:gd name="T5" fmla="*/ 70 h 347"/>
                <a:gd name="T6" fmla="*/ 256 w 277"/>
                <a:gd name="T7" fmla="*/ 33 h 347"/>
                <a:gd name="T8" fmla="*/ 247 w 277"/>
                <a:gd name="T9" fmla="*/ 24 h 347"/>
                <a:gd name="T10" fmla="*/ 238 w 277"/>
                <a:gd name="T11" fmla="*/ 68 h 347"/>
                <a:gd name="T12" fmla="*/ 233 w 277"/>
                <a:gd name="T13" fmla="*/ 84 h 347"/>
                <a:gd name="T14" fmla="*/ 212 w 277"/>
                <a:gd name="T15" fmla="*/ 84 h 347"/>
                <a:gd name="T16" fmla="*/ 177 w 277"/>
                <a:gd name="T17" fmla="*/ 82 h 347"/>
                <a:gd name="T18" fmla="*/ 122 w 277"/>
                <a:gd name="T19" fmla="*/ 87 h 347"/>
                <a:gd name="T20" fmla="*/ 96 w 277"/>
                <a:gd name="T21" fmla="*/ 132 h 347"/>
                <a:gd name="T22" fmla="*/ 103 w 277"/>
                <a:gd name="T23" fmla="*/ 179 h 347"/>
                <a:gd name="T24" fmla="*/ 73 w 277"/>
                <a:gd name="T25" fmla="*/ 183 h 347"/>
                <a:gd name="T26" fmla="*/ 45 w 277"/>
                <a:gd name="T27" fmla="*/ 165 h 347"/>
                <a:gd name="T28" fmla="*/ 45 w 277"/>
                <a:gd name="T29" fmla="*/ 198 h 347"/>
                <a:gd name="T30" fmla="*/ 59 w 277"/>
                <a:gd name="T31" fmla="*/ 211 h 347"/>
                <a:gd name="T32" fmla="*/ 68 w 277"/>
                <a:gd name="T33" fmla="*/ 230 h 347"/>
                <a:gd name="T34" fmla="*/ 38 w 277"/>
                <a:gd name="T35" fmla="*/ 266 h 347"/>
                <a:gd name="T36" fmla="*/ 33 w 277"/>
                <a:gd name="T37" fmla="*/ 312 h 347"/>
                <a:gd name="T38" fmla="*/ 5 w 277"/>
                <a:gd name="T39" fmla="*/ 357 h 347"/>
                <a:gd name="T40" fmla="*/ 19 w 277"/>
                <a:gd name="T41" fmla="*/ 409 h 347"/>
                <a:gd name="T42" fmla="*/ 71 w 277"/>
                <a:gd name="T43" fmla="*/ 423 h 347"/>
                <a:gd name="T44" fmla="*/ 111 w 277"/>
                <a:gd name="T45" fmla="*/ 437 h 347"/>
                <a:gd name="T46" fmla="*/ 131 w 277"/>
                <a:gd name="T47" fmla="*/ 491 h 347"/>
                <a:gd name="T48" fmla="*/ 131 w 277"/>
                <a:gd name="T49" fmla="*/ 554 h 347"/>
                <a:gd name="T50" fmla="*/ 157 w 277"/>
                <a:gd name="T51" fmla="*/ 604 h 347"/>
                <a:gd name="T52" fmla="*/ 204 w 277"/>
                <a:gd name="T53" fmla="*/ 573 h 347"/>
                <a:gd name="T54" fmla="*/ 228 w 277"/>
                <a:gd name="T55" fmla="*/ 524 h 347"/>
                <a:gd name="T56" fmla="*/ 238 w 277"/>
                <a:gd name="T57" fmla="*/ 473 h 347"/>
                <a:gd name="T58" fmla="*/ 270 w 277"/>
                <a:gd name="T59" fmla="*/ 432 h 347"/>
                <a:gd name="T60" fmla="*/ 277 w 277"/>
                <a:gd name="T61" fmla="*/ 390 h 347"/>
                <a:gd name="T62" fmla="*/ 280 w 277"/>
                <a:gd name="T63" fmla="*/ 376 h 347"/>
                <a:gd name="T64" fmla="*/ 318 w 277"/>
                <a:gd name="T65" fmla="*/ 336 h 347"/>
                <a:gd name="T66" fmla="*/ 343 w 277"/>
                <a:gd name="T67" fmla="*/ 329 h 347"/>
                <a:gd name="T68" fmla="*/ 376 w 277"/>
                <a:gd name="T69" fmla="*/ 367 h 347"/>
                <a:gd name="T70" fmla="*/ 405 w 277"/>
                <a:gd name="T71" fmla="*/ 399 h 347"/>
                <a:gd name="T72" fmla="*/ 407 w 277"/>
                <a:gd name="T73" fmla="*/ 372 h 347"/>
                <a:gd name="T74" fmla="*/ 449 w 277"/>
                <a:gd name="T75" fmla="*/ 336 h 347"/>
                <a:gd name="T76" fmla="*/ 345 w 277"/>
                <a:gd name="T77" fmla="*/ 0 h 347"/>
                <a:gd name="T78" fmla="*/ 195 w 277"/>
                <a:gd name="T79" fmla="*/ 110 h 347"/>
                <a:gd name="T80" fmla="*/ 193 w 277"/>
                <a:gd name="T81" fmla="*/ 225 h 347"/>
                <a:gd name="T82" fmla="*/ 223 w 277"/>
                <a:gd name="T83" fmla="*/ 251 h 347"/>
                <a:gd name="T84" fmla="*/ 169 w 277"/>
                <a:gd name="T85" fmla="*/ 146 h 347"/>
                <a:gd name="T86" fmla="*/ 136 w 277"/>
                <a:gd name="T87" fmla="*/ 169 h 347"/>
                <a:gd name="T88" fmla="*/ 132 w 277"/>
                <a:gd name="T89" fmla="*/ 132 h 347"/>
                <a:gd name="T90" fmla="*/ 144 w 277"/>
                <a:gd name="T91" fmla="*/ 143 h 347"/>
                <a:gd name="T92" fmla="*/ 131 w 277"/>
                <a:gd name="T93" fmla="*/ 183 h 347"/>
                <a:gd name="T94" fmla="*/ 108 w 277"/>
                <a:gd name="T95" fmla="*/ 162 h 347"/>
                <a:gd name="T96" fmla="*/ 164 w 277"/>
                <a:gd name="T97" fmla="*/ 294 h 347"/>
                <a:gd name="T98" fmla="*/ 117 w 277"/>
                <a:gd name="T99" fmla="*/ 289 h 347"/>
                <a:gd name="T100" fmla="*/ 68 w 277"/>
                <a:gd name="T101" fmla="*/ 284 h 347"/>
                <a:gd name="T102" fmla="*/ 84 w 277"/>
                <a:gd name="T103" fmla="*/ 256 h 347"/>
                <a:gd name="T104" fmla="*/ 125 w 277"/>
                <a:gd name="T105" fmla="*/ 258 h 347"/>
                <a:gd name="T106" fmla="*/ 141 w 277"/>
                <a:gd name="T107" fmla="*/ 263 h 347"/>
                <a:gd name="T108" fmla="*/ 127 w 277"/>
                <a:gd name="T109" fmla="*/ 238 h 347"/>
                <a:gd name="T110" fmla="*/ 164 w 277"/>
                <a:gd name="T111" fmla="*/ 275 h 347"/>
                <a:gd name="T112" fmla="*/ 188 w 277"/>
                <a:gd name="T113" fmla="*/ 279 h 347"/>
                <a:gd name="T114" fmla="*/ 212 w 277"/>
                <a:gd name="T115" fmla="*/ 285 h 347"/>
                <a:gd name="T116" fmla="*/ 223 w 277"/>
                <a:gd name="T117" fmla="*/ 343 h 347"/>
                <a:gd name="T118" fmla="*/ 231 w 277"/>
                <a:gd name="T119" fmla="*/ 345 h 347"/>
                <a:gd name="T120" fmla="*/ 294 w 277"/>
                <a:gd name="T121" fmla="*/ 325 h 347"/>
                <a:gd name="T122" fmla="*/ 280 w 277"/>
                <a:gd name="T123" fmla="*/ 317 h 347"/>
                <a:gd name="T124" fmla="*/ 308 w 277"/>
                <a:gd name="T125" fmla="*/ 78 h 347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277" h="347">
                  <a:moveTo>
                    <a:pt x="197" y="1"/>
                  </a:moveTo>
                  <a:cubicBezTo>
                    <a:pt x="196" y="1"/>
                    <a:pt x="196" y="1"/>
                    <a:pt x="195" y="1"/>
                  </a:cubicBezTo>
                  <a:cubicBezTo>
                    <a:pt x="195" y="2"/>
                    <a:pt x="195" y="3"/>
                    <a:pt x="195" y="3"/>
                  </a:cubicBezTo>
                  <a:cubicBezTo>
                    <a:pt x="195" y="3"/>
                    <a:pt x="194" y="3"/>
                    <a:pt x="194" y="3"/>
                  </a:cubicBezTo>
                  <a:cubicBezTo>
                    <a:pt x="193" y="3"/>
                    <a:pt x="193" y="3"/>
                    <a:pt x="192" y="3"/>
                  </a:cubicBezTo>
                  <a:cubicBezTo>
                    <a:pt x="192" y="4"/>
                    <a:pt x="192" y="4"/>
                    <a:pt x="192" y="5"/>
                  </a:cubicBezTo>
                  <a:cubicBezTo>
                    <a:pt x="192" y="5"/>
                    <a:pt x="192" y="6"/>
                    <a:pt x="192" y="6"/>
                  </a:cubicBezTo>
                  <a:cubicBezTo>
                    <a:pt x="192" y="6"/>
                    <a:pt x="191" y="6"/>
                    <a:pt x="191" y="6"/>
                  </a:cubicBezTo>
                  <a:cubicBezTo>
                    <a:pt x="191" y="7"/>
                    <a:pt x="191" y="7"/>
                    <a:pt x="191" y="8"/>
                  </a:cubicBezTo>
                  <a:cubicBezTo>
                    <a:pt x="190" y="8"/>
                    <a:pt x="190" y="8"/>
                    <a:pt x="189" y="8"/>
                  </a:cubicBezTo>
                  <a:cubicBezTo>
                    <a:pt x="189" y="9"/>
                    <a:pt x="189" y="9"/>
                    <a:pt x="189" y="10"/>
                  </a:cubicBezTo>
                  <a:cubicBezTo>
                    <a:pt x="189" y="10"/>
                    <a:pt x="189" y="11"/>
                    <a:pt x="189" y="11"/>
                  </a:cubicBezTo>
                  <a:cubicBezTo>
                    <a:pt x="190" y="11"/>
                    <a:pt x="190" y="11"/>
                    <a:pt x="191" y="11"/>
                  </a:cubicBezTo>
                  <a:cubicBezTo>
                    <a:pt x="191" y="12"/>
                    <a:pt x="191" y="12"/>
                    <a:pt x="191" y="13"/>
                  </a:cubicBezTo>
                  <a:cubicBezTo>
                    <a:pt x="190" y="13"/>
                    <a:pt x="190" y="13"/>
                    <a:pt x="189" y="13"/>
                  </a:cubicBezTo>
                  <a:cubicBezTo>
                    <a:pt x="189" y="13"/>
                    <a:pt x="188" y="13"/>
                    <a:pt x="188" y="13"/>
                  </a:cubicBezTo>
                  <a:cubicBezTo>
                    <a:pt x="188" y="13"/>
                    <a:pt x="188" y="14"/>
                    <a:pt x="188" y="14"/>
                  </a:cubicBezTo>
                  <a:cubicBezTo>
                    <a:pt x="187" y="14"/>
                    <a:pt x="187" y="14"/>
                    <a:pt x="186" y="14"/>
                  </a:cubicBezTo>
                  <a:cubicBezTo>
                    <a:pt x="186" y="15"/>
                    <a:pt x="186" y="15"/>
                    <a:pt x="186" y="16"/>
                  </a:cubicBezTo>
                  <a:cubicBezTo>
                    <a:pt x="185" y="16"/>
                    <a:pt x="185" y="16"/>
                    <a:pt x="184" y="16"/>
                  </a:cubicBezTo>
                  <a:cubicBezTo>
                    <a:pt x="184" y="16"/>
                    <a:pt x="183" y="16"/>
                    <a:pt x="183" y="16"/>
                  </a:cubicBezTo>
                  <a:cubicBezTo>
                    <a:pt x="183" y="17"/>
                    <a:pt x="183" y="17"/>
                    <a:pt x="183" y="18"/>
                  </a:cubicBezTo>
                  <a:cubicBezTo>
                    <a:pt x="182" y="18"/>
                    <a:pt x="182" y="18"/>
                    <a:pt x="181" y="18"/>
                  </a:cubicBezTo>
                  <a:cubicBezTo>
                    <a:pt x="181" y="18"/>
                    <a:pt x="181" y="19"/>
                    <a:pt x="181" y="19"/>
                  </a:cubicBezTo>
                  <a:cubicBezTo>
                    <a:pt x="181" y="19"/>
                    <a:pt x="180" y="19"/>
                    <a:pt x="180" y="19"/>
                  </a:cubicBezTo>
                  <a:cubicBezTo>
                    <a:pt x="179" y="19"/>
                    <a:pt x="179" y="19"/>
                    <a:pt x="178" y="19"/>
                  </a:cubicBezTo>
                  <a:cubicBezTo>
                    <a:pt x="178" y="20"/>
                    <a:pt x="178" y="20"/>
                    <a:pt x="178" y="21"/>
                  </a:cubicBezTo>
                  <a:cubicBezTo>
                    <a:pt x="178" y="21"/>
                    <a:pt x="178" y="22"/>
                    <a:pt x="178" y="23"/>
                  </a:cubicBezTo>
                  <a:cubicBezTo>
                    <a:pt x="178" y="23"/>
                    <a:pt x="178" y="24"/>
                    <a:pt x="178" y="24"/>
                  </a:cubicBezTo>
                  <a:cubicBezTo>
                    <a:pt x="178" y="24"/>
                    <a:pt x="177" y="24"/>
                    <a:pt x="177" y="24"/>
                  </a:cubicBezTo>
                  <a:cubicBezTo>
                    <a:pt x="176" y="24"/>
                    <a:pt x="176" y="24"/>
                    <a:pt x="175" y="24"/>
                  </a:cubicBezTo>
                  <a:cubicBezTo>
                    <a:pt x="175" y="24"/>
                    <a:pt x="175" y="23"/>
                    <a:pt x="175" y="23"/>
                  </a:cubicBezTo>
                  <a:cubicBezTo>
                    <a:pt x="174" y="23"/>
                    <a:pt x="174" y="23"/>
                    <a:pt x="173" y="23"/>
                  </a:cubicBezTo>
                  <a:cubicBezTo>
                    <a:pt x="173" y="22"/>
                    <a:pt x="173" y="21"/>
                    <a:pt x="173" y="21"/>
                  </a:cubicBezTo>
                  <a:cubicBezTo>
                    <a:pt x="173" y="21"/>
                    <a:pt x="172" y="21"/>
                    <a:pt x="172" y="21"/>
                  </a:cubicBezTo>
                  <a:cubicBezTo>
                    <a:pt x="171" y="21"/>
                    <a:pt x="171" y="21"/>
                    <a:pt x="170" y="21"/>
                  </a:cubicBezTo>
                  <a:cubicBezTo>
                    <a:pt x="170" y="21"/>
                    <a:pt x="170" y="22"/>
                    <a:pt x="170" y="23"/>
                  </a:cubicBezTo>
                  <a:cubicBezTo>
                    <a:pt x="171" y="23"/>
                    <a:pt x="171" y="23"/>
                    <a:pt x="172" y="23"/>
                  </a:cubicBezTo>
                  <a:cubicBezTo>
                    <a:pt x="172" y="23"/>
                    <a:pt x="172" y="24"/>
                    <a:pt x="172" y="24"/>
                  </a:cubicBezTo>
                  <a:cubicBezTo>
                    <a:pt x="172" y="25"/>
                    <a:pt x="172" y="25"/>
                    <a:pt x="172" y="26"/>
                  </a:cubicBezTo>
                  <a:cubicBezTo>
                    <a:pt x="172" y="26"/>
                    <a:pt x="172" y="27"/>
                    <a:pt x="172" y="27"/>
                  </a:cubicBezTo>
                  <a:cubicBezTo>
                    <a:pt x="171" y="27"/>
                    <a:pt x="171" y="27"/>
                    <a:pt x="170" y="27"/>
                  </a:cubicBezTo>
                  <a:cubicBezTo>
                    <a:pt x="170" y="27"/>
                    <a:pt x="170" y="26"/>
                    <a:pt x="170" y="26"/>
                  </a:cubicBezTo>
                  <a:cubicBezTo>
                    <a:pt x="170" y="26"/>
                    <a:pt x="169" y="26"/>
                    <a:pt x="169" y="26"/>
                  </a:cubicBezTo>
                  <a:cubicBezTo>
                    <a:pt x="169" y="25"/>
                    <a:pt x="169" y="25"/>
                    <a:pt x="169" y="24"/>
                  </a:cubicBezTo>
                  <a:cubicBezTo>
                    <a:pt x="168" y="24"/>
                    <a:pt x="168" y="24"/>
                    <a:pt x="167" y="24"/>
                  </a:cubicBezTo>
                  <a:cubicBezTo>
                    <a:pt x="167" y="24"/>
                    <a:pt x="167" y="23"/>
                    <a:pt x="167" y="23"/>
                  </a:cubicBezTo>
                  <a:cubicBezTo>
                    <a:pt x="167" y="22"/>
                    <a:pt x="167" y="21"/>
                    <a:pt x="167" y="21"/>
                  </a:cubicBezTo>
                  <a:cubicBezTo>
                    <a:pt x="167" y="21"/>
                    <a:pt x="166" y="21"/>
                    <a:pt x="166" y="21"/>
                  </a:cubicBezTo>
                  <a:cubicBezTo>
                    <a:pt x="166" y="20"/>
                    <a:pt x="166" y="20"/>
                    <a:pt x="166" y="19"/>
                  </a:cubicBezTo>
                  <a:cubicBezTo>
                    <a:pt x="165" y="19"/>
                    <a:pt x="165" y="19"/>
                    <a:pt x="164" y="19"/>
                  </a:cubicBezTo>
                  <a:cubicBezTo>
                    <a:pt x="164" y="20"/>
                    <a:pt x="164" y="20"/>
                    <a:pt x="164" y="21"/>
                  </a:cubicBezTo>
                  <a:cubicBezTo>
                    <a:pt x="164" y="21"/>
                    <a:pt x="163" y="21"/>
                    <a:pt x="163" y="21"/>
                  </a:cubicBezTo>
                  <a:cubicBezTo>
                    <a:pt x="163" y="21"/>
                    <a:pt x="163" y="22"/>
                    <a:pt x="163" y="23"/>
                  </a:cubicBezTo>
                  <a:cubicBezTo>
                    <a:pt x="163" y="23"/>
                    <a:pt x="163" y="24"/>
                    <a:pt x="163" y="24"/>
                  </a:cubicBezTo>
                  <a:cubicBezTo>
                    <a:pt x="162" y="24"/>
                    <a:pt x="161" y="24"/>
                    <a:pt x="161" y="24"/>
                  </a:cubicBezTo>
                  <a:cubicBezTo>
                    <a:pt x="161" y="25"/>
                    <a:pt x="161" y="25"/>
                    <a:pt x="161" y="26"/>
                  </a:cubicBezTo>
                  <a:cubicBezTo>
                    <a:pt x="161" y="26"/>
                    <a:pt x="161" y="27"/>
                    <a:pt x="161" y="27"/>
                  </a:cubicBezTo>
                  <a:cubicBezTo>
                    <a:pt x="161" y="27"/>
                    <a:pt x="162" y="27"/>
                    <a:pt x="163" y="27"/>
                  </a:cubicBezTo>
                  <a:cubicBezTo>
                    <a:pt x="163" y="28"/>
                    <a:pt x="163" y="28"/>
                    <a:pt x="163" y="29"/>
                  </a:cubicBezTo>
                  <a:cubicBezTo>
                    <a:pt x="163" y="29"/>
                    <a:pt x="163" y="30"/>
                    <a:pt x="163" y="30"/>
                  </a:cubicBezTo>
                  <a:cubicBezTo>
                    <a:pt x="162" y="30"/>
                    <a:pt x="161" y="30"/>
                    <a:pt x="161" y="30"/>
                  </a:cubicBezTo>
                  <a:cubicBezTo>
                    <a:pt x="160" y="30"/>
                    <a:pt x="160" y="30"/>
                    <a:pt x="159" y="30"/>
                  </a:cubicBezTo>
                  <a:cubicBezTo>
                    <a:pt x="159" y="31"/>
                    <a:pt x="159" y="32"/>
                    <a:pt x="159" y="32"/>
                  </a:cubicBezTo>
                  <a:cubicBezTo>
                    <a:pt x="159" y="33"/>
                    <a:pt x="159" y="33"/>
                    <a:pt x="159" y="34"/>
                  </a:cubicBezTo>
                  <a:cubicBezTo>
                    <a:pt x="160" y="34"/>
                    <a:pt x="160" y="34"/>
                    <a:pt x="161" y="34"/>
                  </a:cubicBezTo>
                  <a:cubicBezTo>
                    <a:pt x="161" y="34"/>
                    <a:pt x="161" y="35"/>
                    <a:pt x="161" y="35"/>
                  </a:cubicBezTo>
                  <a:cubicBezTo>
                    <a:pt x="161" y="36"/>
                    <a:pt x="161" y="36"/>
                    <a:pt x="161" y="37"/>
                  </a:cubicBezTo>
                  <a:cubicBezTo>
                    <a:pt x="161" y="38"/>
                    <a:pt x="161" y="38"/>
                    <a:pt x="161" y="39"/>
                  </a:cubicBezTo>
                  <a:cubicBezTo>
                    <a:pt x="161" y="39"/>
                    <a:pt x="161" y="40"/>
                    <a:pt x="161" y="40"/>
                  </a:cubicBezTo>
                  <a:cubicBezTo>
                    <a:pt x="161" y="40"/>
                    <a:pt x="162" y="40"/>
                    <a:pt x="163" y="40"/>
                  </a:cubicBezTo>
                  <a:cubicBezTo>
                    <a:pt x="163" y="40"/>
                    <a:pt x="164" y="40"/>
                    <a:pt x="164" y="40"/>
                  </a:cubicBezTo>
                  <a:cubicBezTo>
                    <a:pt x="164" y="41"/>
                    <a:pt x="164" y="41"/>
                    <a:pt x="164" y="42"/>
                  </a:cubicBezTo>
                  <a:cubicBezTo>
                    <a:pt x="165" y="42"/>
                    <a:pt x="165" y="42"/>
                    <a:pt x="166" y="42"/>
                  </a:cubicBezTo>
                  <a:cubicBezTo>
                    <a:pt x="166" y="42"/>
                    <a:pt x="166" y="43"/>
                    <a:pt x="166" y="43"/>
                  </a:cubicBezTo>
                  <a:cubicBezTo>
                    <a:pt x="165" y="43"/>
                    <a:pt x="165" y="43"/>
                    <a:pt x="164" y="43"/>
                  </a:cubicBezTo>
                  <a:cubicBezTo>
                    <a:pt x="164" y="43"/>
                    <a:pt x="164" y="42"/>
                    <a:pt x="164" y="42"/>
                  </a:cubicBezTo>
                  <a:cubicBezTo>
                    <a:pt x="164" y="42"/>
                    <a:pt x="163" y="42"/>
                    <a:pt x="163" y="42"/>
                  </a:cubicBezTo>
                  <a:cubicBezTo>
                    <a:pt x="162" y="42"/>
                    <a:pt x="161" y="42"/>
                    <a:pt x="161" y="42"/>
                  </a:cubicBezTo>
                  <a:cubicBezTo>
                    <a:pt x="160" y="42"/>
                    <a:pt x="160" y="42"/>
                    <a:pt x="159" y="42"/>
                  </a:cubicBezTo>
                  <a:cubicBezTo>
                    <a:pt x="159" y="41"/>
                    <a:pt x="159" y="41"/>
                    <a:pt x="159" y="40"/>
                  </a:cubicBezTo>
                  <a:cubicBezTo>
                    <a:pt x="159" y="40"/>
                    <a:pt x="158" y="40"/>
                    <a:pt x="158" y="40"/>
                  </a:cubicBezTo>
                  <a:cubicBezTo>
                    <a:pt x="157" y="40"/>
                    <a:pt x="157" y="40"/>
                    <a:pt x="156" y="40"/>
                  </a:cubicBezTo>
                  <a:cubicBezTo>
                    <a:pt x="156" y="40"/>
                    <a:pt x="155" y="40"/>
                    <a:pt x="155" y="40"/>
                  </a:cubicBezTo>
                  <a:cubicBezTo>
                    <a:pt x="154" y="40"/>
                    <a:pt x="154" y="40"/>
                    <a:pt x="153" y="40"/>
                  </a:cubicBezTo>
                  <a:cubicBezTo>
                    <a:pt x="153" y="40"/>
                    <a:pt x="152" y="40"/>
                    <a:pt x="151" y="40"/>
                  </a:cubicBezTo>
                  <a:cubicBezTo>
                    <a:pt x="151" y="40"/>
                    <a:pt x="150" y="40"/>
                    <a:pt x="150" y="40"/>
                  </a:cubicBezTo>
                  <a:cubicBezTo>
                    <a:pt x="150" y="40"/>
                    <a:pt x="150" y="39"/>
                    <a:pt x="150" y="39"/>
                  </a:cubicBezTo>
                  <a:cubicBezTo>
                    <a:pt x="149" y="39"/>
                    <a:pt x="149" y="39"/>
                    <a:pt x="148" y="39"/>
                  </a:cubicBezTo>
                  <a:cubicBezTo>
                    <a:pt x="148" y="39"/>
                    <a:pt x="147" y="39"/>
                    <a:pt x="147" y="39"/>
                  </a:cubicBezTo>
                  <a:cubicBezTo>
                    <a:pt x="147" y="38"/>
                    <a:pt x="147" y="38"/>
                    <a:pt x="147" y="37"/>
                  </a:cubicBezTo>
                  <a:cubicBezTo>
                    <a:pt x="146" y="37"/>
                    <a:pt x="146" y="37"/>
                    <a:pt x="145" y="37"/>
                  </a:cubicBezTo>
                  <a:cubicBezTo>
                    <a:pt x="145" y="37"/>
                    <a:pt x="144" y="37"/>
                    <a:pt x="144" y="37"/>
                  </a:cubicBezTo>
                  <a:cubicBezTo>
                    <a:pt x="143" y="37"/>
                    <a:pt x="143" y="37"/>
                    <a:pt x="142" y="37"/>
                  </a:cubicBezTo>
                  <a:cubicBezTo>
                    <a:pt x="142" y="37"/>
                    <a:pt x="141" y="37"/>
                    <a:pt x="141" y="37"/>
                  </a:cubicBezTo>
                  <a:cubicBezTo>
                    <a:pt x="141" y="36"/>
                    <a:pt x="141" y="36"/>
                    <a:pt x="141" y="35"/>
                  </a:cubicBezTo>
                  <a:cubicBezTo>
                    <a:pt x="141" y="35"/>
                    <a:pt x="141" y="34"/>
                    <a:pt x="141" y="34"/>
                  </a:cubicBezTo>
                  <a:cubicBezTo>
                    <a:pt x="140" y="34"/>
                    <a:pt x="140" y="34"/>
                    <a:pt x="139" y="34"/>
                  </a:cubicBezTo>
                  <a:cubicBezTo>
                    <a:pt x="139" y="33"/>
                    <a:pt x="139" y="33"/>
                    <a:pt x="139" y="32"/>
                  </a:cubicBezTo>
                  <a:cubicBezTo>
                    <a:pt x="139" y="32"/>
                    <a:pt x="139" y="31"/>
                    <a:pt x="139" y="30"/>
                  </a:cubicBezTo>
                  <a:cubicBezTo>
                    <a:pt x="140" y="30"/>
                    <a:pt x="140" y="30"/>
                    <a:pt x="141" y="30"/>
                  </a:cubicBezTo>
                  <a:cubicBezTo>
                    <a:pt x="141" y="30"/>
                    <a:pt x="141" y="29"/>
                    <a:pt x="141" y="29"/>
                  </a:cubicBezTo>
                  <a:cubicBezTo>
                    <a:pt x="141" y="28"/>
                    <a:pt x="141" y="28"/>
                    <a:pt x="141" y="27"/>
                  </a:cubicBezTo>
                  <a:cubicBezTo>
                    <a:pt x="141" y="27"/>
                    <a:pt x="142" y="27"/>
                    <a:pt x="142" y="27"/>
                  </a:cubicBezTo>
                  <a:cubicBezTo>
                    <a:pt x="142" y="27"/>
                    <a:pt x="142" y="26"/>
                    <a:pt x="142" y="26"/>
                  </a:cubicBezTo>
                  <a:cubicBezTo>
                    <a:pt x="142" y="25"/>
                    <a:pt x="142" y="25"/>
                    <a:pt x="142" y="24"/>
                  </a:cubicBezTo>
                  <a:cubicBezTo>
                    <a:pt x="142" y="24"/>
                    <a:pt x="142" y="23"/>
                    <a:pt x="142" y="23"/>
                  </a:cubicBezTo>
                  <a:cubicBezTo>
                    <a:pt x="143" y="23"/>
                    <a:pt x="143" y="23"/>
                    <a:pt x="144" y="23"/>
                  </a:cubicBezTo>
                  <a:cubicBezTo>
                    <a:pt x="144" y="22"/>
                    <a:pt x="144" y="21"/>
                    <a:pt x="144" y="21"/>
                  </a:cubicBezTo>
                  <a:cubicBezTo>
                    <a:pt x="144" y="21"/>
                    <a:pt x="145" y="21"/>
                    <a:pt x="145" y="21"/>
                  </a:cubicBezTo>
                  <a:cubicBezTo>
                    <a:pt x="145" y="20"/>
                    <a:pt x="145" y="20"/>
                    <a:pt x="145" y="19"/>
                  </a:cubicBezTo>
                  <a:cubicBezTo>
                    <a:pt x="146" y="19"/>
                    <a:pt x="146" y="19"/>
                    <a:pt x="147" y="19"/>
                  </a:cubicBezTo>
                  <a:cubicBezTo>
                    <a:pt x="147" y="19"/>
                    <a:pt x="147" y="18"/>
                    <a:pt x="147" y="18"/>
                  </a:cubicBezTo>
                  <a:cubicBezTo>
                    <a:pt x="147" y="18"/>
                    <a:pt x="148" y="18"/>
                    <a:pt x="148" y="18"/>
                  </a:cubicBezTo>
                  <a:cubicBezTo>
                    <a:pt x="148" y="17"/>
                    <a:pt x="148" y="17"/>
                    <a:pt x="148" y="16"/>
                  </a:cubicBezTo>
                  <a:cubicBezTo>
                    <a:pt x="149" y="16"/>
                    <a:pt x="149" y="16"/>
                    <a:pt x="150" y="16"/>
                  </a:cubicBezTo>
                  <a:cubicBezTo>
                    <a:pt x="150" y="15"/>
                    <a:pt x="150" y="15"/>
                    <a:pt x="150" y="14"/>
                  </a:cubicBezTo>
                  <a:cubicBezTo>
                    <a:pt x="150" y="14"/>
                    <a:pt x="151" y="14"/>
                    <a:pt x="151" y="14"/>
                  </a:cubicBezTo>
                  <a:cubicBezTo>
                    <a:pt x="152" y="14"/>
                    <a:pt x="153" y="14"/>
                    <a:pt x="153" y="14"/>
                  </a:cubicBezTo>
                  <a:cubicBezTo>
                    <a:pt x="153" y="14"/>
                    <a:pt x="153" y="13"/>
                    <a:pt x="153" y="13"/>
                  </a:cubicBezTo>
                  <a:cubicBezTo>
                    <a:pt x="154" y="13"/>
                    <a:pt x="154" y="13"/>
                    <a:pt x="155" y="13"/>
                  </a:cubicBezTo>
                  <a:cubicBezTo>
                    <a:pt x="155" y="13"/>
                    <a:pt x="156" y="13"/>
                    <a:pt x="156" y="13"/>
                  </a:cubicBezTo>
                  <a:cubicBezTo>
                    <a:pt x="156" y="12"/>
                    <a:pt x="156" y="12"/>
                    <a:pt x="156" y="11"/>
                  </a:cubicBezTo>
                  <a:cubicBezTo>
                    <a:pt x="157" y="11"/>
                    <a:pt x="157" y="11"/>
                    <a:pt x="158" y="11"/>
                  </a:cubicBezTo>
                  <a:cubicBezTo>
                    <a:pt x="158" y="11"/>
                    <a:pt x="158" y="10"/>
                    <a:pt x="158" y="10"/>
                  </a:cubicBezTo>
                  <a:cubicBezTo>
                    <a:pt x="158" y="9"/>
                    <a:pt x="158" y="9"/>
                    <a:pt x="158" y="8"/>
                  </a:cubicBezTo>
                  <a:cubicBezTo>
                    <a:pt x="157" y="8"/>
                    <a:pt x="157" y="8"/>
                    <a:pt x="156" y="8"/>
                  </a:cubicBezTo>
                  <a:cubicBezTo>
                    <a:pt x="156" y="8"/>
                    <a:pt x="155" y="8"/>
                    <a:pt x="155" y="8"/>
                  </a:cubicBezTo>
                  <a:cubicBezTo>
                    <a:pt x="154" y="8"/>
                    <a:pt x="154" y="8"/>
                    <a:pt x="153" y="8"/>
                  </a:cubicBezTo>
                  <a:cubicBezTo>
                    <a:pt x="153" y="8"/>
                    <a:pt x="152" y="8"/>
                    <a:pt x="151" y="8"/>
                  </a:cubicBezTo>
                  <a:cubicBezTo>
                    <a:pt x="151" y="9"/>
                    <a:pt x="151" y="9"/>
                    <a:pt x="151" y="10"/>
                  </a:cubicBezTo>
                  <a:cubicBezTo>
                    <a:pt x="151" y="10"/>
                    <a:pt x="150" y="10"/>
                    <a:pt x="150" y="10"/>
                  </a:cubicBezTo>
                  <a:cubicBezTo>
                    <a:pt x="150" y="10"/>
                    <a:pt x="150" y="11"/>
                    <a:pt x="150" y="11"/>
                  </a:cubicBezTo>
                  <a:cubicBezTo>
                    <a:pt x="149" y="11"/>
                    <a:pt x="149" y="11"/>
                    <a:pt x="148" y="11"/>
                  </a:cubicBezTo>
                  <a:cubicBezTo>
                    <a:pt x="148" y="11"/>
                    <a:pt x="147" y="11"/>
                    <a:pt x="147" y="11"/>
                  </a:cubicBezTo>
                  <a:cubicBezTo>
                    <a:pt x="147" y="12"/>
                    <a:pt x="147" y="12"/>
                    <a:pt x="147" y="13"/>
                  </a:cubicBezTo>
                  <a:cubicBezTo>
                    <a:pt x="146" y="13"/>
                    <a:pt x="146" y="13"/>
                    <a:pt x="145" y="13"/>
                  </a:cubicBezTo>
                  <a:cubicBezTo>
                    <a:pt x="145" y="13"/>
                    <a:pt x="144" y="13"/>
                    <a:pt x="144" y="13"/>
                  </a:cubicBezTo>
                  <a:cubicBezTo>
                    <a:pt x="143" y="13"/>
                    <a:pt x="143" y="13"/>
                    <a:pt x="142" y="13"/>
                  </a:cubicBezTo>
                  <a:cubicBezTo>
                    <a:pt x="142" y="13"/>
                    <a:pt x="142" y="14"/>
                    <a:pt x="142" y="14"/>
                  </a:cubicBezTo>
                  <a:cubicBezTo>
                    <a:pt x="142" y="14"/>
                    <a:pt x="141" y="14"/>
                    <a:pt x="141" y="14"/>
                  </a:cubicBezTo>
                  <a:cubicBezTo>
                    <a:pt x="141" y="15"/>
                    <a:pt x="141" y="15"/>
                    <a:pt x="141" y="16"/>
                  </a:cubicBezTo>
                  <a:cubicBezTo>
                    <a:pt x="140" y="16"/>
                    <a:pt x="140" y="16"/>
                    <a:pt x="139" y="16"/>
                  </a:cubicBezTo>
                  <a:cubicBezTo>
                    <a:pt x="139" y="17"/>
                    <a:pt x="139" y="17"/>
                    <a:pt x="139" y="18"/>
                  </a:cubicBezTo>
                  <a:cubicBezTo>
                    <a:pt x="139" y="18"/>
                    <a:pt x="138" y="18"/>
                    <a:pt x="137" y="18"/>
                  </a:cubicBezTo>
                  <a:cubicBezTo>
                    <a:pt x="137" y="18"/>
                    <a:pt x="137" y="19"/>
                    <a:pt x="137" y="19"/>
                  </a:cubicBezTo>
                  <a:cubicBezTo>
                    <a:pt x="137" y="19"/>
                    <a:pt x="136" y="19"/>
                    <a:pt x="136" y="19"/>
                  </a:cubicBezTo>
                  <a:cubicBezTo>
                    <a:pt x="136" y="20"/>
                    <a:pt x="136" y="20"/>
                    <a:pt x="136" y="21"/>
                  </a:cubicBezTo>
                  <a:cubicBezTo>
                    <a:pt x="136" y="21"/>
                    <a:pt x="136" y="22"/>
                    <a:pt x="136" y="23"/>
                  </a:cubicBezTo>
                  <a:cubicBezTo>
                    <a:pt x="136" y="23"/>
                    <a:pt x="136" y="24"/>
                    <a:pt x="136" y="24"/>
                  </a:cubicBezTo>
                  <a:cubicBezTo>
                    <a:pt x="135" y="24"/>
                    <a:pt x="135" y="24"/>
                    <a:pt x="134" y="24"/>
                  </a:cubicBezTo>
                  <a:cubicBezTo>
                    <a:pt x="134" y="25"/>
                    <a:pt x="134" y="25"/>
                    <a:pt x="134" y="26"/>
                  </a:cubicBezTo>
                  <a:cubicBezTo>
                    <a:pt x="134" y="26"/>
                    <a:pt x="134" y="27"/>
                    <a:pt x="134" y="27"/>
                  </a:cubicBezTo>
                  <a:cubicBezTo>
                    <a:pt x="134" y="28"/>
                    <a:pt x="134" y="28"/>
                    <a:pt x="134" y="29"/>
                  </a:cubicBezTo>
                  <a:cubicBezTo>
                    <a:pt x="134" y="29"/>
                    <a:pt x="133" y="29"/>
                    <a:pt x="133" y="29"/>
                  </a:cubicBezTo>
                  <a:cubicBezTo>
                    <a:pt x="133" y="29"/>
                    <a:pt x="133" y="30"/>
                    <a:pt x="133" y="30"/>
                  </a:cubicBezTo>
                  <a:cubicBezTo>
                    <a:pt x="133" y="30"/>
                    <a:pt x="134" y="30"/>
                    <a:pt x="134" y="30"/>
                  </a:cubicBezTo>
                  <a:cubicBezTo>
                    <a:pt x="134" y="31"/>
                    <a:pt x="134" y="32"/>
                    <a:pt x="134" y="32"/>
                  </a:cubicBezTo>
                  <a:cubicBezTo>
                    <a:pt x="134" y="32"/>
                    <a:pt x="133" y="32"/>
                    <a:pt x="133" y="32"/>
                  </a:cubicBezTo>
                  <a:cubicBezTo>
                    <a:pt x="133" y="33"/>
                    <a:pt x="133" y="33"/>
                    <a:pt x="133" y="34"/>
                  </a:cubicBezTo>
                  <a:cubicBezTo>
                    <a:pt x="132" y="34"/>
                    <a:pt x="132" y="34"/>
                    <a:pt x="131" y="34"/>
                  </a:cubicBezTo>
                  <a:cubicBezTo>
                    <a:pt x="131" y="34"/>
                    <a:pt x="131" y="35"/>
                    <a:pt x="131" y="35"/>
                  </a:cubicBezTo>
                  <a:cubicBezTo>
                    <a:pt x="131" y="36"/>
                    <a:pt x="131" y="36"/>
                    <a:pt x="131" y="37"/>
                  </a:cubicBezTo>
                  <a:cubicBezTo>
                    <a:pt x="132" y="37"/>
                    <a:pt x="132" y="37"/>
                    <a:pt x="133" y="37"/>
                  </a:cubicBezTo>
                  <a:cubicBezTo>
                    <a:pt x="133" y="38"/>
                    <a:pt x="133" y="38"/>
                    <a:pt x="133" y="39"/>
                  </a:cubicBezTo>
                  <a:cubicBezTo>
                    <a:pt x="133" y="39"/>
                    <a:pt x="134" y="39"/>
                    <a:pt x="134" y="39"/>
                  </a:cubicBezTo>
                  <a:cubicBezTo>
                    <a:pt x="135" y="39"/>
                    <a:pt x="135" y="39"/>
                    <a:pt x="136" y="39"/>
                  </a:cubicBezTo>
                  <a:cubicBezTo>
                    <a:pt x="136" y="39"/>
                    <a:pt x="137" y="39"/>
                    <a:pt x="137" y="39"/>
                  </a:cubicBezTo>
                  <a:cubicBezTo>
                    <a:pt x="137" y="39"/>
                    <a:pt x="137" y="40"/>
                    <a:pt x="137" y="40"/>
                  </a:cubicBezTo>
                  <a:cubicBezTo>
                    <a:pt x="138" y="40"/>
                    <a:pt x="139" y="40"/>
                    <a:pt x="139" y="40"/>
                  </a:cubicBezTo>
                  <a:cubicBezTo>
                    <a:pt x="140" y="40"/>
                    <a:pt x="140" y="40"/>
                    <a:pt x="141" y="40"/>
                  </a:cubicBezTo>
                  <a:cubicBezTo>
                    <a:pt x="141" y="40"/>
                    <a:pt x="142" y="40"/>
                    <a:pt x="142" y="40"/>
                  </a:cubicBezTo>
                  <a:cubicBezTo>
                    <a:pt x="143" y="40"/>
                    <a:pt x="143" y="40"/>
                    <a:pt x="144" y="40"/>
                  </a:cubicBezTo>
                  <a:cubicBezTo>
                    <a:pt x="144" y="40"/>
                    <a:pt x="145" y="40"/>
                    <a:pt x="145" y="40"/>
                  </a:cubicBezTo>
                  <a:cubicBezTo>
                    <a:pt x="146" y="40"/>
                    <a:pt x="146" y="40"/>
                    <a:pt x="147" y="40"/>
                  </a:cubicBezTo>
                  <a:cubicBezTo>
                    <a:pt x="147" y="41"/>
                    <a:pt x="147" y="41"/>
                    <a:pt x="147" y="42"/>
                  </a:cubicBezTo>
                  <a:cubicBezTo>
                    <a:pt x="147" y="42"/>
                    <a:pt x="148" y="42"/>
                    <a:pt x="148" y="42"/>
                  </a:cubicBezTo>
                  <a:cubicBezTo>
                    <a:pt x="149" y="42"/>
                    <a:pt x="149" y="42"/>
                    <a:pt x="150" y="42"/>
                  </a:cubicBezTo>
                  <a:cubicBezTo>
                    <a:pt x="150" y="42"/>
                    <a:pt x="150" y="43"/>
                    <a:pt x="150" y="43"/>
                  </a:cubicBezTo>
                  <a:cubicBezTo>
                    <a:pt x="150" y="44"/>
                    <a:pt x="150" y="44"/>
                    <a:pt x="150" y="45"/>
                  </a:cubicBezTo>
                  <a:cubicBezTo>
                    <a:pt x="149" y="45"/>
                    <a:pt x="149" y="45"/>
                    <a:pt x="148" y="45"/>
                  </a:cubicBezTo>
                  <a:cubicBezTo>
                    <a:pt x="148" y="44"/>
                    <a:pt x="148" y="44"/>
                    <a:pt x="148" y="43"/>
                  </a:cubicBezTo>
                  <a:cubicBezTo>
                    <a:pt x="148" y="43"/>
                    <a:pt x="147" y="43"/>
                    <a:pt x="147" y="43"/>
                  </a:cubicBezTo>
                  <a:cubicBezTo>
                    <a:pt x="147" y="44"/>
                    <a:pt x="147" y="44"/>
                    <a:pt x="147" y="45"/>
                  </a:cubicBezTo>
                  <a:cubicBezTo>
                    <a:pt x="146" y="45"/>
                    <a:pt x="146" y="45"/>
                    <a:pt x="145" y="45"/>
                  </a:cubicBezTo>
                  <a:cubicBezTo>
                    <a:pt x="145" y="45"/>
                    <a:pt x="144" y="45"/>
                    <a:pt x="144" y="45"/>
                  </a:cubicBezTo>
                  <a:cubicBezTo>
                    <a:pt x="143" y="45"/>
                    <a:pt x="143" y="45"/>
                    <a:pt x="142" y="45"/>
                  </a:cubicBezTo>
                  <a:cubicBezTo>
                    <a:pt x="142" y="44"/>
                    <a:pt x="142" y="44"/>
                    <a:pt x="142" y="43"/>
                  </a:cubicBezTo>
                  <a:cubicBezTo>
                    <a:pt x="142" y="43"/>
                    <a:pt x="141" y="43"/>
                    <a:pt x="141" y="43"/>
                  </a:cubicBezTo>
                  <a:cubicBezTo>
                    <a:pt x="140" y="43"/>
                    <a:pt x="140" y="43"/>
                    <a:pt x="139" y="43"/>
                  </a:cubicBezTo>
                  <a:cubicBezTo>
                    <a:pt x="139" y="44"/>
                    <a:pt x="139" y="44"/>
                    <a:pt x="139" y="45"/>
                  </a:cubicBezTo>
                  <a:cubicBezTo>
                    <a:pt x="139" y="45"/>
                    <a:pt x="138" y="45"/>
                    <a:pt x="137" y="45"/>
                  </a:cubicBezTo>
                  <a:cubicBezTo>
                    <a:pt x="137" y="46"/>
                    <a:pt x="137" y="46"/>
                    <a:pt x="137" y="47"/>
                  </a:cubicBezTo>
                  <a:cubicBezTo>
                    <a:pt x="137" y="47"/>
                    <a:pt x="136" y="47"/>
                    <a:pt x="136" y="47"/>
                  </a:cubicBezTo>
                  <a:cubicBezTo>
                    <a:pt x="136" y="47"/>
                    <a:pt x="136" y="48"/>
                    <a:pt x="136" y="48"/>
                  </a:cubicBezTo>
                  <a:cubicBezTo>
                    <a:pt x="135" y="48"/>
                    <a:pt x="135" y="48"/>
                    <a:pt x="134" y="48"/>
                  </a:cubicBezTo>
                  <a:cubicBezTo>
                    <a:pt x="134" y="48"/>
                    <a:pt x="133" y="48"/>
                    <a:pt x="133" y="48"/>
                  </a:cubicBezTo>
                  <a:cubicBezTo>
                    <a:pt x="133" y="49"/>
                    <a:pt x="133" y="49"/>
                    <a:pt x="133" y="50"/>
                  </a:cubicBezTo>
                  <a:cubicBezTo>
                    <a:pt x="132" y="50"/>
                    <a:pt x="132" y="50"/>
                    <a:pt x="131" y="50"/>
                  </a:cubicBezTo>
                  <a:cubicBezTo>
                    <a:pt x="131" y="50"/>
                    <a:pt x="131" y="51"/>
                    <a:pt x="131" y="52"/>
                  </a:cubicBezTo>
                  <a:cubicBezTo>
                    <a:pt x="131" y="52"/>
                    <a:pt x="130" y="52"/>
                    <a:pt x="130" y="52"/>
                  </a:cubicBezTo>
                  <a:cubicBezTo>
                    <a:pt x="130" y="52"/>
                    <a:pt x="130" y="53"/>
                    <a:pt x="130" y="53"/>
                  </a:cubicBezTo>
                  <a:cubicBezTo>
                    <a:pt x="130" y="54"/>
                    <a:pt x="130" y="54"/>
                    <a:pt x="130" y="55"/>
                  </a:cubicBezTo>
                  <a:cubicBezTo>
                    <a:pt x="129" y="55"/>
                    <a:pt x="129" y="55"/>
                    <a:pt x="128" y="55"/>
                  </a:cubicBezTo>
                  <a:cubicBezTo>
                    <a:pt x="128" y="55"/>
                    <a:pt x="127" y="55"/>
                    <a:pt x="126" y="55"/>
                  </a:cubicBezTo>
                  <a:cubicBezTo>
                    <a:pt x="126" y="55"/>
                    <a:pt x="125" y="55"/>
                    <a:pt x="125" y="55"/>
                  </a:cubicBezTo>
                  <a:cubicBezTo>
                    <a:pt x="125" y="54"/>
                    <a:pt x="125" y="54"/>
                    <a:pt x="125" y="53"/>
                  </a:cubicBezTo>
                  <a:cubicBezTo>
                    <a:pt x="125" y="53"/>
                    <a:pt x="126" y="53"/>
                    <a:pt x="126" y="53"/>
                  </a:cubicBezTo>
                  <a:cubicBezTo>
                    <a:pt x="127" y="53"/>
                    <a:pt x="128" y="53"/>
                    <a:pt x="128" y="53"/>
                  </a:cubicBezTo>
                  <a:cubicBezTo>
                    <a:pt x="128" y="53"/>
                    <a:pt x="128" y="52"/>
                    <a:pt x="128" y="52"/>
                  </a:cubicBezTo>
                  <a:cubicBezTo>
                    <a:pt x="128" y="51"/>
                    <a:pt x="128" y="50"/>
                    <a:pt x="128" y="50"/>
                  </a:cubicBezTo>
                  <a:cubicBezTo>
                    <a:pt x="129" y="50"/>
                    <a:pt x="129" y="50"/>
                    <a:pt x="130" y="50"/>
                  </a:cubicBezTo>
                  <a:cubicBezTo>
                    <a:pt x="130" y="49"/>
                    <a:pt x="130" y="49"/>
                    <a:pt x="130" y="48"/>
                  </a:cubicBezTo>
                  <a:cubicBezTo>
                    <a:pt x="130" y="48"/>
                    <a:pt x="131" y="48"/>
                    <a:pt x="131" y="48"/>
                  </a:cubicBezTo>
                  <a:cubicBezTo>
                    <a:pt x="131" y="48"/>
                    <a:pt x="131" y="47"/>
                    <a:pt x="131" y="47"/>
                  </a:cubicBezTo>
                  <a:cubicBezTo>
                    <a:pt x="131" y="46"/>
                    <a:pt x="131" y="46"/>
                    <a:pt x="131" y="45"/>
                  </a:cubicBezTo>
                  <a:cubicBezTo>
                    <a:pt x="131" y="45"/>
                    <a:pt x="130" y="45"/>
                    <a:pt x="130" y="45"/>
                  </a:cubicBezTo>
                  <a:cubicBezTo>
                    <a:pt x="129" y="45"/>
                    <a:pt x="129" y="45"/>
                    <a:pt x="128" y="45"/>
                  </a:cubicBezTo>
                  <a:cubicBezTo>
                    <a:pt x="128" y="45"/>
                    <a:pt x="127" y="45"/>
                    <a:pt x="126" y="45"/>
                  </a:cubicBezTo>
                  <a:cubicBezTo>
                    <a:pt x="126" y="46"/>
                    <a:pt x="126" y="46"/>
                    <a:pt x="126" y="47"/>
                  </a:cubicBezTo>
                  <a:cubicBezTo>
                    <a:pt x="126" y="47"/>
                    <a:pt x="126" y="48"/>
                    <a:pt x="126" y="48"/>
                  </a:cubicBezTo>
                  <a:cubicBezTo>
                    <a:pt x="126" y="48"/>
                    <a:pt x="125" y="48"/>
                    <a:pt x="125" y="48"/>
                  </a:cubicBezTo>
                  <a:cubicBezTo>
                    <a:pt x="124" y="48"/>
                    <a:pt x="124" y="48"/>
                    <a:pt x="123" y="48"/>
                  </a:cubicBezTo>
                  <a:cubicBezTo>
                    <a:pt x="123" y="48"/>
                    <a:pt x="122" y="48"/>
                    <a:pt x="122" y="48"/>
                  </a:cubicBezTo>
                  <a:cubicBezTo>
                    <a:pt x="121" y="48"/>
                    <a:pt x="121" y="48"/>
                    <a:pt x="120" y="48"/>
                  </a:cubicBezTo>
                  <a:cubicBezTo>
                    <a:pt x="120" y="49"/>
                    <a:pt x="120" y="49"/>
                    <a:pt x="120" y="50"/>
                  </a:cubicBezTo>
                  <a:cubicBezTo>
                    <a:pt x="120" y="50"/>
                    <a:pt x="120" y="51"/>
                    <a:pt x="120" y="52"/>
                  </a:cubicBezTo>
                  <a:cubicBezTo>
                    <a:pt x="121" y="52"/>
                    <a:pt x="121" y="52"/>
                    <a:pt x="122" y="52"/>
                  </a:cubicBezTo>
                  <a:cubicBezTo>
                    <a:pt x="122" y="52"/>
                    <a:pt x="122" y="53"/>
                    <a:pt x="122" y="53"/>
                  </a:cubicBezTo>
                  <a:cubicBezTo>
                    <a:pt x="122" y="54"/>
                    <a:pt x="122" y="54"/>
                    <a:pt x="122" y="55"/>
                  </a:cubicBezTo>
                  <a:cubicBezTo>
                    <a:pt x="122" y="55"/>
                    <a:pt x="122" y="56"/>
                    <a:pt x="122" y="56"/>
                  </a:cubicBezTo>
                  <a:cubicBezTo>
                    <a:pt x="121" y="56"/>
                    <a:pt x="121" y="56"/>
                    <a:pt x="120" y="56"/>
                  </a:cubicBezTo>
                  <a:cubicBezTo>
                    <a:pt x="120" y="57"/>
                    <a:pt x="120" y="57"/>
                    <a:pt x="120" y="58"/>
                  </a:cubicBezTo>
                  <a:cubicBezTo>
                    <a:pt x="120" y="58"/>
                    <a:pt x="119" y="58"/>
                    <a:pt x="119" y="58"/>
                  </a:cubicBezTo>
                  <a:cubicBezTo>
                    <a:pt x="119" y="57"/>
                    <a:pt x="119" y="57"/>
                    <a:pt x="119" y="56"/>
                  </a:cubicBezTo>
                  <a:cubicBezTo>
                    <a:pt x="119" y="56"/>
                    <a:pt x="119" y="55"/>
                    <a:pt x="119" y="55"/>
                  </a:cubicBezTo>
                  <a:cubicBezTo>
                    <a:pt x="118" y="55"/>
                    <a:pt x="118" y="55"/>
                    <a:pt x="117" y="55"/>
                  </a:cubicBezTo>
                  <a:cubicBezTo>
                    <a:pt x="117" y="54"/>
                    <a:pt x="117" y="54"/>
                    <a:pt x="117" y="53"/>
                  </a:cubicBezTo>
                  <a:cubicBezTo>
                    <a:pt x="117" y="53"/>
                    <a:pt x="117" y="52"/>
                    <a:pt x="117" y="52"/>
                  </a:cubicBezTo>
                  <a:cubicBezTo>
                    <a:pt x="117" y="52"/>
                    <a:pt x="116" y="52"/>
                    <a:pt x="116" y="52"/>
                  </a:cubicBezTo>
                  <a:cubicBezTo>
                    <a:pt x="115" y="52"/>
                    <a:pt x="114" y="52"/>
                    <a:pt x="114" y="52"/>
                  </a:cubicBezTo>
                  <a:cubicBezTo>
                    <a:pt x="114" y="51"/>
                    <a:pt x="114" y="50"/>
                    <a:pt x="114" y="50"/>
                  </a:cubicBezTo>
                  <a:cubicBezTo>
                    <a:pt x="113" y="50"/>
                    <a:pt x="113" y="50"/>
                    <a:pt x="112" y="50"/>
                  </a:cubicBezTo>
                  <a:cubicBezTo>
                    <a:pt x="112" y="50"/>
                    <a:pt x="111" y="50"/>
                    <a:pt x="111" y="50"/>
                  </a:cubicBezTo>
                  <a:cubicBezTo>
                    <a:pt x="111" y="49"/>
                    <a:pt x="111" y="49"/>
                    <a:pt x="111" y="48"/>
                  </a:cubicBezTo>
                  <a:cubicBezTo>
                    <a:pt x="110" y="48"/>
                    <a:pt x="110" y="48"/>
                    <a:pt x="109" y="48"/>
                  </a:cubicBezTo>
                  <a:cubicBezTo>
                    <a:pt x="109" y="48"/>
                    <a:pt x="108" y="48"/>
                    <a:pt x="108" y="48"/>
                  </a:cubicBezTo>
                  <a:cubicBezTo>
                    <a:pt x="107" y="48"/>
                    <a:pt x="107" y="48"/>
                    <a:pt x="106" y="48"/>
                  </a:cubicBezTo>
                  <a:cubicBezTo>
                    <a:pt x="106" y="48"/>
                    <a:pt x="105" y="48"/>
                    <a:pt x="105" y="48"/>
                  </a:cubicBezTo>
                  <a:cubicBezTo>
                    <a:pt x="104" y="48"/>
                    <a:pt x="104" y="48"/>
                    <a:pt x="103" y="48"/>
                  </a:cubicBezTo>
                  <a:cubicBezTo>
                    <a:pt x="103" y="48"/>
                    <a:pt x="102" y="48"/>
                    <a:pt x="102" y="48"/>
                  </a:cubicBezTo>
                  <a:cubicBezTo>
                    <a:pt x="102" y="48"/>
                    <a:pt x="102" y="47"/>
                    <a:pt x="102" y="47"/>
                  </a:cubicBezTo>
                  <a:cubicBezTo>
                    <a:pt x="101" y="47"/>
                    <a:pt x="100" y="47"/>
                    <a:pt x="100" y="47"/>
                  </a:cubicBezTo>
                  <a:cubicBezTo>
                    <a:pt x="99" y="47"/>
                    <a:pt x="99" y="47"/>
                    <a:pt x="98" y="47"/>
                  </a:cubicBezTo>
                  <a:cubicBezTo>
                    <a:pt x="98" y="47"/>
                    <a:pt x="97" y="47"/>
                    <a:pt x="97" y="47"/>
                  </a:cubicBezTo>
                  <a:cubicBezTo>
                    <a:pt x="97" y="46"/>
                    <a:pt x="97" y="46"/>
                    <a:pt x="97" y="45"/>
                  </a:cubicBezTo>
                  <a:cubicBezTo>
                    <a:pt x="97" y="44"/>
                    <a:pt x="97" y="44"/>
                    <a:pt x="97" y="43"/>
                  </a:cubicBezTo>
                  <a:cubicBezTo>
                    <a:pt x="96" y="43"/>
                    <a:pt x="96" y="43"/>
                    <a:pt x="95" y="43"/>
                  </a:cubicBezTo>
                  <a:cubicBezTo>
                    <a:pt x="95" y="43"/>
                    <a:pt x="94" y="43"/>
                    <a:pt x="94" y="43"/>
                  </a:cubicBezTo>
                  <a:cubicBezTo>
                    <a:pt x="93" y="43"/>
                    <a:pt x="93" y="43"/>
                    <a:pt x="92" y="43"/>
                  </a:cubicBezTo>
                  <a:cubicBezTo>
                    <a:pt x="92" y="43"/>
                    <a:pt x="92" y="42"/>
                    <a:pt x="92" y="42"/>
                  </a:cubicBezTo>
                  <a:cubicBezTo>
                    <a:pt x="92" y="42"/>
                    <a:pt x="91" y="42"/>
                    <a:pt x="90" y="42"/>
                  </a:cubicBezTo>
                  <a:cubicBezTo>
                    <a:pt x="90" y="42"/>
                    <a:pt x="90" y="43"/>
                    <a:pt x="90" y="43"/>
                  </a:cubicBezTo>
                  <a:cubicBezTo>
                    <a:pt x="90" y="43"/>
                    <a:pt x="89" y="43"/>
                    <a:pt x="89" y="43"/>
                  </a:cubicBezTo>
                  <a:cubicBezTo>
                    <a:pt x="88" y="43"/>
                    <a:pt x="88" y="43"/>
                    <a:pt x="87" y="43"/>
                  </a:cubicBezTo>
                  <a:cubicBezTo>
                    <a:pt x="87" y="43"/>
                    <a:pt x="86" y="43"/>
                    <a:pt x="86" y="43"/>
                  </a:cubicBezTo>
                  <a:cubicBezTo>
                    <a:pt x="85" y="43"/>
                    <a:pt x="85" y="43"/>
                    <a:pt x="84" y="43"/>
                  </a:cubicBezTo>
                  <a:cubicBezTo>
                    <a:pt x="84" y="43"/>
                    <a:pt x="83" y="43"/>
                    <a:pt x="83" y="43"/>
                  </a:cubicBezTo>
                  <a:cubicBezTo>
                    <a:pt x="82" y="43"/>
                    <a:pt x="82" y="43"/>
                    <a:pt x="81" y="43"/>
                  </a:cubicBezTo>
                  <a:cubicBezTo>
                    <a:pt x="81" y="44"/>
                    <a:pt x="81" y="44"/>
                    <a:pt x="81" y="45"/>
                  </a:cubicBezTo>
                  <a:cubicBezTo>
                    <a:pt x="81" y="45"/>
                    <a:pt x="80" y="45"/>
                    <a:pt x="80" y="45"/>
                  </a:cubicBezTo>
                  <a:cubicBezTo>
                    <a:pt x="80" y="46"/>
                    <a:pt x="80" y="46"/>
                    <a:pt x="80" y="47"/>
                  </a:cubicBezTo>
                  <a:cubicBezTo>
                    <a:pt x="79" y="47"/>
                    <a:pt x="79" y="47"/>
                    <a:pt x="78" y="47"/>
                  </a:cubicBezTo>
                  <a:cubicBezTo>
                    <a:pt x="77" y="47"/>
                    <a:pt x="77" y="47"/>
                    <a:pt x="76" y="47"/>
                  </a:cubicBezTo>
                  <a:cubicBezTo>
                    <a:pt x="76" y="47"/>
                    <a:pt x="75" y="47"/>
                    <a:pt x="75" y="47"/>
                  </a:cubicBezTo>
                  <a:cubicBezTo>
                    <a:pt x="75" y="47"/>
                    <a:pt x="75" y="48"/>
                    <a:pt x="75" y="48"/>
                  </a:cubicBezTo>
                  <a:cubicBezTo>
                    <a:pt x="74" y="48"/>
                    <a:pt x="74" y="48"/>
                    <a:pt x="73" y="48"/>
                  </a:cubicBezTo>
                  <a:cubicBezTo>
                    <a:pt x="73" y="48"/>
                    <a:pt x="72" y="48"/>
                    <a:pt x="72" y="48"/>
                  </a:cubicBezTo>
                  <a:cubicBezTo>
                    <a:pt x="72" y="49"/>
                    <a:pt x="72" y="49"/>
                    <a:pt x="72" y="50"/>
                  </a:cubicBezTo>
                  <a:cubicBezTo>
                    <a:pt x="71" y="50"/>
                    <a:pt x="71" y="50"/>
                    <a:pt x="70" y="50"/>
                  </a:cubicBezTo>
                  <a:cubicBezTo>
                    <a:pt x="70" y="50"/>
                    <a:pt x="69" y="50"/>
                    <a:pt x="69" y="50"/>
                  </a:cubicBezTo>
                  <a:cubicBezTo>
                    <a:pt x="69" y="50"/>
                    <a:pt x="69" y="51"/>
                    <a:pt x="69" y="52"/>
                  </a:cubicBezTo>
                  <a:cubicBezTo>
                    <a:pt x="69" y="52"/>
                    <a:pt x="69" y="53"/>
                    <a:pt x="69" y="53"/>
                  </a:cubicBezTo>
                  <a:cubicBezTo>
                    <a:pt x="68" y="53"/>
                    <a:pt x="68" y="53"/>
                    <a:pt x="67" y="53"/>
                  </a:cubicBezTo>
                  <a:cubicBezTo>
                    <a:pt x="67" y="54"/>
                    <a:pt x="67" y="54"/>
                    <a:pt x="67" y="55"/>
                  </a:cubicBezTo>
                  <a:cubicBezTo>
                    <a:pt x="68" y="55"/>
                    <a:pt x="68" y="55"/>
                    <a:pt x="69" y="55"/>
                  </a:cubicBezTo>
                  <a:cubicBezTo>
                    <a:pt x="69" y="55"/>
                    <a:pt x="69" y="56"/>
                    <a:pt x="69" y="56"/>
                  </a:cubicBezTo>
                  <a:cubicBezTo>
                    <a:pt x="69" y="57"/>
                    <a:pt x="69" y="57"/>
                    <a:pt x="69" y="58"/>
                  </a:cubicBezTo>
                  <a:cubicBezTo>
                    <a:pt x="68" y="58"/>
                    <a:pt x="68" y="58"/>
                    <a:pt x="67" y="58"/>
                  </a:cubicBezTo>
                  <a:cubicBezTo>
                    <a:pt x="67" y="58"/>
                    <a:pt x="67" y="59"/>
                    <a:pt x="67" y="60"/>
                  </a:cubicBezTo>
                  <a:cubicBezTo>
                    <a:pt x="67" y="60"/>
                    <a:pt x="67" y="61"/>
                    <a:pt x="67" y="61"/>
                  </a:cubicBezTo>
                  <a:cubicBezTo>
                    <a:pt x="67" y="62"/>
                    <a:pt x="67" y="62"/>
                    <a:pt x="67" y="63"/>
                  </a:cubicBezTo>
                  <a:cubicBezTo>
                    <a:pt x="66" y="63"/>
                    <a:pt x="66" y="63"/>
                    <a:pt x="65" y="63"/>
                  </a:cubicBezTo>
                  <a:cubicBezTo>
                    <a:pt x="65" y="63"/>
                    <a:pt x="65" y="64"/>
                    <a:pt x="65" y="64"/>
                  </a:cubicBezTo>
                  <a:cubicBezTo>
                    <a:pt x="65" y="64"/>
                    <a:pt x="64" y="64"/>
                    <a:pt x="64" y="64"/>
                  </a:cubicBezTo>
                  <a:cubicBezTo>
                    <a:pt x="64" y="65"/>
                    <a:pt x="64" y="66"/>
                    <a:pt x="64" y="66"/>
                  </a:cubicBezTo>
                  <a:cubicBezTo>
                    <a:pt x="63" y="66"/>
                    <a:pt x="63" y="66"/>
                    <a:pt x="62" y="66"/>
                  </a:cubicBezTo>
                  <a:cubicBezTo>
                    <a:pt x="62" y="67"/>
                    <a:pt x="62" y="67"/>
                    <a:pt x="62" y="68"/>
                  </a:cubicBezTo>
                  <a:cubicBezTo>
                    <a:pt x="62" y="68"/>
                    <a:pt x="62" y="69"/>
                    <a:pt x="62" y="69"/>
                  </a:cubicBezTo>
                  <a:cubicBezTo>
                    <a:pt x="62" y="69"/>
                    <a:pt x="61" y="69"/>
                    <a:pt x="61" y="69"/>
                  </a:cubicBezTo>
                  <a:cubicBezTo>
                    <a:pt x="61" y="70"/>
                    <a:pt x="61" y="70"/>
                    <a:pt x="61" y="71"/>
                  </a:cubicBezTo>
                  <a:cubicBezTo>
                    <a:pt x="60" y="71"/>
                    <a:pt x="60" y="71"/>
                    <a:pt x="59" y="71"/>
                  </a:cubicBezTo>
                  <a:cubicBezTo>
                    <a:pt x="59" y="71"/>
                    <a:pt x="58" y="71"/>
                    <a:pt x="58" y="71"/>
                  </a:cubicBezTo>
                  <a:cubicBezTo>
                    <a:pt x="58" y="71"/>
                    <a:pt x="58" y="72"/>
                    <a:pt x="58" y="72"/>
                  </a:cubicBezTo>
                  <a:cubicBezTo>
                    <a:pt x="58" y="73"/>
                    <a:pt x="58" y="74"/>
                    <a:pt x="58" y="74"/>
                  </a:cubicBezTo>
                  <a:cubicBezTo>
                    <a:pt x="57" y="74"/>
                    <a:pt x="57" y="74"/>
                    <a:pt x="56" y="74"/>
                  </a:cubicBezTo>
                  <a:cubicBezTo>
                    <a:pt x="56" y="74"/>
                    <a:pt x="55" y="74"/>
                    <a:pt x="55" y="74"/>
                  </a:cubicBezTo>
                  <a:cubicBezTo>
                    <a:pt x="55" y="75"/>
                    <a:pt x="55" y="75"/>
                    <a:pt x="55" y="76"/>
                  </a:cubicBezTo>
                  <a:cubicBezTo>
                    <a:pt x="54" y="76"/>
                    <a:pt x="53" y="76"/>
                    <a:pt x="53" y="76"/>
                  </a:cubicBezTo>
                  <a:cubicBezTo>
                    <a:pt x="53" y="76"/>
                    <a:pt x="53" y="77"/>
                    <a:pt x="53" y="77"/>
                  </a:cubicBezTo>
                  <a:cubicBezTo>
                    <a:pt x="52" y="77"/>
                    <a:pt x="52" y="77"/>
                    <a:pt x="51" y="77"/>
                  </a:cubicBezTo>
                  <a:cubicBezTo>
                    <a:pt x="51" y="78"/>
                    <a:pt x="51" y="78"/>
                    <a:pt x="51" y="79"/>
                  </a:cubicBezTo>
                  <a:cubicBezTo>
                    <a:pt x="51" y="79"/>
                    <a:pt x="51" y="80"/>
                    <a:pt x="51" y="81"/>
                  </a:cubicBezTo>
                  <a:cubicBezTo>
                    <a:pt x="51" y="81"/>
                    <a:pt x="51" y="82"/>
                    <a:pt x="51" y="82"/>
                  </a:cubicBezTo>
                  <a:cubicBezTo>
                    <a:pt x="51" y="83"/>
                    <a:pt x="51" y="83"/>
                    <a:pt x="51" y="84"/>
                  </a:cubicBezTo>
                  <a:cubicBezTo>
                    <a:pt x="51" y="84"/>
                    <a:pt x="51" y="85"/>
                    <a:pt x="51" y="85"/>
                  </a:cubicBezTo>
                  <a:cubicBezTo>
                    <a:pt x="51" y="86"/>
                    <a:pt x="51" y="86"/>
                    <a:pt x="51" y="87"/>
                  </a:cubicBezTo>
                  <a:cubicBezTo>
                    <a:pt x="52" y="87"/>
                    <a:pt x="52" y="87"/>
                    <a:pt x="53" y="87"/>
                  </a:cubicBezTo>
                  <a:cubicBezTo>
                    <a:pt x="53" y="87"/>
                    <a:pt x="53" y="88"/>
                    <a:pt x="53" y="89"/>
                  </a:cubicBezTo>
                  <a:cubicBezTo>
                    <a:pt x="53" y="89"/>
                    <a:pt x="53" y="90"/>
                    <a:pt x="53" y="90"/>
                  </a:cubicBezTo>
                  <a:cubicBezTo>
                    <a:pt x="53" y="91"/>
                    <a:pt x="53" y="91"/>
                    <a:pt x="53" y="92"/>
                  </a:cubicBezTo>
                  <a:cubicBezTo>
                    <a:pt x="53" y="92"/>
                    <a:pt x="54" y="92"/>
                    <a:pt x="55" y="92"/>
                  </a:cubicBezTo>
                  <a:cubicBezTo>
                    <a:pt x="55" y="92"/>
                    <a:pt x="55" y="93"/>
                    <a:pt x="55" y="93"/>
                  </a:cubicBezTo>
                  <a:cubicBezTo>
                    <a:pt x="55" y="93"/>
                    <a:pt x="56" y="93"/>
                    <a:pt x="56" y="93"/>
                  </a:cubicBezTo>
                  <a:cubicBezTo>
                    <a:pt x="57" y="93"/>
                    <a:pt x="57" y="93"/>
                    <a:pt x="58" y="93"/>
                  </a:cubicBezTo>
                  <a:cubicBezTo>
                    <a:pt x="58" y="93"/>
                    <a:pt x="59" y="93"/>
                    <a:pt x="59" y="93"/>
                  </a:cubicBezTo>
                  <a:cubicBezTo>
                    <a:pt x="60" y="93"/>
                    <a:pt x="60" y="93"/>
                    <a:pt x="61" y="93"/>
                  </a:cubicBezTo>
                  <a:cubicBezTo>
                    <a:pt x="61" y="94"/>
                    <a:pt x="61" y="95"/>
                    <a:pt x="61" y="95"/>
                  </a:cubicBezTo>
                  <a:cubicBezTo>
                    <a:pt x="60" y="95"/>
                    <a:pt x="60" y="95"/>
                    <a:pt x="59" y="95"/>
                  </a:cubicBezTo>
                  <a:cubicBezTo>
                    <a:pt x="59" y="95"/>
                    <a:pt x="58" y="95"/>
                    <a:pt x="58" y="95"/>
                  </a:cubicBezTo>
                  <a:cubicBezTo>
                    <a:pt x="58" y="96"/>
                    <a:pt x="58" y="96"/>
                    <a:pt x="58" y="97"/>
                  </a:cubicBezTo>
                  <a:cubicBezTo>
                    <a:pt x="58" y="97"/>
                    <a:pt x="58" y="98"/>
                    <a:pt x="58" y="98"/>
                  </a:cubicBezTo>
                  <a:cubicBezTo>
                    <a:pt x="58" y="99"/>
                    <a:pt x="58" y="99"/>
                    <a:pt x="58" y="100"/>
                  </a:cubicBezTo>
                  <a:cubicBezTo>
                    <a:pt x="58" y="100"/>
                    <a:pt x="58" y="101"/>
                    <a:pt x="58" y="102"/>
                  </a:cubicBezTo>
                  <a:cubicBezTo>
                    <a:pt x="58" y="102"/>
                    <a:pt x="58" y="103"/>
                    <a:pt x="58" y="103"/>
                  </a:cubicBezTo>
                  <a:cubicBezTo>
                    <a:pt x="58" y="103"/>
                    <a:pt x="59" y="103"/>
                    <a:pt x="59" y="103"/>
                  </a:cubicBezTo>
                  <a:cubicBezTo>
                    <a:pt x="59" y="104"/>
                    <a:pt x="59" y="104"/>
                    <a:pt x="59" y="105"/>
                  </a:cubicBezTo>
                  <a:cubicBezTo>
                    <a:pt x="59" y="105"/>
                    <a:pt x="59" y="106"/>
                    <a:pt x="59" y="106"/>
                  </a:cubicBezTo>
                  <a:cubicBezTo>
                    <a:pt x="59" y="106"/>
                    <a:pt x="58" y="106"/>
                    <a:pt x="58" y="106"/>
                  </a:cubicBezTo>
                  <a:cubicBezTo>
                    <a:pt x="57" y="106"/>
                    <a:pt x="57" y="106"/>
                    <a:pt x="56" y="106"/>
                  </a:cubicBezTo>
                  <a:cubicBezTo>
                    <a:pt x="56" y="107"/>
                    <a:pt x="56" y="107"/>
                    <a:pt x="56" y="108"/>
                  </a:cubicBezTo>
                  <a:cubicBezTo>
                    <a:pt x="56" y="108"/>
                    <a:pt x="55" y="108"/>
                    <a:pt x="55" y="108"/>
                  </a:cubicBezTo>
                  <a:cubicBezTo>
                    <a:pt x="54" y="108"/>
                    <a:pt x="53" y="108"/>
                    <a:pt x="53" y="108"/>
                  </a:cubicBezTo>
                  <a:cubicBezTo>
                    <a:pt x="53" y="108"/>
                    <a:pt x="53" y="109"/>
                    <a:pt x="53" y="110"/>
                  </a:cubicBezTo>
                  <a:cubicBezTo>
                    <a:pt x="52" y="110"/>
                    <a:pt x="52" y="110"/>
                    <a:pt x="51" y="110"/>
                  </a:cubicBezTo>
                  <a:cubicBezTo>
                    <a:pt x="51" y="110"/>
                    <a:pt x="51" y="111"/>
                    <a:pt x="51" y="111"/>
                  </a:cubicBezTo>
                  <a:cubicBezTo>
                    <a:pt x="51" y="111"/>
                    <a:pt x="50" y="111"/>
                    <a:pt x="50" y="111"/>
                  </a:cubicBezTo>
                  <a:cubicBezTo>
                    <a:pt x="50" y="112"/>
                    <a:pt x="50" y="112"/>
                    <a:pt x="50" y="113"/>
                  </a:cubicBezTo>
                  <a:cubicBezTo>
                    <a:pt x="49" y="113"/>
                    <a:pt x="49" y="113"/>
                    <a:pt x="48" y="113"/>
                  </a:cubicBezTo>
                  <a:cubicBezTo>
                    <a:pt x="48" y="113"/>
                    <a:pt x="48" y="114"/>
                    <a:pt x="48" y="114"/>
                  </a:cubicBezTo>
                  <a:cubicBezTo>
                    <a:pt x="48" y="115"/>
                    <a:pt x="48" y="116"/>
                    <a:pt x="48" y="116"/>
                  </a:cubicBezTo>
                  <a:cubicBezTo>
                    <a:pt x="48" y="116"/>
                    <a:pt x="47" y="116"/>
                    <a:pt x="47" y="116"/>
                  </a:cubicBezTo>
                  <a:cubicBezTo>
                    <a:pt x="46" y="116"/>
                    <a:pt x="46" y="116"/>
                    <a:pt x="45" y="116"/>
                  </a:cubicBezTo>
                  <a:cubicBezTo>
                    <a:pt x="45" y="116"/>
                    <a:pt x="45" y="115"/>
                    <a:pt x="45" y="114"/>
                  </a:cubicBezTo>
                  <a:cubicBezTo>
                    <a:pt x="45" y="114"/>
                    <a:pt x="45" y="113"/>
                    <a:pt x="45" y="113"/>
                  </a:cubicBezTo>
                  <a:cubicBezTo>
                    <a:pt x="46" y="113"/>
                    <a:pt x="46" y="113"/>
                    <a:pt x="47" y="113"/>
                  </a:cubicBezTo>
                  <a:cubicBezTo>
                    <a:pt x="47" y="112"/>
                    <a:pt x="47" y="112"/>
                    <a:pt x="47" y="111"/>
                  </a:cubicBezTo>
                  <a:cubicBezTo>
                    <a:pt x="46" y="111"/>
                    <a:pt x="46" y="111"/>
                    <a:pt x="45" y="111"/>
                  </a:cubicBezTo>
                  <a:cubicBezTo>
                    <a:pt x="45" y="111"/>
                    <a:pt x="45" y="110"/>
                    <a:pt x="45" y="110"/>
                  </a:cubicBezTo>
                  <a:cubicBezTo>
                    <a:pt x="45" y="110"/>
                    <a:pt x="44" y="110"/>
                    <a:pt x="44" y="110"/>
                  </a:cubicBezTo>
                  <a:cubicBezTo>
                    <a:pt x="44" y="109"/>
                    <a:pt x="44" y="108"/>
                    <a:pt x="44" y="108"/>
                  </a:cubicBezTo>
                  <a:cubicBezTo>
                    <a:pt x="43" y="108"/>
                    <a:pt x="43" y="108"/>
                    <a:pt x="42" y="108"/>
                  </a:cubicBezTo>
                  <a:cubicBezTo>
                    <a:pt x="42" y="107"/>
                    <a:pt x="42" y="107"/>
                    <a:pt x="42" y="106"/>
                  </a:cubicBezTo>
                  <a:cubicBezTo>
                    <a:pt x="42" y="106"/>
                    <a:pt x="42" y="105"/>
                    <a:pt x="42" y="105"/>
                  </a:cubicBezTo>
                  <a:cubicBezTo>
                    <a:pt x="42" y="105"/>
                    <a:pt x="41" y="105"/>
                    <a:pt x="41" y="105"/>
                  </a:cubicBezTo>
                  <a:cubicBezTo>
                    <a:pt x="41" y="104"/>
                    <a:pt x="41" y="104"/>
                    <a:pt x="41" y="103"/>
                  </a:cubicBezTo>
                  <a:cubicBezTo>
                    <a:pt x="40" y="103"/>
                    <a:pt x="39" y="103"/>
                    <a:pt x="39" y="103"/>
                  </a:cubicBezTo>
                  <a:cubicBezTo>
                    <a:pt x="39" y="103"/>
                    <a:pt x="39" y="102"/>
                    <a:pt x="39" y="102"/>
                  </a:cubicBezTo>
                  <a:cubicBezTo>
                    <a:pt x="39" y="101"/>
                    <a:pt x="39" y="100"/>
                    <a:pt x="39" y="100"/>
                  </a:cubicBezTo>
                  <a:cubicBezTo>
                    <a:pt x="38" y="100"/>
                    <a:pt x="38" y="100"/>
                    <a:pt x="37" y="100"/>
                  </a:cubicBezTo>
                  <a:cubicBezTo>
                    <a:pt x="37" y="99"/>
                    <a:pt x="37" y="99"/>
                    <a:pt x="37" y="98"/>
                  </a:cubicBezTo>
                  <a:cubicBezTo>
                    <a:pt x="38" y="98"/>
                    <a:pt x="38" y="98"/>
                    <a:pt x="39" y="98"/>
                  </a:cubicBezTo>
                  <a:cubicBezTo>
                    <a:pt x="39" y="98"/>
                    <a:pt x="39" y="97"/>
                    <a:pt x="39" y="97"/>
                  </a:cubicBezTo>
                  <a:cubicBezTo>
                    <a:pt x="39" y="96"/>
                    <a:pt x="39" y="96"/>
                    <a:pt x="39" y="95"/>
                  </a:cubicBezTo>
                  <a:cubicBezTo>
                    <a:pt x="39" y="95"/>
                    <a:pt x="39" y="94"/>
                    <a:pt x="39" y="93"/>
                  </a:cubicBezTo>
                  <a:cubicBezTo>
                    <a:pt x="38" y="93"/>
                    <a:pt x="38" y="93"/>
                    <a:pt x="37" y="93"/>
                  </a:cubicBezTo>
                  <a:cubicBezTo>
                    <a:pt x="37" y="93"/>
                    <a:pt x="37" y="92"/>
                    <a:pt x="37" y="92"/>
                  </a:cubicBezTo>
                  <a:cubicBezTo>
                    <a:pt x="37" y="92"/>
                    <a:pt x="36" y="92"/>
                    <a:pt x="36" y="92"/>
                  </a:cubicBezTo>
                  <a:cubicBezTo>
                    <a:pt x="36" y="91"/>
                    <a:pt x="36" y="91"/>
                    <a:pt x="36" y="90"/>
                  </a:cubicBezTo>
                  <a:cubicBezTo>
                    <a:pt x="35" y="90"/>
                    <a:pt x="35" y="90"/>
                    <a:pt x="34" y="90"/>
                  </a:cubicBezTo>
                  <a:cubicBezTo>
                    <a:pt x="34" y="90"/>
                    <a:pt x="33" y="90"/>
                    <a:pt x="33" y="90"/>
                  </a:cubicBezTo>
                  <a:cubicBezTo>
                    <a:pt x="33" y="91"/>
                    <a:pt x="33" y="91"/>
                    <a:pt x="33" y="92"/>
                  </a:cubicBezTo>
                  <a:cubicBezTo>
                    <a:pt x="32" y="92"/>
                    <a:pt x="32" y="92"/>
                    <a:pt x="31" y="92"/>
                  </a:cubicBezTo>
                  <a:cubicBezTo>
                    <a:pt x="31" y="92"/>
                    <a:pt x="31" y="93"/>
                    <a:pt x="31" y="93"/>
                  </a:cubicBezTo>
                  <a:cubicBezTo>
                    <a:pt x="31" y="93"/>
                    <a:pt x="30" y="93"/>
                    <a:pt x="29" y="93"/>
                  </a:cubicBezTo>
                  <a:cubicBezTo>
                    <a:pt x="29" y="93"/>
                    <a:pt x="29" y="92"/>
                    <a:pt x="29" y="92"/>
                  </a:cubicBezTo>
                  <a:cubicBezTo>
                    <a:pt x="29" y="91"/>
                    <a:pt x="29" y="91"/>
                    <a:pt x="29" y="90"/>
                  </a:cubicBezTo>
                  <a:cubicBezTo>
                    <a:pt x="29" y="90"/>
                    <a:pt x="28" y="90"/>
                    <a:pt x="28" y="90"/>
                  </a:cubicBezTo>
                  <a:cubicBezTo>
                    <a:pt x="28" y="91"/>
                    <a:pt x="28" y="91"/>
                    <a:pt x="28" y="92"/>
                  </a:cubicBezTo>
                  <a:cubicBezTo>
                    <a:pt x="27" y="92"/>
                    <a:pt x="27" y="92"/>
                    <a:pt x="26" y="92"/>
                  </a:cubicBezTo>
                  <a:cubicBezTo>
                    <a:pt x="26" y="92"/>
                    <a:pt x="26" y="93"/>
                    <a:pt x="26" y="93"/>
                  </a:cubicBezTo>
                  <a:cubicBezTo>
                    <a:pt x="26" y="94"/>
                    <a:pt x="26" y="95"/>
                    <a:pt x="26" y="95"/>
                  </a:cubicBezTo>
                  <a:cubicBezTo>
                    <a:pt x="27" y="95"/>
                    <a:pt x="27" y="95"/>
                    <a:pt x="28" y="95"/>
                  </a:cubicBezTo>
                  <a:cubicBezTo>
                    <a:pt x="28" y="95"/>
                    <a:pt x="29" y="95"/>
                    <a:pt x="29" y="95"/>
                  </a:cubicBezTo>
                  <a:cubicBezTo>
                    <a:pt x="29" y="96"/>
                    <a:pt x="29" y="96"/>
                    <a:pt x="29" y="97"/>
                  </a:cubicBezTo>
                  <a:cubicBezTo>
                    <a:pt x="29" y="97"/>
                    <a:pt x="29" y="98"/>
                    <a:pt x="29" y="98"/>
                  </a:cubicBezTo>
                  <a:cubicBezTo>
                    <a:pt x="29" y="98"/>
                    <a:pt x="28" y="98"/>
                    <a:pt x="28" y="98"/>
                  </a:cubicBezTo>
                  <a:cubicBezTo>
                    <a:pt x="28" y="99"/>
                    <a:pt x="28" y="99"/>
                    <a:pt x="28" y="100"/>
                  </a:cubicBezTo>
                  <a:cubicBezTo>
                    <a:pt x="28" y="100"/>
                    <a:pt x="29" y="100"/>
                    <a:pt x="29" y="100"/>
                  </a:cubicBezTo>
                  <a:cubicBezTo>
                    <a:pt x="29" y="100"/>
                    <a:pt x="29" y="101"/>
                    <a:pt x="29" y="102"/>
                  </a:cubicBezTo>
                  <a:cubicBezTo>
                    <a:pt x="29" y="102"/>
                    <a:pt x="28" y="102"/>
                    <a:pt x="28" y="102"/>
                  </a:cubicBezTo>
                  <a:cubicBezTo>
                    <a:pt x="27" y="102"/>
                    <a:pt x="27" y="102"/>
                    <a:pt x="26" y="102"/>
                  </a:cubicBezTo>
                  <a:cubicBezTo>
                    <a:pt x="26" y="102"/>
                    <a:pt x="25" y="102"/>
                    <a:pt x="25" y="102"/>
                  </a:cubicBezTo>
                  <a:cubicBezTo>
                    <a:pt x="25" y="102"/>
                    <a:pt x="25" y="103"/>
                    <a:pt x="25" y="103"/>
                  </a:cubicBezTo>
                  <a:cubicBezTo>
                    <a:pt x="24" y="103"/>
                    <a:pt x="24" y="103"/>
                    <a:pt x="23" y="103"/>
                  </a:cubicBezTo>
                  <a:cubicBezTo>
                    <a:pt x="23" y="104"/>
                    <a:pt x="23" y="104"/>
                    <a:pt x="23" y="105"/>
                  </a:cubicBezTo>
                  <a:cubicBezTo>
                    <a:pt x="23" y="105"/>
                    <a:pt x="22" y="105"/>
                    <a:pt x="22" y="105"/>
                  </a:cubicBezTo>
                  <a:cubicBezTo>
                    <a:pt x="21" y="105"/>
                    <a:pt x="21" y="105"/>
                    <a:pt x="20" y="105"/>
                  </a:cubicBezTo>
                  <a:cubicBezTo>
                    <a:pt x="20" y="105"/>
                    <a:pt x="20" y="106"/>
                    <a:pt x="20" y="106"/>
                  </a:cubicBezTo>
                  <a:cubicBezTo>
                    <a:pt x="20" y="107"/>
                    <a:pt x="20" y="107"/>
                    <a:pt x="20" y="108"/>
                  </a:cubicBezTo>
                  <a:cubicBezTo>
                    <a:pt x="20" y="108"/>
                    <a:pt x="20" y="109"/>
                    <a:pt x="20" y="110"/>
                  </a:cubicBezTo>
                  <a:cubicBezTo>
                    <a:pt x="20" y="110"/>
                    <a:pt x="20" y="111"/>
                    <a:pt x="20" y="111"/>
                  </a:cubicBezTo>
                  <a:cubicBezTo>
                    <a:pt x="20" y="111"/>
                    <a:pt x="19" y="111"/>
                    <a:pt x="19" y="111"/>
                  </a:cubicBezTo>
                  <a:cubicBezTo>
                    <a:pt x="19" y="112"/>
                    <a:pt x="19" y="112"/>
                    <a:pt x="19" y="113"/>
                  </a:cubicBezTo>
                  <a:cubicBezTo>
                    <a:pt x="19" y="113"/>
                    <a:pt x="19" y="114"/>
                    <a:pt x="19" y="114"/>
                  </a:cubicBezTo>
                  <a:cubicBezTo>
                    <a:pt x="19" y="114"/>
                    <a:pt x="20" y="114"/>
                    <a:pt x="20" y="114"/>
                  </a:cubicBezTo>
                  <a:cubicBezTo>
                    <a:pt x="21" y="114"/>
                    <a:pt x="21" y="114"/>
                    <a:pt x="22" y="114"/>
                  </a:cubicBezTo>
                  <a:cubicBezTo>
                    <a:pt x="22" y="114"/>
                    <a:pt x="23" y="114"/>
                    <a:pt x="23" y="114"/>
                  </a:cubicBezTo>
                  <a:cubicBezTo>
                    <a:pt x="24" y="114"/>
                    <a:pt x="24" y="114"/>
                    <a:pt x="25" y="114"/>
                  </a:cubicBezTo>
                  <a:cubicBezTo>
                    <a:pt x="25" y="114"/>
                    <a:pt x="26" y="114"/>
                    <a:pt x="26" y="114"/>
                  </a:cubicBezTo>
                  <a:cubicBezTo>
                    <a:pt x="27" y="114"/>
                    <a:pt x="27" y="114"/>
                    <a:pt x="28" y="114"/>
                  </a:cubicBezTo>
                  <a:cubicBezTo>
                    <a:pt x="28" y="114"/>
                    <a:pt x="28" y="113"/>
                    <a:pt x="28" y="113"/>
                  </a:cubicBezTo>
                  <a:cubicBezTo>
                    <a:pt x="28" y="113"/>
                    <a:pt x="29" y="113"/>
                    <a:pt x="29" y="113"/>
                  </a:cubicBezTo>
                  <a:cubicBezTo>
                    <a:pt x="29" y="112"/>
                    <a:pt x="29" y="112"/>
                    <a:pt x="29" y="111"/>
                  </a:cubicBezTo>
                  <a:cubicBezTo>
                    <a:pt x="29" y="111"/>
                    <a:pt x="29" y="110"/>
                    <a:pt x="29" y="110"/>
                  </a:cubicBezTo>
                  <a:cubicBezTo>
                    <a:pt x="29" y="109"/>
                    <a:pt x="29" y="108"/>
                    <a:pt x="29" y="108"/>
                  </a:cubicBezTo>
                  <a:cubicBezTo>
                    <a:pt x="29" y="107"/>
                    <a:pt x="29" y="107"/>
                    <a:pt x="29" y="106"/>
                  </a:cubicBezTo>
                  <a:cubicBezTo>
                    <a:pt x="30" y="106"/>
                    <a:pt x="31" y="106"/>
                    <a:pt x="31" y="106"/>
                  </a:cubicBezTo>
                  <a:cubicBezTo>
                    <a:pt x="31" y="106"/>
                    <a:pt x="31" y="105"/>
                    <a:pt x="31" y="105"/>
                  </a:cubicBezTo>
                  <a:cubicBezTo>
                    <a:pt x="32" y="105"/>
                    <a:pt x="32" y="105"/>
                    <a:pt x="33" y="105"/>
                  </a:cubicBezTo>
                  <a:cubicBezTo>
                    <a:pt x="33" y="105"/>
                    <a:pt x="33" y="106"/>
                    <a:pt x="33" y="106"/>
                  </a:cubicBezTo>
                  <a:cubicBezTo>
                    <a:pt x="33" y="106"/>
                    <a:pt x="34" y="106"/>
                    <a:pt x="34" y="106"/>
                  </a:cubicBezTo>
                  <a:cubicBezTo>
                    <a:pt x="34" y="107"/>
                    <a:pt x="34" y="107"/>
                    <a:pt x="34" y="108"/>
                  </a:cubicBezTo>
                  <a:cubicBezTo>
                    <a:pt x="34" y="108"/>
                    <a:pt x="33" y="108"/>
                    <a:pt x="33" y="108"/>
                  </a:cubicBezTo>
                  <a:cubicBezTo>
                    <a:pt x="32" y="108"/>
                    <a:pt x="32" y="108"/>
                    <a:pt x="31" y="108"/>
                  </a:cubicBezTo>
                  <a:cubicBezTo>
                    <a:pt x="31" y="108"/>
                    <a:pt x="31" y="109"/>
                    <a:pt x="31" y="110"/>
                  </a:cubicBezTo>
                  <a:cubicBezTo>
                    <a:pt x="31" y="110"/>
                    <a:pt x="31" y="111"/>
                    <a:pt x="31" y="111"/>
                  </a:cubicBezTo>
                  <a:cubicBezTo>
                    <a:pt x="31" y="112"/>
                    <a:pt x="31" y="112"/>
                    <a:pt x="31" y="113"/>
                  </a:cubicBezTo>
                  <a:cubicBezTo>
                    <a:pt x="31" y="113"/>
                    <a:pt x="30" y="113"/>
                    <a:pt x="29" y="113"/>
                  </a:cubicBezTo>
                  <a:cubicBezTo>
                    <a:pt x="29" y="113"/>
                    <a:pt x="29" y="114"/>
                    <a:pt x="29" y="114"/>
                  </a:cubicBezTo>
                  <a:cubicBezTo>
                    <a:pt x="30" y="114"/>
                    <a:pt x="31" y="114"/>
                    <a:pt x="31" y="114"/>
                  </a:cubicBezTo>
                  <a:cubicBezTo>
                    <a:pt x="31" y="115"/>
                    <a:pt x="31" y="116"/>
                    <a:pt x="31" y="116"/>
                  </a:cubicBezTo>
                  <a:cubicBezTo>
                    <a:pt x="31" y="117"/>
                    <a:pt x="31" y="117"/>
                    <a:pt x="31" y="118"/>
                  </a:cubicBezTo>
                  <a:cubicBezTo>
                    <a:pt x="31" y="118"/>
                    <a:pt x="30" y="118"/>
                    <a:pt x="29" y="118"/>
                  </a:cubicBezTo>
                  <a:cubicBezTo>
                    <a:pt x="29" y="118"/>
                    <a:pt x="29" y="119"/>
                    <a:pt x="29" y="119"/>
                  </a:cubicBezTo>
                  <a:cubicBezTo>
                    <a:pt x="29" y="120"/>
                    <a:pt x="29" y="120"/>
                    <a:pt x="29" y="121"/>
                  </a:cubicBezTo>
                  <a:cubicBezTo>
                    <a:pt x="30" y="121"/>
                    <a:pt x="31" y="121"/>
                    <a:pt x="31" y="121"/>
                  </a:cubicBezTo>
                  <a:cubicBezTo>
                    <a:pt x="32" y="121"/>
                    <a:pt x="33" y="121"/>
                    <a:pt x="34" y="121"/>
                  </a:cubicBezTo>
                  <a:cubicBezTo>
                    <a:pt x="34" y="120"/>
                    <a:pt x="34" y="120"/>
                    <a:pt x="34" y="119"/>
                  </a:cubicBezTo>
                  <a:cubicBezTo>
                    <a:pt x="35" y="119"/>
                    <a:pt x="35" y="119"/>
                    <a:pt x="36" y="119"/>
                  </a:cubicBezTo>
                  <a:cubicBezTo>
                    <a:pt x="36" y="119"/>
                    <a:pt x="37" y="119"/>
                    <a:pt x="37" y="119"/>
                  </a:cubicBezTo>
                  <a:cubicBezTo>
                    <a:pt x="37" y="119"/>
                    <a:pt x="37" y="118"/>
                    <a:pt x="37" y="118"/>
                  </a:cubicBezTo>
                  <a:cubicBezTo>
                    <a:pt x="38" y="118"/>
                    <a:pt x="38" y="118"/>
                    <a:pt x="39" y="118"/>
                  </a:cubicBezTo>
                  <a:cubicBezTo>
                    <a:pt x="39" y="118"/>
                    <a:pt x="40" y="118"/>
                    <a:pt x="41" y="118"/>
                  </a:cubicBezTo>
                  <a:cubicBezTo>
                    <a:pt x="41" y="118"/>
                    <a:pt x="42" y="118"/>
                    <a:pt x="42" y="118"/>
                  </a:cubicBezTo>
                  <a:cubicBezTo>
                    <a:pt x="43" y="118"/>
                    <a:pt x="43" y="118"/>
                    <a:pt x="44" y="118"/>
                  </a:cubicBezTo>
                  <a:cubicBezTo>
                    <a:pt x="44" y="118"/>
                    <a:pt x="44" y="119"/>
                    <a:pt x="44" y="119"/>
                  </a:cubicBezTo>
                  <a:cubicBezTo>
                    <a:pt x="43" y="119"/>
                    <a:pt x="43" y="119"/>
                    <a:pt x="42" y="119"/>
                  </a:cubicBezTo>
                  <a:cubicBezTo>
                    <a:pt x="42" y="120"/>
                    <a:pt x="42" y="120"/>
                    <a:pt x="42" y="121"/>
                  </a:cubicBezTo>
                  <a:cubicBezTo>
                    <a:pt x="42" y="121"/>
                    <a:pt x="41" y="121"/>
                    <a:pt x="41" y="121"/>
                  </a:cubicBezTo>
                  <a:cubicBezTo>
                    <a:pt x="40" y="121"/>
                    <a:pt x="39" y="121"/>
                    <a:pt x="39" y="121"/>
                  </a:cubicBezTo>
                  <a:cubicBezTo>
                    <a:pt x="38" y="121"/>
                    <a:pt x="38" y="121"/>
                    <a:pt x="37" y="121"/>
                  </a:cubicBezTo>
                  <a:cubicBezTo>
                    <a:pt x="37" y="121"/>
                    <a:pt x="37" y="122"/>
                    <a:pt x="37" y="122"/>
                  </a:cubicBezTo>
                  <a:cubicBezTo>
                    <a:pt x="37" y="122"/>
                    <a:pt x="36" y="122"/>
                    <a:pt x="36" y="122"/>
                  </a:cubicBezTo>
                  <a:cubicBezTo>
                    <a:pt x="35" y="122"/>
                    <a:pt x="35" y="122"/>
                    <a:pt x="34" y="122"/>
                  </a:cubicBezTo>
                  <a:cubicBezTo>
                    <a:pt x="34" y="122"/>
                    <a:pt x="33" y="122"/>
                    <a:pt x="33" y="122"/>
                  </a:cubicBezTo>
                  <a:cubicBezTo>
                    <a:pt x="33" y="123"/>
                    <a:pt x="33" y="124"/>
                    <a:pt x="33" y="124"/>
                  </a:cubicBezTo>
                  <a:cubicBezTo>
                    <a:pt x="33" y="125"/>
                    <a:pt x="33" y="125"/>
                    <a:pt x="33" y="126"/>
                  </a:cubicBezTo>
                  <a:cubicBezTo>
                    <a:pt x="33" y="126"/>
                    <a:pt x="33" y="127"/>
                    <a:pt x="33" y="127"/>
                  </a:cubicBezTo>
                  <a:cubicBezTo>
                    <a:pt x="33" y="127"/>
                    <a:pt x="34" y="127"/>
                    <a:pt x="34" y="127"/>
                  </a:cubicBezTo>
                  <a:cubicBezTo>
                    <a:pt x="35" y="127"/>
                    <a:pt x="35" y="127"/>
                    <a:pt x="36" y="127"/>
                  </a:cubicBezTo>
                  <a:cubicBezTo>
                    <a:pt x="36" y="128"/>
                    <a:pt x="36" y="128"/>
                    <a:pt x="36" y="129"/>
                  </a:cubicBezTo>
                  <a:cubicBezTo>
                    <a:pt x="36" y="129"/>
                    <a:pt x="37" y="129"/>
                    <a:pt x="37" y="129"/>
                  </a:cubicBezTo>
                  <a:cubicBezTo>
                    <a:pt x="37" y="129"/>
                    <a:pt x="37" y="130"/>
                    <a:pt x="37" y="131"/>
                  </a:cubicBezTo>
                  <a:cubicBezTo>
                    <a:pt x="38" y="131"/>
                    <a:pt x="38" y="131"/>
                    <a:pt x="39" y="131"/>
                  </a:cubicBezTo>
                  <a:cubicBezTo>
                    <a:pt x="39" y="131"/>
                    <a:pt x="39" y="132"/>
                    <a:pt x="39" y="132"/>
                  </a:cubicBezTo>
                  <a:cubicBezTo>
                    <a:pt x="39" y="132"/>
                    <a:pt x="40" y="132"/>
                    <a:pt x="41" y="132"/>
                  </a:cubicBezTo>
                  <a:cubicBezTo>
                    <a:pt x="41" y="133"/>
                    <a:pt x="41" y="133"/>
                    <a:pt x="41" y="134"/>
                  </a:cubicBezTo>
                  <a:cubicBezTo>
                    <a:pt x="41" y="134"/>
                    <a:pt x="41" y="135"/>
                    <a:pt x="41" y="135"/>
                  </a:cubicBezTo>
                  <a:cubicBezTo>
                    <a:pt x="40" y="135"/>
                    <a:pt x="39" y="135"/>
                    <a:pt x="39" y="135"/>
                  </a:cubicBezTo>
                  <a:cubicBezTo>
                    <a:pt x="39" y="136"/>
                    <a:pt x="39" y="136"/>
                    <a:pt x="39" y="137"/>
                  </a:cubicBezTo>
                  <a:cubicBezTo>
                    <a:pt x="39" y="137"/>
                    <a:pt x="39" y="138"/>
                    <a:pt x="39" y="139"/>
                  </a:cubicBezTo>
                  <a:cubicBezTo>
                    <a:pt x="38" y="139"/>
                    <a:pt x="38" y="139"/>
                    <a:pt x="37" y="139"/>
                  </a:cubicBezTo>
                  <a:cubicBezTo>
                    <a:pt x="37" y="139"/>
                    <a:pt x="37" y="140"/>
                    <a:pt x="37" y="140"/>
                  </a:cubicBezTo>
                  <a:cubicBezTo>
                    <a:pt x="37" y="140"/>
                    <a:pt x="36" y="140"/>
                    <a:pt x="36" y="140"/>
                  </a:cubicBezTo>
                  <a:cubicBezTo>
                    <a:pt x="35" y="140"/>
                    <a:pt x="35" y="140"/>
                    <a:pt x="34" y="140"/>
                  </a:cubicBezTo>
                  <a:cubicBezTo>
                    <a:pt x="34" y="140"/>
                    <a:pt x="33" y="140"/>
                    <a:pt x="33" y="140"/>
                  </a:cubicBezTo>
                  <a:cubicBezTo>
                    <a:pt x="32" y="140"/>
                    <a:pt x="32" y="140"/>
                    <a:pt x="31" y="140"/>
                  </a:cubicBezTo>
                  <a:cubicBezTo>
                    <a:pt x="31" y="140"/>
                    <a:pt x="31" y="139"/>
                    <a:pt x="31" y="139"/>
                  </a:cubicBezTo>
                  <a:cubicBezTo>
                    <a:pt x="31" y="139"/>
                    <a:pt x="30" y="139"/>
                    <a:pt x="29" y="139"/>
                  </a:cubicBezTo>
                  <a:cubicBezTo>
                    <a:pt x="29" y="139"/>
                    <a:pt x="28" y="139"/>
                    <a:pt x="28" y="139"/>
                  </a:cubicBezTo>
                  <a:cubicBezTo>
                    <a:pt x="27" y="139"/>
                    <a:pt x="27" y="139"/>
                    <a:pt x="26" y="139"/>
                  </a:cubicBezTo>
                  <a:cubicBezTo>
                    <a:pt x="26" y="139"/>
                    <a:pt x="25" y="139"/>
                    <a:pt x="25" y="139"/>
                  </a:cubicBezTo>
                  <a:cubicBezTo>
                    <a:pt x="24" y="139"/>
                    <a:pt x="24" y="139"/>
                    <a:pt x="23" y="139"/>
                  </a:cubicBezTo>
                  <a:cubicBezTo>
                    <a:pt x="23" y="139"/>
                    <a:pt x="23" y="140"/>
                    <a:pt x="23" y="140"/>
                  </a:cubicBezTo>
                  <a:cubicBezTo>
                    <a:pt x="23" y="140"/>
                    <a:pt x="22" y="140"/>
                    <a:pt x="22" y="140"/>
                  </a:cubicBezTo>
                  <a:cubicBezTo>
                    <a:pt x="22" y="141"/>
                    <a:pt x="22" y="141"/>
                    <a:pt x="22" y="142"/>
                  </a:cubicBezTo>
                  <a:cubicBezTo>
                    <a:pt x="22" y="142"/>
                    <a:pt x="22" y="143"/>
                    <a:pt x="22" y="144"/>
                  </a:cubicBezTo>
                  <a:cubicBezTo>
                    <a:pt x="22" y="144"/>
                    <a:pt x="22" y="145"/>
                    <a:pt x="22" y="145"/>
                  </a:cubicBezTo>
                  <a:cubicBezTo>
                    <a:pt x="22" y="146"/>
                    <a:pt x="22" y="146"/>
                    <a:pt x="22" y="147"/>
                  </a:cubicBezTo>
                  <a:cubicBezTo>
                    <a:pt x="22" y="147"/>
                    <a:pt x="22" y="148"/>
                    <a:pt x="22" y="148"/>
                  </a:cubicBezTo>
                  <a:cubicBezTo>
                    <a:pt x="22" y="149"/>
                    <a:pt x="22" y="149"/>
                    <a:pt x="22" y="150"/>
                  </a:cubicBezTo>
                  <a:cubicBezTo>
                    <a:pt x="22" y="150"/>
                    <a:pt x="22" y="151"/>
                    <a:pt x="22" y="151"/>
                  </a:cubicBezTo>
                  <a:cubicBezTo>
                    <a:pt x="22" y="152"/>
                    <a:pt x="22" y="153"/>
                    <a:pt x="22" y="153"/>
                  </a:cubicBezTo>
                  <a:cubicBezTo>
                    <a:pt x="21" y="153"/>
                    <a:pt x="21" y="153"/>
                    <a:pt x="20" y="153"/>
                  </a:cubicBezTo>
                  <a:cubicBezTo>
                    <a:pt x="20" y="154"/>
                    <a:pt x="20" y="154"/>
                    <a:pt x="20" y="155"/>
                  </a:cubicBezTo>
                  <a:cubicBezTo>
                    <a:pt x="21" y="155"/>
                    <a:pt x="21" y="155"/>
                    <a:pt x="22" y="155"/>
                  </a:cubicBezTo>
                  <a:cubicBezTo>
                    <a:pt x="22" y="155"/>
                    <a:pt x="22" y="156"/>
                    <a:pt x="22" y="156"/>
                  </a:cubicBezTo>
                  <a:cubicBezTo>
                    <a:pt x="22" y="157"/>
                    <a:pt x="22" y="157"/>
                    <a:pt x="22" y="158"/>
                  </a:cubicBezTo>
                  <a:cubicBezTo>
                    <a:pt x="22" y="159"/>
                    <a:pt x="22" y="159"/>
                    <a:pt x="22" y="160"/>
                  </a:cubicBezTo>
                  <a:cubicBezTo>
                    <a:pt x="22" y="160"/>
                    <a:pt x="23" y="160"/>
                    <a:pt x="23" y="160"/>
                  </a:cubicBezTo>
                  <a:cubicBezTo>
                    <a:pt x="24" y="160"/>
                    <a:pt x="24" y="160"/>
                    <a:pt x="25" y="160"/>
                  </a:cubicBezTo>
                  <a:cubicBezTo>
                    <a:pt x="25" y="160"/>
                    <a:pt x="26" y="160"/>
                    <a:pt x="26" y="160"/>
                  </a:cubicBezTo>
                  <a:cubicBezTo>
                    <a:pt x="26" y="160"/>
                    <a:pt x="26" y="161"/>
                    <a:pt x="26" y="161"/>
                  </a:cubicBezTo>
                  <a:cubicBezTo>
                    <a:pt x="27" y="161"/>
                    <a:pt x="27" y="161"/>
                    <a:pt x="28" y="161"/>
                  </a:cubicBezTo>
                  <a:cubicBezTo>
                    <a:pt x="28" y="162"/>
                    <a:pt x="28" y="162"/>
                    <a:pt x="28" y="163"/>
                  </a:cubicBezTo>
                  <a:cubicBezTo>
                    <a:pt x="28" y="163"/>
                    <a:pt x="28" y="164"/>
                    <a:pt x="28" y="164"/>
                  </a:cubicBezTo>
                  <a:cubicBezTo>
                    <a:pt x="27" y="164"/>
                    <a:pt x="27" y="164"/>
                    <a:pt x="26" y="164"/>
                  </a:cubicBezTo>
                  <a:cubicBezTo>
                    <a:pt x="26" y="165"/>
                    <a:pt x="26" y="165"/>
                    <a:pt x="26" y="166"/>
                  </a:cubicBezTo>
                  <a:cubicBezTo>
                    <a:pt x="26" y="166"/>
                    <a:pt x="25" y="166"/>
                    <a:pt x="25" y="166"/>
                  </a:cubicBezTo>
                  <a:cubicBezTo>
                    <a:pt x="25" y="167"/>
                    <a:pt x="25" y="167"/>
                    <a:pt x="25" y="168"/>
                  </a:cubicBezTo>
                  <a:cubicBezTo>
                    <a:pt x="24" y="168"/>
                    <a:pt x="24" y="168"/>
                    <a:pt x="23" y="168"/>
                  </a:cubicBezTo>
                  <a:cubicBezTo>
                    <a:pt x="23" y="168"/>
                    <a:pt x="22" y="168"/>
                    <a:pt x="22" y="168"/>
                  </a:cubicBezTo>
                  <a:cubicBezTo>
                    <a:pt x="22" y="168"/>
                    <a:pt x="22" y="169"/>
                    <a:pt x="22" y="169"/>
                  </a:cubicBezTo>
                  <a:cubicBezTo>
                    <a:pt x="22" y="170"/>
                    <a:pt x="22" y="170"/>
                    <a:pt x="22" y="171"/>
                  </a:cubicBezTo>
                  <a:cubicBezTo>
                    <a:pt x="21" y="171"/>
                    <a:pt x="21" y="171"/>
                    <a:pt x="20" y="171"/>
                  </a:cubicBezTo>
                  <a:cubicBezTo>
                    <a:pt x="20" y="171"/>
                    <a:pt x="20" y="172"/>
                    <a:pt x="20" y="173"/>
                  </a:cubicBezTo>
                  <a:cubicBezTo>
                    <a:pt x="20" y="173"/>
                    <a:pt x="19" y="173"/>
                    <a:pt x="19" y="173"/>
                  </a:cubicBezTo>
                  <a:cubicBezTo>
                    <a:pt x="19" y="173"/>
                    <a:pt x="19" y="174"/>
                    <a:pt x="19" y="174"/>
                  </a:cubicBezTo>
                  <a:cubicBezTo>
                    <a:pt x="19" y="175"/>
                    <a:pt x="19" y="175"/>
                    <a:pt x="19" y="176"/>
                  </a:cubicBezTo>
                  <a:cubicBezTo>
                    <a:pt x="19" y="176"/>
                    <a:pt x="19" y="177"/>
                    <a:pt x="19" y="177"/>
                  </a:cubicBezTo>
                  <a:cubicBezTo>
                    <a:pt x="19" y="178"/>
                    <a:pt x="19" y="178"/>
                    <a:pt x="19" y="179"/>
                  </a:cubicBezTo>
                  <a:cubicBezTo>
                    <a:pt x="18" y="179"/>
                    <a:pt x="18" y="179"/>
                    <a:pt x="17" y="179"/>
                  </a:cubicBezTo>
                  <a:cubicBezTo>
                    <a:pt x="17" y="179"/>
                    <a:pt x="17" y="180"/>
                    <a:pt x="17" y="180"/>
                  </a:cubicBezTo>
                  <a:cubicBezTo>
                    <a:pt x="16" y="180"/>
                    <a:pt x="16" y="180"/>
                    <a:pt x="15" y="180"/>
                  </a:cubicBezTo>
                  <a:cubicBezTo>
                    <a:pt x="15" y="181"/>
                    <a:pt x="15" y="182"/>
                    <a:pt x="15" y="182"/>
                  </a:cubicBezTo>
                  <a:cubicBezTo>
                    <a:pt x="15" y="182"/>
                    <a:pt x="14" y="182"/>
                    <a:pt x="14" y="182"/>
                  </a:cubicBezTo>
                  <a:cubicBezTo>
                    <a:pt x="13" y="182"/>
                    <a:pt x="13" y="182"/>
                    <a:pt x="12" y="182"/>
                  </a:cubicBezTo>
                  <a:cubicBezTo>
                    <a:pt x="12" y="183"/>
                    <a:pt x="12" y="183"/>
                    <a:pt x="12" y="184"/>
                  </a:cubicBezTo>
                  <a:cubicBezTo>
                    <a:pt x="12" y="184"/>
                    <a:pt x="11" y="184"/>
                    <a:pt x="11" y="184"/>
                  </a:cubicBezTo>
                  <a:cubicBezTo>
                    <a:pt x="11" y="184"/>
                    <a:pt x="11" y="185"/>
                    <a:pt x="11" y="185"/>
                  </a:cubicBezTo>
                  <a:cubicBezTo>
                    <a:pt x="10" y="185"/>
                    <a:pt x="10" y="185"/>
                    <a:pt x="9" y="185"/>
                  </a:cubicBezTo>
                  <a:cubicBezTo>
                    <a:pt x="9" y="186"/>
                    <a:pt x="9" y="186"/>
                    <a:pt x="9" y="187"/>
                  </a:cubicBezTo>
                  <a:cubicBezTo>
                    <a:pt x="9" y="187"/>
                    <a:pt x="8" y="187"/>
                    <a:pt x="8" y="187"/>
                  </a:cubicBezTo>
                  <a:cubicBezTo>
                    <a:pt x="8" y="188"/>
                    <a:pt x="8" y="188"/>
                    <a:pt x="8" y="189"/>
                  </a:cubicBezTo>
                  <a:cubicBezTo>
                    <a:pt x="8" y="189"/>
                    <a:pt x="8" y="190"/>
                    <a:pt x="8" y="190"/>
                  </a:cubicBezTo>
                  <a:cubicBezTo>
                    <a:pt x="7" y="190"/>
                    <a:pt x="7" y="190"/>
                    <a:pt x="6" y="190"/>
                  </a:cubicBezTo>
                  <a:cubicBezTo>
                    <a:pt x="6" y="191"/>
                    <a:pt x="6" y="191"/>
                    <a:pt x="6" y="192"/>
                  </a:cubicBezTo>
                  <a:cubicBezTo>
                    <a:pt x="6" y="192"/>
                    <a:pt x="6" y="193"/>
                    <a:pt x="6" y="193"/>
                  </a:cubicBezTo>
                  <a:cubicBezTo>
                    <a:pt x="5" y="193"/>
                    <a:pt x="5" y="193"/>
                    <a:pt x="4" y="193"/>
                  </a:cubicBezTo>
                  <a:cubicBezTo>
                    <a:pt x="4" y="194"/>
                    <a:pt x="4" y="194"/>
                    <a:pt x="4" y="195"/>
                  </a:cubicBezTo>
                  <a:cubicBezTo>
                    <a:pt x="4" y="195"/>
                    <a:pt x="3" y="195"/>
                    <a:pt x="3" y="195"/>
                  </a:cubicBezTo>
                  <a:cubicBezTo>
                    <a:pt x="3" y="196"/>
                    <a:pt x="3" y="196"/>
                    <a:pt x="3" y="197"/>
                  </a:cubicBezTo>
                  <a:cubicBezTo>
                    <a:pt x="3" y="197"/>
                    <a:pt x="3" y="198"/>
                    <a:pt x="3" y="198"/>
                  </a:cubicBezTo>
                  <a:cubicBezTo>
                    <a:pt x="2" y="198"/>
                    <a:pt x="2" y="198"/>
                    <a:pt x="1" y="198"/>
                  </a:cubicBezTo>
                  <a:cubicBezTo>
                    <a:pt x="1" y="199"/>
                    <a:pt x="1" y="199"/>
                    <a:pt x="1" y="200"/>
                  </a:cubicBezTo>
                  <a:cubicBezTo>
                    <a:pt x="1" y="200"/>
                    <a:pt x="1" y="201"/>
                    <a:pt x="1" y="202"/>
                  </a:cubicBezTo>
                  <a:cubicBezTo>
                    <a:pt x="1" y="202"/>
                    <a:pt x="1" y="203"/>
                    <a:pt x="1" y="203"/>
                  </a:cubicBezTo>
                  <a:cubicBezTo>
                    <a:pt x="2" y="203"/>
                    <a:pt x="2" y="203"/>
                    <a:pt x="3" y="203"/>
                  </a:cubicBezTo>
                  <a:cubicBezTo>
                    <a:pt x="3" y="204"/>
                    <a:pt x="3" y="204"/>
                    <a:pt x="3" y="205"/>
                  </a:cubicBezTo>
                  <a:cubicBezTo>
                    <a:pt x="3" y="205"/>
                    <a:pt x="3" y="206"/>
                    <a:pt x="3" y="206"/>
                  </a:cubicBezTo>
                  <a:cubicBezTo>
                    <a:pt x="3" y="207"/>
                    <a:pt x="3" y="207"/>
                    <a:pt x="3" y="208"/>
                  </a:cubicBezTo>
                  <a:cubicBezTo>
                    <a:pt x="3" y="208"/>
                    <a:pt x="3" y="209"/>
                    <a:pt x="3" y="210"/>
                  </a:cubicBezTo>
                  <a:cubicBezTo>
                    <a:pt x="3" y="210"/>
                    <a:pt x="3" y="211"/>
                    <a:pt x="3" y="211"/>
                  </a:cubicBezTo>
                  <a:cubicBezTo>
                    <a:pt x="3" y="212"/>
                    <a:pt x="3" y="212"/>
                    <a:pt x="3" y="213"/>
                  </a:cubicBezTo>
                  <a:cubicBezTo>
                    <a:pt x="3" y="213"/>
                    <a:pt x="3" y="214"/>
                    <a:pt x="3" y="214"/>
                  </a:cubicBezTo>
                  <a:cubicBezTo>
                    <a:pt x="3" y="215"/>
                    <a:pt x="3" y="216"/>
                    <a:pt x="3" y="216"/>
                  </a:cubicBezTo>
                  <a:cubicBezTo>
                    <a:pt x="2" y="216"/>
                    <a:pt x="2" y="216"/>
                    <a:pt x="1" y="216"/>
                  </a:cubicBezTo>
                  <a:cubicBezTo>
                    <a:pt x="1" y="216"/>
                    <a:pt x="0" y="216"/>
                    <a:pt x="0" y="216"/>
                  </a:cubicBezTo>
                  <a:cubicBezTo>
                    <a:pt x="0" y="217"/>
                    <a:pt x="0" y="217"/>
                    <a:pt x="0" y="218"/>
                  </a:cubicBezTo>
                  <a:cubicBezTo>
                    <a:pt x="0" y="218"/>
                    <a:pt x="1" y="218"/>
                    <a:pt x="1" y="218"/>
                  </a:cubicBezTo>
                  <a:cubicBezTo>
                    <a:pt x="1" y="218"/>
                    <a:pt x="1" y="219"/>
                    <a:pt x="1" y="219"/>
                  </a:cubicBezTo>
                  <a:cubicBezTo>
                    <a:pt x="1" y="220"/>
                    <a:pt x="1" y="220"/>
                    <a:pt x="1" y="221"/>
                  </a:cubicBezTo>
                  <a:cubicBezTo>
                    <a:pt x="1" y="221"/>
                    <a:pt x="1" y="222"/>
                    <a:pt x="1" y="222"/>
                  </a:cubicBezTo>
                  <a:cubicBezTo>
                    <a:pt x="1" y="223"/>
                    <a:pt x="1" y="224"/>
                    <a:pt x="1" y="224"/>
                  </a:cubicBezTo>
                  <a:cubicBezTo>
                    <a:pt x="2" y="224"/>
                    <a:pt x="2" y="224"/>
                    <a:pt x="3" y="224"/>
                  </a:cubicBezTo>
                  <a:cubicBezTo>
                    <a:pt x="3" y="224"/>
                    <a:pt x="4" y="224"/>
                    <a:pt x="4" y="224"/>
                  </a:cubicBezTo>
                  <a:cubicBezTo>
                    <a:pt x="4" y="225"/>
                    <a:pt x="4" y="225"/>
                    <a:pt x="4" y="226"/>
                  </a:cubicBezTo>
                  <a:cubicBezTo>
                    <a:pt x="4" y="226"/>
                    <a:pt x="4" y="227"/>
                    <a:pt x="4" y="227"/>
                  </a:cubicBezTo>
                  <a:cubicBezTo>
                    <a:pt x="5" y="227"/>
                    <a:pt x="5" y="227"/>
                    <a:pt x="6" y="227"/>
                  </a:cubicBezTo>
                  <a:cubicBezTo>
                    <a:pt x="6" y="228"/>
                    <a:pt x="6" y="228"/>
                    <a:pt x="6" y="229"/>
                  </a:cubicBezTo>
                  <a:cubicBezTo>
                    <a:pt x="7" y="229"/>
                    <a:pt x="7" y="229"/>
                    <a:pt x="8" y="229"/>
                  </a:cubicBezTo>
                  <a:cubicBezTo>
                    <a:pt x="8" y="229"/>
                    <a:pt x="8" y="230"/>
                    <a:pt x="8" y="231"/>
                  </a:cubicBezTo>
                  <a:cubicBezTo>
                    <a:pt x="8" y="231"/>
                    <a:pt x="9" y="231"/>
                    <a:pt x="9" y="231"/>
                  </a:cubicBezTo>
                  <a:cubicBezTo>
                    <a:pt x="9" y="231"/>
                    <a:pt x="9" y="232"/>
                    <a:pt x="9" y="232"/>
                  </a:cubicBezTo>
                  <a:cubicBezTo>
                    <a:pt x="9" y="233"/>
                    <a:pt x="9" y="233"/>
                    <a:pt x="9" y="234"/>
                  </a:cubicBezTo>
                  <a:cubicBezTo>
                    <a:pt x="10" y="234"/>
                    <a:pt x="10" y="234"/>
                    <a:pt x="11" y="234"/>
                  </a:cubicBezTo>
                  <a:cubicBezTo>
                    <a:pt x="11" y="234"/>
                    <a:pt x="11" y="235"/>
                    <a:pt x="11" y="235"/>
                  </a:cubicBezTo>
                  <a:cubicBezTo>
                    <a:pt x="11" y="235"/>
                    <a:pt x="12" y="235"/>
                    <a:pt x="12" y="235"/>
                  </a:cubicBezTo>
                  <a:cubicBezTo>
                    <a:pt x="12" y="236"/>
                    <a:pt x="12" y="236"/>
                    <a:pt x="12" y="237"/>
                  </a:cubicBezTo>
                  <a:cubicBezTo>
                    <a:pt x="13" y="237"/>
                    <a:pt x="13" y="237"/>
                    <a:pt x="14" y="237"/>
                  </a:cubicBezTo>
                  <a:cubicBezTo>
                    <a:pt x="14" y="237"/>
                    <a:pt x="14" y="238"/>
                    <a:pt x="14" y="239"/>
                  </a:cubicBezTo>
                  <a:cubicBezTo>
                    <a:pt x="14" y="239"/>
                    <a:pt x="15" y="239"/>
                    <a:pt x="15" y="239"/>
                  </a:cubicBezTo>
                  <a:cubicBezTo>
                    <a:pt x="16" y="239"/>
                    <a:pt x="16" y="239"/>
                    <a:pt x="17" y="239"/>
                  </a:cubicBezTo>
                  <a:cubicBezTo>
                    <a:pt x="17" y="239"/>
                    <a:pt x="17" y="240"/>
                    <a:pt x="17" y="240"/>
                  </a:cubicBezTo>
                  <a:cubicBezTo>
                    <a:pt x="18" y="240"/>
                    <a:pt x="18" y="240"/>
                    <a:pt x="19" y="240"/>
                  </a:cubicBezTo>
                  <a:cubicBezTo>
                    <a:pt x="19" y="241"/>
                    <a:pt x="19" y="241"/>
                    <a:pt x="19" y="242"/>
                  </a:cubicBezTo>
                  <a:cubicBezTo>
                    <a:pt x="19" y="242"/>
                    <a:pt x="20" y="242"/>
                    <a:pt x="20" y="242"/>
                  </a:cubicBezTo>
                  <a:cubicBezTo>
                    <a:pt x="20" y="242"/>
                    <a:pt x="20" y="243"/>
                    <a:pt x="20" y="243"/>
                  </a:cubicBezTo>
                  <a:cubicBezTo>
                    <a:pt x="21" y="243"/>
                    <a:pt x="21" y="243"/>
                    <a:pt x="22" y="243"/>
                  </a:cubicBezTo>
                  <a:cubicBezTo>
                    <a:pt x="22" y="244"/>
                    <a:pt x="22" y="245"/>
                    <a:pt x="22" y="245"/>
                  </a:cubicBezTo>
                  <a:cubicBezTo>
                    <a:pt x="22" y="245"/>
                    <a:pt x="23" y="245"/>
                    <a:pt x="23" y="245"/>
                  </a:cubicBezTo>
                  <a:cubicBezTo>
                    <a:pt x="24" y="245"/>
                    <a:pt x="24" y="245"/>
                    <a:pt x="25" y="245"/>
                  </a:cubicBezTo>
                  <a:cubicBezTo>
                    <a:pt x="25" y="245"/>
                    <a:pt x="26" y="245"/>
                    <a:pt x="26" y="245"/>
                  </a:cubicBezTo>
                  <a:cubicBezTo>
                    <a:pt x="27" y="245"/>
                    <a:pt x="27" y="245"/>
                    <a:pt x="28" y="245"/>
                  </a:cubicBezTo>
                  <a:cubicBezTo>
                    <a:pt x="28" y="245"/>
                    <a:pt x="28" y="244"/>
                    <a:pt x="28" y="243"/>
                  </a:cubicBezTo>
                  <a:cubicBezTo>
                    <a:pt x="28" y="243"/>
                    <a:pt x="29" y="243"/>
                    <a:pt x="29" y="243"/>
                  </a:cubicBezTo>
                  <a:cubicBezTo>
                    <a:pt x="30" y="243"/>
                    <a:pt x="31" y="243"/>
                    <a:pt x="31" y="243"/>
                  </a:cubicBezTo>
                  <a:cubicBezTo>
                    <a:pt x="32" y="243"/>
                    <a:pt x="32" y="243"/>
                    <a:pt x="33" y="243"/>
                  </a:cubicBezTo>
                  <a:cubicBezTo>
                    <a:pt x="33" y="243"/>
                    <a:pt x="33" y="242"/>
                    <a:pt x="33" y="242"/>
                  </a:cubicBezTo>
                  <a:cubicBezTo>
                    <a:pt x="33" y="242"/>
                    <a:pt x="34" y="242"/>
                    <a:pt x="34" y="242"/>
                  </a:cubicBezTo>
                  <a:cubicBezTo>
                    <a:pt x="34" y="242"/>
                    <a:pt x="34" y="243"/>
                    <a:pt x="34" y="243"/>
                  </a:cubicBezTo>
                  <a:cubicBezTo>
                    <a:pt x="35" y="243"/>
                    <a:pt x="35" y="243"/>
                    <a:pt x="36" y="243"/>
                  </a:cubicBezTo>
                  <a:cubicBezTo>
                    <a:pt x="36" y="243"/>
                    <a:pt x="37" y="243"/>
                    <a:pt x="37" y="243"/>
                  </a:cubicBezTo>
                  <a:cubicBezTo>
                    <a:pt x="38" y="243"/>
                    <a:pt x="38" y="243"/>
                    <a:pt x="39" y="243"/>
                  </a:cubicBezTo>
                  <a:cubicBezTo>
                    <a:pt x="39" y="243"/>
                    <a:pt x="40" y="243"/>
                    <a:pt x="41" y="243"/>
                  </a:cubicBezTo>
                  <a:cubicBezTo>
                    <a:pt x="41" y="243"/>
                    <a:pt x="41" y="242"/>
                    <a:pt x="41" y="242"/>
                  </a:cubicBezTo>
                  <a:cubicBezTo>
                    <a:pt x="41" y="242"/>
                    <a:pt x="42" y="242"/>
                    <a:pt x="42" y="242"/>
                  </a:cubicBezTo>
                  <a:cubicBezTo>
                    <a:pt x="43" y="242"/>
                    <a:pt x="43" y="242"/>
                    <a:pt x="44" y="242"/>
                  </a:cubicBezTo>
                  <a:cubicBezTo>
                    <a:pt x="44" y="241"/>
                    <a:pt x="44" y="241"/>
                    <a:pt x="44" y="240"/>
                  </a:cubicBezTo>
                  <a:cubicBezTo>
                    <a:pt x="44" y="240"/>
                    <a:pt x="45" y="240"/>
                    <a:pt x="45" y="240"/>
                  </a:cubicBezTo>
                  <a:cubicBezTo>
                    <a:pt x="46" y="240"/>
                    <a:pt x="46" y="240"/>
                    <a:pt x="47" y="240"/>
                  </a:cubicBezTo>
                  <a:cubicBezTo>
                    <a:pt x="47" y="240"/>
                    <a:pt x="48" y="240"/>
                    <a:pt x="48" y="240"/>
                  </a:cubicBezTo>
                  <a:cubicBezTo>
                    <a:pt x="49" y="240"/>
                    <a:pt x="49" y="240"/>
                    <a:pt x="50" y="240"/>
                  </a:cubicBezTo>
                  <a:cubicBezTo>
                    <a:pt x="50" y="240"/>
                    <a:pt x="51" y="240"/>
                    <a:pt x="51" y="240"/>
                  </a:cubicBezTo>
                  <a:cubicBezTo>
                    <a:pt x="52" y="240"/>
                    <a:pt x="52" y="240"/>
                    <a:pt x="53" y="240"/>
                  </a:cubicBezTo>
                  <a:cubicBezTo>
                    <a:pt x="53" y="240"/>
                    <a:pt x="54" y="240"/>
                    <a:pt x="55" y="240"/>
                  </a:cubicBezTo>
                  <a:cubicBezTo>
                    <a:pt x="55" y="241"/>
                    <a:pt x="55" y="241"/>
                    <a:pt x="55" y="242"/>
                  </a:cubicBezTo>
                  <a:cubicBezTo>
                    <a:pt x="55" y="242"/>
                    <a:pt x="55" y="243"/>
                    <a:pt x="55" y="243"/>
                  </a:cubicBezTo>
                  <a:cubicBezTo>
                    <a:pt x="55" y="243"/>
                    <a:pt x="56" y="243"/>
                    <a:pt x="56" y="243"/>
                  </a:cubicBezTo>
                  <a:cubicBezTo>
                    <a:pt x="56" y="244"/>
                    <a:pt x="56" y="245"/>
                    <a:pt x="56" y="245"/>
                  </a:cubicBezTo>
                  <a:cubicBezTo>
                    <a:pt x="57" y="245"/>
                    <a:pt x="57" y="245"/>
                    <a:pt x="58" y="245"/>
                  </a:cubicBezTo>
                  <a:cubicBezTo>
                    <a:pt x="58" y="245"/>
                    <a:pt x="59" y="245"/>
                    <a:pt x="59" y="245"/>
                  </a:cubicBezTo>
                  <a:cubicBezTo>
                    <a:pt x="60" y="245"/>
                    <a:pt x="60" y="245"/>
                    <a:pt x="61" y="245"/>
                  </a:cubicBezTo>
                  <a:cubicBezTo>
                    <a:pt x="61" y="245"/>
                    <a:pt x="61" y="244"/>
                    <a:pt x="61" y="243"/>
                  </a:cubicBezTo>
                  <a:cubicBezTo>
                    <a:pt x="61" y="243"/>
                    <a:pt x="62" y="243"/>
                    <a:pt x="62" y="243"/>
                  </a:cubicBezTo>
                  <a:cubicBezTo>
                    <a:pt x="62" y="244"/>
                    <a:pt x="62" y="245"/>
                    <a:pt x="62" y="245"/>
                  </a:cubicBezTo>
                  <a:cubicBezTo>
                    <a:pt x="63" y="245"/>
                    <a:pt x="63" y="245"/>
                    <a:pt x="64" y="245"/>
                  </a:cubicBezTo>
                  <a:cubicBezTo>
                    <a:pt x="64" y="246"/>
                    <a:pt x="64" y="246"/>
                    <a:pt x="64" y="247"/>
                  </a:cubicBezTo>
                  <a:cubicBezTo>
                    <a:pt x="64" y="247"/>
                    <a:pt x="65" y="247"/>
                    <a:pt x="65" y="247"/>
                  </a:cubicBezTo>
                  <a:cubicBezTo>
                    <a:pt x="65" y="247"/>
                    <a:pt x="65" y="248"/>
                    <a:pt x="65" y="248"/>
                  </a:cubicBezTo>
                  <a:cubicBezTo>
                    <a:pt x="65" y="249"/>
                    <a:pt x="65" y="249"/>
                    <a:pt x="65" y="250"/>
                  </a:cubicBezTo>
                  <a:cubicBezTo>
                    <a:pt x="65" y="250"/>
                    <a:pt x="65" y="251"/>
                    <a:pt x="65" y="251"/>
                  </a:cubicBezTo>
                  <a:cubicBezTo>
                    <a:pt x="65" y="251"/>
                    <a:pt x="64" y="251"/>
                    <a:pt x="64" y="251"/>
                  </a:cubicBezTo>
                  <a:cubicBezTo>
                    <a:pt x="64" y="252"/>
                    <a:pt x="64" y="253"/>
                    <a:pt x="64" y="253"/>
                  </a:cubicBezTo>
                  <a:cubicBezTo>
                    <a:pt x="64" y="254"/>
                    <a:pt x="64" y="254"/>
                    <a:pt x="64" y="255"/>
                  </a:cubicBezTo>
                  <a:cubicBezTo>
                    <a:pt x="64" y="255"/>
                    <a:pt x="64" y="256"/>
                    <a:pt x="64" y="256"/>
                  </a:cubicBezTo>
                  <a:cubicBezTo>
                    <a:pt x="63" y="256"/>
                    <a:pt x="63" y="256"/>
                    <a:pt x="62" y="256"/>
                  </a:cubicBezTo>
                  <a:cubicBezTo>
                    <a:pt x="62" y="257"/>
                    <a:pt x="62" y="257"/>
                    <a:pt x="62" y="258"/>
                  </a:cubicBezTo>
                  <a:cubicBezTo>
                    <a:pt x="62" y="258"/>
                    <a:pt x="62" y="259"/>
                    <a:pt x="62" y="260"/>
                  </a:cubicBezTo>
                  <a:cubicBezTo>
                    <a:pt x="63" y="260"/>
                    <a:pt x="63" y="260"/>
                    <a:pt x="64" y="260"/>
                  </a:cubicBezTo>
                  <a:cubicBezTo>
                    <a:pt x="64" y="260"/>
                    <a:pt x="64" y="261"/>
                    <a:pt x="64" y="261"/>
                  </a:cubicBezTo>
                  <a:cubicBezTo>
                    <a:pt x="64" y="262"/>
                    <a:pt x="64" y="262"/>
                    <a:pt x="64" y="263"/>
                  </a:cubicBezTo>
                  <a:cubicBezTo>
                    <a:pt x="64" y="263"/>
                    <a:pt x="65" y="263"/>
                    <a:pt x="65" y="263"/>
                  </a:cubicBezTo>
                  <a:cubicBezTo>
                    <a:pt x="65" y="263"/>
                    <a:pt x="65" y="264"/>
                    <a:pt x="65" y="264"/>
                  </a:cubicBezTo>
                  <a:cubicBezTo>
                    <a:pt x="66" y="264"/>
                    <a:pt x="66" y="264"/>
                    <a:pt x="67" y="264"/>
                  </a:cubicBezTo>
                  <a:cubicBezTo>
                    <a:pt x="68" y="264"/>
                    <a:pt x="68" y="264"/>
                    <a:pt x="69" y="264"/>
                  </a:cubicBezTo>
                  <a:cubicBezTo>
                    <a:pt x="69" y="265"/>
                    <a:pt x="69" y="265"/>
                    <a:pt x="69" y="266"/>
                  </a:cubicBezTo>
                  <a:cubicBezTo>
                    <a:pt x="69" y="266"/>
                    <a:pt x="70" y="266"/>
                    <a:pt x="70" y="266"/>
                  </a:cubicBezTo>
                  <a:cubicBezTo>
                    <a:pt x="70" y="267"/>
                    <a:pt x="70" y="267"/>
                    <a:pt x="70" y="268"/>
                  </a:cubicBezTo>
                  <a:cubicBezTo>
                    <a:pt x="70" y="268"/>
                    <a:pt x="70" y="269"/>
                    <a:pt x="70" y="269"/>
                  </a:cubicBezTo>
                  <a:cubicBezTo>
                    <a:pt x="71" y="269"/>
                    <a:pt x="71" y="269"/>
                    <a:pt x="72" y="269"/>
                  </a:cubicBezTo>
                  <a:cubicBezTo>
                    <a:pt x="72" y="270"/>
                    <a:pt x="72" y="270"/>
                    <a:pt x="72" y="271"/>
                  </a:cubicBezTo>
                  <a:cubicBezTo>
                    <a:pt x="72" y="271"/>
                    <a:pt x="72" y="272"/>
                    <a:pt x="72" y="272"/>
                  </a:cubicBezTo>
                  <a:cubicBezTo>
                    <a:pt x="72" y="272"/>
                    <a:pt x="73" y="272"/>
                    <a:pt x="73" y="272"/>
                  </a:cubicBezTo>
                  <a:cubicBezTo>
                    <a:pt x="73" y="273"/>
                    <a:pt x="73" y="274"/>
                    <a:pt x="73" y="274"/>
                  </a:cubicBezTo>
                  <a:cubicBezTo>
                    <a:pt x="73" y="275"/>
                    <a:pt x="73" y="275"/>
                    <a:pt x="73" y="276"/>
                  </a:cubicBezTo>
                  <a:cubicBezTo>
                    <a:pt x="73" y="276"/>
                    <a:pt x="73" y="277"/>
                    <a:pt x="73" y="277"/>
                  </a:cubicBezTo>
                  <a:cubicBezTo>
                    <a:pt x="73" y="278"/>
                    <a:pt x="73" y="278"/>
                    <a:pt x="73" y="279"/>
                  </a:cubicBezTo>
                  <a:cubicBezTo>
                    <a:pt x="73" y="280"/>
                    <a:pt x="73" y="280"/>
                    <a:pt x="73" y="281"/>
                  </a:cubicBezTo>
                  <a:cubicBezTo>
                    <a:pt x="74" y="281"/>
                    <a:pt x="74" y="281"/>
                    <a:pt x="75" y="281"/>
                  </a:cubicBezTo>
                  <a:cubicBezTo>
                    <a:pt x="75" y="281"/>
                    <a:pt x="75" y="282"/>
                    <a:pt x="75" y="282"/>
                  </a:cubicBezTo>
                  <a:cubicBezTo>
                    <a:pt x="75" y="283"/>
                    <a:pt x="75" y="283"/>
                    <a:pt x="75" y="284"/>
                  </a:cubicBezTo>
                  <a:cubicBezTo>
                    <a:pt x="75" y="284"/>
                    <a:pt x="75" y="285"/>
                    <a:pt x="75" y="285"/>
                  </a:cubicBezTo>
                  <a:cubicBezTo>
                    <a:pt x="74" y="285"/>
                    <a:pt x="74" y="285"/>
                    <a:pt x="73" y="285"/>
                  </a:cubicBezTo>
                  <a:cubicBezTo>
                    <a:pt x="73" y="286"/>
                    <a:pt x="73" y="286"/>
                    <a:pt x="73" y="287"/>
                  </a:cubicBezTo>
                  <a:cubicBezTo>
                    <a:pt x="73" y="287"/>
                    <a:pt x="72" y="287"/>
                    <a:pt x="72" y="287"/>
                  </a:cubicBezTo>
                  <a:cubicBezTo>
                    <a:pt x="72" y="287"/>
                    <a:pt x="72" y="288"/>
                    <a:pt x="72" y="289"/>
                  </a:cubicBezTo>
                  <a:cubicBezTo>
                    <a:pt x="72" y="289"/>
                    <a:pt x="72" y="290"/>
                    <a:pt x="72" y="290"/>
                  </a:cubicBezTo>
                  <a:cubicBezTo>
                    <a:pt x="71" y="290"/>
                    <a:pt x="71" y="290"/>
                    <a:pt x="70" y="290"/>
                  </a:cubicBezTo>
                  <a:cubicBezTo>
                    <a:pt x="70" y="291"/>
                    <a:pt x="70" y="291"/>
                    <a:pt x="70" y="292"/>
                  </a:cubicBezTo>
                  <a:cubicBezTo>
                    <a:pt x="70" y="292"/>
                    <a:pt x="70" y="293"/>
                    <a:pt x="70" y="294"/>
                  </a:cubicBezTo>
                  <a:cubicBezTo>
                    <a:pt x="70" y="294"/>
                    <a:pt x="70" y="295"/>
                    <a:pt x="70" y="295"/>
                  </a:cubicBezTo>
                  <a:cubicBezTo>
                    <a:pt x="70" y="296"/>
                    <a:pt x="70" y="296"/>
                    <a:pt x="70" y="297"/>
                  </a:cubicBezTo>
                  <a:cubicBezTo>
                    <a:pt x="70" y="297"/>
                    <a:pt x="70" y="298"/>
                    <a:pt x="70" y="298"/>
                  </a:cubicBezTo>
                  <a:cubicBezTo>
                    <a:pt x="70" y="299"/>
                    <a:pt x="70" y="299"/>
                    <a:pt x="70" y="300"/>
                  </a:cubicBezTo>
                  <a:cubicBezTo>
                    <a:pt x="70" y="300"/>
                    <a:pt x="70" y="301"/>
                    <a:pt x="70" y="301"/>
                  </a:cubicBezTo>
                  <a:cubicBezTo>
                    <a:pt x="70" y="302"/>
                    <a:pt x="70" y="303"/>
                    <a:pt x="70" y="303"/>
                  </a:cubicBezTo>
                  <a:cubicBezTo>
                    <a:pt x="70" y="304"/>
                    <a:pt x="70" y="304"/>
                    <a:pt x="70" y="305"/>
                  </a:cubicBezTo>
                  <a:cubicBezTo>
                    <a:pt x="71" y="305"/>
                    <a:pt x="71" y="305"/>
                    <a:pt x="72" y="305"/>
                  </a:cubicBezTo>
                  <a:cubicBezTo>
                    <a:pt x="72" y="305"/>
                    <a:pt x="72" y="306"/>
                    <a:pt x="72" y="306"/>
                  </a:cubicBezTo>
                  <a:cubicBezTo>
                    <a:pt x="72" y="306"/>
                    <a:pt x="73" y="306"/>
                    <a:pt x="73" y="306"/>
                  </a:cubicBezTo>
                  <a:cubicBezTo>
                    <a:pt x="73" y="307"/>
                    <a:pt x="73" y="307"/>
                    <a:pt x="73" y="308"/>
                  </a:cubicBezTo>
                  <a:cubicBezTo>
                    <a:pt x="73" y="309"/>
                    <a:pt x="73" y="309"/>
                    <a:pt x="73" y="310"/>
                  </a:cubicBezTo>
                  <a:cubicBezTo>
                    <a:pt x="74" y="310"/>
                    <a:pt x="74" y="310"/>
                    <a:pt x="75" y="310"/>
                  </a:cubicBezTo>
                  <a:cubicBezTo>
                    <a:pt x="75" y="310"/>
                    <a:pt x="75" y="311"/>
                    <a:pt x="75" y="311"/>
                  </a:cubicBezTo>
                  <a:cubicBezTo>
                    <a:pt x="75" y="312"/>
                    <a:pt x="75" y="312"/>
                    <a:pt x="75" y="313"/>
                  </a:cubicBezTo>
                  <a:cubicBezTo>
                    <a:pt x="75" y="313"/>
                    <a:pt x="75" y="314"/>
                    <a:pt x="75" y="314"/>
                  </a:cubicBezTo>
                  <a:cubicBezTo>
                    <a:pt x="75" y="315"/>
                    <a:pt x="75" y="315"/>
                    <a:pt x="75" y="316"/>
                  </a:cubicBezTo>
                  <a:cubicBezTo>
                    <a:pt x="75" y="317"/>
                    <a:pt x="75" y="317"/>
                    <a:pt x="75" y="318"/>
                  </a:cubicBezTo>
                  <a:cubicBezTo>
                    <a:pt x="75" y="318"/>
                    <a:pt x="76" y="318"/>
                    <a:pt x="76" y="318"/>
                  </a:cubicBezTo>
                  <a:cubicBezTo>
                    <a:pt x="76" y="318"/>
                    <a:pt x="76" y="319"/>
                    <a:pt x="76" y="319"/>
                  </a:cubicBezTo>
                  <a:cubicBezTo>
                    <a:pt x="76" y="320"/>
                    <a:pt x="76" y="320"/>
                    <a:pt x="76" y="321"/>
                  </a:cubicBezTo>
                  <a:cubicBezTo>
                    <a:pt x="76" y="321"/>
                    <a:pt x="76" y="322"/>
                    <a:pt x="76" y="323"/>
                  </a:cubicBezTo>
                  <a:cubicBezTo>
                    <a:pt x="76" y="323"/>
                    <a:pt x="76" y="324"/>
                    <a:pt x="76" y="324"/>
                  </a:cubicBezTo>
                  <a:cubicBezTo>
                    <a:pt x="76" y="325"/>
                    <a:pt x="76" y="325"/>
                    <a:pt x="76" y="326"/>
                  </a:cubicBezTo>
                  <a:cubicBezTo>
                    <a:pt x="77" y="326"/>
                    <a:pt x="77" y="326"/>
                    <a:pt x="78" y="326"/>
                  </a:cubicBezTo>
                  <a:cubicBezTo>
                    <a:pt x="78" y="326"/>
                    <a:pt x="78" y="327"/>
                    <a:pt x="78" y="327"/>
                  </a:cubicBezTo>
                  <a:cubicBezTo>
                    <a:pt x="78" y="328"/>
                    <a:pt x="78" y="328"/>
                    <a:pt x="78" y="329"/>
                  </a:cubicBezTo>
                  <a:cubicBezTo>
                    <a:pt x="79" y="329"/>
                    <a:pt x="79" y="329"/>
                    <a:pt x="80" y="329"/>
                  </a:cubicBezTo>
                  <a:cubicBezTo>
                    <a:pt x="80" y="329"/>
                    <a:pt x="80" y="330"/>
                    <a:pt x="80" y="330"/>
                  </a:cubicBezTo>
                  <a:cubicBezTo>
                    <a:pt x="80" y="331"/>
                    <a:pt x="80" y="332"/>
                    <a:pt x="80" y="332"/>
                  </a:cubicBezTo>
                  <a:cubicBezTo>
                    <a:pt x="80" y="332"/>
                    <a:pt x="81" y="332"/>
                    <a:pt x="81" y="332"/>
                  </a:cubicBezTo>
                  <a:cubicBezTo>
                    <a:pt x="81" y="333"/>
                    <a:pt x="81" y="333"/>
                    <a:pt x="81" y="334"/>
                  </a:cubicBezTo>
                  <a:cubicBezTo>
                    <a:pt x="81" y="334"/>
                    <a:pt x="81" y="335"/>
                    <a:pt x="81" y="335"/>
                  </a:cubicBezTo>
                  <a:cubicBezTo>
                    <a:pt x="82" y="335"/>
                    <a:pt x="82" y="335"/>
                    <a:pt x="83" y="335"/>
                  </a:cubicBezTo>
                  <a:cubicBezTo>
                    <a:pt x="83" y="336"/>
                    <a:pt x="83" y="336"/>
                    <a:pt x="83" y="337"/>
                  </a:cubicBezTo>
                  <a:cubicBezTo>
                    <a:pt x="83" y="338"/>
                    <a:pt x="83" y="338"/>
                    <a:pt x="83" y="339"/>
                  </a:cubicBezTo>
                  <a:cubicBezTo>
                    <a:pt x="83" y="339"/>
                    <a:pt x="83" y="340"/>
                    <a:pt x="83" y="340"/>
                  </a:cubicBezTo>
                  <a:cubicBezTo>
                    <a:pt x="83" y="341"/>
                    <a:pt x="83" y="341"/>
                    <a:pt x="83" y="342"/>
                  </a:cubicBezTo>
                  <a:cubicBezTo>
                    <a:pt x="83" y="342"/>
                    <a:pt x="83" y="343"/>
                    <a:pt x="83" y="343"/>
                  </a:cubicBezTo>
                  <a:cubicBezTo>
                    <a:pt x="83" y="343"/>
                    <a:pt x="84" y="343"/>
                    <a:pt x="84" y="343"/>
                  </a:cubicBezTo>
                  <a:cubicBezTo>
                    <a:pt x="84" y="344"/>
                    <a:pt x="84" y="344"/>
                    <a:pt x="84" y="345"/>
                  </a:cubicBezTo>
                  <a:cubicBezTo>
                    <a:pt x="85" y="345"/>
                    <a:pt x="85" y="345"/>
                    <a:pt x="86" y="345"/>
                  </a:cubicBezTo>
                  <a:cubicBezTo>
                    <a:pt x="86" y="346"/>
                    <a:pt x="86" y="346"/>
                    <a:pt x="86" y="347"/>
                  </a:cubicBezTo>
                  <a:cubicBezTo>
                    <a:pt x="86" y="347"/>
                    <a:pt x="87" y="347"/>
                    <a:pt x="87" y="347"/>
                  </a:cubicBezTo>
                  <a:cubicBezTo>
                    <a:pt x="88" y="347"/>
                    <a:pt x="88" y="347"/>
                    <a:pt x="89" y="347"/>
                  </a:cubicBezTo>
                  <a:cubicBezTo>
                    <a:pt x="89" y="347"/>
                    <a:pt x="90" y="347"/>
                    <a:pt x="90" y="347"/>
                  </a:cubicBezTo>
                  <a:cubicBezTo>
                    <a:pt x="90" y="346"/>
                    <a:pt x="90" y="346"/>
                    <a:pt x="90" y="345"/>
                  </a:cubicBezTo>
                  <a:cubicBezTo>
                    <a:pt x="91" y="345"/>
                    <a:pt x="92" y="345"/>
                    <a:pt x="92" y="345"/>
                  </a:cubicBezTo>
                  <a:cubicBezTo>
                    <a:pt x="93" y="345"/>
                    <a:pt x="93" y="345"/>
                    <a:pt x="94" y="345"/>
                  </a:cubicBezTo>
                  <a:cubicBezTo>
                    <a:pt x="94" y="345"/>
                    <a:pt x="95" y="345"/>
                    <a:pt x="95" y="345"/>
                  </a:cubicBezTo>
                  <a:cubicBezTo>
                    <a:pt x="96" y="345"/>
                    <a:pt x="96" y="345"/>
                    <a:pt x="97" y="345"/>
                  </a:cubicBezTo>
                  <a:cubicBezTo>
                    <a:pt x="97" y="345"/>
                    <a:pt x="98" y="345"/>
                    <a:pt x="98" y="345"/>
                  </a:cubicBezTo>
                  <a:cubicBezTo>
                    <a:pt x="99" y="345"/>
                    <a:pt x="99" y="345"/>
                    <a:pt x="100" y="345"/>
                  </a:cubicBezTo>
                  <a:cubicBezTo>
                    <a:pt x="100" y="345"/>
                    <a:pt x="101" y="345"/>
                    <a:pt x="102" y="345"/>
                  </a:cubicBezTo>
                  <a:cubicBezTo>
                    <a:pt x="102" y="344"/>
                    <a:pt x="102" y="344"/>
                    <a:pt x="102" y="343"/>
                  </a:cubicBezTo>
                  <a:cubicBezTo>
                    <a:pt x="102" y="343"/>
                    <a:pt x="103" y="343"/>
                    <a:pt x="103" y="343"/>
                  </a:cubicBezTo>
                  <a:cubicBezTo>
                    <a:pt x="104" y="343"/>
                    <a:pt x="104" y="343"/>
                    <a:pt x="105" y="343"/>
                  </a:cubicBezTo>
                  <a:cubicBezTo>
                    <a:pt x="105" y="343"/>
                    <a:pt x="105" y="342"/>
                    <a:pt x="105" y="342"/>
                  </a:cubicBezTo>
                  <a:cubicBezTo>
                    <a:pt x="105" y="342"/>
                    <a:pt x="106" y="342"/>
                    <a:pt x="106" y="342"/>
                  </a:cubicBezTo>
                  <a:cubicBezTo>
                    <a:pt x="107" y="342"/>
                    <a:pt x="107" y="342"/>
                    <a:pt x="108" y="342"/>
                  </a:cubicBezTo>
                  <a:cubicBezTo>
                    <a:pt x="108" y="341"/>
                    <a:pt x="108" y="341"/>
                    <a:pt x="108" y="340"/>
                  </a:cubicBezTo>
                  <a:cubicBezTo>
                    <a:pt x="108" y="340"/>
                    <a:pt x="108" y="339"/>
                    <a:pt x="108" y="339"/>
                  </a:cubicBezTo>
                  <a:cubicBezTo>
                    <a:pt x="108" y="339"/>
                    <a:pt x="109" y="339"/>
                    <a:pt x="109" y="339"/>
                  </a:cubicBezTo>
                  <a:cubicBezTo>
                    <a:pt x="109" y="338"/>
                    <a:pt x="109" y="338"/>
                    <a:pt x="109" y="337"/>
                  </a:cubicBezTo>
                  <a:cubicBezTo>
                    <a:pt x="110" y="337"/>
                    <a:pt x="110" y="337"/>
                    <a:pt x="111" y="337"/>
                  </a:cubicBezTo>
                  <a:cubicBezTo>
                    <a:pt x="111" y="337"/>
                    <a:pt x="112" y="337"/>
                    <a:pt x="112" y="337"/>
                  </a:cubicBezTo>
                  <a:cubicBezTo>
                    <a:pt x="112" y="336"/>
                    <a:pt x="112" y="336"/>
                    <a:pt x="112" y="335"/>
                  </a:cubicBezTo>
                  <a:cubicBezTo>
                    <a:pt x="113" y="335"/>
                    <a:pt x="113" y="335"/>
                    <a:pt x="114" y="335"/>
                  </a:cubicBezTo>
                  <a:cubicBezTo>
                    <a:pt x="114" y="335"/>
                    <a:pt x="114" y="334"/>
                    <a:pt x="114" y="334"/>
                  </a:cubicBezTo>
                  <a:cubicBezTo>
                    <a:pt x="114" y="333"/>
                    <a:pt x="114" y="333"/>
                    <a:pt x="114" y="332"/>
                  </a:cubicBezTo>
                  <a:cubicBezTo>
                    <a:pt x="114" y="332"/>
                    <a:pt x="115" y="332"/>
                    <a:pt x="116" y="332"/>
                  </a:cubicBezTo>
                  <a:cubicBezTo>
                    <a:pt x="116" y="332"/>
                    <a:pt x="116" y="331"/>
                    <a:pt x="116" y="330"/>
                  </a:cubicBezTo>
                  <a:cubicBezTo>
                    <a:pt x="116" y="330"/>
                    <a:pt x="117" y="330"/>
                    <a:pt x="117" y="330"/>
                  </a:cubicBezTo>
                  <a:cubicBezTo>
                    <a:pt x="117" y="330"/>
                    <a:pt x="117" y="329"/>
                    <a:pt x="117" y="329"/>
                  </a:cubicBezTo>
                  <a:cubicBezTo>
                    <a:pt x="118" y="329"/>
                    <a:pt x="118" y="329"/>
                    <a:pt x="119" y="329"/>
                  </a:cubicBezTo>
                  <a:cubicBezTo>
                    <a:pt x="119" y="328"/>
                    <a:pt x="119" y="328"/>
                    <a:pt x="119" y="327"/>
                  </a:cubicBezTo>
                  <a:cubicBezTo>
                    <a:pt x="119" y="327"/>
                    <a:pt x="119" y="326"/>
                    <a:pt x="119" y="326"/>
                  </a:cubicBezTo>
                  <a:cubicBezTo>
                    <a:pt x="119" y="326"/>
                    <a:pt x="120" y="326"/>
                    <a:pt x="120" y="326"/>
                  </a:cubicBezTo>
                  <a:cubicBezTo>
                    <a:pt x="120" y="325"/>
                    <a:pt x="120" y="325"/>
                    <a:pt x="120" y="324"/>
                  </a:cubicBezTo>
                  <a:cubicBezTo>
                    <a:pt x="120" y="324"/>
                    <a:pt x="120" y="323"/>
                    <a:pt x="120" y="323"/>
                  </a:cubicBezTo>
                  <a:cubicBezTo>
                    <a:pt x="120" y="322"/>
                    <a:pt x="120" y="321"/>
                    <a:pt x="120" y="321"/>
                  </a:cubicBezTo>
                  <a:cubicBezTo>
                    <a:pt x="121" y="321"/>
                    <a:pt x="121" y="321"/>
                    <a:pt x="122" y="321"/>
                  </a:cubicBezTo>
                  <a:cubicBezTo>
                    <a:pt x="122" y="321"/>
                    <a:pt x="123" y="321"/>
                    <a:pt x="123" y="321"/>
                  </a:cubicBezTo>
                  <a:cubicBezTo>
                    <a:pt x="123" y="320"/>
                    <a:pt x="123" y="320"/>
                    <a:pt x="123" y="319"/>
                  </a:cubicBezTo>
                  <a:cubicBezTo>
                    <a:pt x="124" y="319"/>
                    <a:pt x="124" y="319"/>
                    <a:pt x="125" y="319"/>
                  </a:cubicBezTo>
                  <a:cubicBezTo>
                    <a:pt x="125" y="319"/>
                    <a:pt x="125" y="318"/>
                    <a:pt x="125" y="318"/>
                  </a:cubicBezTo>
                  <a:cubicBezTo>
                    <a:pt x="125" y="318"/>
                    <a:pt x="126" y="318"/>
                    <a:pt x="126" y="318"/>
                  </a:cubicBezTo>
                  <a:cubicBezTo>
                    <a:pt x="126" y="317"/>
                    <a:pt x="126" y="317"/>
                    <a:pt x="126" y="316"/>
                  </a:cubicBezTo>
                  <a:cubicBezTo>
                    <a:pt x="126" y="315"/>
                    <a:pt x="126" y="315"/>
                    <a:pt x="126" y="314"/>
                  </a:cubicBezTo>
                  <a:cubicBezTo>
                    <a:pt x="126" y="314"/>
                    <a:pt x="126" y="313"/>
                    <a:pt x="126" y="313"/>
                  </a:cubicBezTo>
                  <a:cubicBezTo>
                    <a:pt x="126" y="312"/>
                    <a:pt x="126" y="312"/>
                    <a:pt x="126" y="311"/>
                  </a:cubicBezTo>
                  <a:cubicBezTo>
                    <a:pt x="126" y="311"/>
                    <a:pt x="126" y="310"/>
                    <a:pt x="126" y="310"/>
                  </a:cubicBezTo>
                  <a:cubicBezTo>
                    <a:pt x="126" y="309"/>
                    <a:pt x="126" y="309"/>
                    <a:pt x="126" y="308"/>
                  </a:cubicBezTo>
                  <a:cubicBezTo>
                    <a:pt x="126" y="308"/>
                    <a:pt x="125" y="308"/>
                    <a:pt x="125" y="308"/>
                  </a:cubicBezTo>
                  <a:cubicBezTo>
                    <a:pt x="125" y="307"/>
                    <a:pt x="125" y="307"/>
                    <a:pt x="125" y="306"/>
                  </a:cubicBezTo>
                  <a:cubicBezTo>
                    <a:pt x="125" y="306"/>
                    <a:pt x="126" y="306"/>
                    <a:pt x="126" y="306"/>
                  </a:cubicBezTo>
                  <a:cubicBezTo>
                    <a:pt x="126" y="306"/>
                    <a:pt x="126" y="305"/>
                    <a:pt x="126" y="305"/>
                  </a:cubicBezTo>
                  <a:cubicBezTo>
                    <a:pt x="127" y="305"/>
                    <a:pt x="128" y="305"/>
                    <a:pt x="128" y="305"/>
                  </a:cubicBezTo>
                  <a:cubicBezTo>
                    <a:pt x="128" y="304"/>
                    <a:pt x="128" y="304"/>
                    <a:pt x="128" y="303"/>
                  </a:cubicBezTo>
                  <a:cubicBezTo>
                    <a:pt x="129" y="303"/>
                    <a:pt x="129" y="303"/>
                    <a:pt x="130" y="303"/>
                  </a:cubicBezTo>
                  <a:cubicBezTo>
                    <a:pt x="130" y="303"/>
                    <a:pt x="130" y="302"/>
                    <a:pt x="130" y="301"/>
                  </a:cubicBezTo>
                  <a:cubicBezTo>
                    <a:pt x="130" y="301"/>
                    <a:pt x="131" y="301"/>
                    <a:pt x="131" y="301"/>
                  </a:cubicBezTo>
                  <a:cubicBezTo>
                    <a:pt x="131" y="301"/>
                    <a:pt x="131" y="300"/>
                    <a:pt x="131" y="300"/>
                  </a:cubicBezTo>
                  <a:cubicBezTo>
                    <a:pt x="132" y="300"/>
                    <a:pt x="132" y="300"/>
                    <a:pt x="133" y="300"/>
                  </a:cubicBezTo>
                  <a:cubicBezTo>
                    <a:pt x="133" y="300"/>
                    <a:pt x="134" y="300"/>
                    <a:pt x="134" y="300"/>
                  </a:cubicBezTo>
                  <a:cubicBezTo>
                    <a:pt x="134" y="299"/>
                    <a:pt x="134" y="299"/>
                    <a:pt x="134" y="298"/>
                  </a:cubicBezTo>
                  <a:cubicBezTo>
                    <a:pt x="135" y="298"/>
                    <a:pt x="135" y="298"/>
                    <a:pt x="136" y="298"/>
                  </a:cubicBezTo>
                  <a:cubicBezTo>
                    <a:pt x="136" y="298"/>
                    <a:pt x="137" y="298"/>
                    <a:pt x="137" y="298"/>
                  </a:cubicBezTo>
                  <a:cubicBezTo>
                    <a:pt x="137" y="298"/>
                    <a:pt x="137" y="297"/>
                    <a:pt x="137" y="297"/>
                  </a:cubicBezTo>
                  <a:cubicBezTo>
                    <a:pt x="138" y="297"/>
                    <a:pt x="139" y="297"/>
                    <a:pt x="139" y="297"/>
                  </a:cubicBezTo>
                  <a:cubicBezTo>
                    <a:pt x="139" y="296"/>
                    <a:pt x="139" y="296"/>
                    <a:pt x="139" y="295"/>
                  </a:cubicBezTo>
                  <a:cubicBezTo>
                    <a:pt x="140" y="295"/>
                    <a:pt x="140" y="295"/>
                    <a:pt x="141" y="295"/>
                  </a:cubicBezTo>
                  <a:cubicBezTo>
                    <a:pt x="141" y="295"/>
                    <a:pt x="141" y="294"/>
                    <a:pt x="141" y="294"/>
                  </a:cubicBezTo>
                  <a:cubicBezTo>
                    <a:pt x="140" y="294"/>
                    <a:pt x="140" y="294"/>
                    <a:pt x="139" y="294"/>
                  </a:cubicBezTo>
                  <a:cubicBezTo>
                    <a:pt x="139" y="293"/>
                    <a:pt x="139" y="292"/>
                    <a:pt x="139" y="292"/>
                  </a:cubicBezTo>
                  <a:cubicBezTo>
                    <a:pt x="139" y="291"/>
                    <a:pt x="139" y="291"/>
                    <a:pt x="139" y="290"/>
                  </a:cubicBezTo>
                  <a:cubicBezTo>
                    <a:pt x="140" y="290"/>
                    <a:pt x="140" y="290"/>
                    <a:pt x="141" y="290"/>
                  </a:cubicBezTo>
                  <a:cubicBezTo>
                    <a:pt x="141" y="290"/>
                    <a:pt x="141" y="289"/>
                    <a:pt x="141" y="289"/>
                  </a:cubicBezTo>
                  <a:cubicBezTo>
                    <a:pt x="141" y="288"/>
                    <a:pt x="141" y="287"/>
                    <a:pt x="141" y="287"/>
                  </a:cubicBezTo>
                  <a:cubicBezTo>
                    <a:pt x="141" y="286"/>
                    <a:pt x="141" y="286"/>
                    <a:pt x="141" y="285"/>
                  </a:cubicBezTo>
                  <a:cubicBezTo>
                    <a:pt x="141" y="285"/>
                    <a:pt x="141" y="284"/>
                    <a:pt x="141" y="284"/>
                  </a:cubicBezTo>
                  <a:cubicBezTo>
                    <a:pt x="141" y="283"/>
                    <a:pt x="141" y="283"/>
                    <a:pt x="141" y="282"/>
                  </a:cubicBezTo>
                  <a:cubicBezTo>
                    <a:pt x="141" y="282"/>
                    <a:pt x="141" y="281"/>
                    <a:pt x="141" y="281"/>
                  </a:cubicBezTo>
                  <a:cubicBezTo>
                    <a:pt x="140" y="281"/>
                    <a:pt x="140" y="281"/>
                    <a:pt x="139" y="281"/>
                  </a:cubicBezTo>
                  <a:cubicBezTo>
                    <a:pt x="139" y="280"/>
                    <a:pt x="139" y="280"/>
                    <a:pt x="139" y="279"/>
                  </a:cubicBezTo>
                  <a:cubicBezTo>
                    <a:pt x="139" y="279"/>
                    <a:pt x="138" y="279"/>
                    <a:pt x="137" y="279"/>
                  </a:cubicBezTo>
                  <a:cubicBezTo>
                    <a:pt x="137" y="278"/>
                    <a:pt x="137" y="278"/>
                    <a:pt x="137" y="277"/>
                  </a:cubicBezTo>
                  <a:cubicBezTo>
                    <a:pt x="137" y="277"/>
                    <a:pt x="137" y="276"/>
                    <a:pt x="137" y="276"/>
                  </a:cubicBezTo>
                  <a:cubicBezTo>
                    <a:pt x="137" y="275"/>
                    <a:pt x="137" y="275"/>
                    <a:pt x="137" y="274"/>
                  </a:cubicBezTo>
                  <a:cubicBezTo>
                    <a:pt x="137" y="274"/>
                    <a:pt x="137" y="273"/>
                    <a:pt x="137" y="272"/>
                  </a:cubicBezTo>
                  <a:cubicBezTo>
                    <a:pt x="137" y="272"/>
                    <a:pt x="137" y="271"/>
                    <a:pt x="137" y="271"/>
                  </a:cubicBezTo>
                  <a:cubicBezTo>
                    <a:pt x="138" y="271"/>
                    <a:pt x="139" y="271"/>
                    <a:pt x="139" y="271"/>
                  </a:cubicBezTo>
                  <a:cubicBezTo>
                    <a:pt x="139" y="270"/>
                    <a:pt x="139" y="270"/>
                    <a:pt x="139" y="269"/>
                  </a:cubicBezTo>
                  <a:cubicBezTo>
                    <a:pt x="139" y="269"/>
                    <a:pt x="139" y="268"/>
                    <a:pt x="139" y="268"/>
                  </a:cubicBezTo>
                  <a:cubicBezTo>
                    <a:pt x="139" y="268"/>
                    <a:pt x="138" y="268"/>
                    <a:pt x="137" y="268"/>
                  </a:cubicBezTo>
                  <a:cubicBezTo>
                    <a:pt x="137" y="267"/>
                    <a:pt x="137" y="267"/>
                    <a:pt x="137" y="266"/>
                  </a:cubicBezTo>
                  <a:cubicBezTo>
                    <a:pt x="138" y="266"/>
                    <a:pt x="139" y="266"/>
                    <a:pt x="139" y="266"/>
                  </a:cubicBezTo>
                  <a:cubicBezTo>
                    <a:pt x="139" y="265"/>
                    <a:pt x="139" y="265"/>
                    <a:pt x="139" y="264"/>
                  </a:cubicBezTo>
                  <a:cubicBezTo>
                    <a:pt x="139" y="264"/>
                    <a:pt x="139" y="263"/>
                    <a:pt x="139" y="263"/>
                  </a:cubicBezTo>
                  <a:cubicBezTo>
                    <a:pt x="140" y="263"/>
                    <a:pt x="140" y="263"/>
                    <a:pt x="141" y="263"/>
                  </a:cubicBezTo>
                  <a:cubicBezTo>
                    <a:pt x="141" y="262"/>
                    <a:pt x="141" y="262"/>
                    <a:pt x="141" y="261"/>
                  </a:cubicBezTo>
                  <a:cubicBezTo>
                    <a:pt x="141" y="261"/>
                    <a:pt x="142" y="261"/>
                    <a:pt x="142" y="261"/>
                  </a:cubicBezTo>
                  <a:cubicBezTo>
                    <a:pt x="142" y="261"/>
                    <a:pt x="142" y="260"/>
                    <a:pt x="142" y="260"/>
                  </a:cubicBezTo>
                  <a:cubicBezTo>
                    <a:pt x="143" y="260"/>
                    <a:pt x="143" y="260"/>
                    <a:pt x="144" y="260"/>
                  </a:cubicBezTo>
                  <a:cubicBezTo>
                    <a:pt x="144" y="259"/>
                    <a:pt x="144" y="258"/>
                    <a:pt x="144" y="258"/>
                  </a:cubicBezTo>
                  <a:cubicBezTo>
                    <a:pt x="144" y="258"/>
                    <a:pt x="145" y="258"/>
                    <a:pt x="145" y="258"/>
                  </a:cubicBezTo>
                  <a:cubicBezTo>
                    <a:pt x="145" y="257"/>
                    <a:pt x="145" y="257"/>
                    <a:pt x="145" y="256"/>
                  </a:cubicBezTo>
                  <a:cubicBezTo>
                    <a:pt x="145" y="256"/>
                    <a:pt x="145" y="255"/>
                    <a:pt x="145" y="255"/>
                  </a:cubicBezTo>
                  <a:cubicBezTo>
                    <a:pt x="146" y="255"/>
                    <a:pt x="146" y="255"/>
                    <a:pt x="147" y="255"/>
                  </a:cubicBezTo>
                  <a:cubicBezTo>
                    <a:pt x="147" y="254"/>
                    <a:pt x="147" y="254"/>
                    <a:pt x="147" y="253"/>
                  </a:cubicBezTo>
                  <a:cubicBezTo>
                    <a:pt x="147" y="253"/>
                    <a:pt x="148" y="253"/>
                    <a:pt x="148" y="253"/>
                  </a:cubicBezTo>
                  <a:cubicBezTo>
                    <a:pt x="149" y="253"/>
                    <a:pt x="149" y="253"/>
                    <a:pt x="150" y="253"/>
                  </a:cubicBezTo>
                  <a:cubicBezTo>
                    <a:pt x="150" y="253"/>
                    <a:pt x="150" y="252"/>
                    <a:pt x="150" y="251"/>
                  </a:cubicBezTo>
                  <a:cubicBezTo>
                    <a:pt x="150" y="251"/>
                    <a:pt x="151" y="251"/>
                    <a:pt x="151" y="251"/>
                  </a:cubicBezTo>
                  <a:cubicBezTo>
                    <a:pt x="151" y="251"/>
                    <a:pt x="151" y="250"/>
                    <a:pt x="151" y="250"/>
                  </a:cubicBezTo>
                  <a:cubicBezTo>
                    <a:pt x="152" y="250"/>
                    <a:pt x="153" y="250"/>
                    <a:pt x="153" y="250"/>
                  </a:cubicBezTo>
                  <a:cubicBezTo>
                    <a:pt x="153" y="249"/>
                    <a:pt x="153" y="249"/>
                    <a:pt x="153" y="248"/>
                  </a:cubicBezTo>
                  <a:cubicBezTo>
                    <a:pt x="154" y="248"/>
                    <a:pt x="154" y="248"/>
                    <a:pt x="155" y="248"/>
                  </a:cubicBezTo>
                  <a:cubicBezTo>
                    <a:pt x="155" y="248"/>
                    <a:pt x="155" y="247"/>
                    <a:pt x="155" y="247"/>
                  </a:cubicBezTo>
                  <a:cubicBezTo>
                    <a:pt x="155" y="247"/>
                    <a:pt x="156" y="247"/>
                    <a:pt x="156" y="247"/>
                  </a:cubicBezTo>
                  <a:cubicBezTo>
                    <a:pt x="156" y="246"/>
                    <a:pt x="156" y="246"/>
                    <a:pt x="156" y="245"/>
                  </a:cubicBezTo>
                  <a:cubicBezTo>
                    <a:pt x="157" y="245"/>
                    <a:pt x="157" y="245"/>
                    <a:pt x="158" y="245"/>
                  </a:cubicBezTo>
                  <a:cubicBezTo>
                    <a:pt x="158" y="245"/>
                    <a:pt x="158" y="244"/>
                    <a:pt x="158" y="243"/>
                  </a:cubicBezTo>
                  <a:cubicBezTo>
                    <a:pt x="158" y="243"/>
                    <a:pt x="158" y="242"/>
                    <a:pt x="158" y="242"/>
                  </a:cubicBezTo>
                  <a:cubicBezTo>
                    <a:pt x="158" y="242"/>
                    <a:pt x="159" y="242"/>
                    <a:pt x="159" y="242"/>
                  </a:cubicBezTo>
                  <a:cubicBezTo>
                    <a:pt x="159" y="241"/>
                    <a:pt x="159" y="241"/>
                    <a:pt x="159" y="240"/>
                  </a:cubicBezTo>
                  <a:cubicBezTo>
                    <a:pt x="160" y="240"/>
                    <a:pt x="160" y="240"/>
                    <a:pt x="161" y="240"/>
                  </a:cubicBezTo>
                  <a:cubicBezTo>
                    <a:pt x="161" y="240"/>
                    <a:pt x="161" y="239"/>
                    <a:pt x="161" y="239"/>
                  </a:cubicBezTo>
                  <a:cubicBezTo>
                    <a:pt x="161" y="238"/>
                    <a:pt x="161" y="237"/>
                    <a:pt x="161" y="237"/>
                  </a:cubicBezTo>
                  <a:cubicBezTo>
                    <a:pt x="161" y="237"/>
                    <a:pt x="162" y="237"/>
                    <a:pt x="163" y="237"/>
                  </a:cubicBezTo>
                  <a:cubicBezTo>
                    <a:pt x="163" y="236"/>
                    <a:pt x="163" y="236"/>
                    <a:pt x="163" y="235"/>
                  </a:cubicBezTo>
                  <a:cubicBezTo>
                    <a:pt x="163" y="235"/>
                    <a:pt x="163" y="234"/>
                    <a:pt x="163" y="234"/>
                  </a:cubicBezTo>
                  <a:cubicBezTo>
                    <a:pt x="163" y="233"/>
                    <a:pt x="163" y="233"/>
                    <a:pt x="163" y="232"/>
                  </a:cubicBezTo>
                  <a:cubicBezTo>
                    <a:pt x="163" y="232"/>
                    <a:pt x="164" y="232"/>
                    <a:pt x="164" y="232"/>
                  </a:cubicBezTo>
                  <a:cubicBezTo>
                    <a:pt x="164" y="232"/>
                    <a:pt x="164" y="231"/>
                    <a:pt x="164" y="231"/>
                  </a:cubicBezTo>
                  <a:cubicBezTo>
                    <a:pt x="164" y="230"/>
                    <a:pt x="164" y="229"/>
                    <a:pt x="164" y="229"/>
                  </a:cubicBezTo>
                  <a:cubicBezTo>
                    <a:pt x="164" y="228"/>
                    <a:pt x="164" y="228"/>
                    <a:pt x="164" y="227"/>
                  </a:cubicBezTo>
                  <a:cubicBezTo>
                    <a:pt x="165" y="227"/>
                    <a:pt x="165" y="227"/>
                    <a:pt x="166" y="227"/>
                  </a:cubicBezTo>
                  <a:cubicBezTo>
                    <a:pt x="166" y="227"/>
                    <a:pt x="166" y="226"/>
                    <a:pt x="166" y="226"/>
                  </a:cubicBezTo>
                  <a:cubicBezTo>
                    <a:pt x="166" y="225"/>
                    <a:pt x="166" y="225"/>
                    <a:pt x="166" y="224"/>
                  </a:cubicBezTo>
                  <a:cubicBezTo>
                    <a:pt x="165" y="224"/>
                    <a:pt x="165" y="224"/>
                    <a:pt x="164" y="224"/>
                  </a:cubicBezTo>
                  <a:cubicBezTo>
                    <a:pt x="164" y="224"/>
                    <a:pt x="164" y="223"/>
                    <a:pt x="164" y="222"/>
                  </a:cubicBezTo>
                  <a:cubicBezTo>
                    <a:pt x="164" y="222"/>
                    <a:pt x="163" y="222"/>
                    <a:pt x="163" y="222"/>
                  </a:cubicBezTo>
                  <a:cubicBezTo>
                    <a:pt x="163" y="223"/>
                    <a:pt x="163" y="224"/>
                    <a:pt x="163" y="224"/>
                  </a:cubicBezTo>
                  <a:cubicBezTo>
                    <a:pt x="162" y="224"/>
                    <a:pt x="161" y="224"/>
                    <a:pt x="161" y="224"/>
                  </a:cubicBezTo>
                  <a:cubicBezTo>
                    <a:pt x="160" y="224"/>
                    <a:pt x="160" y="224"/>
                    <a:pt x="159" y="224"/>
                  </a:cubicBezTo>
                  <a:cubicBezTo>
                    <a:pt x="159" y="224"/>
                    <a:pt x="158" y="224"/>
                    <a:pt x="158" y="224"/>
                  </a:cubicBezTo>
                  <a:cubicBezTo>
                    <a:pt x="158" y="225"/>
                    <a:pt x="158" y="225"/>
                    <a:pt x="158" y="226"/>
                  </a:cubicBezTo>
                  <a:cubicBezTo>
                    <a:pt x="157" y="226"/>
                    <a:pt x="157" y="226"/>
                    <a:pt x="156" y="226"/>
                  </a:cubicBezTo>
                  <a:cubicBezTo>
                    <a:pt x="156" y="226"/>
                    <a:pt x="155" y="226"/>
                    <a:pt x="155" y="226"/>
                  </a:cubicBezTo>
                  <a:cubicBezTo>
                    <a:pt x="154" y="226"/>
                    <a:pt x="154" y="226"/>
                    <a:pt x="153" y="226"/>
                  </a:cubicBezTo>
                  <a:cubicBezTo>
                    <a:pt x="153" y="226"/>
                    <a:pt x="152" y="226"/>
                    <a:pt x="151" y="226"/>
                  </a:cubicBezTo>
                  <a:cubicBezTo>
                    <a:pt x="151" y="226"/>
                    <a:pt x="151" y="227"/>
                    <a:pt x="151" y="227"/>
                  </a:cubicBezTo>
                  <a:cubicBezTo>
                    <a:pt x="151" y="227"/>
                    <a:pt x="150" y="227"/>
                    <a:pt x="150" y="227"/>
                  </a:cubicBezTo>
                  <a:cubicBezTo>
                    <a:pt x="149" y="227"/>
                    <a:pt x="149" y="227"/>
                    <a:pt x="148" y="227"/>
                  </a:cubicBezTo>
                  <a:cubicBezTo>
                    <a:pt x="148" y="227"/>
                    <a:pt x="147" y="227"/>
                    <a:pt x="147" y="227"/>
                  </a:cubicBezTo>
                  <a:cubicBezTo>
                    <a:pt x="147" y="227"/>
                    <a:pt x="147" y="226"/>
                    <a:pt x="147" y="226"/>
                  </a:cubicBezTo>
                  <a:cubicBezTo>
                    <a:pt x="146" y="226"/>
                    <a:pt x="146" y="226"/>
                    <a:pt x="145" y="226"/>
                  </a:cubicBezTo>
                  <a:cubicBezTo>
                    <a:pt x="145" y="225"/>
                    <a:pt x="145" y="225"/>
                    <a:pt x="145" y="224"/>
                  </a:cubicBezTo>
                  <a:cubicBezTo>
                    <a:pt x="146" y="224"/>
                    <a:pt x="146" y="224"/>
                    <a:pt x="147" y="224"/>
                  </a:cubicBezTo>
                  <a:cubicBezTo>
                    <a:pt x="147" y="224"/>
                    <a:pt x="147" y="223"/>
                    <a:pt x="147" y="222"/>
                  </a:cubicBezTo>
                  <a:cubicBezTo>
                    <a:pt x="147" y="222"/>
                    <a:pt x="148" y="222"/>
                    <a:pt x="148" y="222"/>
                  </a:cubicBezTo>
                  <a:cubicBezTo>
                    <a:pt x="149" y="222"/>
                    <a:pt x="149" y="222"/>
                    <a:pt x="150" y="222"/>
                  </a:cubicBezTo>
                  <a:cubicBezTo>
                    <a:pt x="150" y="222"/>
                    <a:pt x="151" y="222"/>
                    <a:pt x="151" y="222"/>
                  </a:cubicBezTo>
                  <a:cubicBezTo>
                    <a:pt x="151" y="222"/>
                    <a:pt x="151" y="221"/>
                    <a:pt x="151" y="221"/>
                  </a:cubicBezTo>
                  <a:cubicBezTo>
                    <a:pt x="152" y="221"/>
                    <a:pt x="153" y="221"/>
                    <a:pt x="153" y="221"/>
                  </a:cubicBezTo>
                  <a:cubicBezTo>
                    <a:pt x="154" y="221"/>
                    <a:pt x="154" y="221"/>
                    <a:pt x="155" y="221"/>
                  </a:cubicBezTo>
                  <a:cubicBezTo>
                    <a:pt x="155" y="220"/>
                    <a:pt x="155" y="220"/>
                    <a:pt x="155" y="219"/>
                  </a:cubicBezTo>
                  <a:cubicBezTo>
                    <a:pt x="155" y="219"/>
                    <a:pt x="156" y="219"/>
                    <a:pt x="156" y="219"/>
                  </a:cubicBezTo>
                  <a:cubicBezTo>
                    <a:pt x="157" y="219"/>
                    <a:pt x="157" y="219"/>
                    <a:pt x="158" y="219"/>
                  </a:cubicBezTo>
                  <a:cubicBezTo>
                    <a:pt x="158" y="219"/>
                    <a:pt x="159" y="219"/>
                    <a:pt x="159" y="219"/>
                  </a:cubicBezTo>
                  <a:cubicBezTo>
                    <a:pt x="159" y="219"/>
                    <a:pt x="159" y="218"/>
                    <a:pt x="159" y="218"/>
                  </a:cubicBezTo>
                  <a:cubicBezTo>
                    <a:pt x="160" y="218"/>
                    <a:pt x="160" y="218"/>
                    <a:pt x="161" y="218"/>
                  </a:cubicBezTo>
                  <a:cubicBezTo>
                    <a:pt x="161" y="217"/>
                    <a:pt x="161" y="217"/>
                    <a:pt x="161" y="216"/>
                  </a:cubicBezTo>
                  <a:cubicBezTo>
                    <a:pt x="161" y="216"/>
                    <a:pt x="162" y="216"/>
                    <a:pt x="163" y="216"/>
                  </a:cubicBezTo>
                  <a:cubicBezTo>
                    <a:pt x="163" y="216"/>
                    <a:pt x="164" y="216"/>
                    <a:pt x="164" y="216"/>
                  </a:cubicBezTo>
                  <a:cubicBezTo>
                    <a:pt x="165" y="216"/>
                    <a:pt x="165" y="216"/>
                    <a:pt x="166" y="216"/>
                  </a:cubicBezTo>
                  <a:cubicBezTo>
                    <a:pt x="166" y="216"/>
                    <a:pt x="166" y="215"/>
                    <a:pt x="166" y="214"/>
                  </a:cubicBezTo>
                  <a:cubicBezTo>
                    <a:pt x="166" y="214"/>
                    <a:pt x="167" y="214"/>
                    <a:pt x="167" y="214"/>
                  </a:cubicBezTo>
                  <a:cubicBezTo>
                    <a:pt x="167" y="214"/>
                    <a:pt x="167" y="213"/>
                    <a:pt x="167" y="213"/>
                  </a:cubicBezTo>
                  <a:cubicBezTo>
                    <a:pt x="168" y="213"/>
                    <a:pt x="168" y="213"/>
                    <a:pt x="169" y="213"/>
                  </a:cubicBezTo>
                  <a:cubicBezTo>
                    <a:pt x="169" y="212"/>
                    <a:pt x="169" y="212"/>
                    <a:pt x="169" y="211"/>
                  </a:cubicBezTo>
                  <a:cubicBezTo>
                    <a:pt x="169" y="211"/>
                    <a:pt x="170" y="211"/>
                    <a:pt x="170" y="211"/>
                  </a:cubicBezTo>
                  <a:cubicBezTo>
                    <a:pt x="171" y="211"/>
                    <a:pt x="171" y="211"/>
                    <a:pt x="172" y="211"/>
                  </a:cubicBezTo>
                  <a:cubicBezTo>
                    <a:pt x="172" y="211"/>
                    <a:pt x="173" y="211"/>
                    <a:pt x="173" y="211"/>
                  </a:cubicBezTo>
                  <a:cubicBezTo>
                    <a:pt x="173" y="211"/>
                    <a:pt x="173" y="210"/>
                    <a:pt x="173" y="210"/>
                  </a:cubicBezTo>
                  <a:cubicBezTo>
                    <a:pt x="174" y="210"/>
                    <a:pt x="174" y="210"/>
                    <a:pt x="175" y="210"/>
                  </a:cubicBezTo>
                  <a:cubicBezTo>
                    <a:pt x="175" y="209"/>
                    <a:pt x="175" y="208"/>
                    <a:pt x="175" y="208"/>
                  </a:cubicBezTo>
                  <a:cubicBezTo>
                    <a:pt x="176" y="208"/>
                    <a:pt x="176" y="208"/>
                    <a:pt x="177" y="208"/>
                  </a:cubicBezTo>
                  <a:cubicBezTo>
                    <a:pt x="177" y="207"/>
                    <a:pt x="177" y="207"/>
                    <a:pt x="177" y="206"/>
                  </a:cubicBezTo>
                  <a:cubicBezTo>
                    <a:pt x="177" y="206"/>
                    <a:pt x="178" y="206"/>
                    <a:pt x="178" y="206"/>
                  </a:cubicBezTo>
                  <a:cubicBezTo>
                    <a:pt x="178" y="206"/>
                    <a:pt x="178" y="205"/>
                    <a:pt x="178" y="205"/>
                  </a:cubicBezTo>
                  <a:cubicBezTo>
                    <a:pt x="179" y="205"/>
                    <a:pt x="179" y="205"/>
                    <a:pt x="180" y="205"/>
                  </a:cubicBezTo>
                  <a:cubicBezTo>
                    <a:pt x="180" y="204"/>
                    <a:pt x="180" y="204"/>
                    <a:pt x="180" y="203"/>
                  </a:cubicBezTo>
                  <a:cubicBezTo>
                    <a:pt x="180" y="203"/>
                    <a:pt x="180" y="202"/>
                    <a:pt x="180" y="202"/>
                  </a:cubicBezTo>
                  <a:cubicBezTo>
                    <a:pt x="180" y="202"/>
                    <a:pt x="181" y="202"/>
                    <a:pt x="181" y="202"/>
                  </a:cubicBezTo>
                  <a:cubicBezTo>
                    <a:pt x="181" y="201"/>
                    <a:pt x="181" y="200"/>
                    <a:pt x="181" y="200"/>
                  </a:cubicBezTo>
                  <a:cubicBezTo>
                    <a:pt x="181" y="199"/>
                    <a:pt x="181" y="199"/>
                    <a:pt x="181" y="198"/>
                  </a:cubicBezTo>
                  <a:cubicBezTo>
                    <a:pt x="182" y="198"/>
                    <a:pt x="182" y="198"/>
                    <a:pt x="183" y="198"/>
                  </a:cubicBezTo>
                  <a:cubicBezTo>
                    <a:pt x="183" y="198"/>
                    <a:pt x="183" y="197"/>
                    <a:pt x="183" y="197"/>
                  </a:cubicBezTo>
                  <a:cubicBezTo>
                    <a:pt x="183" y="196"/>
                    <a:pt x="183" y="196"/>
                    <a:pt x="183" y="195"/>
                  </a:cubicBezTo>
                  <a:cubicBezTo>
                    <a:pt x="183" y="194"/>
                    <a:pt x="183" y="194"/>
                    <a:pt x="183" y="193"/>
                  </a:cubicBezTo>
                  <a:cubicBezTo>
                    <a:pt x="182" y="193"/>
                    <a:pt x="182" y="193"/>
                    <a:pt x="181" y="193"/>
                  </a:cubicBezTo>
                  <a:cubicBezTo>
                    <a:pt x="181" y="193"/>
                    <a:pt x="181" y="192"/>
                    <a:pt x="181" y="192"/>
                  </a:cubicBezTo>
                  <a:cubicBezTo>
                    <a:pt x="181" y="192"/>
                    <a:pt x="180" y="192"/>
                    <a:pt x="180" y="192"/>
                  </a:cubicBezTo>
                  <a:cubicBezTo>
                    <a:pt x="180" y="191"/>
                    <a:pt x="180" y="191"/>
                    <a:pt x="180" y="190"/>
                  </a:cubicBezTo>
                  <a:cubicBezTo>
                    <a:pt x="179" y="190"/>
                    <a:pt x="179" y="190"/>
                    <a:pt x="178" y="190"/>
                  </a:cubicBezTo>
                  <a:cubicBezTo>
                    <a:pt x="178" y="190"/>
                    <a:pt x="177" y="190"/>
                    <a:pt x="177" y="190"/>
                  </a:cubicBezTo>
                  <a:cubicBezTo>
                    <a:pt x="176" y="190"/>
                    <a:pt x="176" y="190"/>
                    <a:pt x="175" y="190"/>
                  </a:cubicBezTo>
                  <a:cubicBezTo>
                    <a:pt x="175" y="190"/>
                    <a:pt x="175" y="189"/>
                    <a:pt x="175" y="189"/>
                  </a:cubicBezTo>
                  <a:cubicBezTo>
                    <a:pt x="175" y="188"/>
                    <a:pt x="175" y="188"/>
                    <a:pt x="175" y="187"/>
                  </a:cubicBezTo>
                  <a:cubicBezTo>
                    <a:pt x="175" y="186"/>
                    <a:pt x="175" y="186"/>
                    <a:pt x="175" y="185"/>
                  </a:cubicBezTo>
                  <a:cubicBezTo>
                    <a:pt x="176" y="185"/>
                    <a:pt x="176" y="185"/>
                    <a:pt x="177" y="185"/>
                  </a:cubicBezTo>
                  <a:cubicBezTo>
                    <a:pt x="177" y="186"/>
                    <a:pt x="177" y="186"/>
                    <a:pt x="177" y="187"/>
                  </a:cubicBezTo>
                  <a:cubicBezTo>
                    <a:pt x="177" y="187"/>
                    <a:pt x="178" y="187"/>
                    <a:pt x="178" y="187"/>
                  </a:cubicBezTo>
                  <a:cubicBezTo>
                    <a:pt x="179" y="187"/>
                    <a:pt x="179" y="187"/>
                    <a:pt x="180" y="187"/>
                  </a:cubicBezTo>
                  <a:cubicBezTo>
                    <a:pt x="180" y="187"/>
                    <a:pt x="181" y="187"/>
                    <a:pt x="181" y="187"/>
                  </a:cubicBezTo>
                  <a:cubicBezTo>
                    <a:pt x="182" y="187"/>
                    <a:pt x="182" y="187"/>
                    <a:pt x="183" y="187"/>
                  </a:cubicBezTo>
                  <a:cubicBezTo>
                    <a:pt x="183" y="187"/>
                    <a:pt x="184" y="187"/>
                    <a:pt x="184" y="187"/>
                  </a:cubicBezTo>
                  <a:cubicBezTo>
                    <a:pt x="185" y="187"/>
                    <a:pt x="185" y="187"/>
                    <a:pt x="186" y="187"/>
                  </a:cubicBezTo>
                  <a:cubicBezTo>
                    <a:pt x="187" y="187"/>
                    <a:pt x="187" y="187"/>
                    <a:pt x="188" y="187"/>
                  </a:cubicBezTo>
                  <a:cubicBezTo>
                    <a:pt x="188" y="187"/>
                    <a:pt x="189" y="187"/>
                    <a:pt x="189" y="187"/>
                  </a:cubicBezTo>
                  <a:cubicBezTo>
                    <a:pt x="190" y="187"/>
                    <a:pt x="190" y="187"/>
                    <a:pt x="191" y="187"/>
                  </a:cubicBezTo>
                  <a:cubicBezTo>
                    <a:pt x="191" y="187"/>
                    <a:pt x="192" y="187"/>
                    <a:pt x="192" y="187"/>
                  </a:cubicBezTo>
                  <a:cubicBezTo>
                    <a:pt x="193" y="187"/>
                    <a:pt x="193" y="187"/>
                    <a:pt x="194" y="187"/>
                  </a:cubicBezTo>
                  <a:cubicBezTo>
                    <a:pt x="194" y="186"/>
                    <a:pt x="194" y="186"/>
                    <a:pt x="194" y="185"/>
                  </a:cubicBezTo>
                  <a:cubicBezTo>
                    <a:pt x="194" y="185"/>
                    <a:pt x="195" y="185"/>
                    <a:pt x="195" y="185"/>
                  </a:cubicBezTo>
                  <a:cubicBezTo>
                    <a:pt x="195" y="186"/>
                    <a:pt x="195" y="186"/>
                    <a:pt x="195" y="187"/>
                  </a:cubicBezTo>
                  <a:cubicBezTo>
                    <a:pt x="196" y="187"/>
                    <a:pt x="196" y="187"/>
                    <a:pt x="197" y="187"/>
                  </a:cubicBezTo>
                  <a:cubicBezTo>
                    <a:pt x="197" y="188"/>
                    <a:pt x="197" y="188"/>
                    <a:pt x="197" y="189"/>
                  </a:cubicBezTo>
                  <a:cubicBezTo>
                    <a:pt x="197" y="189"/>
                    <a:pt x="198" y="189"/>
                    <a:pt x="198" y="189"/>
                  </a:cubicBezTo>
                  <a:cubicBezTo>
                    <a:pt x="199" y="189"/>
                    <a:pt x="200" y="189"/>
                    <a:pt x="200" y="189"/>
                  </a:cubicBezTo>
                  <a:cubicBezTo>
                    <a:pt x="200" y="189"/>
                    <a:pt x="200" y="190"/>
                    <a:pt x="200" y="190"/>
                  </a:cubicBezTo>
                  <a:cubicBezTo>
                    <a:pt x="201" y="190"/>
                    <a:pt x="201" y="190"/>
                    <a:pt x="202" y="190"/>
                  </a:cubicBezTo>
                  <a:cubicBezTo>
                    <a:pt x="202" y="191"/>
                    <a:pt x="202" y="191"/>
                    <a:pt x="202" y="192"/>
                  </a:cubicBezTo>
                  <a:cubicBezTo>
                    <a:pt x="202" y="192"/>
                    <a:pt x="203" y="192"/>
                    <a:pt x="203" y="192"/>
                  </a:cubicBezTo>
                  <a:cubicBezTo>
                    <a:pt x="204" y="192"/>
                    <a:pt x="204" y="192"/>
                    <a:pt x="205" y="192"/>
                  </a:cubicBezTo>
                  <a:cubicBezTo>
                    <a:pt x="205" y="192"/>
                    <a:pt x="205" y="193"/>
                    <a:pt x="205" y="193"/>
                  </a:cubicBezTo>
                  <a:cubicBezTo>
                    <a:pt x="205" y="194"/>
                    <a:pt x="205" y="194"/>
                    <a:pt x="205" y="195"/>
                  </a:cubicBezTo>
                  <a:cubicBezTo>
                    <a:pt x="205" y="196"/>
                    <a:pt x="205" y="196"/>
                    <a:pt x="205" y="197"/>
                  </a:cubicBezTo>
                  <a:cubicBezTo>
                    <a:pt x="205" y="197"/>
                    <a:pt x="206" y="197"/>
                    <a:pt x="206" y="197"/>
                  </a:cubicBezTo>
                  <a:cubicBezTo>
                    <a:pt x="206" y="197"/>
                    <a:pt x="206" y="198"/>
                    <a:pt x="206" y="198"/>
                  </a:cubicBezTo>
                  <a:cubicBezTo>
                    <a:pt x="207" y="198"/>
                    <a:pt x="207" y="198"/>
                    <a:pt x="208" y="198"/>
                  </a:cubicBezTo>
                  <a:cubicBezTo>
                    <a:pt x="208" y="198"/>
                    <a:pt x="209" y="198"/>
                    <a:pt x="209" y="198"/>
                  </a:cubicBezTo>
                  <a:cubicBezTo>
                    <a:pt x="210" y="198"/>
                    <a:pt x="211" y="198"/>
                    <a:pt x="211" y="198"/>
                  </a:cubicBezTo>
                  <a:cubicBezTo>
                    <a:pt x="211" y="198"/>
                    <a:pt x="212" y="198"/>
                    <a:pt x="213" y="198"/>
                  </a:cubicBezTo>
                  <a:cubicBezTo>
                    <a:pt x="213" y="198"/>
                    <a:pt x="214" y="198"/>
                    <a:pt x="214" y="198"/>
                  </a:cubicBezTo>
                  <a:cubicBezTo>
                    <a:pt x="214" y="199"/>
                    <a:pt x="214" y="199"/>
                    <a:pt x="214" y="200"/>
                  </a:cubicBezTo>
                  <a:cubicBezTo>
                    <a:pt x="214" y="200"/>
                    <a:pt x="213" y="200"/>
                    <a:pt x="213" y="200"/>
                  </a:cubicBezTo>
                  <a:cubicBezTo>
                    <a:pt x="213" y="200"/>
                    <a:pt x="213" y="201"/>
                    <a:pt x="213" y="202"/>
                  </a:cubicBezTo>
                  <a:cubicBezTo>
                    <a:pt x="213" y="202"/>
                    <a:pt x="213" y="203"/>
                    <a:pt x="213" y="203"/>
                  </a:cubicBezTo>
                  <a:cubicBezTo>
                    <a:pt x="213" y="203"/>
                    <a:pt x="214" y="203"/>
                    <a:pt x="214" y="203"/>
                  </a:cubicBezTo>
                  <a:cubicBezTo>
                    <a:pt x="214" y="204"/>
                    <a:pt x="214" y="204"/>
                    <a:pt x="214" y="205"/>
                  </a:cubicBezTo>
                  <a:cubicBezTo>
                    <a:pt x="214" y="205"/>
                    <a:pt x="214" y="206"/>
                    <a:pt x="214" y="206"/>
                  </a:cubicBezTo>
                  <a:cubicBezTo>
                    <a:pt x="215" y="206"/>
                    <a:pt x="215" y="206"/>
                    <a:pt x="216" y="206"/>
                  </a:cubicBezTo>
                  <a:cubicBezTo>
                    <a:pt x="216" y="207"/>
                    <a:pt x="216" y="207"/>
                    <a:pt x="216" y="208"/>
                  </a:cubicBezTo>
                  <a:cubicBezTo>
                    <a:pt x="216" y="208"/>
                    <a:pt x="216" y="209"/>
                    <a:pt x="216" y="210"/>
                  </a:cubicBezTo>
                  <a:cubicBezTo>
                    <a:pt x="216" y="210"/>
                    <a:pt x="216" y="211"/>
                    <a:pt x="216" y="211"/>
                  </a:cubicBezTo>
                  <a:cubicBezTo>
                    <a:pt x="216" y="211"/>
                    <a:pt x="217" y="211"/>
                    <a:pt x="217" y="211"/>
                  </a:cubicBezTo>
                  <a:cubicBezTo>
                    <a:pt x="217" y="212"/>
                    <a:pt x="217" y="212"/>
                    <a:pt x="217" y="213"/>
                  </a:cubicBezTo>
                  <a:cubicBezTo>
                    <a:pt x="217" y="213"/>
                    <a:pt x="217" y="214"/>
                    <a:pt x="217" y="214"/>
                  </a:cubicBezTo>
                  <a:cubicBezTo>
                    <a:pt x="218" y="214"/>
                    <a:pt x="218" y="214"/>
                    <a:pt x="219" y="214"/>
                  </a:cubicBezTo>
                  <a:cubicBezTo>
                    <a:pt x="219" y="215"/>
                    <a:pt x="219" y="216"/>
                    <a:pt x="219" y="216"/>
                  </a:cubicBezTo>
                  <a:cubicBezTo>
                    <a:pt x="219" y="216"/>
                    <a:pt x="220" y="216"/>
                    <a:pt x="220" y="216"/>
                  </a:cubicBezTo>
                  <a:cubicBezTo>
                    <a:pt x="220" y="217"/>
                    <a:pt x="220" y="217"/>
                    <a:pt x="220" y="218"/>
                  </a:cubicBezTo>
                  <a:cubicBezTo>
                    <a:pt x="220" y="218"/>
                    <a:pt x="220" y="219"/>
                    <a:pt x="220" y="219"/>
                  </a:cubicBezTo>
                  <a:cubicBezTo>
                    <a:pt x="220" y="220"/>
                    <a:pt x="220" y="220"/>
                    <a:pt x="220" y="221"/>
                  </a:cubicBezTo>
                  <a:cubicBezTo>
                    <a:pt x="221" y="221"/>
                    <a:pt x="221" y="221"/>
                    <a:pt x="222" y="221"/>
                  </a:cubicBezTo>
                  <a:cubicBezTo>
                    <a:pt x="222" y="221"/>
                    <a:pt x="222" y="222"/>
                    <a:pt x="222" y="222"/>
                  </a:cubicBezTo>
                  <a:cubicBezTo>
                    <a:pt x="222" y="223"/>
                    <a:pt x="222" y="224"/>
                    <a:pt x="222" y="224"/>
                  </a:cubicBezTo>
                  <a:cubicBezTo>
                    <a:pt x="222" y="224"/>
                    <a:pt x="223" y="224"/>
                    <a:pt x="224" y="224"/>
                  </a:cubicBezTo>
                  <a:cubicBezTo>
                    <a:pt x="224" y="225"/>
                    <a:pt x="224" y="225"/>
                    <a:pt x="224" y="226"/>
                  </a:cubicBezTo>
                  <a:cubicBezTo>
                    <a:pt x="224" y="226"/>
                    <a:pt x="224" y="227"/>
                    <a:pt x="224" y="227"/>
                  </a:cubicBezTo>
                  <a:cubicBezTo>
                    <a:pt x="224" y="227"/>
                    <a:pt x="225" y="227"/>
                    <a:pt x="225" y="227"/>
                  </a:cubicBezTo>
                  <a:cubicBezTo>
                    <a:pt x="225" y="228"/>
                    <a:pt x="225" y="228"/>
                    <a:pt x="225" y="229"/>
                  </a:cubicBezTo>
                  <a:cubicBezTo>
                    <a:pt x="225" y="229"/>
                    <a:pt x="225" y="230"/>
                    <a:pt x="225" y="231"/>
                  </a:cubicBezTo>
                  <a:cubicBezTo>
                    <a:pt x="226" y="231"/>
                    <a:pt x="226" y="231"/>
                    <a:pt x="227" y="231"/>
                  </a:cubicBezTo>
                  <a:cubicBezTo>
                    <a:pt x="227" y="231"/>
                    <a:pt x="227" y="232"/>
                    <a:pt x="227" y="232"/>
                  </a:cubicBezTo>
                  <a:cubicBezTo>
                    <a:pt x="227" y="233"/>
                    <a:pt x="227" y="233"/>
                    <a:pt x="227" y="234"/>
                  </a:cubicBezTo>
                  <a:cubicBezTo>
                    <a:pt x="227" y="234"/>
                    <a:pt x="228" y="234"/>
                    <a:pt x="228" y="234"/>
                  </a:cubicBezTo>
                  <a:cubicBezTo>
                    <a:pt x="229" y="234"/>
                    <a:pt x="229" y="234"/>
                    <a:pt x="230" y="234"/>
                  </a:cubicBezTo>
                  <a:cubicBezTo>
                    <a:pt x="230" y="233"/>
                    <a:pt x="230" y="233"/>
                    <a:pt x="230" y="232"/>
                  </a:cubicBezTo>
                  <a:cubicBezTo>
                    <a:pt x="230" y="232"/>
                    <a:pt x="230" y="231"/>
                    <a:pt x="230" y="231"/>
                  </a:cubicBezTo>
                  <a:cubicBezTo>
                    <a:pt x="230" y="231"/>
                    <a:pt x="231" y="231"/>
                    <a:pt x="231" y="231"/>
                  </a:cubicBezTo>
                  <a:cubicBezTo>
                    <a:pt x="231" y="230"/>
                    <a:pt x="231" y="229"/>
                    <a:pt x="231" y="229"/>
                  </a:cubicBezTo>
                  <a:cubicBezTo>
                    <a:pt x="232" y="229"/>
                    <a:pt x="232" y="229"/>
                    <a:pt x="233" y="229"/>
                  </a:cubicBezTo>
                  <a:cubicBezTo>
                    <a:pt x="233" y="229"/>
                    <a:pt x="233" y="230"/>
                    <a:pt x="233" y="231"/>
                  </a:cubicBezTo>
                  <a:cubicBezTo>
                    <a:pt x="233" y="231"/>
                    <a:pt x="233" y="232"/>
                    <a:pt x="233" y="232"/>
                  </a:cubicBezTo>
                  <a:cubicBezTo>
                    <a:pt x="233" y="233"/>
                    <a:pt x="233" y="233"/>
                    <a:pt x="233" y="234"/>
                  </a:cubicBezTo>
                  <a:cubicBezTo>
                    <a:pt x="233" y="234"/>
                    <a:pt x="233" y="235"/>
                    <a:pt x="233" y="235"/>
                  </a:cubicBezTo>
                  <a:cubicBezTo>
                    <a:pt x="233" y="236"/>
                    <a:pt x="233" y="236"/>
                    <a:pt x="233" y="237"/>
                  </a:cubicBezTo>
                  <a:cubicBezTo>
                    <a:pt x="233" y="237"/>
                    <a:pt x="234" y="237"/>
                    <a:pt x="234" y="237"/>
                  </a:cubicBezTo>
                  <a:cubicBezTo>
                    <a:pt x="234" y="237"/>
                    <a:pt x="234" y="238"/>
                    <a:pt x="234" y="239"/>
                  </a:cubicBezTo>
                  <a:cubicBezTo>
                    <a:pt x="235" y="239"/>
                    <a:pt x="235" y="239"/>
                    <a:pt x="236" y="239"/>
                  </a:cubicBezTo>
                  <a:cubicBezTo>
                    <a:pt x="237" y="239"/>
                    <a:pt x="237" y="239"/>
                    <a:pt x="238" y="239"/>
                  </a:cubicBezTo>
                  <a:cubicBezTo>
                    <a:pt x="238" y="238"/>
                    <a:pt x="238" y="237"/>
                    <a:pt x="238" y="237"/>
                  </a:cubicBezTo>
                  <a:cubicBezTo>
                    <a:pt x="238" y="237"/>
                    <a:pt x="239" y="237"/>
                    <a:pt x="239" y="237"/>
                  </a:cubicBezTo>
                  <a:cubicBezTo>
                    <a:pt x="239" y="236"/>
                    <a:pt x="239" y="236"/>
                    <a:pt x="239" y="235"/>
                  </a:cubicBezTo>
                  <a:cubicBezTo>
                    <a:pt x="239" y="235"/>
                    <a:pt x="239" y="234"/>
                    <a:pt x="239" y="234"/>
                  </a:cubicBezTo>
                  <a:cubicBezTo>
                    <a:pt x="239" y="233"/>
                    <a:pt x="239" y="233"/>
                    <a:pt x="239" y="232"/>
                  </a:cubicBezTo>
                  <a:cubicBezTo>
                    <a:pt x="239" y="232"/>
                    <a:pt x="239" y="231"/>
                    <a:pt x="239" y="231"/>
                  </a:cubicBezTo>
                  <a:cubicBezTo>
                    <a:pt x="239" y="231"/>
                    <a:pt x="238" y="231"/>
                    <a:pt x="238" y="231"/>
                  </a:cubicBezTo>
                  <a:cubicBezTo>
                    <a:pt x="238" y="230"/>
                    <a:pt x="238" y="229"/>
                    <a:pt x="238" y="229"/>
                  </a:cubicBezTo>
                  <a:cubicBezTo>
                    <a:pt x="237" y="229"/>
                    <a:pt x="237" y="229"/>
                    <a:pt x="236" y="229"/>
                  </a:cubicBezTo>
                  <a:cubicBezTo>
                    <a:pt x="236" y="228"/>
                    <a:pt x="236" y="228"/>
                    <a:pt x="236" y="227"/>
                  </a:cubicBezTo>
                  <a:cubicBezTo>
                    <a:pt x="235" y="227"/>
                    <a:pt x="235" y="227"/>
                    <a:pt x="234" y="227"/>
                  </a:cubicBezTo>
                  <a:cubicBezTo>
                    <a:pt x="234" y="227"/>
                    <a:pt x="234" y="226"/>
                    <a:pt x="234" y="226"/>
                  </a:cubicBezTo>
                  <a:cubicBezTo>
                    <a:pt x="234" y="225"/>
                    <a:pt x="234" y="225"/>
                    <a:pt x="234" y="224"/>
                  </a:cubicBezTo>
                  <a:cubicBezTo>
                    <a:pt x="234" y="224"/>
                    <a:pt x="234" y="223"/>
                    <a:pt x="234" y="222"/>
                  </a:cubicBezTo>
                  <a:cubicBezTo>
                    <a:pt x="234" y="222"/>
                    <a:pt x="234" y="221"/>
                    <a:pt x="234" y="221"/>
                  </a:cubicBezTo>
                  <a:cubicBezTo>
                    <a:pt x="234" y="220"/>
                    <a:pt x="234" y="220"/>
                    <a:pt x="234" y="219"/>
                  </a:cubicBezTo>
                  <a:cubicBezTo>
                    <a:pt x="234" y="219"/>
                    <a:pt x="234" y="218"/>
                    <a:pt x="234" y="218"/>
                  </a:cubicBezTo>
                  <a:cubicBezTo>
                    <a:pt x="234" y="217"/>
                    <a:pt x="234" y="217"/>
                    <a:pt x="234" y="216"/>
                  </a:cubicBezTo>
                  <a:cubicBezTo>
                    <a:pt x="234" y="216"/>
                    <a:pt x="234" y="215"/>
                    <a:pt x="234" y="214"/>
                  </a:cubicBezTo>
                  <a:cubicBezTo>
                    <a:pt x="234" y="214"/>
                    <a:pt x="234" y="213"/>
                    <a:pt x="234" y="213"/>
                  </a:cubicBezTo>
                  <a:cubicBezTo>
                    <a:pt x="234" y="212"/>
                    <a:pt x="234" y="212"/>
                    <a:pt x="234" y="211"/>
                  </a:cubicBezTo>
                  <a:cubicBezTo>
                    <a:pt x="235" y="211"/>
                    <a:pt x="235" y="211"/>
                    <a:pt x="236" y="211"/>
                  </a:cubicBezTo>
                  <a:cubicBezTo>
                    <a:pt x="236" y="211"/>
                    <a:pt x="236" y="210"/>
                    <a:pt x="236" y="210"/>
                  </a:cubicBezTo>
                  <a:cubicBezTo>
                    <a:pt x="237" y="210"/>
                    <a:pt x="237" y="210"/>
                    <a:pt x="238" y="210"/>
                  </a:cubicBezTo>
                  <a:cubicBezTo>
                    <a:pt x="238" y="209"/>
                    <a:pt x="238" y="208"/>
                    <a:pt x="238" y="208"/>
                  </a:cubicBezTo>
                  <a:cubicBezTo>
                    <a:pt x="238" y="208"/>
                    <a:pt x="239" y="208"/>
                    <a:pt x="239" y="208"/>
                  </a:cubicBezTo>
                  <a:cubicBezTo>
                    <a:pt x="239" y="207"/>
                    <a:pt x="239" y="207"/>
                    <a:pt x="239" y="206"/>
                  </a:cubicBezTo>
                  <a:cubicBezTo>
                    <a:pt x="240" y="206"/>
                    <a:pt x="240" y="206"/>
                    <a:pt x="241" y="206"/>
                  </a:cubicBezTo>
                  <a:cubicBezTo>
                    <a:pt x="241" y="206"/>
                    <a:pt x="241" y="205"/>
                    <a:pt x="241" y="205"/>
                  </a:cubicBezTo>
                  <a:cubicBezTo>
                    <a:pt x="241" y="204"/>
                    <a:pt x="241" y="204"/>
                    <a:pt x="241" y="203"/>
                  </a:cubicBezTo>
                  <a:cubicBezTo>
                    <a:pt x="241" y="203"/>
                    <a:pt x="242" y="203"/>
                    <a:pt x="242" y="203"/>
                  </a:cubicBezTo>
                  <a:cubicBezTo>
                    <a:pt x="242" y="203"/>
                    <a:pt x="242" y="202"/>
                    <a:pt x="242" y="202"/>
                  </a:cubicBezTo>
                  <a:cubicBezTo>
                    <a:pt x="243" y="202"/>
                    <a:pt x="243" y="202"/>
                    <a:pt x="244" y="202"/>
                  </a:cubicBezTo>
                  <a:cubicBezTo>
                    <a:pt x="244" y="202"/>
                    <a:pt x="245" y="202"/>
                    <a:pt x="245" y="202"/>
                  </a:cubicBezTo>
                  <a:cubicBezTo>
                    <a:pt x="245" y="201"/>
                    <a:pt x="245" y="200"/>
                    <a:pt x="245" y="200"/>
                  </a:cubicBezTo>
                  <a:cubicBezTo>
                    <a:pt x="245" y="199"/>
                    <a:pt x="245" y="199"/>
                    <a:pt x="245" y="198"/>
                  </a:cubicBezTo>
                  <a:cubicBezTo>
                    <a:pt x="246" y="198"/>
                    <a:pt x="246" y="198"/>
                    <a:pt x="247" y="198"/>
                  </a:cubicBezTo>
                  <a:cubicBezTo>
                    <a:pt x="247" y="198"/>
                    <a:pt x="247" y="197"/>
                    <a:pt x="247" y="197"/>
                  </a:cubicBezTo>
                  <a:cubicBezTo>
                    <a:pt x="248" y="197"/>
                    <a:pt x="248" y="197"/>
                    <a:pt x="249" y="197"/>
                  </a:cubicBezTo>
                  <a:cubicBezTo>
                    <a:pt x="249" y="196"/>
                    <a:pt x="249" y="196"/>
                    <a:pt x="249" y="195"/>
                  </a:cubicBezTo>
                  <a:cubicBezTo>
                    <a:pt x="249" y="194"/>
                    <a:pt x="249" y="194"/>
                    <a:pt x="249" y="193"/>
                  </a:cubicBezTo>
                  <a:cubicBezTo>
                    <a:pt x="249" y="193"/>
                    <a:pt x="250" y="193"/>
                    <a:pt x="250" y="193"/>
                  </a:cubicBezTo>
                  <a:cubicBezTo>
                    <a:pt x="251" y="193"/>
                    <a:pt x="251" y="193"/>
                    <a:pt x="252" y="193"/>
                  </a:cubicBezTo>
                  <a:cubicBezTo>
                    <a:pt x="252" y="193"/>
                    <a:pt x="253" y="193"/>
                    <a:pt x="253" y="193"/>
                  </a:cubicBezTo>
                  <a:cubicBezTo>
                    <a:pt x="254" y="193"/>
                    <a:pt x="254" y="193"/>
                    <a:pt x="255" y="193"/>
                  </a:cubicBezTo>
                  <a:cubicBezTo>
                    <a:pt x="255" y="193"/>
                    <a:pt x="256" y="193"/>
                    <a:pt x="256" y="193"/>
                  </a:cubicBezTo>
                  <a:cubicBezTo>
                    <a:pt x="257" y="193"/>
                    <a:pt x="257" y="193"/>
                    <a:pt x="258" y="193"/>
                  </a:cubicBezTo>
                  <a:cubicBezTo>
                    <a:pt x="258" y="194"/>
                    <a:pt x="258" y="194"/>
                    <a:pt x="258" y="195"/>
                  </a:cubicBezTo>
                  <a:cubicBezTo>
                    <a:pt x="258" y="196"/>
                    <a:pt x="258" y="196"/>
                    <a:pt x="258" y="197"/>
                  </a:cubicBezTo>
                  <a:cubicBezTo>
                    <a:pt x="258" y="197"/>
                    <a:pt x="259" y="197"/>
                    <a:pt x="259" y="197"/>
                  </a:cubicBezTo>
                  <a:cubicBezTo>
                    <a:pt x="259" y="197"/>
                    <a:pt x="259" y="198"/>
                    <a:pt x="259" y="198"/>
                  </a:cubicBezTo>
                  <a:cubicBezTo>
                    <a:pt x="260" y="198"/>
                    <a:pt x="261" y="198"/>
                    <a:pt x="261" y="198"/>
                  </a:cubicBezTo>
                  <a:cubicBezTo>
                    <a:pt x="261" y="199"/>
                    <a:pt x="261" y="199"/>
                    <a:pt x="261" y="200"/>
                  </a:cubicBezTo>
                  <a:cubicBezTo>
                    <a:pt x="261" y="200"/>
                    <a:pt x="261" y="201"/>
                    <a:pt x="261" y="202"/>
                  </a:cubicBezTo>
                  <a:cubicBezTo>
                    <a:pt x="262" y="202"/>
                    <a:pt x="262" y="202"/>
                    <a:pt x="263" y="202"/>
                  </a:cubicBezTo>
                  <a:cubicBezTo>
                    <a:pt x="263" y="202"/>
                    <a:pt x="264" y="202"/>
                    <a:pt x="264" y="202"/>
                  </a:cubicBezTo>
                  <a:cubicBezTo>
                    <a:pt x="264" y="202"/>
                    <a:pt x="264" y="203"/>
                    <a:pt x="264" y="203"/>
                  </a:cubicBezTo>
                  <a:cubicBezTo>
                    <a:pt x="264" y="204"/>
                    <a:pt x="264" y="204"/>
                    <a:pt x="264" y="205"/>
                  </a:cubicBezTo>
                  <a:cubicBezTo>
                    <a:pt x="265" y="205"/>
                    <a:pt x="265" y="205"/>
                    <a:pt x="266" y="205"/>
                  </a:cubicBezTo>
                  <a:cubicBezTo>
                    <a:pt x="266" y="205"/>
                    <a:pt x="266" y="206"/>
                    <a:pt x="266" y="206"/>
                  </a:cubicBezTo>
                  <a:cubicBezTo>
                    <a:pt x="266" y="207"/>
                    <a:pt x="266" y="207"/>
                    <a:pt x="266" y="208"/>
                  </a:cubicBezTo>
                  <a:cubicBezTo>
                    <a:pt x="266" y="208"/>
                    <a:pt x="266" y="209"/>
                    <a:pt x="266" y="210"/>
                  </a:cubicBezTo>
                  <a:cubicBezTo>
                    <a:pt x="266" y="210"/>
                    <a:pt x="267" y="210"/>
                    <a:pt x="267" y="210"/>
                  </a:cubicBezTo>
                  <a:cubicBezTo>
                    <a:pt x="268" y="210"/>
                    <a:pt x="268" y="210"/>
                    <a:pt x="269" y="210"/>
                  </a:cubicBezTo>
                  <a:cubicBezTo>
                    <a:pt x="269" y="209"/>
                    <a:pt x="269" y="208"/>
                    <a:pt x="269" y="208"/>
                  </a:cubicBezTo>
                  <a:cubicBezTo>
                    <a:pt x="269" y="208"/>
                    <a:pt x="270" y="208"/>
                    <a:pt x="271" y="208"/>
                  </a:cubicBezTo>
                  <a:cubicBezTo>
                    <a:pt x="271" y="208"/>
                    <a:pt x="272" y="208"/>
                    <a:pt x="272" y="208"/>
                  </a:cubicBezTo>
                  <a:cubicBezTo>
                    <a:pt x="272" y="209"/>
                    <a:pt x="272" y="209"/>
                    <a:pt x="272" y="210"/>
                  </a:cubicBezTo>
                  <a:cubicBezTo>
                    <a:pt x="272" y="210"/>
                    <a:pt x="272" y="211"/>
                    <a:pt x="272" y="211"/>
                  </a:cubicBezTo>
                  <a:cubicBezTo>
                    <a:pt x="272" y="212"/>
                    <a:pt x="272" y="212"/>
                    <a:pt x="272" y="213"/>
                  </a:cubicBezTo>
                  <a:cubicBezTo>
                    <a:pt x="273" y="213"/>
                    <a:pt x="273" y="213"/>
                    <a:pt x="274" y="213"/>
                  </a:cubicBezTo>
                  <a:cubicBezTo>
                    <a:pt x="274" y="213"/>
                    <a:pt x="274" y="214"/>
                    <a:pt x="274" y="214"/>
                  </a:cubicBezTo>
                  <a:cubicBezTo>
                    <a:pt x="274" y="215"/>
                    <a:pt x="274" y="215"/>
                    <a:pt x="274" y="216"/>
                  </a:cubicBezTo>
                  <a:cubicBezTo>
                    <a:pt x="276" y="203"/>
                    <a:pt x="277" y="190"/>
                    <a:pt x="277" y="177"/>
                  </a:cubicBezTo>
                  <a:cubicBezTo>
                    <a:pt x="277" y="107"/>
                    <a:pt x="246" y="44"/>
                    <a:pt x="198" y="0"/>
                  </a:cubicBezTo>
                  <a:cubicBezTo>
                    <a:pt x="198" y="0"/>
                    <a:pt x="197" y="0"/>
                    <a:pt x="197" y="0"/>
                  </a:cubicBezTo>
                  <a:cubicBezTo>
                    <a:pt x="197" y="0"/>
                    <a:pt x="197" y="1"/>
                    <a:pt x="197" y="1"/>
                  </a:cubicBezTo>
                  <a:moveTo>
                    <a:pt x="119" y="129"/>
                  </a:moveTo>
                  <a:cubicBezTo>
                    <a:pt x="119" y="128"/>
                    <a:pt x="119" y="128"/>
                    <a:pt x="119" y="127"/>
                  </a:cubicBezTo>
                  <a:cubicBezTo>
                    <a:pt x="119" y="127"/>
                    <a:pt x="120" y="127"/>
                    <a:pt x="120" y="127"/>
                  </a:cubicBezTo>
                  <a:cubicBezTo>
                    <a:pt x="121" y="127"/>
                    <a:pt x="121" y="127"/>
                    <a:pt x="122" y="127"/>
                  </a:cubicBezTo>
                  <a:cubicBezTo>
                    <a:pt x="122" y="128"/>
                    <a:pt x="122" y="128"/>
                    <a:pt x="122" y="129"/>
                  </a:cubicBezTo>
                  <a:cubicBezTo>
                    <a:pt x="122" y="129"/>
                    <a:pt x="122" y="130"/>
                    <a:pt x="122" y="131"/>
                  </a:cubicBezTo>
                  <a:cubicBezTo>
                    <a:pt x="121" y="131"/>
                    <a:pt x="121" y="131"/>
                    <a:pt x="120" y="131"/>
                  </a:cubicBezTo>
                  <a:cubicBezTo>
                    <a:pt x="120" y="131"/>
                    <a:pt x="119" y="131"/>
                    <a:pt x="119" y="131"/>
                  </a:cubicBezTo>
                  <a:cubicBezTo>
                    <a:pt x="118" y="131"/>
                    <a:pt x="118" y="131"/>
                    <a:pt x="117" y="131"/>
                  </a:cubicBezTo>
                  <a:cubicBezTo>
                    <a:pt x="117" y="130"/>
                    <a:pt x="117" y="129"/>
                    <a:pt x="117" y="129"/>
                  </a:cubicBezTo>
                  <a:cubicBezTo>
                    <a:pt x="118" y="129"/>
                    <a:pt x="118" y="129"/>
                    <a:pt x="119" y="129"/>
                  </a:cubicBezTo>
                  <a:moveTo>
                    <a:pt x="106" y="60"/>
                  </a:moveTo>
                  <a:cubicBezTo>
                    <a:pt x="107" y="60"/>
                    <a:pt x="107" y="60"/>
                    <a:pt x="108" y="60"/>
                  </a:cubicBezTo>
                  <a:cubicBezTo>
                    <a:pt x="108" y="60"/>
                    <a:pt x="109" y="60"/>
                    <a:pt x="109" y="60"/>
                  </a:cubicBezTo>
                  <a:cubicBezTo>
                    <a:pt x="109" y="60"/>
                    <a:pt x="109" y="61"/>
                    <a:pt x="109" y="61"/>
                  </a:cubicBezTo>
                  <a:cubicBezTo>
                    <a:pt x="110" y="61"/>
                    <a:pt x="110" y="61"/>
                    <a:pt x="111" y="61"/>
                  </a:cubicBezTo>
                  <a:cubicBezTo>
                    <a:pt x="111" y="61"/>
                    <a:pt x="112" y="61"/>
                    <a:pt x="112" y="61"/>
                  </a:cubicBezTo>
                  <a:cubicBezTo>
                    <a:pt x="113" y="61"/>
                    <a:pt x="113" y="61"/>
                    <a:pt x="114" y="61"/>
                  </a:cubicBezTo>
                  <a:cubicBezTo>
                    <a:pt x="114" y="61"/>
                    <a:pt x="115" y="61"/>
                    <a:pt x="116" y="61"/>
                  </a:cubicBezTo>
                  <a:cubicBezTo>
                    <a:pt x="116" y="61"/>
                    <a:pt x="117" y="61"/>
                    <a:pt x="117" y="61"/>
                  </a:cubicBezTo>
                  <a:cubicBezTo>
                    <a:pt x="117" y="62"/>
                    <a:pt x="117" y="62"/>
                    <a:pt x="117" y="63"/>
                  </a:cubicBezTo>
                  <a:cubicBezTo>
                    <a:pt x="117" y="63"/>
                    <a:pt x="117" y="64"/>
                    <a:pt x="117" y="64"/>
                  </a:cubicBezTo>
                  <a:cubicBezTo>
                    <a:pt x="117" y="64"/>
                    <a:pt x="116" y="64"/>
                    <a:pt x="116" y="64"/>
                  </a:cubicBezTo>
                  <a:cubicBezTo>
                    <a:pt x="115" y="64"/>
                    <a:pt x="114" y="64"/>
                    <a:pt x="114" y="64"/>
                  </a:cubicBezTo>
                  <a:cubicBezTo>
                    <a:pt x="114" y="64"/>
                    <a:pt x="114" y="63"/>
                    <a:pt x="114" y="63"/>
                  </a:cubicBezTo>
                  <a:cubicBezTo>
                    <a:pt x="113" y="63"/>
                    <a:pt x="113" y="63"/>
                    <a:pt x="112" y="63"/>
                  </a:cubicBezTo>
                  <a:cubicBezTo>
                    <a:pt x="112" y="63"/>
                    <a:pt x="111" y="63"/>
                    <a:pt x="111" y="63"/>
                  </a:cubicBezTo>
                  <a:cubicBezTo>
                    <a:pt x="111" y="63"/>
                    <a:pt x="111" y="64"/>
                    <a:pt x="111" y="64"/>
                  </a:cubicBezTo>
                  <a:cubicBezTo>
                    <a:pt x="111" y="65"/>
                    <a:pt x="111" y="66"/>
                    <a:pt x="111" y="66"/>
                  </a:cubicBezTo>
                  <a:cubicBezTo>
                    <a:pt x="111" y="66"/>
                    <a:pt x="112" y="66"/>
                    <a:pt x="112" y="66"/>
                  </a:cubicBezTo>
                  <a:cubicBezTo>
                    <a:pt x="112" y="67"/>
                    <a:pt x="112" y="67"/>
                    <a:pt x="112" y="68"/>
                  </a:cubicBezTo>
                  <a:cubicBezTo>
                    <a:pt x="112" y="68"/>
                    <a:pt x="111" y="68"/>
                    <a:pt x="111" y="68"/>
                  </a:cubicBezTo>
                  <a:cubicBezTo>
                    <a:pt x="110" y="68"/>
                    <a:pt x="110" y="68"/>
                    <a:pt x="109" y="68"/>
                  </a:cubicBezTo>
                  <a:cubicBezTo>
                    <a:pt x="109" y="67"/>
                    <a:pt x="109" y="67"/>
                    <a:pt x="109" y="66"/>
                  </a:cubicBezTo>
                  <a:cubicBezTo>
                    <a:pt x="109" y="66"/>
                    <a:pt x="108" y="66"/>
                    <a:pt x="108" y="66"/>
                  </a:cubicBezTo>
                  <a:cubicBezTo>
                    <a:pt x="108" y="66"/>
                    <a:pt x="108" y="65"/>
                    <a:pt x="108" y="64"/>
                  </a:cubicBezTo>
                  <a:cubicBezTo>
                    <a:pt x="108" y="64"/>
                    <a:pt x="108" y="63"/>
                    <a:pt x="108" y="63"/>
                  </a:cubicBezTo>
                  <a:cubicBezTo>
                    <a:pt x="108" y="62"/>
                    <a:pt x="108" y="62"/>
                    <a:pt x="108" y="61"/>
                  </a:cubicBezTo>
                  <a:cubicBezTo>
                    <a:pt x="107" y="61"/>
                    <a:pt x="107" y="61"/>
                    <a:pt x="106" y="61"/>
                  </a:cubicBezTo>
                  <a:cubicBezTo>
                    <a:pt x="106" y="61"/>
                    <a:pt x="106" y="60"/>
                    <a:pt x="106" y="60"/>
                  </a:cubicBezTo>
                  <a:moveTo>
                    <a:pt x="103" y="142"/>
                  </a:moveTo>
                  <a:cubicBezTo>
                    <a:pt x="103" y="141"/>
                    <a:pt x="103" y="141"/>
                    <a:pt x="103" y="140"/>
                  </a:cubicBezTo>
                  <a:cubicBezTo>
                    <a:pt x="104" y="140"/>
                    <a:pt x="104" y="140"/>
                    <a:pt x="105" y="140"/>
                  </a:cubicBezTo>
                  <a:cubicBezTo>
                    <a:pt x="105" y="140"/>
                    <a:pt x="105" y="139"/>
                    <a:pt x="105" y="139"/>
                  </a:cubicBezTo>
                  <a:cubicBezTo>
                    <a:pt x="105" y="138"/>
                    <a:pt x="105" y="137"/>
                    <a:pt x="105" y="137"/>
                  </a:cubicBezTo>
                  <a:cubicBezTo>
                    <a:pt x="105" y="136"/>
                    <a:pt x="105" y="136"/>
                    <a:pt x="105" y="135"/>
                  </a:cubicBezTo>
                  <a:cubicBezTo>
                    <a:pt x="105" y="135"/>
                    <a:pt x="106" y="135"/>
                    <a:pt x="106" y="135"/>
                  </a:cubicBezTo>
                  <a:cubicBezTo>
                    <a:pt x="106" y="135"/>
                    <a:pt x="106" y="134"/>
                    <a:pt x="106" y="134"/>
                  </a:cubicBezTo>
                  <a:cubicBezTo>
                    <a:pt x="106" y="133"/>
                    <a:pt x="106" y="133"/>
                    <a:pt x="106" y="132"/>
                  </a:cubicBezTo>
                  <a:cubicBezTo>
                    <a:pt x="107" y="132"/>
                    <a:pt x="107" y="132"/>
                    <a:pt x="108" y="132"/>
                  </a:cubicBezTo>
                  <a:cubicBezTo>
                    <a:pt x="108" y="132"/>
                    <a:pt x="108" y="131"/>
                    <a:pt x="108" y="131"/>
                  </a:cubicBezTo>
                  <a:cubicBezTo>
                    <a:pt x="108" y="130"/>
                    <a:pt x="108" y="129"/>
                    <a:pt x="108" y="129"/>
                  </a:cubicBezTo>
                  <a:cubicBezTo>
                    <a:pt x="108" y="129"/>
                    <a:pt x="109" y="129"/>
                    <a:pt x="109" y="129"/>
                  </a:cubicBezTo>
                  <a:cubicBezTo>
                    <a:pt x="110" y="129"/>
                    <a:pt x="110" y="129"/>
                    <a:pt x="111" y="129"/>
                  </a:cubicBezTo>
                  <a:cubicBezTo>
                    <a:pt x="111" y="129"/>
                    <a:pt x="111" y="130"/>
                    <a:pt x="111" y="131"/>
                  </a:cubicBezTo>
                  <a:cubicBezTo>
                    <a:pt x="111" y="131"/>
                    <a:pt x="111" y="132"/>
                    <a:pt x="111" y="132"/>
                  </a:cubicBezTo>
                  <a:cubicBezTo>
                    <a:pt x="111" y="132"/>
                    <a:pt x="112" y="132"/>
                    <a:pt x="112" y="132"/>
                  </a:cubicBezTo>
                  <a:cubicBezTo>
                    <a:pt x="112" y="133"/>
                    <a:pt x="112" y="133"/>
                    <a:pt x="112" y="134"/>
                  </a:cubicBezTo>
                  <a:cubicBezTo>
                    <a:pt x="112" y="134"/>
                    <a:pt x="112" y="135"/>
                    <a:pt x="112" y="135"/>
                  </a:cubicBezTo>
                  <a:cubicBezTo>
                    <a:pt x="113" y="135"/>
                    <a:pt x="113" y="135"/>
                    <a:pt x="114" y="135"/>
                  </a:cubicBezTo>
                  <a:cubicBezTo>
                    <a:pt x="114" y="135"/>
                    <a:pt x="115" y="135"/>
                    <a:pt x="116" y="135"/>
                  </a:cubicBezTo>
                  <a:cubicBezTo>
                    <a:pt x="116" y="135"/>
                    <a:pt x="117" y="135"/>
                    <a:pt x="117" y="135"/>
                  </a:cubicBezTo>
                  <a:cubicBezTo>
                    <a:pt x="117" y="135"/>
                    <a:pt x="117" y="134"/>
                    <a:pt x="117" y="134"/>
                  </a:cubicBezTo>
                  <a:cubicBezTo>
                    <a:pt x="118" y="134"/>
                    <a:pt x="118" y="134"/>
                    <a:pt x="119" y="134"/>
                  </a:cubicBezTo>
                  <a:cubicBezTo>
                    <a:pt x="119" y="134"/>
                    <a:pt x="120" y="134"/>
                    <a:pt x="120" y="134"/>
                  </a:cubicBezTo>
                  <a:cubicBezTo>
                    <a:pt x="121" y="134"/>
                    <a:pt x="121" y="134"/>
                    <a:pt x="122" y="134"/>
                  </a:cubicBezTo>
                  <a:cubicBezTo>
                    <a:pt x="122" y="134"/>
                    <a:pt x="122" y="135"/>
                    <a:pt x="122" y="135"/>
                  </a:cubicBezTo>
                  <a:cubicBezTo>
                    <a:pt x="122" y="135"/>
                    <a:pt x="123" y="135"/>
                    <a:pt x="123" y="135"/>
                  </a:cubicBezTo>
                  <a:cubicBezTo>
                    <a:pt x="124" y="135"/>
                    <a:pt x="124" y="135"/>
                    <a:pt x="125" y="135"/>
                  </a:cubicBezTo>
                  <a:cubicBezTo>
                    <a:pt x="125" y="136"/>
                    <a:pt x="125" y="136"/>
                    <a:pt x="125" y="137"/>
                  </a:cubicBezTo>
                  <a:cubicBezTo>
                    <a:pt x="125" y="137"/>
                    <a:pt x="126" y="137"/>
                    <a:pt x="126" y="137"/>
                  </a:cubicBezTo>
                  <a:cubicBezTo>
                    <a:pt x="127" y="137"/>
                    <a:pt x="128" y="137"/>
                    <a:pt x="128" y="137"/>
                  </a:cubicBezTo>
                  <a:cubicBezTo>
                    <a:pt x="128" y="137"/>
                    <a:pt x="128" y="138"/>
                    <a:pt x="128" y="139"/>
                  </a:cubicBezTo>
                  <a:cubicBezTo>
                    <a:pt x="129" y="139"/>
                    <a:pt x="129" y="139"/>
                    <a:pt x="130" y="139"/>
                  </a:cubicBezTo>
                  <a:cubicBezTo>
                    <a:pt x="130" y="139"/>
                    <a:pt x="131" y="139"/>
                    <a:pt x="131" y="139"/>
                  </a:cubicBezTo>
                  <a:cubicBezTo>
                    <a:pt x="131" y="139"/>
                    <a:pt x="131" y="140"/>
                    <a:pt x="131" y="140"/>
                  </a:cubicBezTo>
                  <a:cubicBezTo>
                    <a:pt x="131" y="141"/>
                    <a:pt x="131" y="141"/>
                    <a:pt x="131" y="142"/>
                  </a:cubicBezTo>
                  <a:cubicBezTo>
                    <a:pt x="132" y="142"/>
                    <a:pt x="132" y="142"/>
                    <a:pt x="133" y="142"/>
                  </a:cubicBezTo>
                  <a:cubicBezTo>
                    <a:pt x="133" y="142"/>
                    <a:pt x="133" y="143"/>
                    <a:pt x="133" y="144"/>
                  </a:cubicBezTo>
                  <a:cubicBezTo>
                    <a:pt x="132" y="144"/>
                    <a:pt x="132" y="144"/>
                    <a:pt x="131" y="144"/>
                  </a:cubicBezTo>
                  <a:cubicBezTo>
                    <a:pt x="131" y="144"/>
                    <a:pt x="130" y="144"/>
                    <a:pt x="130" y="144"/>
                  </a:cubicBezTo>
                  <a:cubicBezTo>
                    <a:pt x="129" y="144"/>
                    <a:pt x="129" y="144"/>
                    <a:pt x="128" y="144"/>
                  </a:cubicBezTo>
                  <a:cubicBezTo>
                    <a:pt x="128" y="144"/>
                    <a:pt x="127" y="144"/>
                    <a:pt x="126" y="144"/>
                  </a:cubicBezTo>
                  <a:cubicBezTo>
                    <a:pt x="126" y="144"/>
                    <a:pt x="125" y="144"/>
                    <a:pt x="125" y="144"/>
                  </a:cubicBezTo>
                  <a:cubicBezTo>
                    <a:pt x="124" y="144"/>
                    <a:pt x="124" y="144"/>
                    <a:pt x="123" y="144"/>
                  </a:cubicBezTo>
                  <a:cubicBezTo>
                    <a:pt x="123" y="144"/>
                    <a:pt x="122" y="144"/>
                    <a:pt x="122" y="144"/>
                  </a:cubicBezTo>
                  <a:cubicBezTo>
                    <a:pt x="122" y="143"/>
                    <a:pt x="122" y="142"/>
                    <a:pt x="122" y="142"/>
                  </a:cubicBezTo>
                  <a:cubicBezTo>
                    <a:pt x="121" y="142"/>
                    <a:pt x="121" y="142"/>
                    <a:pt x="120" y="142"/>
                  </a:cubicBezTo>
                  <a:cubicBezTo>
                    <a:pt x="120" y="142"/>
                    <a:pt x="119" y="142"/>
                    <a:pt x="119" y="142"/>
                  </a:cubicBezTo>
                  <a:cubicBezTo>
                    <a:pt x="118" y="142"/>
                    <a:pt x="118" y="142"/>
                    <a:pt x="117" y="142"/>
                  </a:cubicBezTo>
                  <a:cubicBezTo>
                    <a:pt x="117" y="142"/>
                    <a:pt x="116" y="142"/>
                    <a:pt x="116" y="142"/>
                  </a:cubicBezTo>
                  <a:cubicBezTo>
                    <a:pt x="115" y="142"/>
                    <a:pt x="114" y="142"/>
                    <a:pt x="114" y="142"/>
                  </a:cubicBezTo>
                  <a:cubicBezTo>
                    <a:pt x="114" y="142"/>
                    <a:pt x="114" y="143"/>
                    <a:pt x="114" y="144"/>
                  </a:cubicBezTo>
                  <a:cubicBezTo>
                    <a:pt x="113" y="144"/>
                    <a:pt x="113" y="144"/>
                    <a:pt x="112" y="144"/>
                  </a:cubicBezTo>
                  <a:cubicBezTo>
                    <a:pt x="112" y="144"/>
                    <a:pt x="111" y="144"/>
                    <a:pt x="111" y="144"/>
                  </a:cubicBezTo>
                  <a:cubicBezTo>
                    <a:pt x="110" y="144"/>
                    <a:pt x="110" y="144"/>
                    <a:pt x="109" y="144"/>
                  </a:cubicBezTo>
                  <a:cubicBezTo>
                    <a:pt x="109" y="144"/>
                    <a:pt x="109" y="145"/>
                    <a:pt x="109" y="145"/>
                  </a:cubicBezTo>
                  <a:cubicBezTo>
                    <a:pt x="109" y="145"/>
                    <a:pt x="108" y="145"/>
                    <a:pt x="108" y="145"/>
                  </a:cubicBezTo>
                  <a:cubicBezTo>
                    <a:pt x="107" y="145"/>
                    <a:pt x="107" y="145"/>
                    <a:pt x="106" y="145"/>
                  </a:cubicBezTo>
                  <a:cubicBezTo>
                    <a:pt x="106" y="145"/>
                    <a:pt x="105" y="145"/>
                    <a:pt x="105" y="145"/>
                  </a:cubicBezTo>
                  <a:cubicBezTo>
                    <a:pt x="105" y="145"/>
                    <a:pt x="105" y="144"/>
                    <a:pt x="105" y="144"/>
                  </a:cubicBezTo>
                  <a:cubicBezTo>
                    <a:pt x="104" y="144"/>
                    <a:pt x="104" y="144"/>
                    <a:pt x="103" y="144"/>
                  </a:cubicBezTo>
                  <a:cubicBezTo>
                    <a:pt x="103" y="143"/>
                    <a:pt x="103" y="142"/>
                    <a:pt x="103" y="142"/>
                  </a:cubicBezTo>
                  <a:moveTo>
                    <a:pt x="90" y="84"/>
                  </a:moveTo>
                  <a:cubicBezTo>
                    <a:pt x="91" y="84"/>
                    <a:pt x="92" y="84"/>
                    <a:pt x="92" y="84"/>
                  </a:cubicBezTo>
                  <a:cubicBezTo>
                    <a:pt x="93" y="84"/>
                    <a:pt x="93" y="84"/>
                    <a:pt x="94" y="84"/>
                  </a:cubicBezTo>
                  <a:cubicBezTo>
                    <a:pt x="94" y="84"/>
                    <a:pt x="95" y="84"/>
                    <a:pt x="95" y="84"/>
                  </a:cubicBezTo>
                  <a:cubicBezTo>
                    <a:pt x="95" y="83"/>
                    <a:pt x="95" y="83"/>
                    <a:pt x="95" y="82"/>
                  </a:cubicBezTo>
                  <a:cubicBezTo>
                    <a:pt x="96" y="82"/>
                    <a:pt x="96" y="82"/>
                    <a:pt x="97" y="82"/>
                  </a:cubicBezTo>
                  <a:cubicBezTo>
                    <a:pt x="97" y="83"/>
                    <a:pt x="97" y="83"/>
                    <a:pt x="97" y="84"/>
                  </a:cubicBezTo>
                  <a:cubicBezTo>
                    <a:pt x="97" y="84"/>
                    <a:pt x="98" y="84"/>
                    <a:pt x="98" y="84"/>
                  </a:cubicBezTo>
                  <a:cubicBezTo>
                    <a:pt x="98" y="84"/>
                    <a:pt x="98" y="85"/>
                    <a:pt x="98" y="85"/>
                  </a:cubicBezTo>
                  <a:cubicBezTo>
                    <a:pt x="98" y="85"/>
                    <a:pt x="97" y="85"/>
                    <a:pt x="97" y="85"/>
                  </a:cubicBezTo>
                  <a:cubicBezTo>
                    <a:pt x="96" y="85"/>
                    <a:pt x="96" y="85"/>
                    <a:pt x="95" y="85"/>
                  </a:cubicBezTo>
                  <a:cubicBezTo>
                    <a:pt x="95" y="85"/>
                    <a:pt x="94" y="85"/>
                    <a:pt x="94" y="85"/>
                  </a:cubicBezTo>
                  <a:cubicBezTo>
                    <a:pt x="93" y="85"/>
                    <a:pt x="93" y="85"/>
                    <a:pt x="92" y="85"/>
                  </a:cubicBezTo>
                  <a:cubicBezTo>
                    <a:pt x="92" y="85"/>
                    <a:pt x="91" y="85"/>
                    <a:pt x="90" y="85"/>
                  </a:cubicBezTo>
                  <a:cubicBezTo>
                    <a:pt x="90" y="85"/>
                    <a:pt x="90" y="84"/>
                    <a:pt x="90" y="84"/>
                  </a:cubicBezTo>
                  <a:moveTo>
                    <a:pt x="90" y="92"/>
                  </a:moveTo>
                  <a:cubicBezTo>
                    <a:pt x="90" y="92"/>
                    <a:pt x="90" y="93"/>
                    <a:pt x="90" y="93"/>
                  </a:cubicBezTo>
                  <a:cubicBezTo>
                    <a:pt x="90" y="94"/>
                    <a:pt x="90" y="95"/>
                    <a:pt x="90" y="95"/>
                  </a:cubicBezTo>
                  <a:cubicBezTo>
                    <a:pt x="90" y="95"/>
                    <a:pt x="89" y="95"/>
                    <a:pt x="89" y="95"/>
                  </a:cubicBezTo>
                  <a:cubicBezTo>
                    <a:pt x="89" y="95"/>
                    <a:pt x="89" y="94"/>
                    <a:pt x="89" y="93"/>
                  </a:cubicBezTo>
                  <a:cubicBezTo>
                    <a:pt x="88" y="93"/>
                    <a:pt x="88" y="93"/>
                    <a:pt x="87" y="93"/>
                  </a:cubicBezTo>
                  <a:cubicBezTo>
                    <a:pt x="87" y="93"/>
                    <a:pt x="87" y="92"/>
                    <a:pt x="87" y="92"/>
                  </a:cubicBezTo>
                  <a:cubicBezTo>
                    <a:pt x="88" y="92"/>
                    <a:pt x="88" y="92"/>
                    <a:pt x="89" y="92"/>
                  </a:cubicBezTo>
                  <a:cubicBezTo>
                    <a:pt x="89" y="92"/>
                    <a:pt x="90" y="92"/>
                    <a:pt x="90" y="92"/>
                  </a:cubicBezTo>
                  <a:moveTo>
                    <a:pt x="70" y="105"/>
                  </a:moveTo>
                  <a:cubicBezTo>
                    <a:pt x="70" y="104"/>
                    <a:pt x="70" y="104"/>
                    <a:pt x="70" y="103"/>
                  </a:cubicBezTo>
                  <a:cubicBezTo>
                    <a:pt x="71" y="103"/>
                    <a:pt x="71" y="103"/>
                    <a:pt x="72" y="103"/>
                  </a:cubicBezTo>
                  <a:cubicBezTo>
                    <a:pt x="72" y="103"/>
                    <a:pt x="72" y="102"/>
                    <a:pt x="72" y="102"/>
                  </a:cubicBezTo>
                  <a:cubicBezTo>
                    <a:pt x="72" y="101"/>
                    <a:pt x="72" y="100"/>
                    <a:pt x="72" y="100"/>
                  </a:cubicBezTo>
                  <a:cubicBezTo>
                    <a:pt x="72" y="100"/>
                    <a:pt x="73" y="100"/>
                    <a:pt x="73" y="100"/>
                  </a:cubicBezTo>
                  <a:cubicBezTo>
                    <a:pt x="74" y="100"/>
                    <a:pt x="74" y="100"/>
                    <a:pt x="75" y="100"/>
                  </a:cubicBezTo>
                  <a:cubicBezTo>
                    <a:pt x="75" y="99"/>
                    <a:pt x="75" y="99"/>
                    <a:pt x="75" y="98"/>
                  </a:cubicBezTo>
                  <a:cubicBezTo>
                    <a:pt x="75" y="98"/>
                    <a:pt x="76" y="98"/>
                    <a:pt x="76" y="98"/>
                  </a:cubicBezTo>
                  <a:cubicBezTo>
                    <a:pt x="76" y="98"/>
                    <a:pt x="76" y="97"/>
                    <a:pt x="76" y="97"/>
                  </a:cubicBezTo>
                  <a:cubicBezTo>
                    <a:pt x="77" y="97"/>
                    <a:pt x="77" y="97"/>
                    <a:pt x="78" y="97"/>
                  </a:cubicBezTo>
                  <a:cubicBezTo>
                    <a:pt x="79" y="97"/>
                    <a:pt x="79" y="97"/>
                    <a:pt x="80" y="97"/>
                  </a:cubicBezTo>
                  <a:cubicBezTo>
                    <a:pt x="80" y="97"/>
                    <a:pt x="81" y="97"/>
                    <a:pt x="81" y="97"/>
                  </a:cubicBezTo>
                  <a:cubicBezTo>
                    <a:pt x="81" y="96"/>
                    <a:pt x="81" y="96"/>
                    <a:pt x="81" y="95"/>
                  </a:cubicBezTo>
                  <a:cubicBezTo>
                    <a:pt x="81" y="95"/>
                    <a:pt x="81" y="94"/>
                    <a:pt x="81" y="93"/>
                  </a:cubicBezTo>
                  <a:cubicBezTo>
                    <a:pt x="81" y="93"/>
                    <a:pt x="81" y="92"/>
                    <a:pt x="81" y="92"/>
                  </a:cubicBezTo>
                  <a:cubicBezTo>
                    <a:pt x="81" y="92"/>
                    <a:pt x="80" y="92"/>
                    <a:pt x="80" y="92"/>
                  </a:cubicBezTo>
                  <a:cubicBezTo>
                    <a:pt x="80" y="92"/>
                    <a:pt x="80" y="93"/>
                    <a:pt x="80" y="93"/>
                  </a:cubicBezTo>
                  <a:cubicBezTo>
                    <a:pt x="79" y="93"/>
                    <a:pt x="79" y="93"/>
                    <a:pt x="78" y="93"/>
                  </a:cubicBezTo>
                  <a:cubicBezTo>
                    <a:pt x="78" y="94"/>
                    <a:pt x="78" y="95"/>
                    <a:pt x="78" y="95"/>
                  </a:cubicBezTo>
                  <a:cubicBezTo>
                    <a:pt x="77" y="95"/>
                    <a:pt x="77" y="95"/>
                    <a:pt x="76" y="95"/>
                  </a:cubicBezTo>
                  <a:cubicBezTo>
                    <a:pt x="76" y="95"/>
                    <a:pt x="76" y="94"/>
                    <a:pt x="76" y="93"/>
                  </a:cubicBezTo>
                  <a:cubicBezTo>
                    <a:pt x="76" y="93"/>
                    <a:pt x="76" y="92"/>
                    <a:pt x="76" y="92"/>
                  </a:cubicBezTo>
                  <a:cubicBezTo>
                    <a:pt x="76" y="91"/>
                    <a:pt x="76" y="91"/>
                    <a:pt x="76" y="90"/>
                  </a:cubicBezTo>
                  <a:cubicBezTo>
                    <a:pt x="77" y="90"/>
                    <a:pt x="77" y="90"/>
                    <a:pt x="78" y="90"/>
                  </a:cubicBezTo>
                  <a:cubicBezTo>
                    <a:pt x="78" y="90"/>
                    <a:pt x="78" y="89"/>
                    <a:pt x="78" y="89"/>
                  </a:cubicBezTo>
                  <a:cubicBezTo>
                    <a:pt x="79" y="89"/>
                    <a:pt x="79" y="89"/>
                    <a:pt x="80" y="89"/>
                  </a:cubicBezTo>
                  <a:cubicBezTo>
                    <a:pt x="80" y="88"/>
                    <a:pt x="80" y="87"/>
                    <a:pt x="80" y="87"/>
                  </a:cubicBezTo>
                  <a:cubicBezTo>
                    <a:pt x="80" y="87"/>
                    <a:pt x="81" y="87"/>
                    <a:pt x="81" y="87"/>
                  </a:cubicBezTo>
                  <a:cubicBezTo>
                    <a:pt x="81" y="86"/>
                    <a:pt x="81" y="86"/>
                    <a:pt x="81" y="85"/>
                  </a:cubicBezTo>
                  <a:cubicBezTo>
                    <a:pt x="81" y="85"/>
                    <a:pt x="81" y="84"/>
                    <a:pt x="81" y="84"/>
                  </a:cubicBezTo>
                  <a:cubicBezTo>
                    <a:pt x="81" y="84"/>
                    <a:pt x="80" y="84"/>
                    <a:pt x="80" y="84"/>
                  </a:cubicBezTo>
                  <a:cubicBezTo>
                    <a:pt x="79" y="84"/>
                    <a:pt x="79" y="84"/>
                    <a:pt x="78" y="84"/>
                  </a:cubicBezTo>
                  <a:cubicBezTo>
                    <a:pt x="78" y="83"/>
                    <a:pt x="78" y="83"/>
                    <a:pt x="78" y="82"/>
                  </a:cubicBezTo>
                  <a:cubicBezTo>
                    <a:pt x="77" y="82"/>
                    <a:pt x="77" y="82"/>
                    <a:pt x="76" y="82"/>
                  </a:cubicBezTo>
                  <a:cubicBezTo>
                    <a:pt x="76" y="82"/>
                    <a:pt x="76" y="81"/>
                    <a:pt x="76" y="81"/>
                  </a:cubicBezTo>
                  <a:cubicBezTo>
                    <a:pt x="76" y="80"/>
                    <a:pt x="76" y="79"/>
                    <a:pt x="76" y="79"/>
                  </a:cubicBezTo>
                  <a:cubicBezTo>
                    <a:pt x="76" y="78"/>
                    <a:pt x="76" y="78"/>
                    <a:pt x="76" y="77"/>
                  </a:cubicBezTo>
                  <a:cubicBezTo>
                    <a:pt x="76" y="77"/>
                    <a:pt x="76" y="76"/>
                    <a:pt x="76" y="76"/>
                  </a:cubicBezTo>
                  <a:cubicBezTo>
                    <a:pt x="77" y="76"/>
                    <a:pt x="77" y="76"/>
                    <a:pt x="78" y="76"/>
                  </a:cubicBezTo>
                  <a:cubicBezTo>
                    <a:pt x="78" y="75"/>
                    <a:pt x="78" y="75"/>
                    <a:pt x="78" y="74"/>
                  </a:cubicBezTo>
                  <a:cubicBezTo>
                    <a:pt x="79" y="74"/>
                    <a:pt x="79" y="74"/>
                    <a:pt x="80" y="74"/>
                  </a:cubicBezTo>
                  <a:cubicBezTo>
                    <a:pt x="80" y="74"/>
                    <a:pt x="81" y="74"/>
                    <a:pt x="81" y="74"/>
                  </a:cubicBezTo>
                  <a:cubicBezTo>
                    <a:pt x="81" y="74"/>
                    <a:pt x="81" y="73"/>
                    <a:pt x="81" y="72"/>
                  </a:cubicBezTo>
                  <a:cubicBezTo>
                    <a:pt x="81" y="72"/>
                    <a:pt x="81" y="71"/>
                    <a:pt x="81" y="71"/>
                  </a:cubicBezTo>
                  <a:cubicBezTo>
                    <a:pt x="82" y="71"/>
                    <a:pt x="82" y="71"/>
                    <a:pt x="83" y="71"/>
                  </a:cubicBezTo>
                  <a:cubicBezTo>
                    <a:pt x="83" y="70"/>
                    <a:pt x="83" y="70"/>
                    <a:pt x="83" y="69"/>
                  </a:cubicBezTo>
                  <a:cubicBezTo>
                    <a:pt x="83" y="69"/>
                    <a:pt x="83" y="68"/>
                    <a:pt x="83" y="68"/>
                  </a:cubicBezTo>
                  <a:cubicBezTo>
                    <a:pt x="83" y="67"/>
                    <a:pt x="83" y="67"/>
                    <a:pt x="83" y="66"/>
                  </a:cubicBezTo>
                  <a:cubicBezTo>
                    <a:pt x="83" y="66"/>
                    <a:pt x="84" y="66"/>
                    <a:pt x="84" y="66"/>
                  </a:cubicBezTo>
                  <a:cubicBezTo>
                    <a:pt x="84" y="66"/>
                    <a:pt x="84" y="65"/>
                    <a:pt x="84" y="64"/>
                  </a:cubicBezTo>
                  <a:cubicBezTo>
                    <a:pt x="85" y="64"/>
                    <a:pt x="85" y="64"/>
                    <a:pt x="86" y="64"/>
                  </a:cubicBezTo>
                  <a:cubicBezTo>
                    <a:pt x="86" y="64"/>
                    <a:pt x="87" y="64"/>
                    <a:pt x="87" y="64"/>
                  </a:cubicBezTo>
                  <a:cubicBezTo>
                    <a:pt x="87" y="65"/>
                    <a:pt x="87" y="66"/>
                    <a:pt x="87" y="66"/>
                  </a:cubicBezTo>
                  <a:cubicBezTo>
                    <a:pt x="87" y="67"/>
                    <a:pt x="87" y="67"/>
                    <a:pt x="87" y="68"/>
                  </a:cubicBezTo>
                  <a:cubicBezTo>
                    <a:pt x="87" y="68"/>
                    <a:pt x="87" y="69"/>
                    <a:pt x="87" y="69"/>
                  </a:cubicBezTo>
                  <a:cubicBezTo>
                    <a:pt x="87" y="69"/>
                    <a:pt x="86" y="69"/>
                    <a:pt x="86" y="69"/>
                  </a:cubicBezTo>
                  <a:cubicBezTo>
                    <a:pt x="86" y="70"/>
                    <a:pt x="86" y="70"/>
                    <a:pt x="86" y="71"/>
                  </a:cubicBezTo>
                  <a:cubicBezTo>
                    <a:pt x="85" y="71"/>
                    <a:pt x="85" y="71"/>
                    <a:pt x="84" y="71"/>
                  </a:cubicBezTo>
                  <a:cubicBezTo>
                    <a:pt x="84" y="71"/>
                    <a:pt x="84" y="72"/>
                    <a:pt x="84" y="72"/>
                  </a:cubicBezTo>
                  <a:cubicBezTo>
                    <a:pt x="84" y="72"/>
                    <a:pt x="83" y="72"/>
                    <a:pt x="83" y="72"/>
                  </a:cubicBezTo>
                  <a:cubicBezTo>
                    <a:pt x="83" y="73"/>
                    <a:pt x="83" y="74"/>
                    <a:pt x="83" y="74"/>
                  </a:cubicBezTo>
                  <a:cubicBezTo>
                    <a:pt x="83" y="75"/>
                    <a:pt x="83" y="75"/>
                    <a:pt x="83" y="76"/>
                  </a:cubicBezTo>
                  <a:cubicBezTo>
                    <a:pt x="83" y="76"/>
                    <a:pt x="83" y="77"/>
                    <a:pt x="83" y="77"/>
                  </a:cubicBezTo>
                  <a:cubicBezTo>
                    <a:pt x="83" y="78"/>
                    <a:pt x="83" y="78"/>
                    <a:pt x="83" y="79"/>
                  </a:cubicBezTo>
                  <a:cubicBezTo>
                    <a:pt x="83" y="79"/>
                    <a:pt x="83" y="80"/>
                    <a:pt x="83" y="81"/>
                  </a:cubicBezTo>
                  <a:cubicBezTo>
                    <a:pt x="83" y="81"/>
                    <a:pt x="83" y="82"/>
                    <a:pt x="83" y="82"/>
                  </a:cubicBezTo>
                  <a:cubicBezTo>
                    <a:pt x="83" y="83"/>
                    <a:pt x="83" y="83"/>
                    <a:pt x="83" y="84"/>
                  </a:cubicBezTo>
                  <a:cubicBezTo>
                    <a:pt x="83" y="84"/>
                    <a:pt x="84" y="84"/>
                    <a:pt x="84" y="84"/>
                  </a:cubicBezTo>
                  <a:cubicBezTo>
                    <a:pt x="84" y="84"/>
                    <a:pt x="84" y="85"/>
                    <a:pt x="84" y="85"/>
                  </a:cubicBezTo>
                  <a:cubicBezTo>
                    <a:pt x="85" y="85"/>
                    <a:pt x="85" y="85"/>
                    <a:pt x="86" y="85"/>
                  </a:cubicBezTo>
                  <a:cubicBezTo>
                    <a:pt x="86" y="85"/>
                    <a:pt x="87" y="85"/>
                    <a:pt x="87" y="85"/>
                  </a:cubicBezTo>
                  <a:cubicBezTo>
                    <a:pt x="88" y="85"/>
                    <a:pt x="88" y="85"/>
                    <a:pt x="89" y="85"/>
                  </a:cubicBezTo>
                  <a:cubicBezTo>
                    <a:pt x="89" y="86"/>
                    <a:pt x="89" y="86"/>
                    <a:pt x="89" y="87"/>
                  </a:cubicBezTo>
                  <a:cubicBezTo>
                    <a:pt x="88" y="87"/>
                    <a:pt x="88" y="87"/>
                    <a:pt x="87" y="87"/>
                  </a:cubicBezTo>
                  <a:cubicBezTo>
                    <a:pt x="87" y="87"/>
                    <a:pt x="87" y="88"/>
                    <a:pt x="87" y="89"/>
                  </a:cubicBezTo>
                  <a:cubicBezTo>
                    <a:pt x="87" y="89"/>
                    <a:pt x="86" y="89"/>
                    <a:pt x="86" y="89"/>
                  </a:cubicBezTo>
                  <a:cubicBezTo>
                    <a:pt x="86" y="89"/>
                    <a:pt x="86" y="90"/>
                    <a:pt x="86" y="90"/>
                  </a:cubicBezTo>
                  <a:cubicBezTo>
                    <a:pt x="85" y="90"/>
                    <a:pt x="85" y="90"/>
                    <a:pt x="84" y="90"/>
                  </a:cubicBezTo>
                  <a:cubicBezTo>
                    <a:pt x="84" y="91"/>
                    <a:pt x="84" y="91"/>
                    <a:pt x="84" y="92"/>
                  </a:cubicBezTo>
                  <a:cubicBezTo>
                    <a:pt x="84" y="92"/>
                    <a:pt x="84" y="93"/>
                    <a:pt x="84" y="93"/>
                  </a:cubicBezTo>
                  <a:cubicBezTo>
                    <a:pt x="84" y="94"/>
                    <a:pt x="84" y="95"/>
                    <a:pt x="84" y="95"/>
                  </a:cubicBezTo>
                  <a:cubicBezTo>
                    <a:pt x="84" y="95"/>
                    <a:pt x="83" y="95"/>
                    <a:pt x="83" y="95"/>
                  </a:cubicBezTo>
                  <a:cubicBezTo>
                    <a:pt x="83" y="96"/>
                    <a:pt x="83" y="96"/>
                    <a:pt x="83" y="97"/>
                  </a:cubicBezTo>
                  <a:cubicBezTo>
                    <a:pt x="83" y="97"/>
                    <a:pt x="83" y="98"/>
                    <a:pt x="83" y="98"/>
                  </a:cubicBezTo>
                  <a:cubicBezTo>
                    <a:pt x="83" y="99"/>
                    <a:pt x="83" y="99"/>
                    <a:pt x="83" y="100"/>
                  </a:cubicBezTo>
                  <a:cubicBezTo>
                    <a:pt x="83" y="100"/>
                    <a:pt x="84" y="100"/>
                    <a:pt x="84" y="100"/>
                  </a:cubicBezTo>
                  <a:cubicBezTo>
                    <a:pt x="84" y="100"/>
                    <a:pt x="84" y="101"/>
                    <a:pt x="84" y="102"/>
                  </a:cubicBezTo>
                  <a:cubicBezTo>
                    <a:pt x="84" y="102"/>
                    <a:pt x="83" y="102"/>
                    <a:pt x="83" y="102"/>
                  </a:cubicBezTo>
                  <a:cubicBezTo>
                    <a:pt x="83" y="102"/>
                    <a:pt x="83" y="103"/>
                    <a:pt x="83" y="103"/>
                  </a:cubicBezTo>
                  <a:cubicBezTo>
                    <a:pt x="82" y="103"/>
                    <a:pt x="81" y="103"/>
                    <a:pt x="80" y="103"/>
                  </a:cubicBezTo>
                  <a:cubicBezTo>
                    <a:pt x="79" y="103"/>
                    <a:pt x="79" y="103"/>
                    <a:pt x="78" y="103"/>
                  </a:cubicBezTo>
                  <a:cubicBezTo>
                    <a:pt x="77" y="103"/>
                    <a:pt x="77" y="103"/>
                    <a:pt x="76" y="103"/>
                  </a:cubicBezTo>
                  <a:cubicBezTo>
                    <a:pt x="76" y="103"/>
                    <a:pt x="75" y="103"/>
                    <a:pt x="75" y="103"/>
                  </a:cubicBezTo>
                  <a:cubicBezTo>
                    <a:pt x="75" y="104"/>
                    <a:pt x="75" y="104"/>
                    <a:pt x="75" y="105"/>
                  </a:cubicBezTo>
                  <a:cubicBezTo>
                    <a:pt x="74" y="105"/>
                    <a:pt x="74" y="105"/>
                    <a:pt x="73" y="105"/>
                  </a:cubicBezTo>
                  <a:cubicBezTo>
                    <a:pt x="73" y="105"/>
                    <a:pt x="72" y="105"/>
                    <a:pt x="72" y="105"/>
                  </a:cubicBezTo>
                  <a:cubicBezTo>
                    <a:pt x="72" y="105"/>
                    <a:pt x="72" y="106"/>
                    <a:pt x="72" y="106"/>
                  </a:cubicBezTo>
                  <a:cubicBezTo>
                    <a:pt x="71" y="106"/>
                    <a:pt x="71" y="106"/>
                    <a:pt x="70" y="106"/>
                  </a:cubicBezTo>
                  <a:cubicBezTo>
                    <a:pt x="70" y="106"/>
                    <a:pt x="70" y="105"/>
                    <a:pt x="70" y="105"/>
                  </a:cubicBezTo>
                  <a:moveTo>
                    <a:pt x="69" y="103"/>
                  </a:moveTo>
                  <a:cubicBezTo>
                    <a:pt x="69" y="104"/>
                    <a:pt x="69" y="104"/>
                    <a:pt x="69" y="105"/>
                  </a:cubicBezTo>
                  <a:cubicBezTo>
                    <a:pt x="68" y="105"/>
                    <a:pt x="68" y="105"/>
                    <a:pt x="67" y="105"/>
                  </a:cubicBezTo>
                  <a:cubicBezTo>
                    <a:pt x="67" y="104"/>
                    <a:pt x="67" y="104"/>
                    <a:pt x="67" y="103"/>
                  </a:cubicBezTo>
                  <a:cubicBezTo>
                    <a:pt x="68" y="103"/>
                    <a:pt x="68" y="103"/>
                    <a:pt x="69" y="103"/>
                  </a:cubicBezTo>
                  <a:moveTo>
                    <a:pt x="62" y="92"/>
                  </a:moveTo>
                  <a:cubicBezTo>
                    <a:pt x="62" y="91"/>
                    <a:pt x="62" y="91"/>
                    <a:pt x="62" y="90"/>
                  </a:cubicBezTo>
                  <a:cubicBezTo>
                    <a:pt x="63" y="90"/>
                    <a:pt x="63" y="90"/>
                    <a:pt x="64" y="90"/>
                  </a:cubicBezTo>
                  <a:cubicBezTo>
                    <a:pt x="64" y="91"/>
                    <a:pt x="64" y="91"/>
                    <a:pt x="64" y="92"/>
                  </a:cubicBezTo>
                  <a:cubicBezTo>
                    <a:pt x="64" y="92"/>
                    <a:pt x="64" y="93"/>
                    <a:pt x="64" y="93"/>
                  </a:cubicBezTo>
                  <a:cubicBezTo>
                    <a:pt x="64" y="93"/>
                    <a:pt x="65" y="93"/>
                    <a:pt x="65" y="93"/>
                  </a:cubicBezTo>
                  <a:cubicBezTo>
                    <a:pt x="65" y="94"/>
                    <a:pt x="65" y="95"/>
                    <a:pt x="65" y="95"/>
                  </a:cubicBezTo>
                  <a:cubicBezTo>
                    <a:pt x="65" y="96"/>
                    <a:pt x="65" y="96"/>
                    <a:pt x="65" y="97"/>
                  </a:cubicBezTo>
                  <a:cubicBezTo>
                    <a:pt x="66" y="97"/>
                    <a:pt x="66" y="97"/>
                    <a:pt x="67" y="97"/>
                  </a:cubicBezTo>
                  <a:cubicBezTo>
                    <a:pt x="67" y="97"/>
                    <a:pt x="67" y="98"/>
                    <a:pt x="67" y="98"/>
                  </a:cubicBezTo>
                  <a:cubicBezTo>
                    <a:pt x="67" y="99"/>
                    <a:pt x="67" y="99"/>
                    <a:pt x="67" y="100"/>
                  </a:cubicBezTo>
                  <a:cubicBezTo>
                    <a:pt x="66" y="100"/>
                    <a:pt x="66" y="100"/>
                    <a:pt x="65" y="100"/>
                  </a:cubicBezTo>
                  <a:cubicBezTo>
                    <a:pt x="65" y="99"/>
                    <a:pt x="65" y="99"/>
                    <a:pt x="65" y="98"/>
                  </a:cubicBezTo>
                  <a:cubicBezTo>
                    <a:pt x="65" y="98"/>
                    <a:pt x="64" y="98"/>
                    <a:pt x="64" y="98"/>
                  </a:cubicBezTo>
                  <a:cubicBezTo>
                    <a:pt x="64" y="98"/>
                    <a:pt x="64" y="97"/>
                    <a:pt x="64" y="97"/>
                  </a:cubicBezTo>
                  <a:cubicBezTo>
                    <a:pt x="64" y="96"/>
                    <a:pt x="64" y="96"/>
                    <a:pt x="64" y="95"/>
                  </a:cubicBezTo>
                  <a:cubicBezTo>
                    <a:pt x="64" y="95"/>
                    <a:pt x="64" y="94"/>
                    <a:pt x="64" y="93"/>
                  </a:cubicBezTo>
                  <a:cubicBezTo>
                    <a:pt x="63" y="93"/>
                    <a:pt x="63" y="93"/>
                    <a:pt x="62" y="93"/>
                  </a:cubicBezTo>
                  <a:cubicBezTo>
                    <a:pt x="62" y="93"/>
                    <a:pt x="62" y="92"/>
                    <a:pt x="62" y="92"/>
                  </a:cubicBezTo>
                  <a:moveTo>
                    <a:pt x="120" y="164"/>
                  </a:moveTo>
                  <a:cubicBezTo>
                    <a:pt x="120" y="165"/>
                    <a:pt x="120" y="165"/>
                    <a:pt x="120" y="166"/>
                  </a:cubicBezTo>
                  <a:cubicBezTo>
                    <a:pt x="120" y="167"/>
                    <a:pt x="120" y="167"/>
                    <a:pt x="120" y="168"/>
                  </a:cubicBezTo>
                  <a:cubicBezTo>
                    <a:pt x="120" y="168"/>
                    <a:pt x="120" y="169"/>
                    <a:pt x="120" y="169"/>
                  </a:cubicBezTo>
                  <a:cubicBezTo>
                    <a:pt x="120" y="170"/>
                    <a:pt x="120" y="170"/>
                    <a:pt x="120" y="171"/>
                  </a:cubicBezTo>
                  <a:cubicBezTo>
                    <a:pt x="120" y="171"/>
                    <a:pt x="119" y="171"/>
                    <a:pt x="119" y="171"/>
                  </a:cubicBezTo>
                  <a:cubicBezTo>
                    <a:pt x="119" y="171"/>
                    <a:pt x="119" y="172"/>
                    <a:pt x="119" y="173"/>
                  </a:cubicBezTo>
                  <a:cubicBezTo>
                    <a:pt x="118" y="173"/>
                    <a:pt x="118" y="173"/>
                    <a:pt x="117" y="173"/>
                  </a:cubicBezTo>
                  <a:cubicBezTo>
                    <a:pt x="117" y="173"/>
                    <a:pt x="116" y="173"/>
                    <a:pt x="116" y="173"/>
                  </a:cubicBezTo>
                  <a:cubicBezTo>
                    <a:pt x="115" y="173"/>
                    <a:pt x="114" y="173"/>
                    <a:pt x="114" y="173"/>
                  </a:cubicBezTo>
                  <a:cubicBezTo>
                    <a:pt x="114" y="172"/>
                    <a:pt x="114" y="171"/>
                    <a:pt x="114" y="171"/>
                  </a:cubicBezTo>
                  <a:cubicBezTo>
                    <a:pt x="113" y="171"/>
                    <a:pt x="113" y="171"/>
                    <a:pt x="112" y="171"/>
                  </a:cubicBezTo>
                  <a:cubicBezTo>
                    <a:pt x="112" y="171"/>
                    <a:pt x="111" y="171"/>
                    <a:pt x="111" y="171"/>
                  </a:cubicBezTo>
                  <a:cubicBezTo>
                    <a:pt x="111" y="171"/>
                    <a:pt x="111" y="172"/>
                    <a:pt x="111" y="173"/>
                  </a:cubicBezTo>
                  <a:cubicBezTo>
                    <a:pt x="110" y="173"/>
                    <a:pt x="110" y="173"/>
                    <a:pt x="109" y="173"/>
                  </a:cubicBezTo>
                  <a:cubicBezTo>
                    <a:pt x="109" y="173"/>
                    <a:pt x="108" y="173"/>
                    <a:pt x="108" y="173"/>
                  </a:cubicBezTo>
                  <a:cubicBezTo>
                    <a:pt x="107" y="173"/>
                    <a:pt x="107" y="173"/>
                    <a:pt x="106" y="173"/>
                  </a:cubicBezTo>
                  <a:cubicBezTo>
                    <a:pt x="106" y="173"/>
                    <a:pt x="105" y="173"/>
                    <a:pt x="105" y="173"/>
                  </a:cubicBezTo>
                  <a:cubicBezTo>
                    <a:pt x="104" y="173"/>
                    <a:pt x="104" y="173"/>
                    <a:pt x="103" y="173"/>
                  </a:cubicBezTo>
                  <a:cubicBezTo>
                    <a:pt x="103" y="173"/>
                    <a:pt x="102" y="173"/>
                    <a:pt x="102" y="173"/>
                  </a:cubicBezTo>
                  <a:cubicBezTo>
                    <a:pt x="101" y="173"/>
                    <a:pt x="100" y="173"/>
                    <a:pt x="100" y="173"/>
                  </a:cubicBezTo>
                  <a:cubicBezTo>
                    <a:pt x="100" y="172"/>
                    <a:pt x="100" y="171"/>
                    <a:pt x="100" y="171"/>
                  </a:cubicBezTo>
                  <a:cubicBezTo>
                    <a:pt x="99" y="171"/>
                    <a:pt x="99" y="171"/>
                    <a:pt x="98" y="171"/>
                  </a:cubicBezTo>
                  <a:cubicBezTo>
                    <a:pt x="98" y="171"/>
                    <a:pt x="97" y="171"/>
                    <a:pt x="97" y="171"/>
                  </a:cubicBezTo>
                  <a:cubicBezTo>
                    <a:pt x="96" y="171"/>
                    <a:pt x="96" y="171"/>
                    <a:pt x="95" y="171"/>
                  </a:cubicBezTo>
                  <a:cubicBezTo>
                    <a:pt x="95" y="170"/>
                    <a:pt x="95" y="170"/>
                    <a:pt x="95" y="169"/>
                  </a:cubicBezTo>
                  <a:cubicBezTo>
                    <a:pt x="95" y="169"/>
                    <a:pt x="94" y="169"/>
                    <a:pt x="94" y="169"/>
                  </a:cubicBezTo>
                  <a:cubicBezTo>
                    <a:pt x="93" y="169"/>
                    <a:pt x="93" y="169"/>
                    <a:pt x="92" y="169"/>
                  </a:cubicBezTo>
                  <a:cubicBezTo>
                    <a:pt x="92" y="169"/>
                    <a:pt x="91" y="169"/>
                    <a:pt x="90" y="169"/>
                  </a:cubicBezTo>
                  <a:cubicBezTo>
                    <a:pt x="90" y="169"/>
                    <a:pt x="89" y="169"/>
                    <a:pt x="89" y="169"/>
                  </a:cubicBezTo>
                  <a:cubicBezTo>
                    <a:pt x="88" y="169"/>
                    <a:pt x="88" y="169"/>
                    <a:pt x="87" y="169"/>
                  </a:cubicBezTo>
                  <a:cubicBezTo>
                    <a:pt x="87" y="170"/>
                    <a:pt x="87" y="170"/>
                    <a:pt x="87" y="170"/>
                  </a:cubicBezTo>
                  <a:cubicBezTo>
                    <a:pt x="87" y="171"/>
                    <a:pt x="87" y="171"/>
                    <a:pt x="87" y="171"/>
                  </a:cubicBezTo>
                  <a:cubicBezTo>
                    <a:pt x="87" y="171"/>
                    <a:pt x="87" y="172"/>
                    <a:pt x="87" y="173"/>
                  </a:cubicBezTo>
                  <a:cubicBezTo>
                    <a:pt x="87" y="173"/>
                    <a:pt x="87" y="174"/>
                    <a:pt x="87" y="174"/>
                  </a:cubicBezTo>
                  <a:cubicBezTo>
                    <a:pt x="87" y="174"/>
                    <a:pt x="86" y="174"/>
                    <a:pt x="86" y="174"/>
                  </a:cubicBezTo>
                  <a:cubicBezTo>
                    <a:pt x="86" y="175"/>
                    <a:pt x="86" y="175"/>
                    <a:pt x="86" y="176"/>
                  </a:cubicBezTo>
                  <a:cubicBezTo>
                    <a:pt x="85" y="176"/>
                    <a:pt x="85" y="176"/>
                    <a:pt x="84" y="176"/>
                  </a:cubicBezTo>
                  <a:cubicBezTo>
                    <a:pt x="84" y="175"/>
                    <a:pt x="84" y="175"/>
                    <a:pt x="84" y="174"/>
                  </a:cubicBezTo>
                  <a:cubicBezTo>
                    <a:pt x="84" y="174"/>
                    <a:pt x="83" y="174"/>
                    <a:pt x="83" y="174"/>
                  </a:cubicBezTo>
                  <a:cubicBezTo>
                    <a:pt x="82" y="174"/>
                    <a:pt x="82" y="174"/>
                    <a:pt x="81" y="174"/>
                  </a:cubicBezTo>
                  <a:cubicBezTo>
                    <a:pt x="81" y="174"/>
                    <a:pt x="80" y="174"/>
                    <a:pt x="80" y="174"/>
                  </a:cubicBezTo>
                  <a:cubicBezTo>
                    <a:pt x="79" y="174"/>
                    <a:pt x="79" y="174"/>
                    <a:pt x="78" y="174"/>
                  </a:cubicBezTo>
                  <a:cubicBezTo>
                    <a:pt x="78" y="174"/>
                    <a:pt x="78" y="173"/>
                    <a:pt x="78" y="173"/>
                  </a:cubicBezTo>
                  <a:cubicBezTo>
                    <a:pt x="78" y="172"/>
                    <a:pt x="78" y="171"/>
                    <a:pt x="78" y="171"/>
                  </a:cubicBezTo>
                  <a:cubicBezTo>
                    <a:pt x="77" y="171"/>
                    <a:pt x="77" y="171"/>
                    <a:pt x="76" y="171"/>
                  </a:cubicBezTo>
                  <a:cubicBezTo>
                    <a:pt x="76" y="170"/>
                    <a:pt x="76" y="170"/>
                    <a:pt x="76" y="169"/>
                  </a:cubicBezTo>
                  <a:cubicBezTo>
                    <a:pt x="76" y="169"/>
                    <a:pt x="75" y="169"/>
                    <a:pt x="75" y="169"/>
                  </a:cubicBezTo>
                  <a:cubicBezTo>
                    <a:pt x="74" y="169"/>
                    <a:pt x="74" y="169"/>
                    <a:pt x="73" y="169"/>
                  </a:cubicBezTo>
                  <a:cubicBezTo>
                    <a:pt x="73" y="169"/>
                    <a:pt x="72" y="169"/>
                    <a:pt x="72" y="169"/>
                  </a:cubicBezTo>
                  <a:cubicBezTo>
                    <a:pt x="71" y="169"/>
                    <a:pt x="71" y="169"/>
                    <a:pt x="70" y="169"/>
                  </a:cubicBezTo>
                  <a:cubicBezTo>
                    <a:pt x="70" y="169"/>
                    <a:pt x="69" y="169"/>
                    <a:pt x="69" y="169"/>
                  </a:cubicBezTo>
                  <a:cubicBezTo>
                    <a:pt x="69" y="169"/>
                    <a:pt x="69" y="168"/>
                    <a:pt x="69" y="168"/>
                  </a:cubicBezTo>
                  <a:cubicBezTo>
                    <a:pt x="68" y="168"/>
                    <a:pt x="68" y="168"/>
                    <a:pt x="67" y="168"/>
                  </a:cubicBezTo>
                  <a:cubicBezTo>
                    <a:pt x="67" y="167"/>
                    <a:pt x="67" y="167"/>
                    <a:pt x="67" y="166"/>
                  </a:cubicBezTo>
                  <a:cubicBezTo>
                    <a:pt x="67" y="165"/>
                    <a:pt x="67" y="165"/>
                    <a:pt x="67" y="164"/>
                  </a:cubicBezTo>
                  <a:cubicBezTo>
                    <a:pt x="67" y="164"/>
                    <a:pt x="67" y="163"/>
                    <a:pt x="67" y="163"/>
                  </a:cubicBezTo>
                  <a:cubicBezTo>
                    <a:pt x="67" y="162"/>
                    <a:pt x="67" y="162"/>
                    <a:pt x="67" y="161"/>
                  </a:cubicBezTo>
                  <a:cubicBezTo>
                    <a:pt x="66" y="161"/>
                    <a:pt x="66" y="161"/>
                    <a:pt x="65" y="161"/>
                  </a:cubicBezTo>
                  <a:cubicBezTo>
                    <a:pt x="65" y="161"/>
                    <a:pt x="65" y="160"/>
                    <a:pt x="65" y="160"/>
                  </a:cubicBezTo>
                  <a:cubicBezTo>
                    <a:pt x="66" y="160"/>
                    <a:pt x="66" y="160"/>
                    <a:pt x="67" y="160"/>
                  </a:cubicBezTo>
                  <a:cubicBezTo>
                    <a:pt x="67" y="159"/>
                    <a:pt x="67" y="159"/>
                    <a:pt x="67" y="158"/>
                  </a:cubicBezTo>
                  <a:cubicBezTo>
                    <a:pt x="66" y="158"/>
                    <a:pt x="66" y="158"/>
                    <a:pt x="65" y="158"/>
                  </a:cubicBezTo>
                  <a:cubicBezTo>
                    <a:pt x="65" y="158"/>
                    <a:pt x="64" y="158"/>
                    <a:pt x="64" y="158"/>
                  </a:cubicBezTo>
                  <a:cubicBezTo>
                    <a:pt x="63" y="158"/>
                    <a:pt x="63" y="158"/>
                    <a:pt x="62" y="158"/>
                  </a:cubicBezTo>
                  <a:cubicBezTo>
                    <a:pt x="62" y="158"/>
                    <a:pt x="61" y="158"/>
                    <a:pt x="61" y="158"/>
                  </a:cubicBezTo>
                  <a:cubicBezTo>
                    <a:pt x="60" y="158"/>
                    <a:pt x="60" y="158"/>
                    <a:pt x="59" y="158"/>
                  </a:cubicBezTo>
                  <a:cubicBezTo>
                    <a:pt x="59" y="158"/>
                    <a:pt x="58" y="158"/>
                    <a:pt x="58" y="158"/>
                  </a:cubicBezTo>
                  <a:cubicBezTo>
                    <a:pt x="57" y="158"/>
                    <a:pt x="57" y="158"/>
                    <a:pt x="56" y="158"/>
                  </a:cubicBezTo>
                  <a:cubicBezTo>
                    <a:pt x="56" y="158"/>
                    <a:pt x="55" y="158"/>
                    <a:pt x="55" y="158"/>
                  </a:cubicBezTo>
                  <a:cubicBezTo>
                    <a:pt x="54" y="158"/>
                    <a:pt x="53" y="158"/>
                    <a:pt x="53" y="158"/>
                  </a:cubicBezTo>
                  <a:cubicBezTo>
                    <a:pt x="52" y="158"/>
                    <a:pt x="52" y="158"/>
                    <a:pt x="51" y="158"/>
                  </a:cubicBezTo>
                  <a:cubicBezTo>
                    <a:pt x="51" y="158"/>
                    <a:pt x="50" y="158"/>
                    <a:pt x="50" y="158"/>
                  </a:cubicBezTo>
                  <a:cubicBezTo>
                    <a:pt x="50" y="159"/>
                    <a:pt x="50" y="159"/>
                    <a:pt x="50" y="160"/>
                  </a:cubicBezTo>
                  <a:cubicBezTo>
                    <a:pt x="49" y="160"/>
                    <a:pt x="49" y="160"/>
                    <a:pt x="48" y="160"/>
                  </a:cubicBezTo>
                  <a:cubicBezTo>
                    <a:pt x="48" y="160"/>
                    <a:pt x="47" y="160"/>
                    <a:pt x="47" y="160"/>
                  </a:cubicBezTo>
                  <a:cubicBezTo>
                    <a:pt x="46" y="160"/>
                    <a:pt x="46" y="160"/>
                    <a:pt x="45" y="160"/>
                  </a:cubicBezTo>
                  <a:cubicBezTo>
                    <a:pt x="45" y="160"/>
                    <a:pt x="44" y="160"/>
                    <a:pt x="44" y="160"/>
                  </a:cubicBezTo>
                  <a:cubicBezTo>
                    <a:pt x="43" y="160"/>
                    <a:pt x="43" y="160"/>
                    <a:pt x="42" y="160"/>
                  </a:cubicBezTo>
                  <a:cubicBezTo>
                    <a:pt x="42" y="160"/>
                    <a:pt x="42" y="161"/>
                    <a:pt x="42" y="161"/>
                  </a:cubicBezTo>
                  <a:cubicBezTo>
                    <a:pt x="42" y="161"/>
                    <a:pt x="41" y="161"/>
                    <a:pt x="41" y="161"/>
                  </a:cubicBezTo>
                  <a:cubicBezTo>
                    <a:pt x="40" y="161"/>
                    <a:pt x="39" y="161"/>
                    <a:pt x="39" y="161"/>
                  </a:cubicBezTo>
                  <a:cubicBezTo>
                    <a:pt x="39" y="162"/>
                    <a:pt x="39" y="162"/>
                    <a:pt x="39" y="163"/>
                  </a:cubicBezTo>
                  <a:cubicBezTo>
                    <a:pt x="38" y="163"/>
                    <a:pt x="38" y="163"/>
                    <a:pt x="37" y="163"/>
                  </a:cubicBezTo>
                  <a:cubicBezTo>
                    <a:pt x="37" y="163"/>
                    <a:pt x="36" y="163"/>
                    <a:pt x="36" y="163"/>
                  </a:cubicBezTo>
                  <a:cubicBezTo>
                    <a:pt x="35" y="163"/>
                    <a:pt x="35" y="163"/>
                    <a:pt x="34" y="163"/>
                  </a:cubicBezTo>
                  <a:cubicBezTo>
                    <a:pt x="34" y="163"/>
                    <a:pt x="33" y="163"/>
                    <a:pt x="33" y="163"/>
                  </a:cubicBezTo>
                  <a:cubicBezTo>
                    <a:pt x="32" y="163"/>
                    <a:pt x="32" y="163"/>
                    <a:pt x="31" y="163"/>
                  </a:cubicBezTo>
                  <a:cubicBezTo>
                    <a:pt x="31" y="162"/>
                    <a:pt x="31" y="162"/>
                    <a:pt x="31" y="161"/>
                  </a:cubicBezTo>
                  <a:cubicBezTo>
                    <a:pt x="32" y="161"/>
                    <a:pt x="32" y="161"/>
                    <a:pt x="33" y="161"/>
                  </a:cubicBezTo>
                  <a:cubicBezTo>
                    <a:pt x="33" y="161"/>
                    <a:pt x="34" y="161"/>
                    <a:pt x="34" y="161"/>
                  </a:cubicBezTo>
                  <a:cubicBezTo>
                    <a:pt x="35" y="161"/>
                    <a:pt x="35" y="161"/>
                    <a:pt x="36" y="161"/>
                  </a:cubicBezTo>
                  <a:cubicBezTo>
                    <a:pt x="36" y="161"/>
                    <a:pt x="36" y="160"/>
                    <a:pt x="36" y="160"/>
                  </a:cubicBezTo>
                  <a:cubicBezTo>
                    <a:pt x="36" y="160"/>
                    <a:pt x="37" y="160"/>
                    <a:pt x="37" y="160"/>
                  </a:cubicBezTo>
                  <a:cubicBezTo>
                    <a:pt x="38" y="160"/>
                    <a:pt x="38" y="160"/>
                    <a:pt x="39" y="160"/>
                  </a:cubicBezTo>
                  <a:cubicBezTo>
                    <a:pt x="39" y="159"/>
                    <a:pt x="39" y="159"/>
                    <a:pt x="39" y="158"/>
                  </a:cubicBezTo>
                  <a:cubicBezTo>
                    <a:pt x="39" y="158"/>
                    <a:pt x="40" y="158"/>
                    <a:pt x="41" y="158"/>
                  </a:cubicBezTo>
                  <a:cubicBezTo>
                    <a:pt x="41" y="157"/>
                    <a:pt x="41" y="157"/>
                    <a:pt x="41" y="156"/>
                  </a:cubicBezTo>
                  <a:cubicBezTo>
                    <a:pt x="41" y="156"/>
                    <a:pt x="42" y="156"/>
                    <a:pt x="42" y="156"/>
                  </a:cubicBezTo>
                  <a:cubicBezTo>
                    <a:pt x="42" y="156"/>
                    <a:pt x="42" y="155"/>
                    <a:pt x="42" y="155"/>
                  </a:cubicBezTo>
                  <a:cubicBezTo>
                    <a:pt x="43" y="155"/>
                    <a:pt x="43" y="155"/>
                    <a:pt x="44" y="155"/>
                  </a:cubicBezTo>
                  <a:cubicBezTo>
                    <a:pt x="44" y="154"/>
                    <a:pt x="44" y="154"/>
                    <a:pt x="44" y="153"/>
                  </a:cubicBezTo>
                  <a:cubicBezTo>
                    <a:pt x="43" y="153"/>
                    <a:pt x="43" y="153"/>
                    <a:pt x="42" y="153"/>
                  </a:cubicBezTo>
                  <a:cubicBezTo>
                    <a:pt x="42" y="153"/>
                    <a:pt x="42" y="152"/>
                    <a:pt x="42" y="151"/>
                  </a:cubicBezTo>
                  <a:cubicBezTo>
                    <a:pt x="42" y="151"/>
                    <a:pt x="42" y="150"/>
                    <a:pt x="42" y="150"/>
                  </a:cubicBezTo>
                  <a:cubicBezTo>
                    <a:pt x="43" y="150"/>
                    <a:pt x="43" y="150"/>
                    <a:pt x="44" y="150"/>
                  </a:cubicBezTo>
                  <a:cubicBezTo>
                    <a:pt x="44" y="149"/>
                    <a:pt x="44" y="149"/>
                    <a:pt x="44" y="148"/>
                  </a:cubicBezTo>
                  <a:cubicBezTo>
                    <a:pt x="44" y="148"/>
                    <a:pt x="45" y="148"/>
                    <a:pt x="45" y="148"/>
                  </a:cubicBezTo>
                  <a:cubicBezTo>
                    <a:pt x="46" y="148"/>
                    <a:pt x="46" y="148"/>
                    <a:pt x="47" y="148"/>
                  </a:cubicBezTo>
                  <a:cubicBezTo>
                    <a:pt x="47" y="148"/>
                    <a:pt x="47" y="147"/>
                    <a:pt x="47" y="147"/>
                  </a:cubicBezTo>
                  <a:cubicBezTo>
                    <a:pt x="47" y="147"/>
                    <a:pt x="48" y="147"/>
                    <a:pt x="48" y="147"/>
                  </a:cubicBezTo>
                  <a:cubicBezTo>
                    <a:pt x="49" y="147"/>
                    <a:pt x="49" y="147"/>
                    <a:pt x="50" y="147"/>
                  </a:cubicBezTo>
                  <a:cubicBezTo>
                    <a:pt x="50" y="146"/>
                    <a:pt x="50" y="146"/>
                    <a:pt x="50" y="145"/>
                  </a:cubicBezTo>
                  <a:cubicBezTo>
                    <a:pt x="50" y="145"/>
                    <a:pt x="50" y="144"/>
                    <a:pt x="50" y="144"/>
                  </a:cubicBezTo>
                  <a:cubicBezTo>
                    <a:pt x="50" y="143"/>
                    <a:pt x="50" y="142"/>
                    <a:pt x="50" y="142"/>
                  </a:cubicBezTo>
                  <a:cubicBezTo>
                    <a:pt x="50" y="141"/>
                    <a:pt x="50" y="141"/>
                    <a:pt x="50" y="140"/>
                  </a:cubicBezTo>
                  <a:cubicBezTo>
                    <a:pt x="50" y="140"/>
                    <a:pt x="51" y="140"/>
                    <a:pt x="51" y="140"/>
                  </a:cubicBezTo>
                  <a:cubicBezTo>
                    <a:pt x="52" y="140"/>
                    <a:pt x="52" y="140"/>
                    <a:pt x="53" y="140"/>
                  </a:cubicBezTo>
                  <a:cubicBezTo>
                    <a:pt x="53" y="141"/>
                    <a:pt x="53" y="141"/>
                    <a:pt x="53" y="142"/>
                  </a:cubicBezTo>
                  <a:cubicBezTo>
                    <a:pt x="53" y="142"/>
                    <a:pt x="54" y="142"/>
                    <a:pt x="55" y="142"/>
                  </a:cubicBezTo>
                  <a:cubicBezTo>
                    <a:pt x="55" y="142"/>
                    <a:pt x="56" y="142"/>
                    <a:pt x="56" y="142"/>
                  </a:cubicBezTo>
                  <a:cubicBezTo>
                    <a:pt x="57" y="142"/>
                    <a:pt x="57" y="142"/>
                    <a:pt x="58" y="142"/>
                  </a:cubicBezTo>
                  <a:cubicBezTo>
                    <a:pt x="58" y="141"/>
                    <a:pt x="58" y="141"/>
                    <a:pt x="58" y="140"/>
                  </a:cubicBezTo>
                  <a:cubicBezTo>
                    <a:pt x="58" y="140"/>
                    <a:pt x="59" y="140"/>
                    <a:pt x="59" y="140"/>
                  </a:cubicBezTo>
                  <a:cubicBezTo>
                    <a:pt x="59" y="140"/>
                    <a:pt x="59" y="139"/>
                    <a:pt x="59" y="139"/>
                  </a:cubicBezTo>
                  <a:cubicBezTo>
                    <a:pt x="60" y="139"/>
                    <a:pt x="60" y="139"/>
                    <a:pt x="61" y="139"/>
                  </a:cubicBezTo>
                  <a:cubicBezTo>
                    <a:pt x="61" y="139"/>
                    <a:pt x="62" y="139"/>
                    <a:pt x="62" y="139"/>
                  </a:cubicBezTo>
                  <a:cubicBezTo>
                    <a:pt x="62" y="139"/>
                    <a:pt x="62" y="140"/>
                    <a:pt x="62" y="140"/>
                  </a:cubicBezTo>
                  <a:cubicBezTo>
                    <a:pt x="63" y="140"/>
                    <a:pt x="63" y="140"/>
                    <a:pt x="64" y="140"/>
                  </a:cubicBezTo>
                  <a:cubicBezTo>
                    <a:pt x="64" y="141"/>
                    <a:pt x="64" y="141"/>
                    <a:pt x="64" y="142"/>
                  </a:cubicBezTo>
                  <a:cubicBezTo>
                    <a:pt x="64" y="142"/>
                    <a:pt x="65" y="142"/>
                    <a:pt x="65" y="142"/>
                  </a:cubicBezTo>
                  <a:cubicBezTo>
                    <a:pt x="65" y="142"/>
                    <a:pt x="65" y="143"/>
                    <a:pt x="65" y="144"/>
                  </a:cubicBezTo>
                  <a:cubicBezTo>
                    <a:pt x="66" y="144"/>
                    <a:pt x="66" y="144"/>
                    <a:pt x="67" y="144"/>
                  </a:cubicBezTo>
                  <a:cubicBezTo>
                    <a:pt x="67" y="144"/>
                    <a:pt x="67" y="145"/>
                    <a:pt x="67" y="145"/>
                  </a:cubicBezTo>
                  <a:cubicBezTo>
                    <a:pt x="68" y="145"/>
                    <a:pt x="68" y="145"/>
                    <a:pt x="69" y="145"/>
                  </a:cubicBezTo>
                  <a:cubicBezTo>
                    <a:pt x="69" y="146"/>
                    <a:pt x="69" y="146"/>
                    <a:pt x="69" y="147"/>
                  </a:cubicBezTo>
                  <a:cubicBezTo>
                    <a:pt x="69" y="147"/>
                    <a:pt x="70" y="147"/>
                    <a:pt x="70" y="147"/>
                  </a:cubicBezTo>
                  <a:cubicBezTo>
                    <a:pt x="71" y="147"/>
                    <a:pt x="71" y="147"/>
                    <a:pt x="72" y="147"/>
                  </a:cubicBezTo>
                  <a:cubicBezTo>
                    <a:pt x="72" y="147"/>
                    <a:pt x="72" y="148"/>
                    <a:pt x="72" y="148"/>
                  </a:cubicBezTo>
                  <a:cubicBezTo>
                    <a:pt x="72" y="148"/>
                    <a:pt x="73" y="148"/>
                    <a:pt x="73" y="148"/>
                  </a:cubicBezTo>
                  <a:cubicBezTo>
                    <a:pt x="74" y="148"/>
                    <a:pt x="74" y="148"/>
                    <a:pt x="75" y="148"/>
                  </a:cubicBezTo>
                  <a:cubicBezTo>
                    <a:pt x="75" y="149"/>
                    <a:pt x="75" y="149"/>
                    <a:pt x="75" y="150"/>
                  </a:cubicBezTo>
                  <a:cubicBezTo>
                    <a:pt x="75" y="150"/>
                    <a:pt x="76" y="150"/>
                    <a:pt x="76" y="150"/>
                  </a:cubicBezTo>
                  <a:cubicBezTo>
                    <a:pt x="76" y="150"/>
                    <a:pt x="76" y="151"/>
                    <a:pt x="76" y="151"/>
                  </a:cubicBezTo>
                  <a:cubicBezTo>
                    <a:pt x="76" y="152"/>
                    <a:pt x="76" y="153"/>
                    <a:pt x="76" y="153"/>
                  </a:cubicBezTo>
                  <a:cubicBezTo>
                    <a:pt x="76" y="153"/>
                    <a:pt x="75" y="153"/>
                    <a:pt x="75" y="153"/>
                  </a:cubicBezTo>
                  <a:cubicBezTo>
                    <a:pt x="75" y="154"/>
                    <a:pt x="75" y="154"/>
                    <a:pt x="75" y="155"/>
                  </a:cubicBezTo>
                  <a:cubicBezTo>
                    <a:pt x="74" y="155"/>
                    <a:pt x="74" y="155"/>
                    <a:pt x="73" y="155"/>
                  </a:cubicBezTo>
                  <a:cubicBezTo>
                    <a:pt x="73" y="155"/>
                    <a:pt x="72" y="155"/>
                    <a:pt x="72" y="155"/>
                  </a:cubicBezTo>
                  <a:cubicBezTo>
                    <a:pt x="71" y="155"/>
                    <a:pt x="71" y="155"/>
                    <a:pt x="70" y="155"/>
                  </a:cubicBezTo>
                  <a:cubicBezTo>
                    <a:pt x="70" y="155"/>
                    <a:pt x="69" y="155"/>
                    <a:pt x="69" y="155"/>
                  </a:cubicBezTo>
                  <a:cubicBezTo>
                    <a:pt x="69" y="155"/>
                    <a:pt x="69" y="156"/>
                    <a:pt x="69" y="156"/>
                  </a:cubicBezTo>
                  <a:cubicBezTo>
                    <a:pt x="69" y="156"/>
                    <a:pt x="70" y="156"/>
                    <a:pt x="70" y="156"/>
                  </a:cubicBezTo>
                  <a:cubicBezTo>
                    <a:pt x="70" y="157"/>
                    <a:pt x="70" y="157"/>
                    <a:pt x="70" y="158"/>
                  </a:cubicBezTo>
                  <a:cubicBezTo>
                    <a:pt x="71" y="158"/>
                    <a:pt x="71" y="158"/>
                    <a:pt x="72" y="158"/>
                  </a:cubicBezTo>
                  <a:cubicBezTo>
                    <a:pt x="72" y="158"/>
                    <a:pt x="73" y="158"/>
                    <a:pt x="73" y="158"/>
                  </a:cubicBezTo>
                  <a:cubicBezTo>
                    <a:pt x="73" y="159"/>
                    <a:pt x="73" y="159"/>
                    <a:pt x="73" y="160"/>
                  </a:cubicBezTo>
                  <a:cubicBezTo>
                    <a:pt x="74" y="160"/>
                    <a:pt x="74" y="160"/>
                    <a:pt x="75" y="160"/>
                  </a:cubicBezTo>
                  <a:cubicBezTo>
                    <a:pt x="75" y="160"/>
                    <a:pt x="76" y="160"/>
                    <a:pt x="76" y="160"/>
                  </a:cubicBezTo>
                  <a:cubicBezTo>
                    <a:pt x="76" y="159"/>
                    <a:pt x="76" y="159"/>
                    <a:pt x="76" y="158"/>
                  </a:cubicBezTo>
                  <a:cubicBezTo>
                    <a:pt x="76" y="157"/>
                    <a:pt x="76" y="157"/>
                    <a:pt x="76" y="156"/>
                  </a:cubicBezTo>
                  <a:cubicBezTo>
                    <a:pt x="77" y="156"/>
                    <a:pt x="77" y="156"/>
                    <a:pt x="78" y="156"/>
                  </a:cubicBezTo>
                  <a:cubicBezTo>
                    <a:pt x="79" y="156"/>
                    <a:pt x="79" y="156"/>
                    <a:pt x="80" y="156"/>
                  </a:cubicBezTo>
                  <a:cubicBezTo>
                    <a:pt x="80" y="156"/>
                    <a:pt x="80" y="155"/>
                    <a:pt x="80" y="155"/>
                  </a:cubicBezTo>
                  <a:cubicBezTo>
                    <a:pt x="80" y="154"/>
                    <a:pt x="80" y="154"/>
                    <a:pt x="80" y="153"/>
                  </a:cubicBezTo>
                  <a:cubicBezTo>
                    <a:pt x="80" y="153"/>
                    <a:pt x="81" y="153"/>
                    <a:pt x="81" y="153"/>
                  </a:cubicBezTo>
                  <a:cubicBezTo>
                    <a:pt x="81" y="153"/>
                    <a:pt x="81" y="152"/>
                    <a:pt x="81" y="151"/>
                  </a:cubicBezTo>
                  <a:cubicBezTo>
                    <a:pt x="81" y="151"/>
                    <a:pt x="80" y="151"/>
                    <a:pt x="80" y="151"/>
                  </a:cubicBezTo>
                  <a:cubicBezTo>
                    <a:pt x="80" y="151"/>
                    <a:pt x="80" y="150"/>
                    <a:pt x="80" y="150"/>
                  </a:cubicBezTo>
                  <a:cubicBezTo>
                    <a:pt x="80" y="150"/>
                    <a:pt x="81" y="150"/>
                    <a:pt x="81" y="150"/>
                  </a:cubicBezTo>
                  <a:cubicBezTo>
                    <a:pt x="82" y="150"/>
                    <a:pt x="82" y="150"/>
                    <a:pt x="83" y="150"/>
                  </a:cubicBezTo>
                  <a:cubicBezTo>
                    <a:pt x="83" y="149"/>
                    <a:pt x="83" y="149"/>
                    <a:pt x="83" y="148"/>
                  </a:cubicBezTo>
                  <a:cubicBezTo>
                    <a:pt x="83" y="148"/>
                    <a:pt x="83" y="147"/>
                    <a:pt x="83" y="147"/>
                  </a:cubicBezTo>
                  <a:cubicBezTo>
                    <a:pt x="82" y="147"/>
                    <a:pt x="82" y="147"/>
                    <a:pt x="81" y="147"/>
                  </a:cubicBezTo>
                  <a:cubicBezTo>
                    <a:pt x="81" y="147"/>
                    <a:pt x="80" y="147"/>
                    <a:pt x="80" y="147"/>
                  </a:cubicBezTo>
                  <a:cubicBezTo>
                    <a:pt x="80" y="146"/>
                    <a:pt x="80" y="146"/>
                    <a:pt x="80" y="145"/>
                  </a:cubicBezTo>
                  <a:cubicBezTo>
                    <a:pt x="79" y="145"/>
                    <a:pt x="79" y="145"/>
                    <a:pt x="78" y="145"/>
                  </a:cubicBezTo>
                  <a:cubicBezTo>
                    <a:pt x="78" y="145"/>
                    <a:pt x="78" y="144"/>
                    <a:pt x="78" y="144"/>
                  </a:cubicBezTo>
                  <a:cubicBezTo>
                    <a:pt x="77" y="144"/>
                    <a:pt x="77" y="144"/>
                    <a:pt x="76" y="144"/>
                  </a:cubicBezTo>
                  <a:cubicBezTo>
                    <a:pt x="76" y="144"/>
                    <a:pt x="75" y="144"/>
                    <a:pt x="75" y="144"/>
                  </a:cubicBezTo>
                  <a:cubicBezTo>
                    <a:pt x="74" y="144"/>
                    <a:pt x="74" y="144"/>
                    <a:pt x="73" y="144"/>
                  </a:cubicBezTo>
                  <a:cubicBezTo>
                    <a:pt x="73" y="143"/>
                    <a:pt x="73" y="142"/>
                    <a:pt x="73" y="142"/>
                  </a:cubicBezTo>
                  <a:cubicBezTo>
                    <a:pt x="73" y="141"/>
                    <a:pt x="73" y="141"/>
                    <a:pt x="73" y="140"/>
                  </a:cubicBezTo>
                  <a:cubicBezTo>
                    <a:pt x="73" y="140"/>
                    <a:pt x="72" y="140"/>
                    <a:pt x="72" y="140"/>
                  </a:cubicBezTo>
                  <a:cubicBezTo>
                    <a:pt x="72" y="140"/>
                    <a:pt x="72" y="139"/>
                    <a:pt x="72" y="139"/>
                  </a:cubicBezTo>
                  <a:cubicBezTo>
                    <a:pt x="71" y="139"/>
                    <a:pt x="71" y="139"/>
                    <a:pt x="70" y="139"/>
                  </a:cubicBezTo>
                  <a:cubicBezTo>
                    <a:pt x="70" y="138"/>
                    <a:pt x="70" y="137"/>
                    <a:pt x="70" y="137"/>
                  </a:cubicBezTo>
                  <a:cubicBezTo>
                    <a:pt x="70" y="137"/>
                    <a:pt x="69" y="137"/>
                    <a:pt x="69" y="137"/>
                  </a:cubicBezTo>
                  <a:cubicBezTo>
                    <a:pt x="69" y="136"/>
                    <a:pt x="69" y="136"/>
                    <a:pt x="69" y="135"/>
                  </a:cubicBezTo>
                  <a:cubicBezTo>
                    <a:pt x="69" y="135"/>
                    <a:pt x="69" y="134"/>
                    <a:pt x="69" y="134"/>
                  </a:cubicBezTo>
                  <a:cubicBezTo>
                    <a:pt x="69" y="134"/>
                    <a:pt x="70" y="134"/>
                    <a:pt x="70" y="134"/>
                  </a:cubicBezTo>
                  <a:cubicBezTo>
                    <a:pt x="70" y="134"/>
                    <a:pt x="70" y="135"/>
                    <a:pt x="70" y="135"/>
                  </a:cubicBezTo>
                  <a:cubicBezTo>
                    <a:pt x="71" y="135"/>
                    <a:pt x="71" y="135"/>
                    <a:pt x="72" y="135"/>
                  </a:cubicBezTo>
                  <a:cubicBezTo>
                    <a:pt x="72" y="136"/>
                    <a:pt x="72" y="136"/>
                    <a:pt x="72" y="137"/>
                  </a:cubicBezTo>
                  <a:cubicBezTo>
                    <a:pt x="72" y="137"/>
                    <a:pt x="73" y="137"/>
                    <a:pt x="73" y="137"/>
                  </a:cubicBezTo>
                  <a:cubicBezTo>
                    <a:pt x="73" y="137"/>
                    <a:pt x="73" y="138"/>
                    <a:pt x="73" y="139"/>
                  </a:cubicBezTo>
                  <a:cubicBezTo>
                    <a:pt x="74" y="139"/>
                    <a:pt x="74" y="139"/>
                    <a:pt x="75" y="139"/>
                  </a:cubicBezTo>
                  <a:cubicBezTo>
                    <a:pt x="75" y="139"/>
                    <a:pt x="75" y="140"/>
                    <a:pt x="75" y="140"/>
                  </a:cubicBezTo>
                  <a:cubicBezTo>
                    <a:pt x="75" y="140"/>
                    <a:pt x="76" y="140"/>
                    <a:pt x="76" y="140"/>
                  </a:cubicBezTo>
                  <a:cubicBezTo>
                    <a:pt x="76" y="141"/>
                    <a:pt x="76" y="141"/>
                    <a:pt x="76" y="142"/>
                  </a:cubicBezTo>
                  <a:cubicBezTo>
                    <a:pt x="77" y="142"/>
                    <a:pt x="77" y="142"/>
                    <a:pt x="78" y="142"/>
                  </a:cubicBezTo>
                  <a:cubicBezTo>
                    <a:pt x="79" y="142"/>
                    <a:pt x="79" y="142"/>
                    <a:pt x="80" y="142"/>
                  </a:cubicBezTo>
                  <a:cubicBezTo>
                    <a:pt x="80" y="142"/>
                    <a:pt x="81" y="142"/>
                    <a:pt x="81" y="142"/>
                  </a:cubicBezTo>
                  <a:cubicBezTo>
                    <a:pt x="81" y="142"/>
                    <a:pt x="81" y="143"/>
                    <a:pt x="81" y="144"/>
                  </a:cubicBezTo>
                  <a:cubicBezTo>
                    <a:pt x="82" y="144"/>
                    <a:pt x="82" y="144"/>
                    <a:pt x="83" y="144"/>
                  </a:cubicBezTo>
                  <a:cubicBezTo>
                    <a:pt x="83" y="144"/>
                    <a:pt x="84" y="144"/>
                    <a:pt x="84" y="144"/>
                  </a:cubicBezTo>
                  <a:cubicBezTo>
                    <a:pt x="84" y="144"/>
                    <a:pt x="84" y="145"/>
                    <a:pt x="84" y="145"/>
                  </a:cubicBezTo>
                  <a:cubicBezTo>
                    <a:pt x="84" y="146"/>
                    <a:pt x="84" y="146"/>
                    <a:pt x="84" y="147"/>
                  </a:cubicBezTo>
                  <a:cubicBezTo>
                    <a:pt x="84" y="147"/>
                    <a:pt x="84" y="148"/>
                    <a:pt x="84" y="148"/>
                  </a:cubicBezTo>
                  <a:cubicBezTo>
                    <a:pt x="85" y="148"/>
                    <a:pt x="85" y="148"/>
                    <a:pt x="86" y="148"/>
                  </a:cubicBezTo>
                  <a:cubicBezTo>
                    <a:pt x="86" y="149"/>
                    <a:pt x="86" y="149"/>
                    <a:pt x="86" y="150"/>
                  </a:cubicBezTo>
                  <a:cubicBezTo>
                    <a:pt x="86" y="150"/>
                    <a:pt x="86" y="151"/>
                    <a:pt x="86" y="151"/>
                  </a:cubicBezTo>
                  <a:cubicBezTo>
                    <a:pt x="86" y="151"/>
                    <a:pt x="87" y="151"/>
                    <a:pt x="87" y="151"/>
                  </a:cubicBezTo>
                  <a:cubicBezTo>
                    <a:pt x="87" y="152"/>
                    <a:pt x="87" y="153"/>
                    <a:pt x="87" y="153"/>
                  </a:cubicBezTo>
                  <a:cubicBezTo>
                    <a:pt x="88" y="153"/>
                    <a:pt x="88" y="153"/>
                    <a:pt x="89" y="153"/>
                  </a:cubicBezTo>
                  <a:cubicBezTo>
                    <a:pt x="89" y="154"/>
                    <a:pt x="89" y="154"/>
                    <a:pt x="89" y="155"/>
                  </a:cubicBezTo>
                  <a:cubicBezTo>
                    <a:pt x="89" y="155"/>
                    <a:pt x="89" y="156"/>
                    <a:pt x="89" y="156"/>
                  </a:cubicBezTo>
                  <a:cubicBezTo>
                    <a:pt x="89" y="157"/>
                    <a:pt x="89" y="157"/>
                    <a:pt x="89" y="158"/>
                  </a:cubicBezTo>
                  <a:cubicBezTo>
                    <a:pt x="89" y="158"/>
                    <a:pt x="90" y="158"/>
                    <a:pt x="90" y="158"/>
                  </a:cubicBezTo>
                  <a:cubicBezTo>
                    <a:pt x="90" y="159"/>
                    <a:pt x="90" y="159"/>
                    <a:pt x="90" y="160"/>
                  </a:cubicBezTo>
                  <a:cubicBezTo>
                    <a:pt x="91" y="160"/>
                    <a:pt x="92" y="160"/>
                    <a:pt x="92" y="160"/>
                  </a:cubicBezTo>
                  <a:cubicBezTo>
                    <a:pt x="93" y="160"/>
                    <a:pt x="93" y="160"/>
                    <a:pt x="94" y="160"/>
                  </a:cubicBezTo>
                  <a:cubicBezTo>
                    <a:pt x="94" y="159"/>
                    <a:pt x="94" y="159"/>
                    <a:pt x="94" y="158"/>
                  </a:cubicBezTo>
                  <a:cubicBezTo>
                    <a:pt x="94" y="157"/>
                    <a:pt x="94" y="157"/>
                    <a:pt x="94" y="156"/>
                  </a:cubicBezTo>
                  <a:cubicBezTo>
                    <a:pt x="94" y="156"/>
                    <a:pt x="95" y="156"/>
                    <a:pt x="95" y="156"/>
                  </a:cubicBezTo>
                  <a:cubicBezTo>
                    <a:pt x="95" y="156"/>
                    <a:pt x="95" y="155"/>
                    <a:pt x="95" y="155"/>
                  </a:cubicBezTo>
                  <a:cubicBezTo>
                    <a:pt x="96" y="155"/>
                    <a:pt x="96" y="155"/>
                    <a:pt x="97" y="155"/>
                  </a:cubicBezTo>
                  <a:cubicBezTo>
                    <a:pt x="97" y="154"/>
                    <a:pt x="97" y="154"/>
                    <a:pt x="97" y="153"/>
                  </a:cubicBezTo>
                  <a:cubicBezTo>
                    <a:pt x="96" y="153"/>
                    <a:pt x="96" y="153"/>
                    <a:pt x="95" y="153"/>
                  </a:cubicBezTo>
                  <a:cubicBezTo>
                    <a:pt x="95" y="153"/>
                    <a:pt x="95" y="152"/>
                    <a:pt x="95" y="151"/>
                  </a:cubicBezTo>
                  <a:cubicBezTo>
                    <a:pt x="95" y="151"/>
                    <a:pt x="94" y="151"/>
                    <a:pt x="94" y="151"/>
                  </a:cubicBezTo>
                  <a:cubicBezTo>
                    <a:pt x="94" y="151"/>
                    <a:pt x="94" y="150"/>
                    <a:pt x="94" y="150"/>
                  </a:cubicBezTo>
                  <a:cubicBezTo>
                    <a:pt x="94" y="150"/>
                    <a:pt x="95" y="150"/>
                    <a:pt x="95" y="150"/>
                  </a:cubicBezTo>
                  <a:cubicBezTo>
                    <a:pt x="95" y="149"/>
                    <a:pt x="95" y="149"/>
                    <a:pt x="95" y="148"/>
                  </a:cubicBezTo>
                  <a:cubicBezTo>
                    <a:pt x="96" y="148"/>
                    <a:pt x="96" y="148"/>
                    <a:pt x="97" y="148"/>
                  </a:cubicBezTo>
                  <a:cubicBezTo>
                    <a:pt x="97" y="148"/>
                    <a:pt x="98" y="148"/>
                    <a:pt x="98" y="148"/>
                  </a:cubicBezTo>
                  <a:cubicBezTo>
                    <a:pt x="98" y="149"/>
                    <a:pt x="98" y="149"/>
                    <a:pt x="98" y="150"/>
                  </a:cubicBezTo>
                  <a:cubicBezTo>
                    <a:pt x="98" y="150"/>
                    <a:pt x="98" y="151"/>
                    <a:pt x="98" y="151"/>
                  </a:cubicBezTo>
                  <a:cubicBezTo>
                    <a:pt x="99" y="151"/>
                    <a:pt x="99" y="151"/>
                    <a:pt x="100" y="151"/>
                  </a:cubicBezTo>
                  <a:cubicBezTo>
                    <a:pt x="100" y="152"/>
                    <a:pt x="100" y="153"/>
                    <a:pt x="100" y="153"/>
                  </a:cubicBezTo>
                  <a:cubicBezTo>
                    <a:pt x="100" y="154"/>
                    <a:pt x="100" y="154"/>
                    <a:pt x="100" y="155"/>
                  </a:cubicBezTo>
                  <a:cubicBezTo>
                    <a:pt x="100" y="155"/>
                    <a:pt x="101" y="155"/>
                    <a:pt x="102" y="155"/>
                  </a:cubicBezTo>
                  <a:cubicBezTo>
                    <a:pt x="102" y="155"/>
                    <a:pt x="102" y="156"/>
                    <a:pt x="102" y="156"/>
                  </a:cubicBezTo>
                  <a:cubicBezTo>
                    <a:pt x="102" y="157"/>
                    <a:pt x="102" y="157"/>
                    <a:pt x="102" y="158"/>
                  </a:cubicBezTo>
                  <a:cubicBezTo>
                    <a:pt x="102" y="158"/>
                    <a:pt x="103" y="158"/>
                    <a:pt x="103" y="158"/>
                  </a:cubicBezTo>
                  <a:cubicBezTo>
                    <a:pt x="103" y="159"/>
                    <a:pt x="103" y="159"/>
                    <a:pt x="103" y="160"/>
                  </a:cubicBezTo>
                  <a:cubicBezTo>
                    <a:pt x="103" y="160"/>
                    <a:pt x="103" y="161"/>
                    <a:pt x="103" y="161"/>
                  </a:cubicBezTo>
                  <a:cubicBezTo>
                    <a:pt x="104" y="161"/>
                    <a:pt x="104" y="161"/>
                    <a:pt x="105" y="161"/>
                  </a:cubicBezTo>
                  <a:cubicBezTo>
                    <a:pt x="105" y="161"/>
                    <a:pt x="106" y="161"/>
                    <a:pt x="106" y="161"/>
                  </a:cubicBezTo>
                  <a:cubicBezTo>
                    <a:pt x="106" y="161"/>
                    <a:pt x="106" y="160"/>
                    <a:pt x="106" y="160"/>
                  </a:cubicBezTo>
                  <a:cubicBezTo>
                    <a:pt x="107" y="160"/>
                    <a:pt x="107" y="160"/>
                    <a:pt x="108" y="160"/>
                  </a:cubicBezTo>
                  <a:cubicBezTo>
                    <a:pt x="108" y="160"/>
                    <a:pt x="109" y="160"/>
                    <a:pt x="109" y="160"/>
                  </a:cubicBezTo>
                  <a:cubicBezTo>
                    <a:pt x="110" y="160"/>
                    <a:pt x="110" y="160"/>
                    <a:pt x="111" y="160"/>
                  </a:cubicBezTo>
                  <a:cubicBezTo>
                    <a:pt x="111" y="159"/>
                    <a:pt x="111" y="159"/>
                    <a:pt x="111" y="158"/>
                  </a:cubicBezTo>
                  <a:cubicBezTo>
                    <a:pt x="111" y="158"/>
                    <a:pt x="112" y="158"/>
                    <a:pt x="112" y="158"/>
                  </a:cubicBezTo>
                  <a:cubicBezTo>
                    <a:pt x="112" y="159"/>
                    <a:pt x="112" y="159"/>
                    <a:pt x="112" y="160"/>
                  </a:cubicBezTo>
                  <a:cubicBezTo>
                    <a:pt x="113" y="160"/>
                    <a:pt x="113" y="160"/>
                    <a:pt x="114" y="160"/>
                  </a:cubicBezTo>
                  <a:cubicBezTo>
                    <a:pt x="114" y="160"/>
                    <a:pt x="115" y="160"/>
                    <a:pt x="116" y="160"/>
                  </a:cubicBezTo>
                  <a:cubicBezTo>
                    <a:pt x="116" y="160"/>
                    <a:pt x="117" y="160"/>
                    <a:pt x="117" y="160"/>
                  </a:cubicBezTo>
                  <a:cubicBezTo>
                    <a:pt x="117" y="160"/>
                    <a:pt x="117" y="161"/>
                    <a:pt x="117" y="161"/>
                  </a:cubicBezTo>
                  <a:cubicBezTo>
                    <a:pt x="117" y="161"/>
                    <a:pt x="116" y="161"/>
                    <a:pt x="116" y="161"/>
                  </a:cubicBezTo>
                  <a:cubicBezTo>
                    <a:pt x="115" y="161"/>
                    <a:pt x="114" y="161"/>
                    <a:pt x="114" y="161"/>
                  </a:cubicBezTo>
                  <a:cubicBezTo>
                    <a:pt x="114" y="162"/>
                    <a:pt x="114" y="162"/>
                    <a:pt x="114" y="163"/>
                  </a:cubicBezTo>
                  <a:cubicBezTo>
                    <a:pt x="114" y="163"/>
                    <a:pt x="114" y="164"/>
                    <a:pt x="114" y="164"/>
                  </a:cubicBezTo>
                  <a:cubicBezTo>
                    <a:pt x="114" y="164"/>
                    <a:pt x="115" y="164"/>
                    <a:pt x="116" y="164"/>
                  </a:cubicBezTo>
                  <a:cubicBezTo>
                    <a:pt x="116" y="164"/>
                    <a:pt x="117" y="164"/>
                    <a:pt x="117" y="164"/>
                  </a:cubicBezTo>
                  <a:cubicBezTo>
                    <a:pt x="118" y="164"/>
                    <a:pt x="118" y="164"/>
                    <a:pt x="119" y="164"/>
                  </a:cubicBezTo>
                  <a:cubicBezTo>
                    <a:pt x="119" y="164"/>
                    <a:pt x="119" y="163"/>
                    <a:pt x="119" y="163"/>
                  </a:cubicBezTo>
                  <a:cubicBezTo>
                    <a:pt x="119" y="163"/>
                    <a:pt x="120" y="163"/>
                    <a:pt x="120" y="163"/>
                  </a:cubicBezTo>
                  <a:cubicBezTo>
                    <a:pt x="120" y="162"/>
                    <a:pt x="120" y="162"/>
                    <a:pt x="120" y="161"/>
                  </a:cubicBezTo>
                  <a:cubicBezTo>
                    <a:pt x="120" y="161"/>
                    <a:pt x="119" y="161"/>
                    <a:pt x="119" y="161"/>
                  </a:cubicBezTo>
                  <a:cubicBezTo>
                    <a:pt x="119" y="161"/>
                    <a:pt x="119" y="160"/>
                    <a:pt x="119" y="160"/>
                  </a:cubicBezTo>
                  <a:cubicBezTo>
                    <a:pt x="119" y="160"/>
                    <a:pt x="120" y="160"/>
                    <a:pt x="120" y="160"/>
                  </a:cubicBezTo>
                  <a:cubicBezTo>
                    <a:pt x="120" y="159"/>
                    <a:pt x="120" y="159"/>
                    <a:pt x="120" y="158"/>
                  </a:cubicBezTo>
                  <a:cubicBezTo>
                    <a:pt x="121" y="158"/>
                    <a:pt x="121" y="158"/>
                    <a:pt x="122" y="158"/>
                  </a:cubicBezTo>
                  <a:cubicBezTo>
                    <a:pt x="122" y="159"/>
                    <a:pt x="122" y="159"/>
                    <a:pt x="122" y="160"/>
                  </a:cubicBezTo>
                  <a:cubicBezTo>
                    <a:pt x="122" y="160"/>
                    <a:pt x="122" y="161"/>
                    <a:pt x="122" y="161"/>
                  </a:cubicBezTo>
                  <a:cubicBezTo>
                    <a:pt x="122" y="162"/>
                    <a:pt x="122" y="162"/>
                    <a:pt x="122" y="163"/>
                  </a:cubicBezTo>
                  <a:cubicBezTo>
                    <a:pt x="122" y="163"/>
                    <a:pt x="122" y="164"/>
                    <a:pt x="122" y="164"/>
                  </a:cubicBezTo>
                  <a:cubicBezTo>
                    <a:pt x="121" y="164"/>
                    <a:pt x="121" y="164"/>
                    <a:pt x="120" y="164"/>
                  </a:cubicBezTo>
                  <a:moveTo>
                    <a:pt x="145" y="221"/>
                  </a:moveTo>
                  <a:cubicBezTo>
                    <a:pt x="145" y="221"/>
                    <a:pt x="144" y="221"/>
                    <a:pt x="144" y="221"/>
                  </a:cubicBezTo>
                  <a:cubicBezTo>
                    <a:pt x="144" y="220"/>
                    <a:pt x="144" y="220"/>
                    <a:pt x="144" y="219"/>
                  </a:cubicBezTo>
                  <a:cubicBezTo>
                    <a:pt x="143" y="219"/>
                    <a:pt x="143" y="219"/>
                    <a:pt x="142" y="219"/>
                  </a:cubicBezTo>
                  <a:cubicBezTo>
                    <a:pt x="142" y="219"/>
                    <a:pt x="142" y="218"/>
                    <a:pt x="142" y="218"/>
                  </a:cubicBezTo>
                  <a:cubicBezTo>
                    <a:pt x="142" y="218"/>
                    <a:pt x="141" y="218"/>
                    <a:pt x="141" y="218"/>
                  </a:cubicBezTo>
                  <a:cubicBezTo>
                    <a:pt x="141" y="217"/>
                    <a:pt x="141" y="217"/>
                    <a:pt x="141" y="216"/>
                  </a:cubicBezTo>
                  <a:cubicBezTo>
                    <a:pt x="140" y="216"/>
                    <a:pt x="140" y="216"/>
                    <a:pt x="139" y="216"/>
                  </a:cubicBezTo>
                  <a:cubicBezTo>
                    <a:pt x="139" y="216"/>
                    <a:pt x="139" y="215"/>
                    <a:pt x="139" y="214"/>
                  </a:cubicBezTo>
                  <a:cubicBezTo>
                    <a:pt x="139" y="214"/>
                    <a:pt x="138" y="214"/>
                    <a:pt x="137" y="214"/>
                  </a:cubicBezTo>
                  <a:cubicBezTo>
                    <a:pt x="137" y="214"/>
                    <a:pt x="136" y="214"/>
                    <a:pt x="136" y="214"/>
                  </a:cubicBezTo>
                  <a:cubicBezTo>
                    <a:pt x="136" y="214"/>
                    <a:pt x="136" y="213"/>
                    <a:pt x="136" y="213"/>
                  </a:cubicBezTo>
                  <a:cubicBezTo>
                    <a:pt x="136" y="212"/>
                    <a:pt x="136" y="212"/>
                    <a:pt x="136" y="211"/>
                  </a:cubicBezTo>
                  <a:cubicBezTo>
                    <a:pt x="135" y="211"/>
                    <a:pt x="135" y="211"/>
                    <a:pt x="134" y="211"/>
                  </a:cubicBezTo>
                  <a:cubicBezTo>
                    <a:pt x="134" y="211"/>
                    <a:pt x="134" y="210"/>
                    <a:pt x="134" y="210"/>
                  </a:cubicBezTo>
                  <a:cubicBezTo>
                    <a:pt x="134" y="209"/>
                    <a:pt x="134" y="208"/>
                    <a:pt x="134" y="208"/>
                  </a:cubicBezTo>
                  <a:cubicBezTo>
                    <a:pt x="134" y="208"/>
                    <a:pt x="133" y="208"/>
                    <a:pt x="133" y="208"/>
                  </a:cubicBezTo>
                  <a:cubicBezTo>
                    <a:pt x="133" y="207"/>
                    <a:pt x="133" y="207"/>
                    <a:pt x="133" y="206"/>
                  </a:cubicBezTo>
                  <a:cubicBezTo>
                    <a:pt x="132" y="206"/>
                    <a:pt x="132" y="206"/>
                    <a:pt x="131" y="206"/>
                  </a:cubicBezTo>
                  <a:cubicBezTo>
                    <a:pt x="131" y="206"/>
                    <a:pt x="131" y="205"/>
                    <a:pt x="131" y="205"/>
                  </a:cubicBezTo>
                  <a:cubicBezTo>
                    <a:pt x="131" y="204"/>
                    <a:pt x="131" y="204"/>
                    <a:pt x="131" y="203"/>
                  </a:cubicBezTo>
                  <a:cubicBezTo>
                    <a:pt x="131" y="203"/>
                    <a:pt x="131" y="202"/>
                    <a:pt x="131" y="202"/>
                  </a:cubicBezTo>
                  <a:cubicBezTo>
                    <a:pt x="131" y="202"/>
                    <a:pt x="130" y="202"/>
                    <a:pt x="130" y="202"/>
                  </a:cubicBezTo>
                  <a:cubicBezTo>
                    <a:pt x="130" y="201"/>
                    <a:pt x="130" y="200"/>
                    <a:pt x="130" y="200"/>
                  </a:cubicBezTo>
                  <a:cubicBezTo>
                    <a:pt x="130" y="199"/>
                    <a:pt x="130" y="199"/>
                    <a:pt x="130" y="198"/>
                  </a:cubicBezTo>
                  <a:cubicBezTo>
                    <a:pt x="130" y="198"/>
                    <a:pt x="130" y="197"/>
                    <a:pt x="130" y="197"/>
                  </a:cubicBezTo>
                  <a:cubicBezTo>
                    <a:pt x="129" y="197"/>
                    <a:pt x="129" y="197"/>
                    <a:pt x="128" y="197"/>
                  </a:cubicBezTo>
                  <a:cubicBezTo>
                    <a:pt x="128" y="196"/>
                    <a:pt x="128" y="196"/>
                    <a:pt x="128" y="195"/>
                  </a:cubicBezTo>
                  <a:cubicBezTo>
                    <a:pt x="128" y="195"/>
                    <a:pt x="127" y="195"/>
                    <a:pt x="126" y="195"/>
                  </a:cubicBezTo>
                  <a:cubicBezTo>
                    <a:pt x="126" y="194"/>
                    <a:pt x="126" y="194"/>
                    <a:pt x="126" y="193"/>
                  </a:cubicBezTo>
                  <a:cubicBezTo>
                    <a:pt x="126" y="193"/>
                    <a:pt x="126" y="192"/>
                    <a:pt x="126" y="192"/>
                  </a:cubicBezTo>
                  <a:cubicBezTo>
                    <a:pt x="126" y="192"/>
                    <a:pt x="125" y="192"/>
                    <a:pt x="125" y="192"/>
                  </a:cubicBezTo>
                  <a:cubicBezTo>
                    <a:pt x="125" y="191"/>
                    <a:pt x="125" y="191"/>
                    <a:pt x="125" y="190"/>
                  </a:cubicBezTo>
                  <a:cubicBezTo>
                    <a:pt x="124" y="190"/>
                    <a:pt x="124" y="190"/>
                    <a:pt x="123" y="190"/>
                  </a:cubicBezTo>
                  <a:cubicBezTo>
                    <a:pt x="123" y="190"/>
                    <a:pt x="123" y="189"/>
                    <a:pt x="123" y="189"/>
                  </a:cubicBezTo>
                  <a:cubicBezTo>
                    <a:pt x="123" y="188"/>
                    <a:pt x="123" y="188"/>
                    <a:pt x="123" y="187"/>
                  </a:cubicBezTo>
                  <a:cubicBezTo>
                    <a:pt x="123" y="187"/>
                    <a:pt x="122" y="187"/>
                    <a:pt x="122" y="187"/>
                  </a:cubicBezTo>
                  <a:cubicBezTo>
                    <a:pt x="122" y="186"/>
                    <a:pt x="122" y="186"/>
                    <a:pt x="122" y="185"/>
                  </a:cubicBezTo>
                  <a:cubicBezTo>
                    <a:pt x="122" y="185"/>
                    <a:pt x="122" y="184"/>
                    <a:pt x="122" y="184"/>
                  </a:cubicBezTo>
                  <a:cubicBezTo>
                    <a:pt x="122" y="184"/>
                    <a:pt x="123" y="184"/>
                    <a:pt x="123" y="184"/>
                  </a:cubicBezTo>
                  <a:cubicBezTo>
                    <a:pt x="123" y="184"/>
                    <a:pt x="123" y="185"/>
                    <a:pt x="123" y="185"/>
                  </a:cubicBezTo>
                  <a:cubicBezTo>
                    <a:pt x="124" y="185"/>
                    <a:pt x="124" y="185"/>
                    <a:pt x="125" y="185"/>
                  </a:cubicBezTo>
                  <a:cubicBezTo>
                    <a:pt x="125" y="186"/>
                    <a:pt x="125" y="186"/>
                    <a:pt x="125" y="187"/>
                  </a:cubicBezTo>
                  <a:cubicBezTo>
                    <a:pt x="125" y="187"/>
                    <a:pt x="126" y="187"/>
                    <a:pt x="126" y="187"/>
                  </a:cubicBezTo>
                  <a:cubicBezTo>
                    <a:pt x="126" y="188"/>
                    <a:pt x="126" y="188"/>
                    <a:pt x="126" y="189"/>
                  </a:cubicBezTo>
                  <a:cubicBezTo>
                    <a:pt x="127" y="189"/>
                    <a:pt x="128" y="189"/>
                    <a:pt x="128" y="189"/>
                  </a:cubicBezTo>
                  <a:cubicBezTo>
                    <a:pt x="128" y="189"/>
                    <a:pt x="128" y="190"/>
                    <a:pt x="128" y="190"/>
                  </a:cubicBezTo>
                  <a:cubicBezTo>
                    <a:pt x="128" y="191"/>
                    <a:pt x="128" y="191"/>
                    <a:pt x="128" y="192"/>
                  </a:cubicBezTo>
                  <a:cubicBezTo>
                    <a:pt x="129" y="192"/>
                    <a:pt x="129" y="192"/>
                    <a:pt x="130" y="192"/>
                  </a:cubicBezTo>
                  <a:cubicBezTo>
                    <a:pt x="130" y="192"/>
                    <a:pt x="130" y="193"/>
                    <a:pt x="130" y="193"/>
                  </a:cubicBezTo>
                  <a:cubicBezTo>
                    <a:pt x="130" y="193"/>
                    <a:pt x="131" y="193"/>
                    <a:pt x="131" y="193"/>
                  </a:cubicBezTo>
                  <a:cubicBezTo>
                    <a:pt x="131" y="194"/>
                    <a:pt x="131" y="194"/>
                    <a:pt x="131" y="195"/>
                  </a:cubicBezTo>
                  <a:cubicBezTo>
                    <a:pt x="132" y="195"/>
                    <a:pt x="132" y="195"/>
                    <a:pt x="133" y="195"/>
                  </a:cubicBezTo>
                  <a:cubicBezTo>
                    <a:pt x="133" y="196"/>
                    <a:pt x="133" y="196"/>
                    <a:pt x="133" y="197"/>
                  </a:cubicBezTo>
                  <a:cubicBezTo>
                    <a:pt x="133" y="197"/>
                    <a:pt x="133" y="198"/>
                    <a:pt x="133" y="198"/>
                  </a:cubicBezTo>
                  <a:cubicBezTo>
                    <a:pt x="133" y="198"/>
                    <a:pt x="134" y="198"/>
                    <a:pt x="134" y="198"/>
                  </a:cubicBezTo>
                  <a:cubicBezTo>
                    <a:pt x="134" y="199"/>
                    <a:pt x="134" y="199"/>
                    <a:pt x="134" y="200"/>
                  </a:cubicBezTo>
                  <a:cubicBezTo>
                    <a:pt x="134" y="200"/>
                    <a:pt x="134" y="201"/>
                    <a:pt x="134" y="202"/>
                  </a:cubicBezTo>
                  <a:cubicBezTo>
                    <a:pt x="135" y="202"/>
                    <a:pt x="135" y="202"/>
                    <a:pt x="136" y="202"/>
                  </a:cubicBezTo>
                  <a:cubicBezTo>
                    <a:pt x="136" y="202"/>
                    <a:pt x="136" y="203"/>
                    <a:pt x="136" y="203"/>
                  </a:cubicBezTo>
                  <a:cubicBezTo>
                    <a:pt x="136" y="203"/>
                    <a:pt x="137" y="203"/>
                    <a:pt x="137" y="203"/>
                  </a:cubicBezTo>
                  <a:cubicBezTo>
                    <a:pt x="137" y="204"/>
                    <a:pt x="137" y="204"/>
                    <a:pt x="137" y="205"/>
                  </a:cubicBezTo>
                  <a:cubicBezTo>
                    <a:pt x="138" y="205"/>
                    <a:pt x="139" y="205"/>
                    <a:pt x="139" y="205"/>
                  </a:cubicBezTo>
                  <a:cubicBezTo>
                    <a:pt x="139" y="205"/>
                    <a:pt x="139" y="206"/>
                    <a:pt x="139" y="206"/>
                  </a:cubicBezTo>
                  <a:cubicBezTo>
                    <a:pt x="140" y="206"/>
                    <a:pt x="140" y="206"/>
                    <a:pt x="141" y="206"/>
                  </a:cubicBezTo>
                  <a:cubicBezTo>
                    <a:pt x="141" y="207"/>
                    <a:pt x="141" y="207"/>
                    <a:pt x="141" y="208"/>
                  </a:cubicBezTo>
                  <a:cubicBezTo>
                    <a:pt x="141" y="208"/>
                    <a:pt x="141" y="209"/>
                    <a:pt x="141" y="210"/>
                  </a:cubicBezTo>
                  <a:cubicBezTo>
                    <a:pt x="141" y="210"/>
                    <a:pt x="142" y="210"/>
                    <a:pt x="142" y="210"/>
                  </a:cubicBezTo>
                  <a:cubicBezTo>
                    <a:pt x="142" y="210"/>
                    <a:pt x="142" y="211"/>
                    <a:pt x="142" y="211"/>
                  </a:cubicBezTo>
                  <a:cubicBezTo>
                    <a:pt x="143" y="211"/>
                    <a:pt x="143" y="211"/>
                    <a:pt x="144" y="211"/>
                  </a:cubicBezTo>
                  <a:cubicBezTo>
                    <a:pt x="144" y="212"/>
                    <a:pt x="144" y="212"/>
                    <a:pt x="144" y="213"/>
                  </a:cubicBezTo>
                  <a:cubicBezTo>
                    <a:pt x="144" y="213"/>
                    <a:pt x="144" y="214"/>
                    <a:pt x="144" y="214"/>
                  </a:cubicBezTo>
                  <a:cubicBezTo>
                    <a:pt x="144" y="215"/>
                    <a:pt x="144" y="216"/>
                    <a:pt x="144" y="216"/>
                  </a:cubicBezTo>
                  <a:cubicBezTo>
                    <a:pt x="144" y="217"/>
                    <a:pt x="144" y="217"/>
                    <a:pt x="144" y="218"/>
                  </a:cubicBezTo>
                  <a:cubicBezTo>
                    <a:pt x="144" y="218"/>
                    <a:pt x="144" y="219"/>
                    <a:pt x="144" y="219"/>
                  </a:cubicBezTo>
                  <a:cubicBezTo>
                    <a:pt x="144" y="219"/>
                    <a:pt x="145" y="219"/>
                    <a:pt x="145" y="219"/>
                  </a:cubicBezTo>
                  <a:cubicBezTo>
                    <a:pt x="145" y="220"/>
                    <a:pt x="145" y="220"/>
                    <a:pt x="145" y="221"/>
                  </a:cubicBezTo>
                  <a:moveTo>
                    <a:pt x="173" y="184"/>
                  </a:moveTo>
                  <a:cubicBezTo>
                    <a:pt x="173" y="184"/>
                    <a:pt x="172" y="184"/>
                    <a:pt x="172" y="184"/>
                  </a:cubicBezTo>
                  <a:cubicBezTo>
                    <a:pt x="172" y="184"/>
                    <a:pt x="172" y="185"/>
                    <a:pt x="172" y="185"/>
                  </a:cubicBezTo>
                  <a:cubicBezTo>
                    <a:pt x="171" y="185"/>
                    <a:pt x="171" y="185"/>
                    <a:pt x="170" y="185"/>
                  </a:cubicBezTo>
                  <a:cubicBezTo>
                    <a:pt x="170" y="186"/>
                    <a:pt x="170" y="186"/>
                    <a:pt x="170" y="187"/>
                  </a:cubicBezTo>
                  <a:cubicBezTo>
                    <a:pt x="170" y="187"/>
                    <a:pt x="169" y="187"/>
                    <a:pt x="169" y="187"/>
                  </a:cubicBezTo>
                  <a:cubicBezTo>
                    <a:pt x="169" y="188"/>
                    <a:pt x="169" y="188"/>
                    <a:pt x="169" y="189"/>
                  </a:cubicBezTo>
                  <a:cubicBezTo>
                    <a:pt x="169" y="189"/>
                    <a:pt x="169" y="190"/>
                    <a:pt x="169" y="190"/>
                  </a:cubicBezTo>
                  <a:cubicBezTo>
                    <a:pt x="168" y="190"/>
                    <a:pt x="168" y="190"/>
                    <a:pt x="167" y="190"/>
                  </a:cubicBezTo>
                  <a:cubicBezTo>
                    <a:pt x="167" y="190"/>
                    <a:pt x="166" y="190"/>
                    <a:pt x="166" y="190"/>
                  </a:cubicBezTo>
                  <a:cubicBezTo>
                    <a:pt x="165" y="190"/>
                    <a:pt x="165" y="190"/>
                    <a:pt x="164" y="190"/>
                  </a:cubicBezTo>
                  <a:cubicBezTo>
                    <a:pt x="164" y="190"/>
                    <a:pt x="164" y="189"/>
                    <a:pt x="164" y="189"/>
                  </a:cubicBezTo>
                  <a:cubicBezTo>
                    <a:pt x="164" y="188"/>
                    <a:pt x="164" y="188"/>
                    <a:pt x="164" y="187"/>
                  </a:cubicBezTo>
                  <a:cubicBezTo>
                    <a:pt x="164" y="186"/>
                    <a:pt x="164" y="186"/>
                    <a:pt x="164" y="185"/>
                  </a:cubicBezTo>
                  <a:cubicBezTo>
                    <a:pt x="164" y="185"/>
                    <a:pt x="163" y="185"/>
                    <a:pt x="163" y="185"/>
                  </a:cubicBezTo>
                  <a:cubicBezTo>
                    <a:pt x="162" y="185"/>
                    <a:pt x="161" y="185"/>
                    <a:pt x="161" y="185"/>
                  </a:cubicBezTo>
                  <a:cubicBezTo>
                    <a:pt x="160" y="185"/>
                    <a:pt x="160" y="185"/>
                    <a:pt x="159" y="185"/>
                  </a:cubicBezTo>
                  <a:cubicBezTo>
                    <a:pt x="159" y="185"/>
                    <a:pt x="159" y="184"/>
                    <a:pt x="159" y="184"/>
                  </a:cubicBezTo>
                  <a:cubicBezTo>
                    <a:pt x="159" y="184"/>
                    <a:pt x="158" y="184"/>
                    <a:pt x="158" y="184"/>
                  </a:cubicBezTo>
                  <a:cubicBezTo>
                    <a:pt x="158" y="183"/>
                    <a:pt x="158" y="183"/>
                    <a:pt x="158" y="182"/>
                  </a:cubicBezTo>
                  <a:cubicBezTo>
                    <a:pt x="157" y="182"/>
                    <a:pt x="157" y="182"/>
                    <a:pt x="156" y="182"/>
                  </a:cubicBezTo>
                  <a:cubicBezTo>
                    <a:pt x="156" y="182"/>
                    <a:pt x="156" y="181"/>
                    <a:pt x="156" y="180"/>
                  </a:cubicBezTo>
                  <a:cubicBezTo>
                    <a:pt x="156" y="180"/>
                    <a:pt x="155" y="180"/>
                    <a:pt x="155" y="180"/>
                  </a:cubicBezTo>
                  <a:cubicBezTo>
                    <a:pt x="155" y="180"/>
                    <a:pt x="155" y="179"/>
                    <a:pt x="155" y="179"/>
                  </a:cubicBezTo>
                  <a:cubicBezTo>
                    <a:pt x="155" y="178"/>
                    <a:pt x="155" y="178"/>
                    <a:pt x="155" y="177"/>
                  </a:cubicBezTo>
                  <a:cubicBezTo>
                    <a:pt x="155" y="177"/>
                    <a:pt x="155" y="176"/>
                    <a:pt x="155" y="176"/>
                  </a:cubicBezTo>
                  <a:cubicBezTo>
                    <a:pt x="155" y="176"/>
                    <a:pt x="156" y="176"/>
                    <a:pt x="156" y="176"/>
                  </a:cubicBezTo>
                  <a:cubicBezTo>
                    <a:pt x="157" y="176"/>
                    <a:pt x="157" y="176"/>
                    <a:pt x="158" y="176"/>
                  </a:cubicBezTo>
                  <a:cubicBezTo>
                    <a:pt x="158" y="176"/>
                    <a:pt x="158" y="177"/>
                    <a:pt x="158" y="177"/>
                  </a:cubicBezTo>
                  <a:cubicBezTo>
                    <a:pt x="158" y="177"/>
                    <a:pt x="159" y="177"/>
                    <a:pt x="159" y="177"/>
                  </a:cubicBezTo>
                  <a:cubicBezTo>
                    <a:pt x="159" y="178"/>
                    <a:pt x="159" y="178"/>
                    <a:pt x="159" y="179"/>
                  </a:cubicBezTo>
                  <a:cubicBezTo>
                    <a:pt x="159" y="179"/>
                    <a:pt x="159" y="180"/>
                    <a:pt x="159" y="180"/>
                  </a:cubicBezTo>
                  <a:cubicBezTo>
                    <a:pt x="160" y="180"/>
                    <a:pt x="160" y="180"/>
                    <a:pt x="161" y="180"/>
                  </a:cubicBezTo>
                  <a:cubicBezTo>
                    <a:pt x="161" y="181"/>
                    <a:pt x="161" y="182"/>
                    <a:pt x="161" y="182"/>
                  </a:cubicBezTo>
                  <a:cubicBezTo>
                    <a:pt x="161" y="182"/>
                    <a:pt x="162" y="182"/>
                    <a:pt x="163" y="182"/>
                  </a:cubicBezTo>
                  <a:cubicBezTo>
                    <a:pt x="163" y="182"/>
                    <a:pt x="164" y="182"/>
                    <a:pt x="164" y="182"/>
                  </a:cubicBezTo>
                  <a:cubicBezTo>
                    <a:pt x="165" y="182"/>
                    <a:pt x="165" y="182"/>
                    <a:pt x="166" y="182"/>
                  </a:cubicBezTo>
                  <a:cubicBezTo>
                    <a:pt x="166" y="183"/>
                    <a:pt x="166" y="183"/>
                    <a:pt x="166" y="184"/>
                  </a:cubicBezTo>
                  <a:cubicBezTo>
                    <a:pt x="166" y="184"/>
                    <a:pt x="167" y="184"/>
                    <a:pt x="167" y="184"/>
                  </a:cubicBezTo>
                  <a:cubicBezTo>
                    <a:pt x="168" y="184"/>
                    <a:pt x="168" y="184"/>
                    <a:pt x="169" y="184"/>
                  </a:cubicBezTo>
                  <a:cubicBezTo>
                    <a:pt x="169" y="184"/>
                    <a:pt x="170" y="184"/>
                    <a:pt x="170" y="184"/>
                  </a:cubicBezTo>
                  <a:cubicBezTo>
                    <a:pt x="171" y="184"/>
                    <a:pt x="171" y="184"/>
                    <a:pt x="172" y="184"/>
                  </a:cubicBezTo>
                  <a:cubicBezTo>
                    <a:pt x="172" y="183"/>
                    <a:pt x="172" y="183"/>
                    <a:pt x="172" y="182"/>
                  </a:cubicBezTo>
                  <a:cubicBezTo>
                    <a:pt x="172" y="182"/>
                    <a:pt x="173" y="182"/>
                    <a:pt x="173" y="182"/>
                  </a:cubicBezTo>
                  <a:cubicBezTo>
                    <a:pt x="173" y="183"/>
                    <a:pt x="173" y="183"/>
                    <a:pt x="173" y="184"/>
                  </a:cubicBezTo>
                  <a:moveTo>
                    <a:pt x="173" y="34"/>
                  </a:moveTo>
                  <a:cubicBezTo>
                    <a:pt x="173" y="34"/>
                    <a:pt x="172" y="34"/>
                    <a:pt x="172" y="34"/>
                  </a:cubicBezTo>
                  <a:cubicBezTo>
                    <a:pt x="172" y="33"/>
                    <a:pt x="172" y="33"/>
                    <a:pt x="172" y="32"/>
                  </a:cubicBezTo>
                  <a:cubicBezTo>
                    <a:pt x="172" y="32"/>
                    <a:pt x="173" y="32"/>
                    <a:pt x="173" y="32"/>
                  </a:cubicBezTo>
                  <a:cubicBezTo>
                    <a:pt x="173" y="33"/>
                    <a:pt x="173" y="33"/>
                    <a:pt x="173" y="34"/>
                  </a:cubicBezTo>
                  <a:moveTo>
                    <a:pt x="178" y="42"/>
                  </a:moveTo>
                  <a:cubicBezTo>
                    <a:pt x="178" y="42"/>
                    <a:pt x="178" y="43"/>
                    <a:pt x="178" y="43"/>
                  </a:cubicBezTo>
                  <a:cubicBezTo>
                    <a:pt x="178" y="44"/>
                    <a:pt x="178" y="44"/>
                    <a:pt x="178" y="45"/>
                  </a:cubicBezTo>
                  <a:cubicBezTo>
                    <a:pt x="178" y="46"/>
                    <a:pt x="178" y="46"/>
                    <a:pt x="178" y="47"/>
                  </a:cubicBezTo>
                  <a:cubicBezTo>
                    <a:pt x="178" y="47"/>
                    <a:pt x="177" y="47"/>
                    <a:pt x="177" y="47"/>
                  </a:cubicBezTo>
                  <a:cubicBezTo>
                    <a:pt x="177" y="47"/>
                    <a:pt x="177" y="48"/>
                    <a:pt x="177" y="48"/>
                  </a:cubicBezTo>
                  <a:cubicBezTo>
                    <a:pt x="177" y="49"/>
                    <a:pt x="177" y="49"/>
                    <a:pt x="177" y="50"/>
                  </a:cubicBezTo>
                  <a:cubicBezTo>
                    <a:pt x="176" y="50"/>
                    <a:pt x="176" y="50"/>
                    <a:pt x="175" y="50"/>
                  </a:cubicBezTo>
                  <a:cubicBezTo>
                    <a:pt x="175" y="49"/>
                    <a:pt x="175" y="49"/>
                    <a:pt x="175" y="48"/>
                  </a:cubicBezTo>
                  <a:cubicBezTo>
                    <a:pt x="175" y="48"/>
                    <a:pt x="175" y="47"/>
                    <a:pt x="175" y="47"/>
                  </a:cubicBezTo>
                  <a:cubicBezTo>
                    <a:pt x="175" y="46"/>
                    <a:pt x="175" y="46"/>
                    <a:pt x="175" y="45"/>
                  </a:cubicBezTo>
                  <a:cubicBezTo>
                    <a:pt x="176" y="45"/>
                    <a:pt x="176" y="45"/>
                    <a:pt x="177" y="45"/>
                  </a:cubicBezTo>
                  <a:cubicBezTo>
                    <a:pt x="177" y="44"/>
                    <a:pt x="177" y="44"/>
                    <a:pt x="177" y="43"/>
                  </a:cubicBezTo>
                  <a:cubicBezTo>
                    <a:pt x="177" y="43"/>
                    <a:pt x="177" y="42"/>
                    <a:pt x="177" y="42"/>
                  </a:cubicBezTo>
                  <a:cubicBezTo>
                    <a:pt x="177" y="41"/>
                    <a:pt x="177" y="41"/>
                    <a:pt x="177" y="40"/>
                  </a:cubicBezTo>
                  <a:cubicBezTo>
                    <a:pt x="177" y="40"/>
                    <a:pt x="178" y="40"/>
                    <a:pt x="178" y="40"/>
                  </a:cubicBezTo>
                  <a:cubicBezTo>
                    <a:pt x="178" y="41"/>
                    <a:pt x="178" y="41"/>
                    <a:pt x="178" y="42"/>
                  </a:cubicBezTo>
                  <a:moveTo>
                    <a:pt x="186" y="24"/>
                  </a:moveTo>
                  <a:cubicBezTo>
                    <a:pt x="185" y="24"/>
                    <a:pt x="185" y="24"/>
                    <a:pt x="184" y="24"/>
                  </a:cubicBezTo>
                  <a:cubicBezTo>
                    <a:pt x="184" y="24"/>
                    <a:pt x="183" y="24"/>
                    <a:pt x="183" y="24"/>
                  </a:cubicBezTo>
                  <a:cubicBezTo>
                    <a:pt x="183" y="24"/>
                    <a:pt x="183" y="23"/>
                    <a:pt x="183" y="23"/>
                  </a:cubicBezTo>
                  <a:cubicBezTo>
                    <a:pt x="182" y="23"/>
                    <a:pt x="182" y="23"/>
                    <a:pt x="181" y="23"/>
                  </a:cubicBezTo>
                  <a:cubicBezTo>
                    <a:pt x="181" y="22"/>
                    <a:pt x="181" y="21"/>
                    <a:pt x="181" y="21"/>
                  </a:cubicBezTo>
                  <a:cubicBezTo>
                    <a:pt x="182" y="21"/>
                    <a:pt x="182" y="21"/>
                    <a:pt x="183" y="21"/>
                  </a:cubicBezTo>
                  <a:cubicBezTo>
                    <a:pt x="183" y="21"/>
                    <a:pt x="183" y="22"/>
                    <a:pt x="183" y="23"/>
                  </a:cubicBezTo>
                  <a:cubicBezTo>
                    <a:pt x="183" y="23"/>
                    <a:pt x="184" y="23"/>
                    <a:pt x="184" y="23"/>
                  </a:cubicBezTo>
                  <a:cubicBezTo>
                    <a:pt x="185" y="23"/>
                    <a:pt x="185" y="23"/>
                    <a:pt x="186" y="23"/>
                  </a:cubicBezTo>
                  <a:cubicBezTo>
                    <a:pt x="186" y="23"/>
                    <a:pt x="186" y="24"/>
                    <a:pt x="186" y="24"/>
                  </a:cubicBezTo>
                  <a:moveTo>
                    <a:pt x="222" y="200"/>
                  </a:moveTo>
                  <a:cubicBezTo>
                    <a:pt x="222" y="200"/>
                    <a:pt x="222" y="200"/>
                    <a:pt x="222" y="200"/>
                  </a:cubicBezTo>
                  <a:cubicBezTo>
                    <a:pt x="222" y="200"/>
                    <a:pt x="222" y="200"/>
                    <a:pt x="222" y="200"/>
                  </a:cubicBezTo>
                  <a:cubicBezTo>
                    <a:pt x="222" y="200"/>
                    <a:pt x="222" y="200"/>
                    <a:pt x="222" y="200"/>
                  </a:cubicBezTo>
                  <a:cubicBezTo>
                    <a:pt x="221" y="200"/>
                    <a:pt x="221" y="200"/>
                    <a:pt x="221" y="200"/>
                  </a:cubicBezTo>
                  <a:cubicBezTo>
                    <a:pt x="222" y="200"/>
                    <a:pt x="222" y="200"/>
                    <a:pt x="222" y="200"/>
                  </a:cubicBezTo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15" name="Freeform 41106"/>
            <p:cNvSpPr>
              <a:spLocks/>
            </p:cNvSpPr>
            <p:nvPr/>
          </p:nvSpPr>
          <p:spPr bwMode="auto">
            <a:xfrm>
              <a:off x="4246" y="1383"/>
              <a:ext cx="34" cy="62"/>
            </a:xfrm>
            <a:custGeom>
              <a:avLst/>
              <a:gdLst>
                <a:gd name="T0" fmla="*/ 32 w 20"/>
                <a:gd name="T1" fmla="*/ 7 h 36"/>
                <a:gd name="T2" fmla="*/ 32 w 20"/>
                <a:gd name="T3" fmla="*/ 0 h 36"/>
                <a:gd name="T4" fmla="*/ 26 w 20"/>
                <a:gd name="T5" fmla="*/ 0 h 36"/>
                <a:gd name="T6" fmla="*/ 24 w 20"/>
                <a:gd name="T7" fmla="*/ 3 h 36"/>
                <a:gd name="T8" fmla="*/ 20 w 20"/>
                <a:gd name="T9" fmla="*/ 7 h 36"/>
                <a:gd name="T10" fmla="*/ 19 w 20"/>
                <a:gd name="T11" fmla="*/ 9 h 36"/>
                <a:gd name="T12" fmla="*/ 19 w 20"/>
                <a:gd name="T13" fmla="*/ 16 h 36"/>
                <a:gd name="T14" fmla="*/ 12 w 20"/>
                <a:gd name="T15" fmla="*/ 16 h 36"/>
                <a:gd name="T16" fmla="*/ 10 w 20"/>
                <a:gd name="T17" fmla="*/ 17 h 36"/>
                <a:gd name="T18" fmla="*/ 7 w 20"/>
                <a:gd name="T19" fmla="*/ 21 h 36"/>
                <a:gd name="T20" fmla="*/ 5 w 20"/>
                <a:gd name="T21" fmla="*/ 22 h 36"/>
                <a:gd name="T22" fmla="*/ 2 w 20"/>
                <a:gd name="T23" fmla="*/ 26 h 36"/>
                <a:gd name="T24" fmla="*/ 5 w 20"/>
                <a:gd name="T25" fmla="*/ 28 h 36"/>
                <a:gd name="T26" fmla="*/ 5 w 20"/>
                <a:gd name="T27" fmla="*/ 34 h 36"/>
                <a:gd name="T28" fmla="*/ 5 w 20"/>
                <a:gd name="T29" fmla="*/ 40 h 36"/>
                <a:gd name="T30" fmla="*/ 2 w 20"/>
                <a:gd name="T31" fmla="*/ 43 h 36"/>
                <a:gd name="T32" fmla="*/ 0 w 20"/>
                <a:gd name="T33" fmla="*/ 45 h 36"/>
                <a:gd name="T34" fmla="*/ 0 w 20"/>
                <a:gd name="T35" fmla="*/ 50 h 36"/>
                <a:gd name="T36" fmla="*/ 0 w 20"/>
                <a:gd name="T37" fmla="*/ 57 h 36"/>
                <a:gd name="T38" fmla="*/ 2 w 20"/>
                <a:gd name="T39" fmla="*/ 59 h 36"/>
                <a:gd name="T40" fmla="*/ 5 w 20"/>
                <a:gd name="T41" fmla="*/ 62 h 36"/>
                <a:gd name="T42" fmla="*/ 10 w 20"/>
                <a:gd name="T43" fmla="*/ 62 h 36"/>
                <a:gd name="T44" fmla="*/ 15 w 20"/>
                <a:gd name="T45" fmla="*/ 62 h 36"/>
                <a:gd name="T46" fmla="*/ 15 w 20"/>
                <a:gd name="T47" fmla="*/ 57 h 36"/>
                <a:gd name="T48" fmla="*/ 19 w 20"/>
                <a:gd name="T49" fmla="*/ 53 h 36"/>
                <a:gd name="T50" fmla="*/ 20 w 20"/>
                <a:gd name="T51" fmla="*/ 50 h 36"/>
                <a:gd name="T52" fmla="*/ 20 w 20"/>
                <a:gd name="T53" fmla="*/ 48 h 36"/>
                <a:gd name="T54" fmla="*/ 24 w 20"/>
                <a:gd name="T55" fmla="*/ 45 h 36"/>
                <a:gd name="T56" fmla="*/ 24 w 20"/>
                <a:gd name="T57" fmla="*/ 40 h 36"/>
                <a:gd name="T58" fmla="*/ 26 w 20"/>
                <a:gd name="T59" fmla="*/ 36 h 36"/>
                <a:gd name="T60" fmla="*/ 26 w 20"/>
                <a:gd name="T61" fmla="*/ 31 h 36"/>
                <a:gd name="T62" fmla="*/ 29 w 20"/>
                <a:gd name="T63" fmla="*/ 28 h 36"/>
                <a:gd name="T64" fmla="*/ 29 w 20"/>
                <a:gd name="T65" fmla="*/ 22 h 36"/>
                <a:gd name="T66" fmla="*/ 32 w 20"/>
                <a:gd name="T67" fmla="*/ 21 h 36"/>
                <a:gd name="T68" fmla="*/ 34 w 20"/>
                <a:gd name="T69" fmla="*/ 17 h 36"/>
                <a:gd name="T70" fmla="*/ 34 w 20"/>
                <a:gd name="T71" fmla="*/ 12 h 36"/>
                <a:gd name="T72" fmla="*/ 32 w 20"/>
                <a:gd name="T73" fmla="*/ 9 h 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20" h="36">
                  <a:moveTo>
                    <a:pt x="19" y="5"/>
                  </a:moveTo>
                  <a:cubicBezTo>
                    <a:pt x="19" y="5"/>
                    <a:pt x="19" y="4"/>
                    <a:pt x="19" y="4"/>
                  </a:cubicBezTo>
                  <a:cubicBezTo>
                    <a:pt x="19" y="3"/>
                    <a:pt x="19" y="2"/>
                    <a:pt x="19" y="2"/>
                  </a:cubicBezTo>
                  <a:cubicBezTo>
                    <a:pt x="19" y="1"/>
                    <a:pt x="19" y="1"/>
                    <a:pt x="19" y="0"/>
                  </a:cubicBezTo>
                  <a:cubicBezTo>
                    <a:pt x="18" y="0"/>
                    <a:pt x="17" y="0"/>
                    <a:pt x="17" y="0"/>
                  </a:cubicBezTo>
                  <a:cubicBezTo>
                    <a:pt x="16" y="0"/>
                    <a:pt x="16" y="0"/>
                    <a:pt x="15" y="0"/>
                  </a:cubicBezTo>
                  <a:cubicBezTo>
                    <a:pt x="15" y="0"/>
                    <a:pt x="14" y="0"/>
                    <a:pt x="14" y="0"/>
                  </a:cubicBezTo>
                  <a:cubicBezTo>
                    <a:pt x="14" y="1"/>
                    <a:pt x="14" y="1"/>
                    <a:pt x="14" y="2"/>
                  </a:cubicBezTo>
                  <a:cubicBezTo>
                    <a:pt x="14" y="2"/>
                    <a:pt x="14" y="3"/>
                    <a:pt x="14" y="4"/>
                  </a:cubicBezTo>
                  <a:cubicBezTo>
                    <a:pt x="13" y="4"/>
                    <a:pt x="13" y="4"/>
                    <a:pt x="12" y="4"/>
                  </a:cubicBezTo>
                  <a:cubicBezTo>
                    <a:pt x="12" y="4"/>
                    <a:pt x="12" y="5"/>
                    <a:pt x="12" y="5"/>
                  </a:cubicBezTo>
                  <a:cubicBezTo>
                    <a:pt x="12" y="5"/>
                    <a:pt x="11" y="5"/>
                    <a:pt x="11" y="5"/>
                  </a:cubicBezTo>
                  <a:cubicBezTo>
                    <a:pt x="11" y="6"/>
                    <a:pt x="11" y="6"/>
                    <a:pt x="11" y="7"/>
                  </a:cubicBezTo>
                  <a:cubicBezTo>
                    <a:pt x="11" y="7"/>
                    <a:pt x="11" y="8"/>
                    <a:pt x="11" y="9"/>
                  </a:cubicBezTo>
                  <a:cubicBezTo>
                    <a:pt x="10" y="9"/>
                    <a:pt x="10" y="9"/>
                    <a:pt x="9" y="9"/>
                  </a:cubicBezTo>
                  <a:cubicBezTo>
                    <a:pt x="9" y="9"/>
                    <a:pt x="8" y="9"/>
                    <a:pt x="7" y="9"/>
                  </a:cubicBezTo>
                  <a:cubicBezTo>
                    <a:pt x="7" y="9"/>
                    <a:pt x="7" y="10"/>
                    <a:pt x="7" y="10"/>
                  </a:cubicBezTo>
                  <a:cubicBezTo>
                    <a:pt x="7" y="10"/>
                    <a:pt x="6" y="10"/>
                    <a:pt x="6" y="10"/>
                  </a:cubicBezTo>
                  <a:cubicBezTo>
                    <a:pt x="5" y="10"/>
                    <a:pt x="5" y="10"/>
                    <a:pt x="4" y="10"/>
                  </a:cubicBezTo>
                  <a:cubicBezTo>
                    <a:pt x="4" y="11"/>
                    <a:pt x="4" y="11"/>
                    <a:pt x="4" y="12"/>
                  </a:cubicBezTo>
                  <a:cubicBezTo>
                    <a:pt x="4" y="12"/>
                    <a:pt x="3" y="12"/>
                    <a:pt x="3" y="12"/>
                  </a:cubicBezTo>
                  <a:cubicBezTo>
                    <a:pt x="3" y="12"/>
                    <a:pt x="3" y="13"/>
                    <a:pt x="3" y="13"/>
                  </a:cubicBezTo>
                  <a:cubicBezTo>
                    <a:pt x="3" y="14"/>
                    <a:pt x="3" y="14"/>
                    <a:pt x="3" y="15"/>
                  </a:cubicBezTo>
                  <a:cubicBezTo>
                    <a:pt x="2" y="15"/>
                    <a:pt x="2" y="15"/>
                    <a:pt x="1" y="15"/>
                  </a:cubicBezTo>
                  <a:cubicBezTo>
                    <a:pt x="1" y="15"/>
                    <a:pt x="1" y="16"/>
                    <a:pt x="1" y="16"/>
                  </a:cubicBezTo>
                  <a:cubicBezTo>
                    <a:pt x="2" y="16"/>
                    <a:pt x="2" y="16"/>
                    <a:pt x="3" y="16"/>
                  </a:cubicBezTo>
                  <a:cubicBezTo>
                    <a:pt x="3" y="17"/>
                    <a:pt x="3" y="18"/>
                    <a:pt x="3" y="18"/>
                  </a:cubicBezTo>
                  <a:cubicBezTo>
                    <a:pt x="3" y="19"/>
                    <a:pt x="3" y="19"/>
                    <a:pt x="3" y="20"/>
                  </a:cubicBezTo>
                  <a:cubicBezTo>
                    <a:pt x="3" y="20"/>
                    <a:pt x="3" y="21"/>
                    <a:pt x="3" y="21"/>
                  </a:cubicBezTo>
                  <a:cubicBezTo>
                    <a:pt x="3" y="22"/>
                    <a:pt x="3" y="22"/>
                    <a:pt x="3" y="23"/>
                  </a:cubicBezTo>
                  <a:cubicBezTo>
                    <a:pt x="2" y="23"/>
                    <a:pt x="2" y="23"/>
                    <a:pt x="1" y="23"/>
                  </a:cubicBezTo>
                  <a:cubicBezTo>
                    <a:pt x="1" y="24"/>
                    <a:pt x="1" y="24"/>
                    <a:pt x="1" y="25"/>
                  </a:cubicBezTo>
                  <a:cubicBezTo>
                    <a:pt x="1" y="25"/>
                    <a:pt x="0" y="25"/>
                    <a:pt x="0" y="25"/>
                  </a:cubicBezTo>
                  <a:cubicBezTo>
                    <a:pt x="0" y="25"/>
                    <a:pt x="0" y="26"/>
                    <a:pt x="0" y="26"/>
                  </a:cubicBezTo>
                  <a:cubicBezTo>
                    <a:pt x="0" y="27"/>
                    <a:pt x="0" y="27"/>
                    <a:pt x="0" y="28"/>
                  </a:cubicBezTo>
                  <a:cubicBezTo>
                    <a:pt x="0" y="28"/>
                    <a:pt x="0" y="29"/>
                    <a:pt x="0" y="29"/>
                  </a:cubicBezTo>
                  <a:cubicBezTo>
                    <a:pt x="0" y="30"/>
                    <a:pt x="0" y="30"/>
                    <a:pt x="0" y="31"/>
                  </a:cubicBezTo>
                  <a:cubicBezTo>
                    <a:pt x="0" y="32"/>
                    <a:pt x="0" y="32"/>
                    <a:pt x="0" y="33"/>
                  </a:cubicBezTo>
                  <a:cubicBezTo>
                    <a:pt x="0" y="33"/>
                    <a:pt x="1" y="33"/>
                    <a:pt x="1" y="33"/>
                  </a:cubicBezTo>
                  <a:cubicBezTo>
                    <a:pt x="1" y="33"/>
                    <a:pt x="1" y="34"/>
                    <a:pt x="1" y="34"/>
                  </a:cubicBezTo>
                  <a:cubicBezTo>
                    <a:pt x="1" y="35"/>
                    <a:pt x="1" y="35"/>
                    <a:pt x="1" y="36"/>
                  </a:cubicBezTo>
                  <a:cubicBezTo>
                    <a:pt x="2" y="36"/>
                    <a:pt x="2" y="36"/>
                    <a:pt x="3" y="36"/>
                  </a:cubicBezTo>
                  <a:cubicBezTo>
                    <a:pt x="3" y="36"/>
                    <a:pt x="4" y="36"/>
                    <a:pt x="4" y="36"/>
                  </a:cubicBezTo>
                  <a:cubicBezTo>
                    <a:pt x="5" y="36"/>
                    <a:pt x="5" y="36"/>
                    <a:pt x="6" y="36"/>
                  </a:cubicBezTo>
                  <a:cubicBezTo>
                    <a:pt x="6" y="36"/>
                    <a:pt x="7" y="36"/>
                    <a:pt x="7" y="36"/>
                  </a:cubicBezTo>
                  <a:cubicBezTo>
                    <a:pt x="8" y="36"/>
                    <a:pt x="9" y="36"/>
                    <a:pt x="9" y="36"/>
                  </a:cubicBezTo>
                  <a:cubicBezTo>
                    <a:pt x="9" y="35"/>
                    <a:pt x="9" y="35"/>
                    <a:pt x="9" y="34"/>
                  </a:cubicBezTo>
                  <a:cubicBezTo>
                    <a:pt x="9" y="34"/>
                    <a:pt x="9" y="33"/>
                    <a:pt x="9" y="33"/>
                  </a:cubicBezTo>
                  <a:cubicBezTo>
                    <a:pt x="10" y="33"/>
                    <a:pt x="10" y="33"/>
                    <a:pt x="11" y="33"/>
                  </a:cubicBezTo>
                  <a:cubicBezTo>
                    <a:pt x="11" y="32"/>
                    <a:pt x="11" y="32"/>
                    <a:pt x="11" y="31"/>
                  </a:cubicBezTo>
                  <a:cubicBezTo>
                    <a:pt x="11" y="30"/>
                    <a:pt x="11" y="30"/>
                    <a:pt x="11" y="29"/>
                  </a:cubicBezTo>
                  <a:cubicBezTo>
                    <a:pt x="11" y="29"/>
                    <a:pt x="12" y="29"/>
                    <a:pt x="12" y="29"/>
                  </a:cubicBezTo>
                  <a:cubicBezTo>
                    <a:pt x="12" y="29"/>
                    <a:pt x="12" y="29"/>
                    <a:pt x="12" y="29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7"/>
                    <a:pt x="12" y="27"/>
                    <a:pt x="12" y="26"/>
                  </a:cubicBezTo>
                  <a:cubicBezTo>
                    <a:pt x="13" y="26"/>
                    <a:pt x="13" y="26"/>
                    <a:pt x="14" y="26"/>
                  </a:cubicBezTo>
                  <a:cubicBezTo>
                    <a:pt x="14" y="26"/>
                    <a:pt x="14" y="25"/>
                    <a:pt x="14" y="25"/>
                  </a:cubicBezTo>
                  <a:cubicBezTo>
                    <a:pt x="14" y="24"/>
                    <a:pt x="14" y="24"/>
                    <a:pt x="14" y="23"/>
                  </a:cubicBezTo>
                  <a:cubicBezTo>
                    <a:pt x="14" y="22"/>
                    <a:pt x="14" y="22"/>
                    <a:pt x="14" y="21"/>
                  </a:cubicBezTo>
                  <a:cubicBezTo>
                    <a:pt x="14" y="21"/>
                    <a:pt x="15" y="21"/>
                    <a:pt x="15" y="21"/>
                  </a:cubicBezTo>
                  <a:cubicBezTo>
                    <a:pt x="15" y="21"/>
                    <a:pt x="15" y="20"/>
                    <a:pt x="15" y="20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6" y="18"/>
                    <a:pt x="16" y="18"/>
                    <a:pt x="17" y="18"/>
                  </a:cubicBezTo>
                  <a:cubicBezTo>
                    <a:pt x="17" y="18"/>
                    <a:pt x="17" y="17"/>
                    <a:pt x="17" y="16"/>
                  </a:cubicBezTo>
                  <a:cubicBezTo>
                    <a:pt x="17" y="16"/>
                    <a:pt x="17" y="15"/>
                    <a:pt x="17" y="15"/>
                  </a:cubicBezTo>
                  <a:cubicBezTo>
                    <a:pt x="17" y="14"/>
                    <a:pt x="17" y="14"/>
                    <a:pt x="17" y="13"/>
                  </a:cubicBezTo>
                  <a:cubicBezTo>
                    <a:pt x="17" y="13"/>
                    <a:pt x="17" y="12"/>
                    <a:pt x="17" y="12"/>
                  </a:cubicBezTo>
                  <a:cubicBezTo>
                    <a:pt x="17" y="12"/>
                    <a:pt x="18" y="12"/>
                    <a:pt x="19" y="12"/>
                  </a:cubicBezTo>
                  <a:cubicBezTo>
                    <a:pt x="19" y="11"/>
                    <a:pt x="19" y="11"/>
                    <a:pt x="19" y="10"/>
                  </a:cubicBezTo>
                  <a:cubicBezTo>
                    <a:pt x="19" y="10"/>
                    <a:pt x="20" y="10"/>
                    <a:pt x="20" y="10"/>
                  </a:cubicBezTo>
                  <a:cubicBezTo>
                    <a:pt x="20" y="10"/>
                    <a:pt x="20" y="9"/>
                    <a:pt x="20" y="9"/>
                  </a:cubicBezTo>
                  <a:cubicBezTo>
                    <a:pt x="20" y="8"/>
                    <a:pt x="20" y="7"/>
                    <a:pt x="20" y="7"/>
                  </a:cubicBezTo>
                  <a:cubicBezTo>
                    <a:pt x="20" y="7"/>
                    <a:pt x="19" y="7"/>
                    <a:pt x="19" y="7"/>
                  </a:cubicBezTo>
                  <a:cubicBezTo>
                    <a:pt x="19" y="6"/>
                    <a:pt x="19" y="6"/>
                    <a:pt x="19" y="5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16" name="Freeform 41107"/>
            <p:cNvSpPr>
              <a:spLocks/>
            </p:cNvSpPr>
            <p:nvPr/>
          </p:nvSpPr>
          <p:spPr bwMode="auto">
            <a:xfrm>
              <a:off x="4303" y="1423"/>
              <a:ext cx="2" cy="3"/>
            </a:xfrm>
            <a:custGeom>
              <a:avLst/>
              <a:gdLst>
                <a:gd name="T0" fmla="*/ 0 w 1"/>
                <a:gd name="T1" fmla="*/ 3 h 2"/>
                <a:gd name="T2" fmla="*/ 2 w 1"/>
                <a:gd name="T3" fmla="*/ 3 h 2"/>
                <a:gd name="T4" fmla="*/ 2 w 1"/>
                <a:gd name="T5" fmla="*/ 0 h 2"/>
                <a:gd name="T6" fmla="*/ 0 w 1"/>
                <a:gd name="T7" fmla="*/ 0 h 2"/>
                <a:gd name="T8" fmla="*/ 0 w 1"/>
                <a:gd name="T9" fmla="*/ 3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cubicBezTo>
                    <a:pt x="0" y="2"/>
                    <a:pt x="1" y="2"/>
                    <a:pt x="1" y="2"/>
                  </a:cubicBezTo>
                  <a:cubicBezTo>
                    <a:pt x="1" y="1"/>
                    <a:pt x="1" y="1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17" name="Freeform 41108"/>
            <p:cNvSpPr>
              <a:spLocks/>
            </p:cNvSpPr>
            <p:nvPr/>
          </p:nvSpPr>
          <p:spPr bwMode="auto">
            <a:xfrm>
              <a:off x="4291" y="1426"/>
              <a:ext cx="5" cy="5"/>
            </a:xfrm>
            <a:custGeom>
              <a:avLst/>
              <a:gdLst>
                <a:gd name="T0" fmla="*/ 0 w 3"/>
                <a:gd name="T1" fmla="*/ 0 h 3"/>
                <a:gd name="T2" fmla="*/ 0 w 3"/>
                <a:gd name="T3" fmla="*/ 2 h 3"/>
                <a:gd name="T4" fmla="*/ 0 w 3"/>
                <a:gd name="T5" fmla="*/ 5 h 3"/>
                <a:gd name="T6" fmla="*/ 3 w 3"/>
                <a:gd name="T7" fmla="*/ 5 h 3"/>
                <a:gd name="T8" fmla="*/ 5 w 3"/>
                <a:gd name="T9" fmla="*/ 5 h 3"/>
                <a:gd name="T10" fmla="*/ 5 w 3"/>
                <a:gd name="T11" fmla="*/ 2 h 3"/>
                <a:gd name="T12" fmla="*/ 5 w 3"/>
                <a:gd name="T13" fmla="*/ 0 h 3"/>
                <a:gd name="T14" fmla="*/ 3 w 3"/>
                <a:gd name="T15" fmla="*/ 0 h 3"/>
                <a:gd name="T16" fmla="*/ 0 w 3"/>
                <a:gd name="T17" fmla="*/ 0 h 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1" y="3"/>
                    <a:pt x="1" y="3"/>
                    <a:pt x="2" y="3"/>
                  </a:cubicBezTo>
                  <a:cubicBezTo>
                    <a:pt x="2" y="3"/>
                    <a:pt x="3" y="3"/>
                    <a:pt x="3" y="3"/>
                  </a:cubicBezTo>
                  <a:cubicBezTo>
                    <a:pt x="3" y="2"/>
                    <a:pt x="3" y="2"/>
                    <a:pt x="3" y="1"/>
                  </a:cubicBezTo>
                  <a:cubicBezTo>
                    <a:pt x="3" y="1"/>
                    <a:pt x="3" y="0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18" name="Freeform 41117"/>
            <p:cNvSpPr>
              <a:spLocks noEditPoints="1"/>
            </p:cNvSpPr>
            <p:nvPr/>
          </p:nvSpPr>
          <p:spPr bwMode="auto">
            <a:xfrm>
              <a:off x="3885" y="1057"/>
              <a:ext cx="176" cy="47"/>
            </a:xfrm>
            <a:custGeom>
              <a:avLst/>
              <a:gdLst>
                <a:gd name="T0" fmla="*/ 159 w 101"/>
                <a:gd name="T1" fmla="*/ 0 h 27"/>
                <a:gd name="T2" fmla="*/ 0 w 101"/>
                <a:gd name="T3" fmla="*/ 0 h 27"/>
                <a:gd name="T4" fmla="*/ 0 w 101"/>
                <a:gd name="T5" fmla="*/ 47 h 27"/>
                <a:gd name="T6" fmla="*/ 167 w 101"/>
                <a:gd name="T7" fmla="*/ 47 h 27"/>
                <a:gd name="T8" fmla="*/ 167 w 101"/>
                <a:gd name="T9" fmla="*/ 45 h 27"/>
                <a:gd name="T10" fmla="*/ 167 w 101"/>
                <a:gd name="T11" fmla="*/ 42 h 27"/>
                <a:gd name="T12" fmla="*/ 169 w 101"/>
                <a:gd name="T13" fmla="*/ 42 h 27"/>
                <a:gd name="T14" fmla="*/ 173 w 101"/>
                <a:gd name="T15" fmla="*/ 42 h 27"/>
                <a:gd name="T16" fmla="*/ 174 w 101"/>
                <a:gd name="T17" fmla="*/ 42 h 27"/>
                <a:gd name="T18" fmla="*/ 174 w 101"/>
                <a:gd name="T19" fmla="*/ 40 h 27"/>
                <a:gd name="T20" fmla="*/ 176 w 101"/>
                <a:gd name="T21" fmla="*/ 40 h 27"/>
                <a:gd name="T22" fmla="*/ 176 w 101"/>
                <a:gd name="T23" fmla="*/ 35 h 27"/>
                <a:gd name="T24" fmla="*/ 174 w 101"/>
                <a:gd name="T25" fmla="*/ 35 h 27"/>
                <a:gd name="T26" fmla="*/ 174 w 101"/>
                <a:gd name="T27" fmla="*/ 37 h 27"/>
                <a:gd name="T28" fmla="*/ 173 w 101"/>
                <a:gd name="T29" fmla="*/ 37 h 27"/>
                <a:gd name="T30" fmla="*/ 169 w 101"/>
                <a:gd name="T31" fmla="*/ 37 h 27"/>
                <a:gd name="T32" fmla="*/ 169 w 101"/>
                <a:gd name="T33" fmla="*/ 40 h 27"/>
                <a:gd name="T34" fmla="*/ 164 w 101"/>
                <a:gd name="T35" fmla="*/ 40 h 27"/>
                <a:gd name="T36" fmla="*/ 160 w 101"/>
                <a:gd name="T37" fmla="*/ 40 h 27"/>
                <a:gd name="T38" fmla="*/ 160 w 101"/>
                <a:gd name="T39" fmla="*/ 37 h 27"/>
                <a:gd name="T40" fmla="*/ 160 w 101"/>
                <a:gd name="T41" fmla="*/ 35 h 27"/>
                <a:gd name="T42" fmla="*/ 164 w 101"/>
                <a:gd name="T43" fmla="*/ 35 h 27"/>
                <a:gd name="T44" fmla="*/ 164 w 101"/>
                <a:gd name="T45" fmla="*/ 31 h 27"/>
                <a:gd name="T46" fmla="*/ 164 w 101"/>
                <a:gd name="T47" fmla="*/ 28 h 27"/>
                <a:gd name="T48" fmla="*/ 160 w 101"/>
                <a:gd name="T49" fmla="*/ 28 h 27"/>
                <a:gd name="T50" fmla="*/ 160 w 101"/>
                <a:gd name="T51" fmla="*/ 26 h 27"/>
                <a:gd name="T52" fmla="*/ 160 w 101"/>
                <a:gd name="T53" fmla="*/ 26 h 27"/>
                <a:gd name="T54" fmla="*/ 160 w 101"/>
                <a:gd name="T55" fmla="*/ 26 h 27"/>
                <a:gd name="T56" fmla="*/ 159 w 101"/>
                <a:gd name="T57" fmla="*/ 26 h 27"/>
                <a:gd name="T58" fmla="*/ 159 w 101"/>
                <a:gd name="T59" fmla="*/ 28 h 27"/>
                <a:gd name="T60" fmla="*/ 155 w 101"/>
                <a:gd name="T61" fmla="*/ 28 h 27"/>
                <a:gd name="T62" fmla="*/ 153 w 101"/>
                <a:gd name="T63" fmla="*/ 28 h 27"/>
                <a:gd name="T64" fmla="*/ 150 w 101"/>
                <a:gd name="T65" fmla="*/ 28 h 27"/>
                <a:gd name="T66" fmla="*/ 148 w 101"/>
                <a:gd name="T67" fmla="*/ 28 h 27"/>
                <a:gd name="T68" fmla="*/ 145 w 101"/>
                <a:gd name="T69" fmla="*/ 28 h 27"/>
                <a:gd name="T70" fmla="*/ 143 w 101"/>
                <a:gd name="T71" fmla="*/ 28 h 27"/>
                <a:gd name="T72" fmla="*/ 143 w 101"/>
                <a:gd name="T73" fmla="*/ 26 h 27"/>
                <a:gd name="T74" fmla="*/ 143 w 101"/>
                <a:gd name="T75" fmla="*/ 23 h 27"/>
                <a:gd name="T76" fmla="*/ 145 w 101"/>
                <a:gd name="T77" fmla="*/ 23 h 27"/>
                <a:gd name="T78" fmla="*/ 145 w 101"/>
                <a:gd name="T79" fmla="*/ 21 h 27"/>
                <a:gd name="T80" fmla="*/ 145 w 101"/>
                <a:gd name="T81" fmla="*/ 17 h 27"/>
                <a:gd name="T82" fmla="*/ 145 w 101"/>
                <a:gd name="T83" fmla="*/ 14 h 27"/>
                <a:gd name="T84" fmla="*/ 145 w 101"/>
                <a:gd name="T85" fmla="*/ 12 h 27"/>
                <a:gd name="T86" fmla="*/ 148 w 101"/>
                <a:gd name="T87" fmla="*/ 12 h 27"/>
                <a:gd name="T88" fmla="*/ 150 w 101"/>
                <a:gd name="T89" fmla="*/ 12 h 27"/>
                <a:gd name="T90" fmla="*/ 150 w 101"/>
                <a:gd name="T91" fmla="*/ 9 h 27"/>
                <a:gd name="T92" fmla="*/ 153 w 101"/>
                <a:gd name="T93" fmla="*/ 9 h 27"/>
                <a:gd name="T94" fmla="*/ 153 w 101"/>
                <a:gd name="T95" fmla="*/ 7 h 27"/>
                <a:gd name="T96" fmla="*/ 155 w 101"/>
                <a:gd name="T97" fmla="*/ 7 h 27"/>
                <a:gd name="T98" fmla="*/ 159 w 101"/>
                <a:gd name="T99" fmla="*/ 7 h 27"/>
                <a:gd name="T100" fmla="*/ 160 w 101"/>
                <a:gd name="T101" fmla="*/ 7 h 27"/>
                <a:gd name="T102" fmla="*/ 160 w 101"/>
                <a:gd name="T103" fmla="*/ 3 h 27"/>
                <a:gd name="T104" fmla="*/ 159 w 101"/>
                <a:gd name="T105" fmla="*/ 3 h 27"/>
                <a:gd name="T106" fmla="*/ 159 w 101"/>
                <a:gd name="T107" fmla="*/ 0 h 27"/>
                <a:gd name="T108" fmla="*/ 176 w 101"/>
                <a:gd name="T109" fmla="*/ 0 h 27"/>
                <a:gd name="T110" fmla="*/ 174 w 101"/>
                <a:gd name="T111" fmla="*/ 0 h 27"/>
                <a:gd name="T112" fmla="*/ 174 w 101"/>
                <a:gd name="T113" fmla="*/ 3 h 27"/>
                <a:gd name="T114" fmla="*/ 176 w 101"/>
                <a:gd name="T115" fmla="*/ 3 h 27"/>
                <a:gd name="T116" fmla="*/ 176 w 101"/>
                <a:gd name="T117" fmla="*/ 0 h 2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101" h="27">
                  <a:moveTo>
                    <a:pt x="9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96" y="27"/>
                    <a:pt x="96" y="27"/>
                    <a:pt x="96" y="27"/>
                  </a:cubicBezTo>
                  <a:cubicBezTo>
                    <a:pt x="96" y="27"/>
                    <a:pt x="96" y="27"/>
                    <a:pt x="96" y="26"/>
                  </a:cubicBezTo>
                  <a:cubicBezTo>
                    <a:pt x="96" y="26"/>
                    <a:pt x="96" y="25"/>
                    <a:pt x="96" y="24"/>
                  </a:cubicBezTo>
                  <a:cubicBezTo>
                    <a:pt x="96" y="24"/>
                    <a:pt x="97" y="24"/>
                    <a:pt x="97" y="24"/>
                  </a:cubicBezTo>
                  <a:cubicBezTo>
                    <a:pt x="98" y="24"/>
                    <a:pt x="98" y="24"/>
                    <a:pt x="99" y="24"/>
                  </a:cubicBezTo>
                  <a:cubicBezTo>
                    <a:pt x="99" y="24"/>
                    <a:pt x="100" y="24"/>
                    <a:pt x="100" y="24"/>
                  </a:cubicBezTo>
                  <a:cubicBezTo>
                    <a:pt x="100" y="24"/>
                    <a:pt x="100" y="23"/>
                    <a:pt x="100" y="23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20"/>
                    <a:pt x="101" y="20"/>
                    <a:pt x="100" y="20"/>
                  </a:cubicBezTo>
                  <a:cubicBezTo>
                    <a:pt x="100" y="20"/>
                    <a:pt x="100" y="21"/>
                    <a:pt x="100" y="21"/>
                  </a:cubicBezTo>
                  <a:cubicBezTo>
                    <a:pt x="100" y="21"/>
                    <a:pt x="99" y="21"/>
                    <a:pt x="99" y="21"/>
                  </a:cubicBezTo>
                  <a:cubicBezTo>
                    <a:pt x="98" y="21"/>
                    <a:pt x="98" y="21"/>
                    <a:pt x="97" y="21"/>
                  </a:cubicBezTo>
                  <a:cubicBezTo>
                    <a:pt x="97" y="22"/>
                    <a:pt x="97" y="22"/>
                    <a:pt x="97" y="23"/>
                  </a:cubicBezTo>
                  <a:cubicBezTo>
                    <a:pt x="96" y="23"/>
                    <a:pt x="95" y="23"/>
                    <a:pt x="94" y="23"/>
                  </a:cubicBezTo>
                  <a:cubicBezTo>
                    <a:pt x="94" y="23"/>
                    <a:pt x="93" y="23"/>
                    <a:pt x="92" y="23"/>
                  </a:cubicBezTo>
                  <a:cubicBezTo>
                    <a:pt x="92" y="22"/>
                    <a:pt x="92" y="22"/>
                    <a:pt x="92" y="21"/>
                  </a:cubicBezTo>
                  <a:cubicBezTo>
                    <a:pt x="92" y="21"/>
                    <a:pt x="92" y="20"/>
                    <a:pt x="92" y="20"/>
                  </a:cubicBezTo>
                  <a:cubicBezTo>
                    <a:pt x="93" y="20"/>
                    <a:pt x="94" y="20"/>
                    <a:pt x="94" y="20"/>
                  </a:cubicBezTo>
                  <a:cubicBezTo>
                    <a:pt x="94" y="19"/>
                    <a:pt x="94" y="19"/>
                    <a:pt x="94" y="18"/>
                  </a:cubicBezTo>
                  <a:cubicBezTo>
                    <a:pt x="94" y="18"/>
                    <a:pt x="94" y="17"/>
                    <a:pt x="94" y="16"/>
                  </a:cubicBezTo>
                  <a:cubicBezTo>
                    <a:pt x="94" y="16"/>
                    <a:pt x="93" y="16"/>
                    <a:pt x="92" y="16"/>
                  </a:cubicBezTo>
                  <a:cubicBezTo>
                    <a:pt x="92" y="16"/>
                    <a:pt x="92" y="15"/>
                    <a:pt x="92" y="15"/>
                  </a:cubicBezTo>
                  <a:cubicBezTo>
                    <a:pt x="92" y="15"/>
                    <a:pt x="92" y="15"/>
                    <a:pt x="92" y="15"/>
                  </a:cubicBezTo>
                  <a:cubicBezTo>
                    <a:pt x="92" y="15"/>
                    <a:pt x="92" y="15"/>
                    <a:pt x="92" y="15"/>
                  </a:cubicBezTo>
                  <a:cubicBezTo>
                    <a:pt x="92" y="15"/>
                    <a:pt x="91" y="15"/>
                    <a:pt x="91" y="15"/>
                  </a:cubicBezTo>
                  <a:cubicBezTo>
                    <a:pt x="91" y="15"/>
                    <a:pt x="91" y="16"/>
                    <a:pt x="91" y="16"/>
                  </a:cubicBezTo>
                  <a:cubicBezTo>
                    <a:pt x="90" y="16"/>
                    <a:pt x="90" y="16"/>
                    <a:pt x="89" y="16"/>
                  </a:cubicBezTo>
                  <a:cubicBezTo>
                    <a:pt x="89" y="16"/>
                    <a:pt x="88" y="16"/>
                    <a:pt x="88" y="16"/>
                  </a:cubicBezTo>
                  <a:cubicBezTo>
                    <a:pt x="87" y="16"/>
                    <a:pt x="87" y="16"/>
                    <a:pt x="86" y="16"/>
                  </a:cubicBezTo>
                  <a:cubicBezTo>
                    <a:pt x="86" y="16"/>
                    <a:pt x="85" y="16"/>
                    <a:pt x="85" y="16"/>
                  </a:cubicBezTo>
                  <a:cubicBezTo>
                    <a:pt x="84" y="16"/>
                    <a:pt x="84" y="16"/>
                    <a:pt x="83" y="16"/>
                  </a:cubicBezTo>
                  <a:cubicBezTo>
                    <a:pt x="83" y="16"/>
                    <a:pt x="82" y="16"/>
                    <a:pt x="82" y="16"/>
                  </a:cubicBezTo>
                  <a:cubicBezTo>
                    <a:pt x="82" y="16"/>
                    <a:pt x="82" y="15"/>
                    <a:pt x="82" y="15"/>
                  </a:cubicBezTo>
                  <a:cubicBezTo>
                    <a:pt x="82" y="14"/>
                    <a:pt x="82" y="14"/>
                    <a:pt x="82" y="13"/>
                  </a:cubicBezTo>
                  <a:cubicBezTo>
                    <a:pt x="82" y="13"/>
                    <a:pt x="83" y="13"/>
                    <a:pt x="83" y="13"/>
                  </a:cubicBezTo>
                  <a:cubicBezTo>
                    <a:pt x="83" y="13"/>
                    <a:pt x="83" y="12"/>
                    <a:pt x="83" y="12"/>
                  </a:cubicBezTo>
                  <a:cubicBezTo>
                    <a:pt x="83" y="11"/>
                    <a:pt x="83" y="10"/>
                    <a:pt x="83" y="10"/>
                  </a:cubicBezTo>
                  <a:cubicBezTo>
                    <a:pt x="83" y="9"/>
                    <a:pt x="83" y="9"/>
                    <a:pt x="83" y="8"/>
                  </a:cubicBezTo>
                  <a:cubicBezTo>
                    <a:pt x="83" y="8"/>
                    <a:pt x="83" y="7"/>
                    <a:pt x="83" y="7"/>
                  </a:cubicBezTo>
                  <a:cubicBezTo>
                    <a:pt x="84" y="7"/>
                    <a:pt x="84" y="7"/>
                    <a:pt x="85" y="7"/>
                  </a:cubicBezTo>
                  <a:cubicBezTo>
                    <a:pt x="85" y="7"/>
                    <a:pt x="86" y="7"/>
                    <a:pt x="86" y="7"/>
                  </a:cubicBezTo>
                  <a:cubicBezTo>
                    <a:pt x="86" y="6"/>
                    <a:pt x="86" y="6"/>
                    <a:pt x="86" y="5"/>
                  </a:cubicBezTo>
                  <a:cubicBezTo>
                    <a:pt x="87" y="5"/>
                    <a:pt x="87" y="5"/>
                    <a:pt x="88" y="5"/>
                  </a:cubicBezTo>
                  <a:cubicBezTo>
                    <a:pt x="88" y="5"/>
                    <a:pt x="88" y="4"/>
                    <a:pt x="88" y="4"/>
                  </a:cubicBezTo>
                  <a:cubicBezTo>
                    <a:pt x="88" y="4"/>
                    <a:pt x="89" y="4"/>
                    <a:pt x="89" y="4"/>
                  </a:cubicBezTo>
                  <a:cubicBezTo>
                    <a:pt x="90" y="4"/>
                    <a:pt x="90" y="4"/>
                    <a:pt x="91" y="4"/>
                  </a:cubicBezTo>
                  <a:cubicBezTo>
                    <a:pt x="91" y="4"/>
                    <a:pt x="92" y="4"/>
                    <a:pt x="92" y="4"/>
                  </a:cubicBezTo>
                  <a:cubicBezTo>
                    <a:pt x="92" y="3"/>
                    <a:pt x="92" y="2"/>
                    <a:pt x="92" y="2"/>
                  </a:cubicBezTo>
                  <a:cubicBezTo>
                    <a:pt x="92" y="2"/>
                    <a:pt x="91" y="2"/>
                    <a:pt x="91" y="2"/>
                  </a:cubicBezTo>
                  <a:cubicBezTo>
                    <a:pt x="91" y="1"/>
                    <a:pt x="91" y="1"/>
                    <a:pt x="91" y="0"/>
                  </a:cubicBezTo>
                  <a:moveTo>
                    <a:pt x="101" y="0"/>
                  </a:moveTo>
                  <a:cubicBezTo>
                    <a:pt x="100" y="0"/>
                    <a:pt x="100" y="0"/>
                    <a:pt x="100" y="0"/>
                  </a:cubicBezTo>
                  <a:cubicBezTo>
                    <a:pt x="100" y="1"/>
                    <a:pt x="100" y="1"/>
                    <a:pt x="100" y="2"/>
                  </a:cubicBezTo>
                  <a:cubicBezTo>
                    <a:pt x="101" y="2"/>
                    <a:pt x="101" y="2"/>
                    <a:pt x="101" y="2"/>
                  </a:cubicBezTo>
                  <a:cubicBezTo>
                    <a:pt x="101" y="0"/>
                    <a:pt x="101" y="0"/>
                    <a:pt x="101" y="0"/>
                  </a:cubicBezTo>
                </a:path>
              </a:pathLst>
            </a:custGeom>
            <a:solidFill>
              <a:srgbClr val="92E2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19" name="Freeform 41118"/>
            <p:cNvSpPr>
              <a:spLocks/>
            </p:cNvSpPr>
            <p:nvPr/>
          </p:nvSpPr>
          <p:spPr bwMode="auto">
            <a:xfrm>
              <a:off x="4045" y="1069"/>
              <a:ext cx="9" cy="14"/>
            </a:xfrm>
            <a:custGeom>
              <a:avLst/>
              <a:gdLst>
                <a:gd name="T0" fmla="*/ 7 w 5"/>
                <a:gd name="T1" fmla="*/ 0 h 8"/>
                <a:gd name="T2" fmla="*/ 4 w 5"/>
                <a:gd name="T3" fmla="*/ 0 h 8"/>
                <a:gd name="T4" fmla="*/ 4 w 5"/>
                <a:gd name="T5" fmla="*/ 2 h 8"/>
                <a:gd name="T6" fmla="*/ 4 w 5"/>
                <a:gd name="T7" fmla="*/ 2 h 8"/>
                <a:gd name="T8" fmla="*/ 4 w 5"/>
                <a:gd name="T9" fmla="*/ 2 h 8"/>
                <a:gd name="T10" fmla="*/ 0 w 5"/>
                <a:gd name="T11" fmla="*/ 2 h 8"/>
                <a:gd name="T12" fmla="*/ 0 w 5"/>
                <a:gd name="T13" fmla="*/ 5 h 8"/>
                <a:gd name="T14" fmla="*/ 0 w 5"/>
                <a:gd name="T15" fmla="*/ 9 h 8"/>
                <a:gd name="T16" fmla="*/ 0 w 5"/>
                <a:gd name="T17" fmla="*/ 11 h 8"/>
                <a:gd name="T18" fmla="*/ 0 w 5"/>
                <a:gd name="T19" fmla="*/ 14 h 8"/>
                <a:gd name="T20" fmla="*/ 0 w 5"/>
                <a:gd name="T21" fmla="*/ 14 h 8"/>
                <a:gd name="T22" fmla="*/ 0 w 5"/>
                <a:gd name="T23" fmla="*/ 14 h 8"/>
                <a:gd name="T24" fmla="*/ 0 w 5"/>
                <a:gd name="T25" fmla="*/ 14 h 8"/>
                <a:gd name="T26" fmla="*/ 0 w 5"/>
                <a:gd name="T27" fmla="*/ 14 h 8"/>
                <a:gd name="T28" fmla="*/ 4 w 5"/>
                <a:gd name="T29" fmla="*/ 14 h 8"/>
                <a:gd name="T30" fmla="*/ 4 w 5"/>
                <a:gd name="T31" fmla="*/ 11 h 8"/>
                <a:gd name="T32" fmla="*/ 4 w 5"/>
                <a:gd name="T33" fmla="*/ 9 h 8"/>
                <a:gd name="T34" fmla="*/ 4 w 5"/>
                <a:gd name="T35" fmla="*/ 5 h 8"/>
                <a:gd name="T36" fmla="*/ 4 w 5"/>
                <a:gd name="T37" fmla="*/ 5 h 8"/>
                <a:gd name="T38" fmla="*/ 4 w 5"/>
                <a:gd name="T39" fmla="*/ 5 h 8"/>
                <a:gd name="T40" fmla="*/ 7 w 5"/>
                <a:gd name="T41" fmla="*/ 5 h 8"/>
                <a:gd name="T42" fmla="*/ 9 w 5"/>
                <a:gd name="T43" fmla="*/ 5 h 8"/>
                <a:gd name="T44" fmla="*/ 9 w 5"/>
                <a:gd name="T45" fmla="*/ 2 h 8"/>
                <a:gd name="T46" fmla="*/ 7 w 5"/>
                <a:gd name="T47" fmla="*/ 2 h 8"/>
                <a:gd name="T48" fmla="*/ 7 w 5"/>
                <a:gd name="T49" fmla="*/ 0 h 8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5" h="8">
                  <a:moveTo>
                    <a:pt x="4" y="0"/>
                  </a:moveTo>
                  <a:cubicBezTo>
                    <a:pt x="3" y="0"/>
                    <a:pt x="3" y="0"/>
                    <a:pt x="2" y="0"/>
                  </a:cubicBezTo>
                  <a:cubicBezTo>
                    <a:pt x="2" y="0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1" y="1"/>
                    <a:pt x="0" y="1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0" y="3"/>
                    <a:pt x="0" y="4"/>
                    <a:pt x="0" y="5"/>
                  </a:cubicBezTo>
                  <a:cubicBezTo>
                    <a:pt x="0" y="5"/>
                    <a:pt x="0" y="6"/>
                    <a:pt x="0" y="6"/>
                  </a:cubicBezTo>
                  <a:cubicBezTo>
                    <a:pt x="0" y="7"/>
                    <a:pt x="0" y="7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1" y="8"/>
                    <a:pt x="2" y="8"/>
                    <a:pt x="2" y="8"/>
                  </a:cubicBezTo>
                  <a:cubicBezTo>
                    <a:pt x="2" y="7"/>
                    <a:pt x="2" y="7"/>
                    <a:pt x="2" y="6"/>
                  </a:cubicBezTo>
                  <a:cubicBezTo>
                    <a:pt x="2" y="6"/>
                    <a:pt x="2" y="5"/>
                    <a:pt x="2" y="5"/>
                  </a:cubicBezTo>
                  <a:cubicBezTo>
                    <a:pt x="2" y="4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3"/>
                    <a:pt x="3" y="3"/>
                    <a:pt x="4" y="3"/>
                  </a:cubicBezTo>
                  <a:cubicBezTo>
                    <a:pt x="4" y="3"/>
                    <a:pt x="5" y="3"/>
                    <a:pt x="5" y="3"/>
                  </a:cubicBezTo>
                  <a:cubicBezTo>
                    <a:pt x="5" y="2"/>
                    <a:pt x="5" y="2"/>
                    <a:pt x="5" y="1"/>
                  </a:cubicBezTo>
                  <a:cubicBezTo>
                    <a:pt x="5" y="1"/>
                    <a:pt x="4" y="1"/>
                    <a:pt x="4" y="1"/>
                  </a:cubicBezTo>
                  <a:cubicBezTo>
                    <a:pt x="4" y="1"/>
                    <a:pt x="4" y="0"/>
                    <a:pt x="4" y="0"/>
                  </a:cubicBezTo>
                </a:path>
              </a:pathLst>
            </a:custGeom>
            <a:solidFill>
              <a:srgbClr val="1B90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20" name="Freeform 41119"/>
            <p:cNvSpPr>
              <a:spLocks noEditPoints="1"/>
            </p:cNvSpPr>
            <p:nvPr/>
          </p:nvSpPr>
          <p:spPr bwMode="auto">
            <a:xfrm>
              <a:off x="4028" y="1057"/>
              <a:ext cx="33" cy="47"/>
            </a:xfrm>
            <a:custGeom>
              <a:avLst/>
              <a:gdLst>
                <a:gd name="T0" fmla="*/ 31 w 19"/>
                <a:gd name="T1" fmla="*/ 40 h 27"/>
                <a:gd name="T2" fmla="*/ 30 w 19"/>
                <a:gd name="T3" fmla="*/ 42 h 27"/>
                <a:gd name="T4" fmla="*/ 24 w 19"/>
                <a:gd name="T5" fmla="*/ 42 h 27"/>
                <a:gd name="T6" fmla="*/ 24 w 19"/>
                <a:gd name="T7" fmla="*/ 47 h 27"/>
                <a:gd name="T8" fmla="*/ 33 w 19"/>
                <a:gd name="T9" fmla="*/ 40 h 27"/>
                <a:gd name="T10" fmla="*/ 16 w 19"/>
                <a:gd name="T11" fmla="*/ 0 h 27"/>
                <a:gd name="T12" fmla="*/ 17 w 19"/>
                <a:gd name="T13" fmla="*/ 3 h 27"/>
                <a:gd name="T14" fmla="*/ 16 w 19"/>
                <a:gd name="T15" fmla="*/ 7 h 27"/>
                <a:gd name="T16" fmla="*/ 10 w 19"/>
                <a:gd name="T17" fmla="*/ 7 h 27"/>
                <a:gd name="T18" fmla="*/ 7 w 19"/>
                <a:gd name="T19" fmla="*/ 9 h 27"/>
                <a:gd name="T20" fmla="*/ 5 w 19"/>
                <a:gd name="T21" fmla="*/ 12 h 27"/>
                <a:gd name="T22" fmla="*/ 2 w 19"/>
                <a:gd name="T23" fmla="*/ 14 h 27"/>
                <a:gd name="T24" fmla="*/ 2 w 19"/>
                <a:gd name="T25" fmla="*/ 21 h 27"/>
                <a:gd name="T26" fmla="*/ 0 w 19"/>
                <a:gd name="T27" fmla="*/ 23 h 27"/>
                <a:gd name="T28" fmla="*/ 0 w 19"/>
                <a:gd name="T29" fmla="*/ 28 h 27"/>
                <a:gd name="T30" fmla="*/ 5 w 19"/>
                <a:gd name="T31" fmla="*/ 28 h 27"/>
                <a:gd name="T32" fmla="*/ 10 w 19"/>
                <a:gd name="T33" fmla="*/ 28 h 27"/>
                <a:gd name="T34" fmla="*/ 16 w 19"/>
                <a:gd name="T35" fmla="*/ 28 h 27"/>
                <a:gd name="T36" fmla="*/ 17 w 19"/>
                <a:gd name="T37" fmla="*/ 26 h 27"/>
                <a:gd name="T38" fmla="*/ 17 w 19"/>
                <a:gd name="T39" fmla="*/ 23 h 27"/>
                <a:gd name="T40" fmla="*/ 17 w 19"/>
                <a:gd name="T41" fmla="*/ 17 h 27"/>
                <a:gd name="T42" fmla="*/ 17 w 19"/>
                <a:gd name="T43" fmla="*/ 14 h 27"/>
                <a:gd name="T44" fmla="*/ 21 w 19"/>
                <a:gd name="T45" fmla="*/ 14 h 27"/>
                <a:gd name="T46" fmla="*/ 21 w 19"/>
                <a:gd name="T47" fmla="*/ 12 h 27"/>
                <a:gd name="T48" fmla="*/ 24 w 19"/>
                <a:gd name="T49" fmla="*/ 14 h 27"/>
                <a:gd name="T50" fmla="*/ 26 w 19"/>
                <a:gd name="T51" fmla="*/ 17 h 27"/>
                <a:gd name="T52" fmla="*/ 24 w 19"/>
                <a:gd name="T53" fmla="*/ 17 h 27"/>
                <a:gd name="T54" fmla="*/ 21 w 19"/>
                <a:gd name="T55" fmla="*/ 17 h 27"/>
                <a:gd name="T56" fmla="*/ 21 w 19"/>
                <a:gd name="T57" fmla="*/ 23 h 27"/>
                <a:gd name="T58" fmla="*/ 21 w 19"/>
                <a:gd name="T59" fmla="*/ 26 h 27"/>
                <a:gd name="T60" fmla="*/ 17 w 19"/>
                <a:gd name="T61" fmla="*/ 26 h 27"/>
                <a:gd name="T62" fmla="*/ 21 w 19"/>
                <a:gd name="T63" fmla="*/ 28 h 27"/>
                <a:gd name="T64" fmla="*/ 21 w 19"/>
                <a:gd name="T65" fmla="*/ 35 h 27"/>
                <a:gd name="T66" fmla="*/ 17 w 19"/>
                <a:gd name="T67" fmla="*/ 37 h 27"/>
                <a:gd name="T68" fmla="*/ 21 w 19"/>
                <a:gd name="T69" fmla="*/ 40 h 27"/>
                <a:gd name="T70" fmla="*/ 26 w 19"/>
                <a:gd name="T71" fmla="*/ 37 h 27"/>
                <a:gd name="T72" fmla="*/ 31 w 19"/>
                <a:gd name="T73" fmla="*/ 37 h 27"/>
                <a:gd name="T74" fmla="*/ 33 w 19"/>
                <a:gd name="T75" fmla="*/ 35 h 27"/>
                <a:gd name="T76" fmla="*/ 31 w 19"/>
                <a:gd name="T77" fmla="*/ 3 h 27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19" h="27">
                  <a:moveTo>
                    <a:pt x="19" y="23"/>
                  </a:moveTo>
                  <a:cubicBezTo>
                    <a:pt x="19" y="23"/>
                    <a:pt x="19" y="23"/>
                    <a:pt x="18" y="23"/>
                  </a:cubicBezTo>
                  <a:cubicBezTo>
                    <a:pt x="18" y="23"/>
                    <a:pt x="18" y="24"/>
                    <a:pt x="18" y="24"/>
                  </a:cubicBezTo>
                  <a:cubicBezTo>
                    <a:pt x="18" y="24"/>
                    <a:pt x="17" y="24"/>
                    <a:pt x="17" y="24"/>
                  </a:cubicBezTo>
                  <a:cubicBezTo>
                    <a:pt x="16" y="24"/>
                    <a:pt x="16" y="24"/>
                    <a:pt x="15" y="24"/>
                  </a:cubicBezTo>
                  <a:cubicBezTo>
                    <a:pt x="15" y="24"/>
                    <a:pt x="14" y="24"/>
                    <a:pt x="14" y="24"/>
                  </a:cubicBezTo>
                  <a:cubicBezTo>
                    <a:pt x="14" y="25"/>
                    <a:pt x="14" y="26"/>
                    <a:pt x="14" y="26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9" y="23"/>
                    <a:pt x="19" y="23"/>
                    <a:pt x="19" y="23"/>
                  </a:cubicBezTo>
                  <a:moveTo>
                    <a:pt x="18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9" y="1"/>
                    <a:pt x="9" y="1"/>
                    <a:pt x="9" y="2"/>
                  </a:cubicBezTo>
                  <a:cubicBezTo>
                    <a:pt x="9" y="2"/>
                    <a:pt x="10" y="2"/>
                    <a:pt x="10" y="2"/>
                  </a:cubicBezTo>
                  <a:cubicBezTo>
                    <a:pt x="10" y="2"/>
                    <a:pt x="10" y="3"/>
                    <a:pt x="10" y="4"/>
                  </a:cubicBezTo>
                  <a:cubicBezTo>
                    <a:pt x="10" y="4"/>
                    <a:pt x="9" y="4"/>
                    <a:pt x="9" y="4"/>
                  </a:cubicBezTo>
                  <a:cubicBezTo>
                    <a:pt x="8" y="4"/>
                    <a:pt x="8" y="4"/>
                    <a:pt x="7" y="4"/>
                  </a:cubicBezTo>
                  <a:cubicBezTo>
                    <a:pt x="7" y="4"/>
                    <a:pt x="6" y="4"/>
                    <a:pt x="6" y="4"/>
                  </a:cubicBezTo>
                  <a:cubicBezTo>
                    <a:pt x="6" y="4"/>
                    <a:pt x="6" y="5"/>
                    <a:pt x="6" y="5"/>
                  </a:cubicBezTo>
                  <a:cubicBezTo>
                    <a:pt x="5" y="5"/>
                    <a:pt x="5" y="5"/>
                    <a:pt x="4" y="5"/>
                  </a:cubicBezTo>
                  <a:cubicBezTo>
                    <a:pt x="4" y="6"/>
                    <a:pt x="4" y="6"/>
                    <a:pt x="4" y="7"/>
                  </a:cubicBezTo>
                  <a:cubicBezTo>
                    <a:pt x="4" y="7"/>
                    <a:pt x="3" y="7"/>
                    <a:pt x="3" y="7"/>
                  </a:cubicBezTo>
                  <a:cubicBezTo>
                    <a:pt x="2" y="7"/>
                    <a:pt x="2" y="7"/>
                    <a:pt x="1" y="7"/>
                  </a:cubicBezTo>
                  <a:cubicBezTo>
                    <a:pt x="1" y="7"/>
                    <a:pt x="1" y="8"/>
                    <a:pt x="1" y="8"/>
                  </a:cubicBezTo>
                  <a:cubicBezTo>
                    <a:pt x="1" y="9"/>
                    <a:pt x="1" y="9"/>
                    <a:pt x="1" y="10"/>
                  </a:cubicBezTo>
                  <a:cubicBezTo>
                    <a:pt x="1" y="10"/>
                    <a:pt x="1" y="11"/>
                    <a:pt x="1" y="12"/>
                  </a:cubicBezTo>
                  <a:cubicBezTo>
                    <a:pt x="1" y="12"/>
                    <a:pt x="1" y="13"/>
                    <a:pt x="1" y="13"/>
                  </a:cubicBezTo>
                  <a:cubicBezTo>
                    <a:pt x="1" y="13"/>
                    <a:pt x="0" y="13"/>
                    <a:pt x="0" y="13"/>
                  </a:cubicBezTo>
                  <a:cubicBezTo>
                    <a:pt x="0" y="14"/>
                    <a:pt x="0" y="14"/>
                    <a:pt x="0" y="15"/>
                  </a:cubicBezTo>
                  <a:cubicBezTo>
                    <a:pt x="0" y="15"/>
                    <a:pt x="0" y="16"/>
                    <a:pt x="0" y="16"/>
                  </a:cubicBezTo>
                  <a:cubicBezTo>
                    <a:pt x="0" y="16"/>
                    <a:pt x="1" y="16"/>
                    <a:pt x="1" y="16"/>
                  </a:cubicBezTo>
                  <a:cubicBezTo>
                    <a:pt x="2" y="16"/>
                    <a:pt x="2" y="16"/>
                    <a:pt x="3" y="16"/>
                  </a:cubicBezTo>
                  <a:cubicBezTo>
                    <a:pt x="3" y="16"/>
                    <a:pt x="4" y="16"/>
                    <a:pt x="4" y="16"/>
                  </a:cubicBezTo>
                  <a:cubicBezTo>
                    <a:pt x="5" y="16"/>
                    <a:pt x="5" y="16"/>
                    <a:pt x="6" y="16"/>
                  </a:cubicBezTo>
                  <a:cubicBezTo>
                    <a:pt x="6" y="16"/>
                    <a:pt x="7" y="16"/>
                    <a:pt x="7" y="16"/>
                  </a:cubicBezTo>
                  <a:cubicBezTo>
                    <a:pt x="8" y="16"/>
                    <a:pt x="8" y="16"/>
                    <a:pt x="9" y="16"/>
                  </a:cubicBezTo>
                  <a:cubicBezTo>
                    <a:pt x="9" y="16"/>
                    <a:pt x="9" y="15"/>
                    <a:pt x="9" y="15"/>
                  </a:cubicBezTo>
                  <a:cubicBezTo>
                    <a:pt x="9" y="15"/>
                    <a:pt x="10" y="15"/>
                    <a:pt x="10" y="15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0" y="14"/>
                    <a:pt x="10" y="14"/>
                    <a:pt x="10" y="13"/>
                  </a:cubicBezTo>
                  <a:cubicBezTo>
                    <a:pt x="10" y="13"/>
                    <a:pt x="10" y="12"/>
                    <a:pt x="10" y="12"/>
                  </a:cubicBezTo>
                  <a:cubicBezTo>
                    <a:pt x="10" y="11"/>
                    <a:pt x="10" y="10"/>
                    <a:pt x="10" y="10"/>
                  </a:cubicBezTo>
                  <a:cubicBezTo>
                    <a:pt x="10" y="9"/>
                    <a:pt x="10" y="9"/>
                    <a:pt x="10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1" y="8"/>
                    <a:pt x="12" y="8"/>
                    <a:pt x="12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8"/>
                    <a:pt x="12" y="7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3" y="7"/>
                    <a:pt x="13" y="7"/>
                    <a:pt x="14" y="7"/>
                  </a:cubicBezTo>
                  <a:cubicBezTo>
                    <a:pt x="14" y="7"/>
                    <a:pt x="14" y="8"/>
                    <a:pt x="14" y="8"/>
                  </a:cubicBezTo>
                  <a:cubicBezTo>
                    <a:pt x="14" y="8"/>
                    <a:pt x="15" y="8"/>
                    <a:pt x="15" y="8"/>
                  </a:cubicBezTo>
                  <a:cubicBezTo>
                    <a:pt x="15" y="9"/>
                    <a:pt x="15" y="9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4" y="10"/>
                    <a:pt x="14" y="10"/>
                  </a:cubicBezTo>
                  <a:cubicBezTo>
                    <a:pt x="13" y="10"/>
                    <a:pt x="13" y="10"/>
                    <a:pt x="12" y="10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10"/>
                    <a:pt x="12" y="11"/>
                    <a:pt x="12" y="12"/>
                  </a:cubicBezTo>
                  <a:cubicBezTo>
                    <a:pt x="12" y="12"/>
                    <a:pt x="12" y="13"/>
                    <a:pt x="12" y="13"/>
                  </a:cubicBezTo>
                  <a:cubicBezTo>
                    <a:pt x="12" y="14"/>
                    <a:pt x="12" y="14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5"/>
                    <a:pt x="11" y="15"/>
                    <a:pt x="10" y="15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0" y="15"/>
                    <a:pt x="10" y="16"/>
                    <a:pt x="10" y="16"/>
                  </a:cubicBezTo>
                  <a:cubicBezTo>
                    <a:pt x="11" y="16"/>
                    <a:pt x="12" y="16"/>
                    <a:pt x="12" y="16"/>
                  </a:cubicBezTo>
                  <a:cubicBezTo>
                    <a:pt x="12" y="17"/>
                    <a:pt x="12" y="18"/>
                    <a:pt x="12" y="18"/>
                  </a:cubicBezTo>
                  <a:cubicBezTo>
                    <a:pt x="12" y="19"/>
                    <a:pt x="12" y="19"/>
                    <a:pt x="12" y="20"/>
                  </a:cubicBezTo>
                  <a:cubicBezTo>
                    <a:pt x="12" y="20"/>
                    <a:pt x="11" y="20"/>
                    <a:pt x="10" y="20"/>
                  </a:cubicBezTo>
                  <a:cubicBezTo>
                    <a:pt x="10" y="20"/>
                    <a:pt x="10" y="21"/>
                    <a:pt x="10" y="21"/>
                  </a:cubicBezTo>
                  <a:cubicBezTo>
                    <a:pt x="10" y="22"/>
                    <a:pt x="10" y="22"/>
                    <a:pt x="10" y="23"/>
                  </a:cubicBezTo>
                  <a:cubicBezTo>
                    <a:pt x="11" y="23"/>
                    <a:pt x="12" y="23"/>
                    <a:pt x="12" y="23"/>
                  </a:cubicBezTo>
                  <a:cubicBezTo>
                    <a:pt x="13" y="23"/>
                    <a:pt x="14" y="23"/>
                    <a:pt x="15" y="23"/>
                  </a:cubicBezTo>
                  <a:cubicBezTo>
                    <a:pt x="15" y="22"/>
                    <a:pt x="15" y="22"/>
                    <a:pt x="15" y="21"/>
                  </a:cubicBezTo>
                  <a:cubicBezTo>
                    <a:pt x="16" y="21"/>
                    <a:pt x="16" y="21"/>
                    <a:pt x="17" y="21"/>
                  </a:cubicBezTo>
                  <a:cubicBezTo>
                    <a:pt x="17" y="21"/>
                    <a:pt x="18" y="21"/>
                    <a:pt x="18" y="21"/>
                  </a:cubicBezTo>
                  <a:cubicBezTo>
                    <a:pt x="18" y="21"/>
                    <a:pt x="18" y="20"/>
                    <a:pt x="18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9" y="2"/>
                    <a:pt x="19" y="2"/>
                    <a:pt x="18" y="2"/>
                  </a:cubicBezTo>
                  <a:cubicBezTo>
                    <a:pt x="18" y="1"/>
                    <a:pt x="18" y="1"/>
                    <a:pt x="18" y="0"/>
                  </a:cubicBezTo>
                </a:path>
              </a:pathLst>
            </a:custGeom>
            <a:solidFill>
              <a:srgbClr val="1B90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21" name="Freeform 41121"/>
            <p:cNvSpPr>
              <a:spLocks noEditPoints="1"/>
            </p:cNvSpPr>
            <p:nvPr/>
          </p:nvSpPr>
          <p:spPr bwMode="auto">
            <a:xfrm>
              <a:off x="3655" y="1057"/>
              <a:ext cx="129" cy="47"/>
            </a:xfrm>
            <a:custGeom>
              <a:avLst/>
              <a:gdLst>
                <a:gd name="T0" fmla="*/ 14 w 74"/>
                <a:gd name="T1" fmla="*/ 0 h 27"/>
                <a:gd name="T2" fmla="*/ 14 w 74"/>
                <a:gd name="T3" fmla="*/ 0 h 27"/>
                <a:gd name="T4" fmla="*/ 0 w 74"/>
                <a:gd name="T5" fmla="*/ 47 h 27"/>
                <a:gd name="T6" fmla="*/ 0 w 74"/>
                <a:gd name="T7" fmla="*/ 47 h 27"/>
                <a:gd name="T8" fmla="*/ 14 w 74"/>
                <a:gd name="T9" fmla="*/ 0 h 27"/>
                <a:gd name="T10" fmla="*/ 129 w 74"/>
                <a:gd name="T11" fmla="*/ 0 h 27"/>
                <a:gd name="T12" fmla="*/ 127 w 74"/>
                <a:gd name="T13" fmla="*/ 0 h 27"/>
                <a:gd name="T14" fmla="*/ 127 w 74"/>
                <a:gd name="T15" fmla="*/ 3 h 27"/>
                <a:gd name="T16" fmla="*/ 124 w 74"/>
                <a:gd name="T17" fmla="*/ 3 h 27"/>
                <a:gd name="T18" fmla="*/ 124 w 74"/>
                <a:gd name="T19" fmla="*/ 7 h 27"/>
                <a:gd name="T20" fmla="*/ 122 w 74"/>
                <a:gd name="T21" fmla="*/ 7 h 27"/>
                <a:gd name="T22" fmla="*/ 122 w 74"/>
                <a:gd name="T23" fmla="*/ 9 h 27"/>
                <a:gd name="T24" fmla="*/ 124 w 74"/>
                <a:gd name="T25" fmla="*/ 9 h 27"/>
                <a:gd name="T26" fmla="*/ 127 w 74"/>
                <a:gd name="T27" fmla="*/ 9 h 27"/>
                <a:gd name="T28" fmla="*/ 129 w 74"/>
                <a:gd name="T29" fmla="*/ 9 h 27"/>
                <a:gd name="T30" fmla="*/ 129 w 74"/>
                <a:gd name="T31" fmla="*/ 7 h 27"/>
                <a:gd name="T32" fmla="*/ 129 w 74"/>
                <a:gd name="T33" fmla="*/ 3 h 27"/>
                <a:gd name="T34" fmla="*/ 129 w 74"/>
                <a:gd name="T35" fmla="*/ 0 h 2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74" h="27">
                  <a:moveTo>
                    <a:pt x="8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5" y="9"/>
                    <a:pt x="2" y="18"/>
                    <a:pt x="0" y="27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2" y="18"/>
                    <a:pt x="5" y="9"/>
                    <a:pt x="8" y="0"/>
                  </a:cubicBezTo>
                  <a:moveTo>
                    <a:pt x="74" y="0"/>
                  </a:moveTo>
                  <a:cubicBezTo>
                    <a:pt x="73" y="0"/>
                    <a:pt x="73" y="0"/>
                    <a:pt x="73" y="0"/>
                  </a:cubicBezTo>
                  <a:cubicBezTo>
                    <a:pt x="73" y="1"/>
                    <a:pt x="73" y="1"/>
                    <a:pt x="73" y="2"/>
                  </a:cubicBezTo>
                  <a:cubicBezTo>
                    <a:pt x="72" y="2"/>
                    <a:pt x="72" y="2"/>
                    <a:pt x="71" y="2"/>
                  </a:cubicBezTo>
                  <a:cubicBezTo>
                    <a:pt x="71" y="2"/>
                    <a:pt x="71" y="3"/>
                    <a:pt x="71" y="4"/>
                  </a:cubicBezTo>
                  <a:cubicBezTo>
                    <a:pt x="71" y="4"/>
                    <a:pt x="70" y="4"/>
                    <a:pt x="70" y="4"/>
                  </a:cubicBezTo>
                  <a:cubicBezTo>
                    <a:pt x="70" y="4"/>
                    <a:pt x="70" y="5"/>
                    <a:pt x="70" y="5"/>
                  </a:cubicBezTo>
                  <a:cubicBezTo>
                    <a:pt x="70" y="5"/>
                    <a:pt x="71" y="5"/>
                    <a:pt x="71" y="5"/>
                  </a:cubicBezTo>
                  <a:cubicBezTo>
                    <a:pt x="72" y="5"/>
                    <a:pt x="72" y="5"/>
                    <a:pt x="73" y="5"/>
                  </a:cubicBezTo>
                  <a:cubicBezTo>
                    <a:pt x="73" y="5"/>
                    <a:pt x="74" y="5"/>
                    <a:pt x="74" y="5"/>
                  </a:cubicBezTo>
                  <a:cubicBezTo>
                    <a:pt x="74" y="5"/>
                    <a:pt x="74" y="4"/>
                    <a:pt x="74" y="4"/>
                  </a:cubicBezTo>
                  <a:cubicBezTo>
                    <a:pt x="74" y="3"/>
                    <a:pt x="74" y="2"/>
                    <a:pt x="74" y="2"/>
                  </a:cubicBezTo>
                  <a:cubicBezTo>
                    <a:pt x="74" y="1"/>
                    <a:pt x="74" y="1"/>
                    <a:pt x="74" y="0"/>
                  </a:cubicBezTo>
                </a:path>
              </a:pathLst>
            </a:custGeom>
            <a:solidFill>
              <a:srgbClr val="92E2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22" name="Freeform 41122"/>
            <p:cNvSpPr>
              <a:spLocks/>
            </p:cNvSpPr>
            <p:nvPr/>
          </p:nvSpPr>
          <p:spPr bwMode="auto">
            <a:xfrm>
              <a:off x="3655" y="1057"/>
              <a:ext cx="171" cy="47"/>
            </a:xfrm>
            <a:custGeom>
              <a:avLst/>
              <a:gdLst>
                <a:gd name="T0" fmla="*/ 171 w 98"/>
                <a:gd name="T1" fmla="*/ 0 h 27"/>
                <a:gd name="T2" fmla="*/ 129 w 98"/>
                <a:gd name="T3" fmla="*/ 0 h 27"/>
                <a:gd name="T4" fmla="*/ 129 w 98"/>
                <a:gd name="T5" fmla="*/ 3 h 27"/>
                <a:gd name="T6" fmla="*/ 129 w 98"/>
                <a:gd name="T7" fmla="*/ 7 h 27"/>
                <a:gd name="T8" fmla="*/ 129 w 98"/>
                <a:gd name="T9" fmla="*/ 9 h 27"/>
                <a:gd name="T10" fmla="*/ 127 w 98"/>
                <a:gd name="T11" fmla="*/ 9 h 27"/>
                <a:gd name="T12" fmla="*/ 124 w 98"/>
                <a:gd name="T13" fmla="*/ 9 h 27"/>
                <a:gd name="T14" fmla="*/ 122 w 98"/>
                <a:gd name="T15" fmla="*/ 9 h 27"/>
                <a:gd name="T16" fmla="*/ 122 w 98"/>
                <a:gd name="T17" fmla="*/ 7 h 27"/>
                <a:gd name="T18" fmla="*/ 124 w 98"/>
                <a:gd name="T19" fmla="*/ 7 h 27"/>
                <a:gd name="T20" fmla="*/ 124 w 98"/>
                <a:gd name="T21" fmla="*/ 3 h 27"/>
                <a:gd name="T22" fmla="*/ 127 w 98"/>
                <a:gd name="T23" fmla="*/ 3 h 27"/>
                <a:gd name="T24" fmla="*/ 127 w 98"/>
                <a:gd name="T25" fmla="*/ 0 h 27"/>
                <a:gd name="T26" fmla="*/ 14 w 98"/>
                <a:gd name="T27" fmla="*/ 0 h 27"/>
                <a:gd name="T28" fmla="*/ 0 w 98"/>
                <a:gd name="T29" fmla="*/ 47 h 27"/>
                <a:gd name="T30" fmla="*/ 171 w 98"/>
                <a:gd name="T31" fmla="*/ 47 h 27"/>
                <a:gd name="T32" fmla="*/ 171 w 98"/>
                <a:gd name="T33" fmla="*/ 0 h 2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98" h="27">
                  <a:moveTo>
                    <a:pt x="98" y="0"/>
                  </a:moveTo>
                  <a:cubicBezTo>
                    <a:pt x="74" y="0"/>
                    <a:pt x="74" y="0"/>
                    <a:pt x="74" y="0"/>
                  </a:cubicBezTo>
                  <a:cubicBezTo>
                    <a:pt x="74" y="1"/>
                    <a:pt x="74" y="1"/>
                    <a:pt x="74" y="2"/>
                  </a:cubicBezTo>
                  <a:cubicBezTo>
                    <a:pt x="74" y="2"/>
                    <a:pt x="74" y="3"/>
                    <a:pt x="74" y="4"/>
                  </a:cubicBezTo>
                  <a:cubicBezTo>
                    <a:pt x="74" y="4"/>
                    <a:pt x="74" y="5"/>
                    <a:pt x="74" y="5"/>
                  </a:cubicBezTo>
                  <a:cubicBezTo>
                    <a:pt x="74" y="5"/>
                    <a:pt x="73" y="5"/>
                    <a:pt x="73" y="5"/>
                  </a:cubicBezTo>
                  <a:cubicBezTo>
                    <a:pt x="72" y="5"/>
                    <a:pt x="72" y="5"/>
                    <a:pt x="71" y="5"/>
                  </a:cubicBezTo>
                  <a:cubicBezTo>
                    <a:pt x="71" y="5"/>
                    <a:pt x="70" y="5"/>
                    <a:pt x="70" y="5"/>
                  </a:cubicBezTo>
                  <a:cubicBezTo>
                    <a:pt x="70" y="5"/>
                    <a:pt x="70" y="4"/>
                    <a:pt x="70" y="4"/>
                  </a:cubicBezTo>
                  <a:cubicBezTo>
                    <a:pt x="70" y="4"/>
                    <a:pt x="71" y="4"/>
                    <a:pt x="71" y="4"/>
                  </a:cubicBezTo>
                  <a:cubicBezTo>
                    <a:pt x="71" y="3"/>
                    <a:pt x="71" y="2"/>
                    <a:pt x="71" y="2"/>
                  </a:cubicBezTo>
                  <a:cubicBezTo>
                    <a:pt x="72" y="2"/>
                    <a:pt x="72" y="2"/>
                    <a:pt x="73" y="2"/>
                  </a:cubicBezTo>
                  <a:cubicBezTo>
                    <a:pt x="73" y="1"/>
                    <a:pt x="73" y="1"/>
                    <a:pt x="73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5" y="9"/>
                    <a:pt x="2" y="18"/>
                    <a:pt x="0" y="27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8" y="0"/>
                    <a:pt x="98" y="0"/>
                    <a:pt x="98" y="0"/>
                  </a:cubicBezTo>
                </a:path>
              </a:pathLst>
            </a:custGeom>
            <a:solidFill>
              <a:srgbClr val="1B90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123" name="Group 41149"/>
          <p:cNvGrpSpPr>
            <a:grpSpLocks/>
          </p:cNvGrpSpPr>
          <p:nvPr userDrawn="1"/>
        </p:nvGrpSpPr>
        <p:grpSpPr bwMode="auto">
          <a:xfrm>
            <a:off x="4751918" y="2979209"/>
            <a:ext cx="1606549" cy="99483"/>
            <a:chOff x="2247" y="1292"/>
            <a:chExt cx="759" cy="47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24" name="Rectangle 41123"/>
            <p:cNvSpPr>
              <a:spLocks noChangeArrowheads="1"/>
            </p:cNvSpPr>
            <p:nvPr/>
          </p:nvSpPr>
          <p:spPr bwMode="auto">
            <a:xfrm>
              <a:off x="2828" y="1292"/>
              <a:ext cx="178" cy="4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 sz="160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25" name="Rectangle 41125"/>
            <p:cNvSpPr>
              <a:spLocks noChangeArrowheads="1"/>
            </p:cNvSpPr>
            <p:nvPr/>
          </p:nvSpPr>
          <p:spPr bwMode="auto">
            <a:xfrm>
              <a:off x="2247" y="1292"/>
              <a:ext cx="524" cy="4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 sz="1600"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26" name="Group 41150"/>
          <p:cNvGrpSpPr>
            <a:grpSpLocks/>
          </p:cNvGrpSpPr>
          <p:nvPr userDrawn="1"/>
        </p:nvGrpSpPr>
        <p:grpSpPr bwMode="auto">
          <a:xfrm>
            <a:off x="6616701" y="3476626"/>
            <a:ext cx="4584700" cy="296333"/>
            <a:chOff x="3128" y="1527"/>
            <a:chExt cx="2166" cy="14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27" name="Rectangle 40998"/>
            <p:cNvSpPr>
              <a:spLocks noChangeArrowheads="1"/>
            </p:cNvSpPr>
            <p:nvPr/>
          </p:nvSpPr>
          <p:spPr bwMode="auto">
            <a:xfrm>
              <a:off x="3128" y="1527"/>
              <a:ext cx="176" cy="4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 sz="160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28" name="Freeform 41000"/>
            <p:cNvSpPr>
              <a:spLocks/>
            </p:cNvSpPr>
            <p:nvPr/>
          </p:nvSpPr>
          <p:spPr bwMode="auto">
            <a:xfrm>
              <a:off x="3470" y="1620"/>
              <a:ext cx="524" cy="47"/>
            </a:xfrm>
            <a:custGeom>
              <a:avLst/>
              <a:gdLst>
                <a:gd name="T0" fmla="*/ 451 w 301"/>
                <a:gd name="T1" fmla="*/ 0 h 27"/>
                <a:gd name="T2" fmla="*/ 0 w 301"/>
                <a:gd name="T3" fmla="*/ 0 h 27"/>
                <a:gd name="T4" fmla="*/ 0 w 301"/>
                <a:gd name="T5" fmla="*/ 47 h 27"/>
                <a:gd name="T6" fmla="*/ 524 w 301"/>
                <a:gd name="T7" fmla="*/ 47 h 27"/>
                <a:gd name="T8" fmla="*/ 524 w 301"/>
                <a:gd name="T9" fmla="*/ 44 h 27"/>
                <a:gd name="T10" fmla="*/ 451 w 301"/>
                <a:gd name="T11" fmla="*/ 0 h 2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01" h="27">
                  <a:moveTo>
                    <a:pt x="25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301" y="27"/>
                    <a:pt x="301" y="27"/>
                    <a:pt x="301" y="27"/>
                  </a:cubicBezTo>
                  <a:cubicBezTo>
                    <a:pt x="301" y="25"/>
                    <a:pt x="301" y="25"/>
                    <a:pt x="301" y="25"/>
                  </a:cubicBezTo>
                  <a:cubicBezTo>
                    <a:pt x="286" y="18"/>
                    <a:pt x="272" y="10"/>
                    <a:pt x="25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29" name="Rectangle 41127"/>
            <p:cNvSpPr>
              <a:spLocks noChangeArrowheads="1"/>
            </p:cNvSpPr>
            <p:nvPr/>
          </p:nvSpPr>
          <p:spPr bwMode="auto">
            <a:xfrm>
              <a:off x="4535" y="1619"/>
              <a:ext cx="177" cy="4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 sz="160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30" name="Rectangle 41129"/>
            <p:cNvSpPr>
              <a:spLocks noChangeArrowheads="1"/>
            </p:cNvSpPr>
            <p:nvPr/>
          </p:nvSpPr>
          <p:spPr bwMode="auto">
            <a:xfrm>
              <a:off x="4770" y="1619"/>
              <a:ext cx="524" cy="4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 sz="1600"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31" name="Group 41156"/>
          <p:cNvGrpSpPr>
            <a:grpSpLocks/>
          </p:cNvGrpSpPr>
          <p:nvPr userDrawn="1"/>
        </p:nvGrpSpPr>
        <p:grpSpPr bwMode="auto">
          <a:xfrm>
            <a:off x="7272867" y="1556809"/>
            <a:ext cx="2586567" cy="2370667"/>
            <a:chOff x="3438" y="620"/>
            <a:chExt cx="1222" cy="1120"/>
          </a:xfrm>
        </p:grpSpPr>
        <p:grpSp>
          <p:nvGrpSpPr>
            <p:cNvPr id="132" name="Group 41145"/>
            <p:cNvGrpSpPr>
              <a:grpSpLocks/>
            </p:cNvGrpSpPr>
            <p:nvPr/>
          </p:nvGrpSpPr>
          <p:grpSpPr bwMode="auto">
            <a:xfrm>
              <a:off x="3514" y="620"/>
              <a:ext cx="1146" cy="676"/>
              <a:chOff x="3514" y="620"/>
              <a:chExt cx="1146" cy="676"/>
            </a:xfrm>
          </p:grpSpPr>
          <p:sp>
            <p:nvSpPr>
              <p:cNvPr id="136" name="Freeform 41131"/>
              <p:cNvSpPr>
                <a:spLocks/>
              </p:cNvSpPr>
              <p:nvPr/>
            </p:nvSpPr>
            <p:spPr bwMode="auto">
              <a:xfrm>
                <a:off x="3514" y="620"/>
                <a:ext cx="1102" cy="561"/>
              </a:xfrm>
              <a:custGeom>
                <a:avLst/>
                <a:gdLst>
                  <a:gd name="T0" fmla="*/ 1050 w 633"/>
                  <a:gd name="T1" fmla="*/ 542 h 322"/>
                  <a:gd name="T2" fmla="*/ 1048 w 633"/>
                  <a:gd name="T3" fmla="*/ 495 h 322"/>
                  <a:gd name="T4" fmla="*/ 1003 w 633"/>
                  <a:gd name="T5" fmla="*/ 329 h 322"/>
                  <a:gd name="T6" fmla="*/ 975 w 633"/>
                  <a:gd name="T7" fmla="*/ 277 h 322"/>
                  <a:gd name="T8" fmla="*/ 973 w 633"/>
                  <a:gd name="T9" fmla="*/ 275 h 322"/>
                  <a:gd name="T10" fmla="*/ 973 w 633"/>
                  <a:gd name="T11" fmla="*/ 275 h 322"/>
                  <a:gd name="T12" fmla="*/ 959 w 633"/>
                  <a:gd name="T13" fmla="*/ 256 h 322"/>
                  <a:gd name="T14" fmla="*/ 923 w 633"/>
                  <a:gd name="T15" fmla="*/ 207 h 322"/>
                  <a:gd name="T16" fmla="*/ 853 w 633"/>
                  <a:gd name="T17" fmla="*/ 139 h 322"/>
                  <a:gd name="T18" fmla="*/ 700 w 633"/>
                  <a:gd name="T19" fmla="*/ 54 h 322"/>
                  <a:gd name="T20" fmla="*/ 684 w 633"/>
                  <a:gd name="T21" fmla="*/ 49 h 322"/>
                  <a:gd name="T22" fmla="*/ 595 w 633"/>
                  <a:gd name="T23" fmla="*/ 28 h 322"/>
                  <a:gd name="T24" fmla="*/ 541 w 633"/>
                  <a:gd name="T25" fmla="*/ 23 h 322"/>
                  <a:gd name="T26" fmla="*/ 487 w 633"/>
                  <a:gd name="T27" fmla="*/ 24 h 322"/>
                  <a:gd name="T28" fmla="*/ 416 w 633"/>
                  <a:gd name="T29" fmla="*/ 33 h 322"/>
                  <a:gd name="T30" fmla="*/ 317 w 633"/>
                  <a:gd name="T31" fmla="*/ 64 h 322"/>
                  <a:gd name="T32" fmla="*/ 256 w 633"/>
                  <a:gd name="T33" fmla="*/ 94 h 322"/>
                  <a:gd name="T34" fmla="*/ 202 w 633"/>
                  <a:gd name="T35" fmla="*/ 129 h 322"/>
                  <a:gd name="T36" fmla="*/ 56 w 633"/>
                  <a:gd name="T37" fmla="*/ 291 h 322"/>
                  <a:gd name="T38" fmla="*/ 10 w 633"/>
                  <a:gd name="T39" fmla="*/ 387 h 322"/>
                  <a:gd name="T40" fmla="*/ 0 w 633"/>
                  <a:gd name="T41" fmla="*/ 425 h 322"/>
                  <a:gd name="T42" fmla="*/ 10 w 633"/>
                  <a:gd name="T43" fmla="*/ 387 h 322"/>
                  <a:gd name="T44" fmla="*/ 50 w 633"/>
                  <a:gd name="T45" fmla="*/ 287 h 322"/>
                  <a:gd name="T46" fmla="*/ 193 w 633"/>
                  <a:gd name="T47" fmla="*/ 118 h 322"/>
                  <a:gd name="T48" fmla="*/ 233 w 633"/>
                  <a:gd name="T49" fmla="*/ 91 h 322"/>
                  <a:gd name="T50" fmla="*/ 279 w 633"/>
                  <a:gd name="T51" fmla="*/ 64 h 322"/>
                  <a:gd name="T52" fmla="*/ 376 w 633"/>
                  <a:gd name="T53" fmla="*/ 24 h 322"/>
                  <a:gd name="T54" fmla="*/ 449 w 633"/>
                  <a:gd name="T55" fmla="*/ 7 h 322"/>
                  <a:gd name="T56" fmla="*/ 524 w 633"/>
                  <a:gd name="T57" fmla="*/ 0 h 322"/>
                  <a:gd name="T58" fmla="*/ 561 w 633"/>
                  <a:gd name="T59" fmla="*/ 0 h 322"/>
                  <a:gd name="T60" fmla="*/ 674 w 633"/>
                  <a:gd name="T61" fmla="*/ 17 h 322"/>
                  <a:gd name="T62" fmla="*/ 702 w 633"/>
                  <a:gd name="T63" fmla="*/ 24 h 322"/>
                  <a:gd name="T64" fmla="*/ 745 w 633"/>
                  <a:gd name="T65" fmla="*/ 40 h 322"/>
                  <a:gd name="T66" fmla="*/ 928 w 633"/>
                  <a:gd name="T67" fmla="*/ 157 h 322"/>
                  <a:gd name="T68" fmla="*/ 975 w 633"/>
                  <a:gd name="T69" fmla="*/ 207 h 322"/>
                  <a:gd name="T70" fmla="*/ 1003 w 633"/>
                  <a:gd name="T71" fmla="*/ 246 h 322"/>
                  <a:gd name="T72" fmla="*/ 1011 w 633"/>
                  <a:gd name="T73" fmla="*/ 260 h 322"/>
                  <a:gd name="T74" fmla="*/ 1079 w 633"/>
                  <a:gd name="T75" fmla="*/ 409 h 322"/>
                  <a:gd name="T76" fmla="*/ 1100 w 633"/>
                  <a:gd name="T77" fmla="*/ 519 h 322"/>
                  <a:gd name="T78" fmla="*/ 1102 w 633"/>
                  <a:gd name="T79" fmla="*/ 559 h 322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0" t="0" r="r" b="b"/>
                <a:pathLst>
                  <a:path w="633" h="322">
                    <a:moveTo>
                      <a:pt x="603" y="322"/>
                    </a:moveTo>
                    <a:cubicBezTo>
                      <a:pt x="603" y="322"/>
                      <a:pt x="603" y="318"/>
                      <a:pt x="603" y="311"/>
                    </a:cubicBezTo>
                    <a:cubicBezTo>
                      <a:pt x="603" y="308"/>
                      <a:pt x="603" y="305"/>
                      <a:pt x="603" y="300"/>
                    </a:cubicBezTo>
                    <a:cubicBezTo>
                      <a:pt x="603" y="295"/>
                      <a:pt x="602" y="290"/>
                      <a:pt x="602" y="284"/>
                    </a:cubicBezTo>
                    <a:cubicBezTo>
                      <a:pt x="601" y="272"/>
                      <a:pt x="598" y="258"/>
                      <a:pt x="594" y="242"/>
                    </a:cubicBezTo>
                    <a:cubicBezTo>
                      <a:pt x="590" y="226"/>
                      <a:pt x="584" y="208"/>
                      <a:pt x="576" y="189"/>
                    </a:cubicBezTo>
                    <a:cubicBezTo>
                      <a:pt x="571" y="180"/>
                      <a:pt x="566" y="171"/>
                      <a:pt x="561" y="161"/>
                    </a:cubicBezTo>
                    <a:cubicBezTo>
                      <a:pt x="560" y="159"/>
                      <a:pt x="560" y="159"/>
                      <a:pt x="560" y="159"/>
                    </a:cubicBezTo>
                    <a:cubicBezTo>
                      <a:pt x="559" y="159"/>
                      <a:pt x="559" y="159"/>
                      <a:pt x="559" y="159"/>
                    </a:cubicBezTo>
                    <a:cubicBezTo>
                      <a:pt x="559" y="158"/>
                      <a:pt x="559" y="158"/>
                      <a:pt x="559" y="158"/>
                    </a:cubicBezTo>
                    <a:cubicBezTo>
                      <a:pt x="559" y="158"/>
                      <a:pt x="559" y="158"/>
                      <a:pt x="559" y="158"/>
                    </a:cubicBezTo>
                    <a:cubicBezTo>
                      <a:pt x="559" y="158"/>
                      <a:pt x="559" y="159"/>
                      <a:pt x="559" y="158"/>
                    </a:cubicBezTo>
                    <a:cubicBezTo>
                      <a:pt x="556" y="155"/>
                      <a:pt x="556" y="155"/>
                      <a:pt x="556" y="155"/>
                    </a:cubicBezTo>
                    <a:cubicBezTo>
                      <a:pt x="555" y="152"/>
                      <a:pt x="553" y="150"/>
                      <a:pt x="551" y="147"/>
                    </a:cubicBezTo>
                    <a:cubicBezTo>
                      <a:pt x="548" y="142"/>
                      <a:pt x="545" y="137"/>
                      <a:pt x="541" y="132"/>
                    </a:cubicBezTo>
                    <a:cubicBezTo>
                      <a:pt x="537" y="128"/>
                      <a:pt x="534" y="123"/>
                      <a:pt x="530" y="119"/>
                    </a:cubicBezTo>
                    <a:cubicBezTo>
                      <a:pt x="526" y="115"/>
                      <a:pt x="522" y="110"/>
                      <a:pt x="518" y="105"/>
                    </a:cubicBezTo>
                    <a:cubicBezTo>
                      <a:pt x="509" y="97"/>
                      <a:pt x="500" y="88"/>
                      <a:pt x="490" y="80"/>
                    </a:cubicBezTo>
                    <a:cubicBezTo>
                      <a:pt x="470" y="63"/>
                      <a:pt x="446" y="50"/>
                      <a:pt x="422" y="39"/>
                    </a:cubicBezTo>
                    <a:cubicBezTo>
                      <a:pt x="415" y="36"/>
                      <a:pt x="409" y="34"/>
                      <a:pt x="402" y="31"/>
                    </a:cubicBezTo>
                    <a:cubicBezTo>
                      <a:pt x="401" y="31"/>
                      <a:pt x="399" y="30"/>
                      <a:pt x="398" y="30"/>
                    </a:cubicBezTo>
                    <a:cubicBezTo>
                      <a:pt x="393" y="28"/>
                      <a:pt x="393" y="28"/>
                      <a:pt x="393" y="28"/>
                    </a:cubicBezTo>
                    <a:cubicBezTo>
                      <a:pt x="383" y="25"/>
                      <a:pt x="383" y="25"/>
                      <a:pt x="383" y="25"/>
                    </a:cubicBezTo>
                    <a:cubicBezTo>
                      <a:pt x="370" y="21"/>
                      <a:pt x="356" y="19"/>
                      <a:pt x="342" y="16"/>
                    </a:cubicBezTo>
                    <a:cubicBezTo>
                      <a:pt x="335" y="15"/>
                      <a:pt x="328" y="15"/>
                      <a:pt x="321" y="14"/>
                    </a:cubicBezTo>
                    <a:cubicBezTo>
                      <a:pt x="311" y="13"/>
                      <a:pt x="311" y="13"/>
                      <a:pt x="311" y="13"/>
                    </a:cubicBezTo>
                    <a:cubicBezTo>
                      <a:pt x="301" y="14"/>
                      <a:pt x="301" y="14"/>
                      <a:pt x="301" y="14"/>
                    </a:cubicBezTo>
                    <a:cubicBezTo>
                      <a:pt x="294" y="14"/>
                      <a:pt x="287" y="13"/>
                      <a:pt x="280" y="14"/>
                    </a:cubicBezTo>
                    <a:cubicBezTo>
                      <a:pt x="273" y="15"/>
                      <a:pt x="266" y="15"/>
                      <a:pt x="259" y="16"/>
                    </a:cubicBezTo>
                    <a:cubicBezTo>
                      <a:pt x="253" y="16"/>
                      <a:pt x="246" y="18"/>
                      <a:pt x="239" y="19"/>
                    </a:cubicBezTo>
                    <a:cubicBezTo>
                      <a:pt x="233" y="21"/>
                      <a:pt x="226" y="22"/>
                      <a:pt x="219" y="24"/>
                    </a:cubicBezTo>
                    <a:cubicBezTo>
                      <a:pt x="207" y="28"/>
                      <a:pt x="194" y="31"/>
                      <a:pt x="182" y="37"/>
                    </a:cubicBezTo>
                    <a:cubicBezTo>
                      <a:pt x="176" y="39"/>
                      <a:pt x="170" y="42"/>
                      <a:pt x="164" y="45"/>
                    </a:cubicBezTo>
                    <a:cubicBezTo>
                      <a:pt x="158" y="48"/>
                      <a:pt x="152" y="51"/>
                      <a:pt x="147" y="54"/>
                    </a:cubicBezTo>
                    <a:cubicBezTo>
                      <a:pt x="141" y="57"/>
                      <a:pt x="136" y="60"/>
                      <a:pt x="131" y="63"/>
                    </a:cubicBezTo>
                    <a:cubicBezTo>
                      <a:pt x="125" y="67"/>
                      <a:pt x="120" y="70"/>
                      <a:pt x="116" y="74"/>
                    </a:cubicBezTo>
                    <a:cubicBezTo>
                      <a:pt x="96" y="88"/>
                      <a:pt x="79" y="104"/>
                      <a:pt x="65" y="120"/>
                    </a:cubicBezTo>
                    <a:cubicBezTo>
                      <a:pt x="52" y="136"/>
                      <a:pt x="41" y="152"/>
                      <a:pt x="32" y="167"/>
                    </a:cubicBezTo>
                    <a:cubicBezTo>
                      <a:pt x="23" y="182"/>
                      <a:pt x="17" y="195"/>
                      <a:pt x="12" y="207"/>
                    </a:cubicBezTo>
                    <a:cubicBezTo>
                      <a:pt x="10" y="213"/>
                      <a:pt x="8" y="218"/>
                      <a:pt x="6" y="222"/>
                    </a:cubicBezTo>
                    <a:cubicBezTo>
                      <a:pt x="5" y="227"/>
                      <a:pt x="3" y="231"/>
                      <a:pt x="2" y="234"/>
                    </a:cubicBezTo>
                    <a:cubicBezTo>
                      <a:pt x="1" y="240"/>
                      <a:pt x="0" y="244"/>
                      <a:pt x="0" y="244"/>
                    </a:cubicBezTo>
                    <a:cubicBezTo>
                      <a:pt x="0" y="244"/>
                      <a:pt x="0" y="240"/>
                      <a:pt x="2" y="234"/>
                    </a:cubicBezTo>
                    <a:cubicBezTo>
                      <a:pt x="3" y="231"/>
                      <a:pt x="4" y="227"/>
                      <a:pt x="6" y="222"/>
                    </a:cubicBezTo>
                    <a:cubicBezTo>
                      <a:pt x="7" y="218"/>
                      <a:pt x="9" y="212"/>
                      <a:pt x="11" y="206"/>
                    </a:cubicBezTo>
                    <a:cubicBezTo>
                      <a:pt x="15" y="195"/>
                      <a:pt x="21" y="181"/>
                      <a:pt x="29" y="165"/>
                    </a:cubicBezTo>
                    <a:cubicBezTo>
                      <a:pt x="38" y="150"/>
                      <a:pt x="48" y="134"/>
                      <a:pt x="62" y="117"/>
                    </a:cubicBezTo>
                    <a:cubicBezTo>
                      <a:pt x="76" y="100"/>
                      <a:pt x="92" y="84"/>
                      <a:pt x="111" y="68"/>
                    </a:cubicBezTo>
                    <a:cubicBezTo>
                      <a:pt x="116" y="64"/>
                      <a:pt x="121" y="61"/>
                      <a:pt x="127" y="57"/>
                    </a:cubicBezTo>
                    <a:cubicBezTo>
                      <a:pt x="129" y="55"/>
                      <a:pt x="132" y="53"/>
                      <a:pt x="134" y="52"/>
                    </a:cubicBezTo>
                    <a:cubicBezTo>
                      <a:pt x="137" y="50"/>
                      <a:pt x="140" y="48"/>
                      <a:pt x="143" y="47"/>
                    </a:cubicBezTo>
                    <a:cubicBezTo>
                      <a:pt x="148" y="44"/>
                      <a:pt x="154" y="40"/>
                      <a:pt x="160" y="37"/>
                    </a:cubicBezTo>
                    <a:cubicBezTo>
                      <a:pt x="166" y="34"/>
                      <a:pt x="172" y="31"/>
                      <a:pt x="178" y="28"/>
                    </a:cubicBezTo>
                    <a:cubicBezTo>
                      <a:pt x="190" y="22"/>
                      <a:pt x="203" y="18"/>
                      <a:pt x="216" y="14"/>
                    </a:cubicBezTo>
                    <a:cubicBezTo>
                      <a:pt x="223" y="11"/>
                      <a:pt x="230" y="10"/>
                      <a:pt x="237" y="8"/>
                    </a:cubicBezTo>
                    <a:cubicBezTo>
                      <a:pt x="244" y="7"/>
                      <a:pt x="251" y="5"/>
                      <a:pt x="258" y="4"/>
                    </a:cubicBezTo>
                    <a:cubicBezTo>
                      <a:pt x="265" y="3"/>
                      <a:pt x="272" y="2"/>
                      <a:pt x="279" y="1"/>
                    </a:cubicBezTo>
                    <a:cubicBezTo>
                      <a:pt x="286" y="1"/>
                      <a:pt x="293" y="1"/>
                      <a:pt x="301" y="0"/>
                    </a:cubicBezTo>
                    <a:cubicBezTo>
                      <a:pt x="311" y="0"/>
                      <a:pt x="311" y="0"/>
                      <a:pt x="311" y="0"/>
                    </a:cubicBezTo>
                    <a:cubicBezTo>
                      <a:pt x="322" y="0"/>
                      <a:pt x="322" y="0"/>
                      <a:pt x="322" y="0"/>
                    </a:cubicBezTo>
                    <a:cubicBezTo>
                      <a:pt x="330" y="1"/>
                      <a:pt x="337" y="1"/>
                      <a:pt x="344" y="2"/>
                    </a:cubicBezTo>
                    <a:cubicBezTo>
                      <a:pt x="358" y="4"/>
                      <a:pt x="373" y="6"/>
                      <a:pt x="387" y="10"/>
                    </a:cubicBezTo>
                    <a:cubicBezTo>
                      <a:pt x="397" y="12"/>
                      <a:pt x="397" y="12"/>
                      <a:pt x="397" y="12"/>
                    </a:cubicBezTo>
                    <a:cubicBezTo>
                      <a:pt x="403" y="14"/>
                      <a:pt x="403" y="14"/>
                      <a:pt x="403" y="14"/>
                    </a:cubicBezTo>
                    <a:cubicBezTo>
                      <a:pt x="404" y="14"/>
                      <a:pt x="406" y="15"/>
                      <a:pt x="408" y="16"/>
                    </a:cubicBezTo>
                    <a:cubicBezTo>
                      <a:pt x="415" y="18"/>
                      <a:pt x="421" y="20"/>
                      <a:pt x="428" y="23"/>
                    </a:cubicBezTo>
                    <a:cubicBezTo>
                      <a:pt x="455" y="34"/>
                      <a:pt x="480" y="47"/>
                      <a:pt x="502" y="64"/>
                    </a:cubicBezTo>
                    <a:cubicBezTo>
                      <a:pt x="513" y="72"/>
                      <a:pt x="523" y="81"/>
                      <a:pt x="533" y="90"/>
                    </a:cubicBezTo>
                    <a:cubicBezTo>
                      <a:pt x="538" y="95"/>
                      <a:pt x="542" y="100"/>
                      <a:pt x="547" y="105"/>
                    </a:cubicBezTo>
                    <a:cubicBezTo>
                      <a:pt x="551" y="110"/>
                      <a:pt x="555" y="114"/>
                      <a:pt x="560" y="119"/>
                    </a:cubicBezTo>
                    <a:cubicBezTo>
                      <a:pt x="563" y="124"/>
                      <a:pt x="567" y="129"/>
                      <a:pt x="570" y="134"/>
                    </a:cubicBezTo>
                    <a:cubicBezTo>
                      <a:pt x="572" y="136"/>
                      <a:pt x="574" y="139"/>
                      <a:pt x="576" y="141"/>
                    </a:cubicBezTo>
                    <a:cubicBezTo>
                      <a:pt x="578" y="144"/>
                      <a:pt x="578" y="144"/>
                      <a:pt x="578" y="144"/>
                    </a:cubicBezTo>
                    <a:cubicBezTo>
                      <a:pt x="581" y="149"/>
                      <a:pt x="581" y="149"/>
                      <a:pt x="581" y="149"/>
                    </a:cubicBezTo>
                    <a:cubicBezTo>
                      <a:pt x="587" y="159"/>
                      <a:pt x="593" y="169"/>
                      <a:pt x="598" y="179"/>
                    </a:cubicBezTo>
                    <a:cubicBezTo>
                      <a:pt x="608" y="198"/>
                      <a:pt x="615" y="218"/>
                      <a:pt x="620" y="235"/>
                    </a:cubicBezTo>
                    <a:cubicBezTo>
                      <a:pt x="625" y="252"/>
                      <a:pt x="628" y="268"/>
                      <a:pt x="630" y="281"/>
                    </a:cubicBezTo>
                    <a:cubicBezTo>
                      <a:pt x="631" y="287"/>
                      <a:pt x="631" y="293"/>
                      <a:pt x="632" y="298"/>
                    </a:cubicBezTo>
                    <a:cubicBezTo>
                      <a:pt x="632" y="303"/>
                      <a:pt x="632" y="308"/>
                      <a:pt x="633" y="311"/>
                    </a:cubicBezTo>
                    <a:cubicBezTo>
                      <a:pt x="633" y="318"/>
                      <a:pt x="633" y="321"/>
                      <a:pt x="633" y="321"/>
                    </a:cubicBezTo>
                    <a:lnTo>
                      <a:pt x="603" y="32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cs typeface="+mn-ea"/>
                  <a:sym typeface="+mn-lt"/>
                </a:endParaRPr>
              </a:p>
            </p:txBody>
          </p:sp>
          <p:sp>
            <p:nvSpPr>
              <p:cNvPr id="137" name="Freeform 41132"/>
              <p:cNvSpPr>
                <a:spLocks/>
              </p:cNvSpPr>
              <p:nvPr/>
            </p:nvSpPr>
            <p:spPr bwMode="auto">
              <a:xfrm>
                <a:off x="4526" y="1127"/>
                <a:ext cx="134" cy="169"/>
              </a:xfrm>
              <a:custGeom>
                <a:avLst/>
                <a:gdLst>
                  <a:gd name="T0" fmla="*/ 52 w 134"/>
                  <a:gd name="T1" fmla="*/ 169 h 169"/>
                  <a:gd name="T2" fmla="*/ 134 w 134"/>
                  <a:gd name="T3" fmla="*/ 12 h 169"/>
                  <a:gd name="T4" fmla="*/ 62 w 134"/>
                  <a:gd name="T5" fmla="*/ 43 h 169"/>
                  <a:gd name="T6" fmla="*/ 0 w 134"/>
                  <a:gd name="T7" fmla="*/ 0 h 169"/>
                  <a:gd name="T8" fmla="*/ 52 w 134"/>
                  <a:gd name="T9" fmla="*/ 169 h 16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4" h="169">
                    <a:moveTo>
                      <a:pt x="52" y="169"/>
                    </a:moveTo>
                    <a:lnTo>
                      <a:pt x="134" y="12"/>
                    </a:lnTo>
                    <a:lnTo>
                      <a:pt x="62" y="43"/>
                    </a:lnTo>
                    <a:lnTo>
                      <a:pt x="0" y="0"/>
                    </a:lnTo>
                    <a:lnTo>
                      <a:pt x="52" y="16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cs typeface="+mn-ea"/>
                  <a:sym typeface="+mn-lt"/>
                </a:endParaRPr>
              </a:p>
            </p:txBody>
          </p:sp>
        </p:grpSp>
        <p:grpSp>
          <p:nvGrpSpPr>
            <p:cNvPr id="133" name="Group 41146"/>
            <p:cNvGrpSpPr>
              <a:grpSpLocks/>
            </p:cNvGrpSpPr>
            <p:nvPr/>
          </p:nvGrpSpPr>
          <p:grpSpPr bwMode="auto">
            <a:xfrm>
              <a:off x="3438" y="1080"/>
              <a:ext cx="1154" cy="660"/>
              <a:chOff x="3438" y="1080"/>
              <a:chExt cx="1154" cy="660"/>
            </a:xfrm>
          </p:grpSpPr>
          <p:sp>
            <p:nvSpPr>
              <p:cNvPr id="134" name="Freeform 41133"/>
              <p:cNvSpPr>
                <a:spLocks/>
              </p:cNvSpPr>
              <p:nvPr/>
            </p:nvSpPr>
            <p:spPr bwMode="auto">
              <a:xfrm>
                <a:off x="3479" y="1195"/>
                <a:ext cx="1113" cy="545"/>
              </a:xfrm>
              <a:custGeom>
                <a:avLst/>
                <a:gdLst>
                  <a:gd name="T0" fmla="*/ 52 w 639"/>
                  <a:gd name="T1" fmla="*/ 17 h 313"/>
                  <a:gd name="T2" fmla="*/ 56 w 639"/>
                  <a:gd name="T3" fmla="*/ 66 h 313"/>
                  <a:gd name="T4" fmla="*/ 108 w 639"/>
                  <a:gd name="T5" fmla="*/ 233 h 313"/>
                  <a:gd name="T6" fmla="*/ 146 w 639"/>
                  <a:gd name="T7" fmla="*/ 294 h 313"/>
                  <a:gd name="T8" fmla="*/ 146 w 639"/>
                  <a:gd name="T9" fmla="*/ 296 h 313"/>
                  <a:gd name="T10" fmla="*/ 148 w 639"/>
                  <a:gd name="T11" fmla="*/ 296 h 313"/>
                  <a:gd name="T12" fmla="*/ 155 w 639"/>
                  <a:gd name="T13" fmla="*/ 306 h 313"/>
                  <a:gd name="T14" fmla="*/ 195 w 639"/>
                  <a:gd name="T15" fmla="*/ 355 h 313"/>
                  <a:gd name="T16" fmla="*/ 244 w 639"/>
                  <a:gd name="T17" fmla="*/ 399 h 313"/>
                  <a:gd name="T18" fmla="*/ 270 w 639"/>
                  <a:gd name="T19" fmla="*/ 420 h 313"/>
                  <a:gd name="T20" fmla="*/ 329 w 639"/>
                  <a:gd name="T21" fmla="*/ 456 h 313"/>
                  <a:gd name="T22" fmla="*/ 362 w 639"/>
                  <a:gd name="T23" fmla="*/ 472 h 313"/>
                  <a:gd name="T24" fmla="*/ 538 w 639"/>
                  <a:gd name="T25" fmla="*/ 519 h 313"/>
                  <a:gd name="T26" fmla="*/ 594 w 639"/>
                  <a:gd name="T27" fmla="*/ 521 h 313"/>
                  <a:gd name="T28" fmla="*/ 650 w 639"/>
                  <a:gd name="T29" fmla="*/ 515 h 313"/>
                  <a:gd name="T30" fmla="*/ 820 w 639"/>
                  <a:gd name="T31" fmla="*/ 463 h 313"/>
                  <a:gd name="T32" fmla="*/ 845 w 639"/>
                  <a:gd name="T33" fmla="*/ 451 h 313"/>
                  <a:gd name="T34" fmla="*/ 880 w 639"/>
                  <a:gd name="T35" fmla="*/ 428 h 313"/>
                  <a:gd name="T36" fmla="*/ 934 w 639"/>
                  <a:gd name="T37" fmla="*/ 388 h 313"/>
                  <a:gd name="T38" fmla="*/ 1068 w 639"/>
                  <a:gd name="T39" fmla="*/ 211 h 313"/>
                  <a:gd name="T40" fmla="*/ 1104 w 639"/>
                  <a:gd name="T41" fmla="*/ 110 h 313"/>
                  <a:gd name="T42" fmla="*/ 1113 w 639"/>
                  <a:gd name="T43" fmla="*/ 70 h 313"/>
                  <a:gd name="T44" fmla="*/ 1106 w 639"/>
                  <a:gd name="T45" fmla="*/ 110 h 313"/>
                  <a:gd name="T46" fmla="*/ 1071 w 639"/>
                  <a:gd name="T47" fmla="*/ 214 h 313"/>
                  <a:gd name="T48" fmla="*/ 941 w 639"/>
                  <a:gd name="T49" fmla="*/ 397 h 313"/>
                  <a:gd name="T50" fmla="*/ 859 w 639"/>
                  <a:gd name="T51" fmla="*/ 460 h 313"/>
                  <a:gd name="T52" fmla="*/ 845 w 639"/>
                  <a:gd name="T53" fmla="*/ 468 h 313"/>
                  <a:gd name="T54" fmla="*/ 690 w 639"/>
                  <a:gd name="T55" fmla="*/ 529 h 313"/>
                  <a:gd name="T56" fmla="*/ 615 w 639"/>
                  <a:gd name="T57" fmla="*/ 542 h 313"/>
                  <a:gd name="T58" fmla="*/ 575 w 639"/>
                  <a:gd name="T59" fmla="*/ 543 h 313"/>
                  <a:gd name="T60" fmla="*/ 385 w 639"/>
                  <a:gd name="T61" fmla="*/ 515 h 313"/>
                  <a:gd name="T62" fmla="*/ 331 w 639"/>
                  <a:gd name="T63" fmla="*/ 495 h 313"/>
                  <a:gd name="T64" fmla="*/ 282 w 639"/>
                  <a:gd name="T65" fmla="*/ 468 h 313"/>
                  <a:gd name="T66" fmla="*/ 235 w 639"/>
                  <a:gd name="T67" fmla="*/ 439 h 313"/>
                  <a:gd name="T68" fmla="*/ 193 w 639"/>
                  <a:gd name="T69" fmla="*/ 406 h 313"/>
                  <a:gd name="T70" fmla="*/ 145 w 639"/>
                  <a:gd name="T71" fmla="*/ 355 h 313"/>
                  <a:gd name="T72" fmla="*/ 118 w 639"/>
                  <a:gd name="T73" fmla="*/ 326 h 313"/>
                  <a:gd name="T74" fmla="*/ 113 w 639"/>
                  <a:gd name="T75" fmla="*/ 320 h 313"/>
                  <a:gd name="T76" fmla="*/ 103 w 639"/>
                  <a:gd name="T77" fmla="*/ 305 h 313"/>
                  <a:gd name="T78" fmla="*/ 28 w 639"/>
                  <a:gd name="T79" fmla="*/ 155 h 313"/>
                  <a:gd name="T80" fmla="*/ 3 w 639"/>
                  <a:gd name="T81" fmla="*/ 44 h 313"/>
                  <a:gd name="T82" fmla="*/ 0 w 639"/>
                  <a:gd name="T83" fmla="*/ 2 h 313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639" h="313">
                    <a:moveTo>
                      <a:pt x="29" y="0"/>
                    </a:moveTo>
                    <a:cubicBezTo>
                      <a:pt x="29" y="0"/>
                      <a:pt x="29" y="4"/>
                      <a:pt x="30" y="10"/>
                    </a:cubicBezTo>
                    <a:cubicBezTo>
                      <a:pt x="30" y="14"/>
                      <a:pt x="30" y="18"/>
                      <a:pt x="30" y="22"/>
                    </a:cubicBezTo>
                    <a:cubicBezTo>
                      <a:pt x="31" y="27"/>
                      <a:pt x="31" y="32"/>
                      <a:pt x="32" y="38"/>
                    </a:cubicBezTo>
                    <a:cubicBezTo>
                      <a:pt x="34" y="50"/>
                      <a:pt x="37" y="65"/>
                      <a:pt x="41" y="81"/>
                    </a:cubicBezTo>
                    <a:cubicBezTo>
                      <a:pt x="46" y="97"/>
                      <a:pt x="53" y="115"/>
                      <a:pt x="62" y="134"/>
                    </a:cubicBezTo>
                    <a:cubicBezTo>
                      <a:pt x="67" y="143"/>
                      <a:pt x="73" y="153"/>
                      <a:pt x="79" y="162"/>
                    </a:cubicBezTo>
                    <a:cubicBezTo>
                      <a:pt x="80" y="164"/>
                      <a:pt x="82" y="167"/>
                      <a:pt x="84" y="169"/>
                    </a:cubicBezTo>
                    <a:cubicBezTo>
                      <a:pt x="84" y="170"/>
                      <a:pt x="84" y="170"/>
                      <a:pt x="84" y="170"/>
                    </a:cubicBezTo>
                    <a:cubicBezTo>
                      <a:pt x="84" y="169"/>
                      <a:pt x="84" y="170"/>
                      <a:pt x="84" y="170"/>
                    </a:cubicBezTo>
                    <a:cubicBezTo>
                      <a:pt x="84" y="170"/>
                      <a:pt x="84" y="170"/>
                      <a:pt x="84" y="170"/>
                    </a:cubicBezTo>
                    <a:cubicBezTo>
                      <a:pt x="85" y="170"/>
                      <a:pt x="85" y="170"/>
                      <a:pt x="85" y="170"/>
                    </a:cubicBezTo>
                    <a:cubicBezTo>
                      <a:pt x="86" y="172"/>
                      <a:pt x="86" y="172"/>
                      <a:pt x="86" y="172"/>
                    </a:cubicBezTo>
                    <a:cubicBezTo>
                      <a:pt x="89" y="176"/>
                      <a:pt x="89" y="176"/>
                      <a:pt x="89" y="176"/>
                    </a:cubicBezTo>
                    <a:cubicBezTo>
                      <a:pt x="93" y="180"/>
                      <a:pt x="96" y="185"/>
                      <a:pt x="100" y="190"/>
                    </a:cubicBezTo>
                    <a:cubicBezTo>
                      <a:pt x="104" y="195"/>
                      <a:pt x="108" y="199"/>
                      <a:pt x="112" y="204"/>
                    </a:cubicBezTo>
                    <a:cubicBezTo>
                      <a:pt x="117" y="208"/>
                      <a:pt x="121" y="213"/>
                      <a:pt x="125" y="217"/>
                    </a:cubicBezTo>
                    <a:cubicBezTo>
                      <a:pt x="130" y="221"/>
                      <a:pt x="135" y="225"/>
                      <a:pt x="140" y="229"/>
                    </a:cubicBezTo>
                    <a:cubicBezTo>
                      <a:pt x="142" y="231"/>
                      <a:pt x="145" y="234"/>
                      <a:pt x="147" y="236"/>
                    </a:cubicBezTo>
                    <a:cubicBezTo>
                      <a:pt x="150" y="238"/>
                      <a:pt x="153" y="239"/>
                      <a:pt x="155" y="241"/>
                    </a:cubicBezTo>
                    <a:cubicBezTo>
                      <a:pt x="161" y="245"/>
                      <a:pt x="166" y="249"/>
                      <a:pt x="172" y="253"/>
                    </a:cubicBezTo>
                    <a:cubicBezTo>
                      <a:pt x="178" y="256"/>
                      <a:pt x="183" y="259"/>
                      <a:pt x="189" y="262"/>
                    </a:cubicBezTo>
                    <a:cubicBezTo>
                      <a:pt x="192" y="264"/>
                      <a:pt x="195" y="266"/>
                      <a:pt x="198" y="267"/>
                    </a:cubicBezTo>
                    <a:cubicBezTo>
                      <a:pt x="208" y="271"/>
                      <a:pt x="208" y="271"/>
                      <a:pt x="208" y="271"/>
                    </a:cubicBezTo>
                    <a:cubicBezTo>
                      <a:pt x="214" y="274"/>
                      <a:pt x="220" y="277"/>
                      <a:pt x="227" y="280"/>
                    </a:cubicBezTo>
                    <a:cubicBezTo>
                      <a:pt x="253" y="289"/>
                      <a:pt x="281" y="295"/>
                      <a:pt x="309" y="298"/>
                    </a:cubicBezTo>
                    <a:cubicBezTo>
                      <a:pt x="316" y="298"/>
                      <a:pt x="323" y="298"/>
                      <a:pt x="330" y="298"/>
                    </a:cubicBezTo>
                    <a:cubicBezTo>
                      <a:pt x="334" y="298"/>
                      <a:pt x="337" y="299"/>
                      <a:pt x="341" y="299"/>
                    </a:cubicBezTo>
                    <a:cubicBezTo>
                      <a:pt x="352" y="298"/>
                      <a:pt x="352" y="298"/>
                      <a:pt x="352" y="298"/>
                    </a:cubicBezTo>
                    <a:cubicBezTo>
                      <a:pt x="359" y="297"/>
                      <a:pt x="366" y="297"/>
                      <a:pt x="373" y="296"/>
                    </a:cubicBezTo>
                    <a:cubicBezTo>
                      <a:pt x="380" y="295"/>
                      <a:pt x="387" y="294"/>
                      <a:pt x="393" y="293"/>
                    </a:cubicBezTo>
                    <a:cubicBezTo>
                      <a:pt x="421" y="287"/>
                      <a:pt x="447" y="278"/>
                      <a:pt x="471" y="266"/>
                    </a:cubicBezTo>
                    <a:cubicBezTo>
                      <a:pt x="474" y="264"/>
                      <a:pt x="477" y="263"/>
                      <a:pt x="480" y="261"/>
                    </a:cubicBezTo>
                    <a:cubicBezTo>
                      <a:pt x="485" y="259"/>
                      <a:pt x="485" y="259"/>
                      <a:pt x="485" y="259"/>
                    </a:cubicBezTo>
                    <a:cubicBezTo>
                      <a:pt x="489" y="256"/>
                      <a:pt x="489" y="256"/>
                      <a:pt x="489" y="256"/>
                    </a:cubicBezTo>
                    <a:cubicBezTo>
                      <a:pt x="494" y="253"/>
                      <a:pt x="500" y="249"/>
                      <a:pt x="505" y="246"/>
                    </a:cubicBezTo>
                    <a:cubicBezTo>
                      <a:pt x="511" y="243"/>
                      <a:pt x="516" y="239"/>
                      <a:pt x="521" y="235"/>
                    </a:cubicBezTo>
                    <a:cubicBezTo>
                      <a:pt x="526" y="231"/>
                      <a:pt x="531" y="227"/>
                      <a:pt x="536" y="223"/>
                    </a:cubicBezTo>
                    <a:cubicBezTo>
                      <a:pt x="554" y="207"/>
                      <a:pt x="570" y="189"/>
                      <a:pt x="583" y="172"/>
                    </a:cubicBezTo>
                    <a:cubicBezTo>
                      <a:pt x="595" y="155"/>
                      <a:pt x="605" y="137"/>
                      <a:pt x="613" y="121"/>
                    </a:cubicBezTo>
                    <a:cubicBezTo>
                      <a:pt x="621" y="106"/>
                      <a:pt x="626" y="91"/>
                      <a:pt x="629" y="79"/>
                    </a:cubicBezTo>
                    <a:cubicBezTo>
                      <a:pt x="631" y="73"/>
                      <a:pt x="633" y="67"/>
                      <a:pt x="634" y="63"/>
                    </a:cubicBezTo>
                    <a:cubicBezTo>
                      <a:pt x="635" y="58"/>
                      <a:pt x="636" y="54"/>
                      <a:pt x="637" y="50"/>
                    </a:cubicBezTo>
                    <a:cubicBezTo>
                      <a:pt x="638" y="44"/>
                      <a:pt x="639" y="40"/>
                      <a:pt x="639" y="40"/>
                    </a:cubicBezTo>
                    <a:cubicBezTo>
                      <a:pt x="639" y="40"/>
                      <a:pt x="638" y="44"/>
                      <a:pt x="637" y="50"/>
                    </a:cubicBezTo>
                    <a:cubicBezTo>
                      <a:pt x="637" y="54"/>
                      <a:pt x="636" y="58"/>
                      <a:pt x="635" y="63"/>
                    </a:cubicBezTo>
                    <a:cubicBezTo>
                      <a:pt x="634" y="68"/>
                      <a:pt x="632" y="73"/>
                      <a:pt x="631" y="79"/>
                    </a:cubicBezTo>
                    <a:cubicBezTo>
                      <a:pt x="627" y="92"/>
                      <a:pt x="623" y="106"/>
                      <a:pt x="615" y="123"/>
                    </a:cubicBezTo>
                    <a:cubicBezTo>
                      <a:pt x="608" y="139"/>
                      <a:pt x="599" y="157"/>
                      <a:pt x="586" y="175"/>
                    </a:cubicBezTo>
                    <a:cubicBezTo>
                      <a:pt x="574" y="193"/>
                      <a:pt x="559" y="211"/>
                      <a:pt x="540" y="228"/>
                    </a:cubicBezTo>
                    <a:cubicBezTo>
                      <a:pt x="530" y="237"/>
                      <a:pt x="521" y="245"/>
                      <a:pt x="510" y="253"/>
                    </a:cubicBezTo>
                    <a:cubicBezTo>
                      <a:pt x="504" y="256"/>
                      <a:pt x="499" y="260"/>
                      <a:pt x="493" y="264"/>
                    </a:cubicBezTo>
                    <a:cubicBezTo>
                      <a:pt x="489" y="267"/>
                      <a:pt x="489" y="267"/>
                      <a:pt x="489" y="267"/>
                    </a:cubicBezTo>
                    <a:cubicBezTo>
                      <a:pt x="485" y="269"/>
                      <a:pt x="485" y="269"/>
                      <a:pt x="485" y="269"/>
                    </a:cubicBezTo>
                    <a:cubicBezTo>
                      <a:pt x="481" y="271"/>
                      <a:pt x="478" y="272"/>
                      <a:pt x="475" y="274"/>
                    </a:cubicBezTo>
                    <a:cubicBezTo>
                      <a:pt x="451" y="288"/>
                      <a:pt x="424" y="297"/>
                      <a:pt x="396" y="304"/>
                    </a:cubicBezTo>
                    <a:cubicBezTo>
                      <a:pt x="389" y="306"/>
                      <a:pt x="382" y="307"/>
                      <a:pt x="374" y="309"/>
                    </a:cubicBezTo>
                    <a:cubicBezTo>
                      <a:pt x="367" y="310"/>
                      <a:pt x="360" y="310"/>
                      <a:pt x="353" y="311"/>
                    </a:cubicBezTo>
                    <a:cubicBezTo>
                      <a:pt x="342" y="312"/>
                      <a:pt x="342" y="312"/>
                      <a:pt x="342" y="312"/>
                    </a:cubicBezTo>
                    <a:cubicBezTo>
                      <a:pt x="338" y="313"/>
                      <a:pt x="334" y="312"/>
                      <a:pt x="330" y="312"/>
                    </a:cubicBezTo>
                    <a:cubicBezTo>
                      <a:pt x="323" y="312"/>
                      <a:pt x="316" y="313"/>
                      <a:pt x="308" y="312"/>
                    </a:cubicBezTo>
                    <a:cubicBezTo>
                      <a:pt x="278" y="311"/>
                      <a:pt x="249" y="305"/>
                      <a:pt x="221" y="296"/>
                    </a:cubicBezTo>
                    <a:cubicBezTo>
                      <a:pt x="214" y="294"/>
                      <a:pt x="207" y="291"/>
                      <a:pt x="201" y="288"/>
                    </a:cubicBezTo>
                    <a:cubicBezTo>
                      <a:pt x="190" y="284"/>
                      <a:pt x="190" y="284"/>
                      <a:pt x="190" y="284"/>
                    </a:cubicBezTo>
                    <a:cubicBezTo>
                      <a:pt x="187" y="283"/>
                      <a:pt x="184" y="281"/>
                      <a:pt x="181" y="279"/>
                    </a:cubicBezTo>
                    <a:cubicBezTo>
                      <a:pt x="174" y="276"/>
                      <a:pt x="168" y="273"/>
                      <a:pt x="162" y="269"/>
                    </a:cubicBezTo>
                    <a:cubicBezTo>
                      <a:pt x="156" y="265"/>
                      <a:pt x="150" y="262"/>
                      <a:pt x="144" y="258"/>
                    </a:cubicBezTo>
                    <a:cubicBezTo>
                      <a:pt x="141" y="256"/>
                      <a:pt x="138" y="254"/>
                      <a:pt x="135" y="252"/>
                    </a:cubicBezTo>
                    <a:cubicBezTo>
                      <a:pt x="132" y="250"/>
                      <a:pt x="130" y="248"/>
                      <a:pt x="127" y="246"/>
                    </a:cubicBezTo>
                    <a:cubicBezTo>
                      <a:pt x="122" y="241"/>
                      <a:pt x="116" y="237"/>
                      <a:pt x="111" y="233"/>
                    </a:cubicBezTo>
                    <a:cubicBezTo>
                      <a:pt x="106" y="228"/>
                      <a:pt x="101" y="223"/>
                      <a:pt x="96" y="219"/>
                    </a:cubicBezTo>
                    <a:cubicBezTo>
                      <a:pt x="91" y="214"/>
                      <a:pt x="86" y="209"/>
                      <a:pt x="83" y="204"/>
                    </a:cubicBezTo>
                    <a:cubicBezTo>
                      <a:pt x="79" y="200"/>
                      <a:pt x="75" y="195"/>
                      <a:pt x="71" y="190"/>
                    </a:cubicBezTo>
                    <a:cubicBezTo>
                      <a:pt x="68" y="187"/>
                      <a:pt x="68" y="187"/>
                      <a:pt x="68" y="187"/>
                    </a:cubicBezTo>
                    <a:cubicBezTo>
                      <a:pt x="66" y="185"/>
                      <a:pt x="66" y="185"/>
                      <a:pt x="66" y="185"/>
                    </a:cubicBezTo>
                    <a:cubicBezTo>
                      <a:pt x="65" y="184"/>
                      <a:pt x="65" y="184"/>
                      <a:pt x="65" y="184"/>
                    </a:cubicBezTo>
                    <a:cubicBezTo>
                      <a:pt x="65" y="183"/>
                      <a:pt x="65" y="183"/>
                      <a:pt x="65" y="183"/>
                    </a:cubicBezTo>
                    <a:cubicBezTo>
                      <a:pt x="63" y="180"/>
                      <a:pt x="61" y="178"/>
                      <a:pt x="59" y="175"/>
                    </a:cubicBezTo>
                    <a:cubicBezTo>
                      <a:pt x="52" y="165"/>
                      <a:pt x="46" y="155"/>
                      <a:pt x="40" y="146"/>
                    </a:cubicBezTo>
                    <a:cubicBezTo>
                      <a:pt x="29" y="126"/>
                      <a:pt x="22" y="106"/>
                      <a:pt x="16" y="89"/>
                    </a:cubicBezTo>
                    <a:cubicBezTo>
                      <a:pt x="10" y="71"/>
                      <a:pt x="6" y="56"/>
                      <a:pt x="4" y="43"/>
                    </a:cubicBezTo>
                    <a:cubicBezTo>
                      <a:pt x="3" y="36"/>
                      <a:pt x="2" y="30"/>
                      <a:pt x="2" y="25"/>
                    </a:cubicBezTo>
                    <a:cubicBezTo>
                      <a:pt x="1" y="20"/>
                      <a:pt x="1" y="15"/>
                      <a:pt x="0" y="12"/>
                    </a:cubicBezTo>
                    <a:cubicBezTo>
                      <a:pt x="0" y="5"/>
                      <a:pt x="0" y="1"/>
                      <a:pt x="0" y="1"/>
                    </a:cubicBez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cs typeface="+mn-ea"/>
                  <a:sym typeface="+mn-lt"/>
                </a:endParaRPr>
              </a:p>
            </p:txBody>
          </p:sp>
          <p:sp>
            <p:nvSpPr>
              <p:cNvPr id="135" name="Freeform 41134"/>
              <p:cNvSpPr>
                <a:spLocks/>
              </p:cNvSpPr>
              <p:nvPr/>
            </p:nvSpPr>
            <p:spPr bwMode="auto">
              <a:xfrm>
                <a:off x="3438" y="1080"/>
                <a:ext cx="132" cy="167"/>
              </a:xfrm>
              <a:custGeom>
                <a:avLst/>
                <a:gdLst>
                  <a:gd name="T0" fmla="*/ 76 w 132"/>
                  <a:gd name="T1" fmla="*/ 0 h 167"/>
                  <a:gd name="T2" fmla="*/ 0 w 132"/>
                  <a:gd name="T3" fmla="*/ 160 h 167"/>
                  <a:gd name="T4" fmla="*/ 68 w 132"/>
                  <a:gd name="T5" fmla="*/ 125 h 167"/>
                  <a:gd name="T6" fmla="*/ 132 w 132"/>
                  <a:gd name="T7" fmla="*/ 167 h 167"/>
                  <a:gd name="T8" fmla="*/ 76 w 132"/>
                  <a:gd name="T9" fmla="*/ 0 h 1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2" h="167">
                    <a:moveTo>
                      <a:pt x="76" y="0"/>
                    </a:moveTo>
                    <a:lnTo>
                      <a:pt x="0" y="160"/>
                    </a:lnTo>
                    <a:lnTo>
                      <a:pt x="68" y="125"/>
                    </a:lnTo>
                    <a:lnTo>
                      <a:pt x="132" y="167"/>
                    </a:lnTo>
                    <a:lnTo>
                      <a:pt x="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38" name="Group 41144"/>
          <p:cNvGrpSpPr>
            <a:grpSpLocks/>
          </p:cNvGrpSpPr>
          <p:nvPr userDrawn="1"/>
        </p:nvGrpSpPr>
        <p:grpSpPr bwMode="auto">
          <a:xfrm>
            <a:off x="6081184" y="2735793"/>
            <a:ext cx="1236133" cy="675217"/>
            <a:chOff x="2875" y="1177"/>
            <a:chExt cx="584" cy="319"/>
          </a:xfrm>
        </p:grpSpPr>
        <p:sp>
          <p:nvSpPr>
            <p:cNvPr id="139" name="Freeform 41137"/>
            <p:cNvSpPr>
              <a:spLocks/>
            </p:cNvSpPr>
            <p:nvPr/>
          </p:nvSpPr>
          <p:spPr bwMode="auto">
            <a:xfrm>
              <a:off x="2875" y="1177"/>
              <a:ext cx="443" cy="319"/>
            </a:xfrm>
            <a:custGeom>
              <a:avLst/>
              <a:gdLst>
                <a:gd name="T0" fmla="*/ 443 w 254"/>
                <a:gd name="T1" fmla="*/ 64 h 183"/>
                <a:gd name="T2" fmla="*/ 431 w 254"/>
                <a:gd name="T3" fmla="*/ 51 h 183"/>
                <a:gd name="T4" fmla="*/ 403 w 254"/>
                <a:gd name="T5" fmla="*/ 24 h 183"/>
                <a:gd name="T6" fmla="*/ 366 w 254"/>
                <a:gd name="T7" fmla="*/ 7 h 183"/>
                <a:gd name="T8" fmla="*/ 324 w 254"/>
                <a:gd name="T9" fmla="*/ 0 h 183"/>
                <a:gd name="T10" fmla="*/ 281 w 254"/>
                <a:gd name="T11" fmla="*/ 5 h 183"/>
                <a:gd name="T12" fmla="*/ 242 w 254"/>
                <a:gd name="T13" fmla="*/ 21 h 183"/>
                <a:gd name="T14" fmla="*/ 211 w 254"/>
                <a:gd name="T15" fmla="*/ 47 h 183"/>
                <a:gd name="T16" fmla="*/ 199 w 254"/>
                <a:gd name="T17" fmla="*/ 61 h 183"/>
                <a:gd name="T18" fmla="*/ 190 w 254"/>
                <a:gd name="T19" fmla="*/ 77 h 183"/>
                <a:gd name="T20" fmla="*/ 185 w 254"/>
                <a:gd name="T21" fmla="*/ 84 h 183"/>
                <a:gd name="T22" fmla="*/ 169 w 254"/>
                <a:gd name="T23" fmla="*/ 82 h 183"/>
                <a:gd name="T24" fmla="*/ 82 w 254"/>
                <a:gd name="T25" fmla="*/ 139 h 183"/>
                <a:gd name="T26" fmla="*/ 5 w 254"/>
                <a:gd name="T27" fmla="*/ 199 h 183"/>
                <a:gd name="T28" fmla="*/ 0 w 254"/>
                <a:gd name="T29" fmla="*/ 228 h 183"/>
                <a:gd name="T30" fmla="*/ 91 w 254"/>
                <a:gd name="T31" fmla="*/ 319 h 183"/>
                <a:gd name="T32" fmla="*/ 101 w 254"/>
                <a:gd name="T33" fmla="*/ 317 h 183"/>
                <a:gd name="T34" fmla="*/ 112 w 254"/>
                <a:gd name="T35" fmla="*/ 319 h 183"/>
                <a:gd name="T36" fmla="*/ 190 w 254"/>
                <a:gd name="T37" fmla="*/ 319 h 183"/>
                <a:gd name="T38" fmla="*/ 443 w 254"/>
                <a:gd name="T39" fmla="*/ 66 h 183"/>
                <a:gd name="T40" fmla="*/ 443 w 254"/>
                <a:gd name="T41" fmla="*/ 64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254" h="183">
                  <a:moveTo>
                    <a:pt x="254" y="37"/>
                  </a:moveTo>
                  <a:cubicBezTo>
                    <a:pt x="252" y="35"/>
                    <a:pt x="250" y="32"/>
                    <a:pt x="247" y="29"/>
                  </a:cubicBezTo>
                  <a:cubicBezTo>
                    <a:pt x="243" y="24"/>
                    <a:pt x="237" y="19"/>
                    <a:pt x="231" y="14"/>
                  </a:cubicBezTo>
                  <a:cubicBezTo>
                    <a:pt x="225" y="10"/>
                    <a:pt x="218" y="7"/>
                    <a:pt x="210" y="4"/>
                  </a:cubicBezTo>
                  <a:cubicBezTo>
                    <a:pt x="202" y="1"/>
                    <a:pt x="193" y="0"/>
                    <a:pt x="186" y="0"/>
                  </a:cubicBezTo>
                  <a:cubicBezTo>
                    <a:pt x="177" y="0"/>
                    <a:pt x="169" y="1"/>
                    <a:pt x="161" y="3"/>
                  </a:cubicBezTo>
                  <a:cubicBezTo>
                    <a:pt x="153" y="5"/>
                    <a:pt x="145" y="8"/>
                    <a:pt x="139" y="12"/>
                  </a:cubicBezTo>
                  <a:cubicBezTo>
                    <a:pt x="132" y="17"/>
                    <a:pt x="126" y="22"/>
                    <a:pt x="121" y="27"/>
                  </a:cubicBezTo>
                  <a:cubicBezTo>
                    <a:pt x="118" y="30"/>
                    <a:pt x="116" y="32"/>
                    <a:pt x="114" y="35"/>
                  </a:cubicBezTo>
                  <a:cubicBezTo>
                    <a:pt x="112" y="38"/>
                    <a:pt x="110" y="41"/>
                    <a:pt x="109" y="44"/>
                  </a:cubicBezTo>
                  <a:cubicBezTo>
                    <a:pt x="108" y="45"/>
                    <a:pt x="107" y="47"/>
                    <a:pt x="106" y="48"/>
                  </a:cubicBezTo>
                  <a:cubicBezTo>
                    <a:pt x="103" y="48"/>
                    <a:pt x="100" y="47"/>
                    <a:pt x="97" y="47"/>
                  </a:cubicBezTo>
                  <a:cubicBezTo>
                    <a:pt x="74" y="47"/>
                    <a:pt x="55" y="61"/>
                    <a:pt x="47" y="80"/>
                  </a:cubicBezTo>
                  <a:cubicBezTo>
                    <a:pt x="26" y="82"/>
                    <a:pt x="9" y="96"/>
                    <a:pt x="3" y="114"/>
                  </a:cubicBezTo>
                  <a:cubicBezTo>
                    <a:pt x="1" y="120"/>
                    <a:pt x="0" y="125"/>
                    <a:pt x="0" y="131"/>
                  </a:cubicBezTo>
                  <a:cubicBezTo>
                    <a:pt x="0" y="160"/>
                    <a:pt x="23" y="183"/>
                    <a:pt x="52" y="183"/>
                  </a:cubicBezTo>
                  <a:cubicBezTo>
                    <a:pt x="54" y="183"/>
                    <a:pt x="56" y="182"/>
                    <a:pt x="58" y="182"/>
                  </a:cubicBezTo>
                  <a:cubicBezTo>
                    <a:pt x="60" y="182"/>
                    <a:pt x="62" y="183"/>
                    <a:pt x="64" y="183"/>
                  </a:cubicBezTo>
                  <a:cubicBezTo>
                    <a:pt x="109" y="183"/>
                    <a:pt x="109" y="183"/>
                    <a:pt x="109" y="183"/>
                  </a:cubicBezTo>
                  <a:cubicBezTo>
                    <a:pt x="254" y="38"/>
                    <a:pt x="254" y="38"/>
                    <a:pt x="254" y="38"/>
                  </a:cubicBezTo>
                  <a:lnTo>
                    <a:pt x="254" y="37"/>
                  </a:lnTo>
                  <a:close/>
                </a:path>
              </a:pathLst>
            </a:custGeom>
            <a:solidFill>
              <a:srgbClr val="FFF1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40" name="Freeform 41138"/>
            <p:cNvSpPr>
              <a:spLocks/>
            </p:cNvSpPr>
            <p:nvPr/>
          </p:nvSpPr>
          <p:spPr bwMode="auto">
            <a:xfrm>
              <a:off x="3065" y="1242"/>
              <a:ext cx="394" cy="252"/>
            </a:xfrm>
            <a:custGeom>
              <a:avLst/>
              <a:gdLst>
                <a:gd name="T0" fmla="*/ 392 w 226"/>
                <a:gd name="T1" fmla="*/ 132 h 145"/>
                <a:gd name="T2" fmla="*/ 274 w 226"/>
                <a:gd name="T3" fmla="*/ 14 h 145"/>
                <a:gd name="T4" fmla="*/ 262 w 226"/>
                <a:gd name="T5" fmla="*/ 16 h 145"/>
                <a:gd name="T6" fmla="*/ 260 w 226"/>
                <a:gd name="T7" fmla="*/ 14 h 145"/>
                <a:gd name="T8" fmla="*/ 253 w 226"/>
                <a:gd name="T9" fmla="*/ 0 h 145"/>
                <a:gd name="T10" fmla="*/ 0 w 226"/>
                <a:gd name="T11" fmla="*/ 252 h 145"/>
                <a:gd name="T12" fmla="*/ 277 w 226"/>
                <a:gd name="T13" fmla="*/ 252 h 145"/>
                <a:gd name="T14" fmla="*/ 286 w 226"/>
                <a:gd name="T15" fmla="*/ 250 h 145"/>
                <a:gd name="T16" fmla="*/ 394 w 226"/>
                <a:gd name="T17" fmla="*/ 134 h 145"/>
                <a:gd name="T18" fmla="*/ 392 w 226"/>
                <a:gd name="T19" fmla="*/ 132 h 14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26" h="145">
                  <a:moveTo>
                    <a:pt x="225" y="76"/>
                  </a:moveTo>
                  <a:cubicBezTo>
                    <a:pt x="225" y="39"/>
                    <a:pt x="195" y="8"/>
                    <a:pt x="157" y="8"/>
                  </a:cubicBezTo>
                  <a:cubicBezTo>
                    <a:pt x="155" y="8"/>
                    <a:pt x="152" y="9"/>
                    <a:pt x="150" y="9"/>
                  </a:cubicBezTo>
                  <a:cubicBezTo>
                    <a:pt x="150" y="8"/>
                    <a:pt x="150" y="8"/>
                    <a:pt x="149" y="8"/>
                  </a:cubicBezTo>
                  <a:cubicBezTo>
                    <a:pt x="148" y="5"/>
                    <a:pt x="147" y="3"/>
                    <a:pt x="145" y="0"/>
                  </a:cubicBezTo>
                  <a:cubicBezTo>
                    <a:pt x="0" y="145"/>
                    <a:pt x="0" y="145"/>
                    <a:pt x="0" y="145"/>
                  </a:cubicBezTo>
                  <a:cubicBezTo>
                    <a:pt x="159" y="145"/>
                    <a:pt x="159" y="145"/>
                    <a:pt x="159" y="145"/>
                  </a:cubicBezTo>
                  <a:cubicBezTo>
                    <a:pt x="161" y="145"/>
                    <a:pt x="162" y="145"/>
                    <a:pt x="164" y="144"/>
                  </a:cubicBezTo>
                  <a:cubicBezTo>
                    <a:pt x="198" y="141"/>
                    <a:pt x="226" y="112"/>
                    <a:pt x="226" y="77"/>
                  </a:cubicBezTo>
                  <a:lnTo>
                    <a:pt x="225" y="76"/>
                  </a:lnTo>
                  <a:close/>
                </a:path>
              </a:pathLst>
            </a:custGeom>
            <a:solidFill>
              <a:srgbClr val="FFD5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141" name="Group 41157"/>
          <p:cNvGrpSpPr>
            <a:grpSpLocks/>
          </p:cNvGrpSpPr>
          <p:nvPr userDrawn="1"/>
        </p:nvGrpSpPr>
        <p:grpSpPr bwMode="auto">
          <a:xfrm>
            <a:off x="7272867" y="1812926"/>
            <a:ext cx="1612900" cy="878417"/>
            <a:chOff x="3438" y="741"/>
            <a:chExt cx="762" cy="415"/>
          </a:xfrm>
        </p:grpSpPr>
        <p:grpSp>
          <p:nvGrpSpPr>
            <p:cNvPr id="142" name="Group 41141"/>
            <p:cNvGrpSpPr>
              <a:grpSpLocks/>
            </p:cNvGrpSpPr>
            <p:nvPr/>
          </p:nvGrpSpPr>
          <p:grpSpPr bwMode="auto">
            <a:xfrm>
              <a:off x="3438" y="741"/>
              <a:ext cx="762" cy="415"/>
              <a:chOff x="3438" y="741"/>
              <a:chExt cx="762" cy="415"/>
            </a:xfrm>
          </p:grpSpPr>
          <p:sp>
            <p:nvSpPr>
              <p:cNvPr id="144" name="Freeform 41135"/>
              <p:cNvSpPr>
                <a:spLocks/>
              </p:cNvSpPr>
              <p:nvPr/>
            </p:nvSpPr>
            <p:spPr bwMode="auto">
              <a:xfrm>
                <a:off x="3438" y="741"/>
                <a:ext cx="754" cy="259"/>
              </a:xfrm>
              <a:custGeom>
                <a:avLst/>
                <a:gdLst>
                  <a:gd name="T0" fmla="*/ 656 w 433"/>
                  <a:gd name="T1" fmla="*/ 183 h 149"/>
                  <a:gd name="T2" fmla="*/ 542 w 433"/>
                  <a:gd name="T3" fmla="*/ 110 h 149"/>
                  <a:gd name="T4" fmla="*/ 519 w 433"/>
                  <a:gd name="T5" fmla="*/ 111 h 149"/>
                  <a:gd name="T6" fmla="*/ 514 w 433"/>
                  <a:gd name="T7" fmla="*/ 99 h 149"/>
                  <a:gd name="T8" fmla="*/ 502 w 433"/>
                  <a:gd name="T9" fmla="*/ 80 h 149"/>
                  <a:gd name="T10" fmla="*/ 486 w 433"/>
                  <a:gd name="T11" fmla="*/ 63 h 149"/>
                  <a:gd name="T12" fmla="*/ 446 w 433"/>
                  <a:gd name="T13" fmla="*/ 30 h 149"/>
                  <a:gd name="T14" fmla="*/ 395 w 433"/>
                  <a:gd name="T15" fmla="*/ 7 h 149"/>
                  <a:gd name="T16" fmla="*/ 338 w 433"/>
                  <a:gd name="T17" fmla="*/ 0 h 149"/>
                  <a:gd name="T18" fmla="*/ 284 w 433"/>
                  <a:gd name="T19" fmla="*/ 9 h 149"/>
                  <a:gd name="T20" fmla="*/ 235 w 433"/>
                  <a:gd name="T21" fmla="*/ 33 h 149"/>
                  <a:gd name="T22" fmla="*/ 199 w 433"/>
                  <a:gd name="T23" fmla="*/ 68 h 149"/>
                  <a:gd name="T24" fmla="*/ 185 w 433"/>
                  <a:gd name="T25" fmla="*/ 85 h 149"/>
                  <a:gd name="T26" fmla="*/ 172 w 433"/>
                  <a:gd name="T27" fmla="*/ 104 h 149"/>
                  <a:gd name="T28" fmla="*/ 171 w 433"/>
                  <a:gd name="T29" fmla="*/ 108 h 149"/>
                  <a:gd name="T30" fmla="*/ 155 w 433"/>
                  <a:gd name="T31" fmla="*/ 106 h 149"/>
                  <a:gd name="T32" fmla="*/ 0 w 433"/>
                  <a:gd name="T33" fmla="*/ 259 h 149"/>
                  <a:gd name="T34" fmla="*/ 754 w 433"/>
                  <a:gd name="T35" fmla="*/ 259 h 149"/>
                  <a:gd name="T36" fmla="*/ 656 w 433"/>
                  <a:gd name="T37" fmla="*/ 183 h 149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433" h="149">
                    <a:moveTo>
                      <a:pt x="377" y="105"/>
                    </a:moveTo>
                    <a:cubicBezTo>
                      <a:pt x="366" y="80"/>
                      <a:pt x="340" y="63"/>
                      <a:pt x="311" y="63"/>
                    </a:cubicBezTo>
                    <a:cubicBezTo>
                      <a:pt x="307" y="63"/>
                      <a:pt x="302" y="63"/>
                      <a:pt x="298" y="64"/>
                    </a:cubicBezTo>
                    <a:cubicBezTo>
                      <a:pt x="297" y="62"/>
                      <a:pt x="296" y="59"/>
                      <a:pt x="295" y="57"/>
                    </a:cubicBezTo>
                    <a:cubicBezTo>
                      <a:pt x="293" y="54"/>
                      <a:pt x="291" y="50"/>
                      <a:pt x="288" y="46"/>
                    </a:cubicBezTo>
                    <a:cubicBezTo>
                      <a:pt x="285" y="43"/>
                      <a:pt x="283" y="39"/>
                      <a:pt x="279" y="36"/>
                    </a:cubicBezTo>
                    <a:cubicBezTo>
                      <a:pt x="273" y="28"/>
                      <a:pt x="265" y="22"/>
                      <a:pt x="256" y="17"/>
                    </a:cubicBezTo>
                    <a:cubicBezTo>
                      <a:pt x="247" y="11"/>
                      <a:pt x="237" y="7"/>
                      <a:pt x="227" y="4"/>
                    </a:cubicBezTo>
                    <a:cubicBezTo>
                      <a:pt x="216" y="1"/>
                      <a:pt x="206" y="0"/>
                      <a:pt x="194" y="0"/>
                    </a:cubicBezTo>
                    <a:cubicBezTo>
                      <a:pt x="184" y="0"/>
                      <a:pt x="173" y="2"/>
                      <a:pt x="163" y="5"/>
                    </a:cubicBezTo>
                    <a:cubicBezTo>
                      <a:pt x="153" y="9"/>
                      <a:pt x="143" y="13"/>
                      <a:pt x="135" y="19"/>
                    </a:cubicBezTo>
                    <a:cubicBezTo>
                      <a:pt x="127" y="25"/>
                      <a:pt x="119" y="31"/>
                      <a:pt x="114" y="39"/>
                    </a:cubicBezTo>
                    <a:cubicBezTo>
                      <a:pt x="110" y="42"/>
                      <a:pt x="108" y="46"/>
                      <a:pt x="106" y="49"/>
                    </a:cubicBezTo>
                    <a:cubicBezTo>
                      <a:pt x="103" y="53"/>
                      <a:pt x="101" y="57"/>
                      <a:pt x="99" y="60"/>
                    </a:cubicBezTo>
                    <a:cubicBezTo>
                      <a:pt x="99" y="61"/>
                      <a:pt x="99" y="61"/>
                      <a:pt x="98" y="62"/>
                    </a:cubicBezTo>
                    <a:cubicBezTo>
                      <a:pt x="95" y="61"/>
                      <a:pt x="92" y="61"/>
                      <a:pt x="89" y="61"/>
                    </a:cubicBezTo>
                    <a:cubicBezTo>
                      <a:pt x="40" y="61"/>
                      <a:pt x="1" y="100"/>
                      <a:pt x="0" y="149"/>
                    </a:cubicBezTo>
                    <a:cubicBezTo>
                      <a:pt x="433" y="149"/>
                      <a:pt x="433" y="149"/>
                      <a:pt x="433" y="149"/>
                    </a:cubicBezTo>
                    <a:cubicBezTo>
                      <a:pt x="425" y="125"/>
                      <a:pt x="403" y="107"/>
                      <a:pt x="377" y="10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cs typeface="+mn-ea"/>
                  <a:sym typeface="+mn-lt"/>
                </a:endParaRPr>
              </a:p>
            </p:txBody>
          </p:sp>
          <p:sp>
            <p:nvSpPr>
              <p:cNvPr id="145" name="Freeform 41136"/>
              <p:cNvSpPr>
                <a:spLocks/>
              </p:cNvSpPr>
              <p:nvPr/>
            </p:nvSpPr>
            <p:spPr bwMode="auto">
              <a:xfrm>
                <a:off x="3438" y="998"/>
                <a:ext cx="762" cy="158"/>
              </a:xfrm>
              <a:custGeom>
                <a:avLst/>
                <a:gdLst>
                  <a:gd name="T0" fmla="*/ 0 w 438"/>
                  <a:gd name="T1" fmla="*/ 0 h 91"/>
                  <a:gd name="T2" fmla="*/ 0 w 438"/>
                  <a:gd name="T3" fmla="*/ 2 h 91"/>
                  <a:gd name="T4" fmla="*/ 141 w 438"/>
                  <a:gd name="T5" fmla="*/ 156 h 91"/>
                  <a:gd name="T6" fmla="*/ 150 w 438"/>
                  <a:gd name="T7" fmla="*/ 158 h 91"/>
                  <a:gd name="T8" fmla="*/ 616 w 438"/>
                  <a:gd name="T9" fmla="*/ 158 h 91"/>
                  <a:gd name="T10" fmla="*/ 628 w 438"/>
                  <a:gd name="T11" fmla="*/ 156 h 91"/>
                  <a:gd name="T12" fmla="*/ 644 w 438"/>
                  <a:gd name="T13" fmla="*/ 158 h 91"/>
                  <a:gd name="T14" fmla="*/ 762 w 438"/>
                  <a:gd name="T15" fmla="*/ 40 h 91"/>
                  <a:gd name="T16" fmla="*/ 753 w 438"/>
                  <a:gd name="T17" fmla="*/ 0 h 91"/>
                  <a:gd name="T18" fmla="*/ 0 w 438"/>
                  <a:gd name="T19" fmla="*/ 0 h 9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438" h="91">
                    <a:moveTo>
                      <a:pt x="0" y="0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48"/>
                      <a:pt x="35" y="86"/>
                      <a:pt x="81" y="90"/>
                    </a:cubicBezTo>
                    <a:cubicBezTo>
                      <a:pt x="83" y="90"/>
                      <a:pt x="85" y="91"/>
                      <a:pt x="86" y="91"/>
                    </a:cubicBezTo>
                    <a:cubicBezTo>
                      <a:pt x="354" y="91"/>
                      <a:pt x="354" y="91"/>
                      <a:pt x="354" y="91"/>
                    </a:cubicBezTo>
                    <a:cubicBezTo>
                      <a:pt x="357" y="91"/>
                      <a:pt x="359" y="90"/>
                      <a:pt x="361" y="90"/>
                    </a:cubicBezTo>
                    <a:cubicBezTo>
                      <a:pt x="364" y="90"/>
                      <a:pt x="367" y="91"/>
                      <a:pt x="370" y="91"/>
                    </a:cubicBezTo>
                    <a:cubicBezTo>
                      <a:pt x="407" y="91"/>
                      <a:pt x="438" y="60"/>
                      <a:pt x="438" y="23"/>
                    </a:cubicBezTo>
                    <a:cubicBezTo>
                      <a:pt x="438" y="15"/>
                      <a:pt x="436" y="7"/>
                      <a:pt x="433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cs typeface="+mn-ea"/>
                  <a:sym typeface="+mn-lt"/>
                </a:endParaRPr>
              </a:p>
            </p:txBody>
          </p:sp>
        </p:grpSp>
        <p:sp>
          <p:nvSpPr>
            <p:cNvPr id="143" name="Freeform 41139"/>
            <p:cNvSpPr>
              <a:spLocks noEditPoints="1"/>
            </p:cNvSpPr>
            <p:nvPr/>
          </p:nvSpPr>
          <p:spPr bwMode="auto">
            <a:xfrm>
              <a:off x="3657" y="845"/>
              <a:ext cx="206" cy="205"/>
            </a:xfrm>
            <a:custGeom>
              <a:avLst/>
              <a:gdLst>
                <a:gd name="T0" fmla="*/ 103 w 118"/>
                <a:gd name="T1" fmla="*/ 50 h 118"/>
                <a:gd name="T2" fmla="*/ 124 w 118"/>
                <a:gd name="T3" fmla="*/ 56 h 118"/>
                <a:gd name="T4" fmla="*/ 140 w 118"/>
                <a:gd name="T5" fmla="*/ 66 h 118"/>
                <a:gd name="T6" fmla="*/ 150 w 118"/>
                <a:gd name="T7" fmla="*/ 82 h 118"/>
                <a:gd name="T8" fmla="*/ 155 w 118"/>
                <a:gd name="T9" fmla="*/ 103 h 118"/>
                <a:gd name="T10" fmla="*/ 155 w 118"/>
                <a:gd name="T11" fmla="*/ 134 h 118"/>
                <a:gd name="T12" fmla="*/ 180 w 118"/>
                <a:gd name="T13" fmla="*/ 134 h 118"/>
                <a:gd name="T14" fmla="*/ 185 w 118"/>
                <a:gd name="T15" fmla="*/ 103 h 118"/>
                <a:gd name="T16" fmla="*/ 180 w 118"/>
                <a:gd name="T17" fmla="*/ 69 h 118"/>
                <a:gd name="T18" fmla="*/ 162 w 118"/>
                <a:gd name="T19" fmla="*/ 43 h 118"/>
                <a:gd name="T20" fmla="*/ 136 w 118"/>
                <a:gd name="T21" fmla="*/ 26 h 118"/>
                <a:gd name="T22" fmla="*/ 103 w 118"/>
                <a:gd name="T23" fmla="*/ 19 h 118"/>
                <a:gd name="T24" fmla="*/ 72 w 118"/>
                <a:gd name="T25" fmla="*/ 26 h 118"/>
                <a:gd name="T26" fmla="*/ 45 w 118"/>
                <a:gd name="T27" fmla="*/ 43 h 118"/>
                <a:gd name="T28" fmla="*/ 28 w 118"/>
                <a:gd name="T29" fmla="*/ 69 h 118"/>
                <a:gd name="T30" fmla="*/ 21 w 118"/>
                <a:gd name="T31" fmla="*/ 103 h 118"/>
                <a:gd name="T32" fmla="*/ 28 w 118"/>
                <a:gd name="T33" fmla="*/ 134 h 118"/>
                <a:gd name="T34" fmla="*/ 45 w 118"/>
                <a:gd name="T35" fmla="*/ 160 h 118"/>
                <a:gd name="T36" fmla="*/ 72 w 118"/>
                <a:gd name="T37" fmla="*/ 177 h 118"/>
                <a:gd name="T38" fmla="*/ 103 w 118"/>
                <a:gd name="T39" fmla="*/ 184 h 118"/>
                <a:gd name="T40" fmla="*/ 136 w 118"/>
                <a:gd name="T41" fmla="*/ 179 h 118"/>
                <a:gd name="T42" fmla="*/ 143 w 118"/>
                <a:gd name="T43" fmla="*/ 196 h 118"/>
                <a:gd name="T44" fmla="*/ 103 w 118"/>
                <a:gd name="T45" fmla="*/ 205 h 118"/>
                <a:gd name="T46" fmla="*/ 63 w 118"/>
                <a:gd name="T47" fmla="*/ 196 h 118"/>
                <a:gd name="T48" fmla="*/ 30 w 118"/>
                <a:gd name="T49" fmla="*/ 175 h 118"/>
                <a:gd name="T50" fmla="*/ 9 w 118"/>
                <a:gd name="T51" fmla="*/ 142 h 118"/>
                <a:gd name="T52" fmla="*/ 0 w 118"/>
                <a:gd name="T53" fmla="*/ 103 h 118"/>
                <a:gd name="T54" fmla="*/ 9 w 118"/>
                <a:gd name="T55" fmla="*/ 63 h 118"/>
                <a:gd name="T56" fmla="*/ 30 w 118"/>
                <a:gd name="T57" fmla="*/ 30 h 118"/>
                <a:gd name="T58" fmla="*/ 63 w 118"/>
                <a:gd name="T59" fmla="*/ 7 h 118"/>
                <a:gd name="T60" fmla="*/ 103 w 118"/>
                <a:gd name="T61" fmla="*/ 0 h 118"/>
                <a:gd name="T62" fmla="*/ 143 w 118"/>
                <a:gd name="T63" fmla="*/ 7 h 118"/>
                <a:gd name="T64" fmla="*/ 176 w 118"/>
                <a:gd name="T65" fmla="*/ 30 h 118"/>
                <a:gd name="T66" fmla="*/ 199 w 118"/>
                <a:gd name="T67" fmla="*/ 63 h 118"/>
                <a:gd name="T68" fmla="*/ 206 w 118"/>
                <a:gd name="T69" fmla="*/ 103 h 118"/>
                <a:gd name="T70" fmla="*/ 192 w 118"/>
                <a:gd name="T71" fmla="*/ 153 h 118"/>
                <a:gd name="T72" fmla="*/ 185 w 118"/>
                <a:gd name="T73" fmla="*/ 153 h 118"/>
                <a:gd name="T74" fmla="*/ 168 w 118"/>
                <a:gd name="T75" fmla="*/ 153 h 118"/>
                <a:gd name="T76" fmla="*/ 155 w 118"/>
                <a:gd name="T77" fmla="*/ 153 h 118"/>
                <a:gd name="T78" fmla="*/ 134 w 118"/>
                <a:gd name="T79" fmla="*/ 153 h 118"/>
                <a:gd name="T80" fmla="*/ 134 w 118"/>
                <a:gd name="T81" fmla="*/ 142 h 118"/>
                <a:gd name="T82" fmla="*/ 103 w 118"/>
                <a:gd name="T83" fmla="*/ 153 h 118"/>
                <a:gd name="T84" fmla="*/ 84 w 118"/>
                <a:gd name="T85" fmla="*/ 149 h 118"/>
                <a:gd name="T86" fmla="*/ 66 w 118"/>
                <a:gd name="T87" fmla="*/ 139 h 118"/>
                <a:gd name="T88" fmla="*/ 56 w 118"/>
                <a:gd name="T89" fmla="*/ 122 h 118"/>
                <a:gd name="T90" fmla="*/ 52 w 118"/>
                <a:gd name="T91" fmla="*/ 103 h 118"/>
                <a:gd name="T92" fmla="*/ 56 w 118"/>
                <a:gd name="T93" fmla="*/ 82 h 118"/>
                <a:gd name="T94" fmla="*/ 66 w 118"/>
                <a:gd name="T95" fmla="*/ 66 h 118"/>
                <a:gd name="T96" fmla="*/ 84 w 118"/>
                <a:gd name="T97" fmla="*/ 56 h 118"/>
                <a:gd name="T98" fmla="*/ 103 w 118"/>
                <a:gd name="T99" fmla="*/ 50 h 118"/>
                <a:gd name="T100" fmla="*/ 134 w 118"/>
                <a:gd name="T101" fmla="*/ 103 h 118"/>
                <a:gd name="T102" fmla="*/ 126 w 118"/>
                <a:gd name="T103" fmla="*/ 80 h 118"/>
                <a:gd name="T104" fmla="*/ 103 w 118"/>
                <a:gd name="T105" fmla="*/ 71 h 118"/>
                <a:gd name="T106" fmla="*/ 82 w 118"/>
                <a:gd name="T107" fmla="*/ 80 h 118"/>
                <a:gd name="T108" fmla="*/ 73 w 118"/>
                <a:gd name="T109" fmla="*/ 103 h 118"/>
                <a:gd name="T110" fmla="*/ 82 w 118"/>
                <a:gd name="T111" fmla="*/ 123 h 118"/>
                <a:gd name="T112" fmla="*/ 103 w 118"/>
                <a:gd name="T113" fmla="*/ 134 h 118"/>
                <a:gd name="T114" fmla="*/ 126 w 118"/>
                <a:gd name="T115" fmla="*/ 123 h 118"/>
                <a:gd name="T116" fmla="*/ 134 w 118"/>
                <a:gd name="T117" fmla="*/ 103 h 118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118" h="118">
                  <a:moveTo>
                    <a:pt x="59" y="29"/>
                  </a:moveTo>
                  <a:cubicBezTo>
                    <a:pt x="63" y="29"/>
                    <a:pt x="67" y="30"/>
                    <a:pt x="71" y="32"/>
                  </a:cubicBezTo>
                  <a:cubicBezTo>
                    <a:pt x="74" y="33"/>
                    <a:pt x="77" y="35"/>
                    <a:pt x="80" y="38"/>
                  </a:cubicBezTo>
                  <a:cubicBezTo>
                    <a:pt x="83" y="41"/>
                    <a:pt x="85" y="44"/>
                    <a:pt x="86" y="47"/>
                  </a:cubicBezTo>
                  <a:cubicBezTo>
                    <a:pt x="88" y="51"/>
                    <a:pt x="89" y="55"/>
                    <a:pt x="89" y="59"/>
                  </a:cubicBezTo>
                  <a:cubicBezTo>
                    <a:pt x="89" y="77"/>
                    <a:pt x="89" y="77"/>
                    <a:pt x="89" y="77"/>
                  </a:cubicBezTo>
                  <a:cubicBezTo>
                    <a:pt x="103" y="77"/>
                    <a:pt x="103" y="77"/>
                    <a:pt x="103" y="77"/>
                  </a:cubicBezTo>
                  <a:cubicBezTo>
                    <a:pt x="105" y="71"/>
                    <a:pt x="106" y="65"/>
                    <a:pt x="106" y="59"/>
                  </a:cubicBezTo>
                  <a:cubicBezTo>
                    <a:pt x="106" y="52"/>
                    <a:pt x="105" y="46"/>
                    <a:pt x="103" y="40"/>
                  </a:cubicBezTo>
                  <a:cubicBezTo>
                    <a:pt x="100" y="35"/>
                    <a:pt x="97" y="30"/>
                    <a:pt x="93" y="25"/>
                  </a:cubicBezTo>
                  <a:cubicBezTo>
                    <a:pt x="88" y="21"/>
                    <a:pt x="83" y="18"/>
                    <a:pt x="78" y="15"/>
                  </a:cubicBezTo>
                  <a:cubicBezTo>
                    <a:pt x="72" y="13"/>
                    <a:pt x="66" y="11"/>
                    <a:pt x="59" y="11"/>
                  </a:cubicBezTo>
                  <a:cubicBezTo>
                    <a:pt x="53" y="11"/>
                    <a:pt x="47" y="13"/>
                    <a:pt x="41" y="15"/>
                  </a:cubicBezTo>
                  <a:cubicBezTo>
                    <a:pt x="35" y="18"/>
                    <a:pt x="30" y="21"/>
                    <a:pt x="26" y="25"/>
                  </a:cubicBezTo>
                  <a:cubicBezTo>
                    <a:pt x="22" y="30"/>
                    <a:pt x="18" y="35"/>
                    <a:pt x="16" y="40"/>
                  </a:cubicBezTo>
                  <a:cubicBezTo>
                    <a:pt x="13" y="46"/>
                    <a:pt x="12" y="52"/>
                    <a:pt x="12" y="59"/>
                  </a:cubicBezTo>
                  <a:cubicBezTo>
                    <a:pt x="12" y="65"/>
                    <a:pt x="13" y="71"/>
                    <a:pt x="16" y="77"/>
                  </a:cubicBezTo>
                  <a:cubicBezTo>
                    <a:pt x="18" y="83"/>
                    <a:pt x="22" y="88"/>
                    <a:pt x="26" y="92"/>
                  </a:cubicBezTo>
                  <a:cubicBezTo>
                    <a:pt x="30" y="97"/>
                    <a:pt x="35" y="100"/>
                    <a:pt x="41" y="102"/>
                  </a:cubicBezTo>
                  <a:cubicBezTo>
                    <a:pt x="47" y="105"/>
                    <a:pt x="53" y="106"/>
                    <a:pt x="59" y="106"/>
                  </a:cubicBezTo>
                  <a:cubicBezTo>
                    <a:pt x="65" y="106"/>
                    <a:pt x="71" y="105"/>
                    <a:pt x="78" y="103"/>
                  </a:cubicBezTo>
                  <a:cubicBezTo>
                    <a:pt x="82" y="113"/>
                    <a:pt x="82" y="113"/>
                    <a:pt x="82" y="113"/>
                  </a:cubicBezTo>
                  <a:cubicBezTo>
                    <a:pt x="75" y="116"/>
                    <a:pt x="67" y="118"/>
                    <a:pt x="59" y="118"/>
                  </a:cubicBezTo>
                  <a:cubicBezTo>
                    <a:pt x="51" y="118"/>
                    <a:pt x="43" y="116"/>
                    <a:pt x="36" y="113"/>
                  </a:cubicBezTo>
                  <a:cubicBezTo>
                    <a:pt x="29" y="110"/>
                    <a:pt x="23" y="106"/>
                    <a:pt x="17" y="101"/>
                  </a:cubicBezTo>
                  <a:cubicBezTo>
                    <a:pt x="12" y="95"/>
                    <a:pt x="8" y="89"/>
                    <a:pt x="5" y="82"/>
                  </a:cubicBezTo>
                  <a:cubicBezTo>
                    <a:pt x="2" y="75"/>
                    <a:pt x="0" y="67"/>
                    <a:pt x="0" y="59"/>
                  </a:cubicBezTo>
                  <a:cubicBezTo>
                    <a:pt x="0" y="51"/>
                    <a:pt x="2" y="43"/>
                    <a:pt x="5" y="36"/>
                  </a:cubicBezTo>
                  <a:cubicBezTo>
                    <a:pt x="8" y="29"/>
                    <a:pt x="12" y="22"/>
                    <a:pt x="17" y="17"/>
                  </a:cubicBezTo>
                  <a:cubicBezTo>
                    <a:pt x="23" y="12"/>
                    <a:pt x="29" y="7"/>
                    <a:pt x="36" y="4"/>
                  </a:cubicBezTo>
                  <a:cubicBezTo>
                    <a:pt x="43" y="1"/>
                    <a:pt x="51" y="0"/>
                    <a:pt x="59" y="0"/>
                  </a:cubicBezTo>
                  <a:cubicBezTo>
                    <a:pt x="67" y="0"/>
                    <a:pt x="75" y="1"/>
                    <a:pt x="82" y="4"/>
                  </a:cubicBezTo>
                  <a:cubicBezTo>
                    <a:pt x="89" y="7"/>
                    <a:pt x="96" y="12"/>
                    <a:pt x="101" y="17"/>
                  </a:cubicBezTo>
                  <a:cubicBezTo>
                    <a:pt x="106" y="22"/>
                    <a:pt x="110" y="29"/>
                    <a:pt x="114" y="36"/>
                  </a:cubicBezTo>
                  <a:cubicBezTo>
                    <a:pt x="117" y="43"/>
                    <a:pt x="118" y="51"/>
                    <a:pt x="118" y="59"/>
                  </a:cubicBezTo>
                  <a:cubicBezTo>
                    <a:pt x="118" y="70"/>
                    <a:pt x="116" y="80"/>
                    <a:pt x="110" y="88"/>
                  </a:cubicBezTo>
                  <a:cubicBezTo>
                    <a:pt x="106" y="88"/>
                    <a:pt x="106" y="88"/>
                    <a:pt x="106" y="88"/>
                  </a:cubicBezTo>
                  <a:cubicBezTo>
                    <a:pt x="96" y="88"/>
                    <a:pt x="96" y="88"/>
                    <a:pt x="96" y="88"/>
                  </a:cubicBezTo>
                  <a:cubicBezTo>
                    <a:pt x="89" y="88"/>
                    <a:pt x="89" y="88"/>
                    <a:pt x="89" y="88"/>
                  </a:cubicBezTo>
                  <a:cubicBezTo>
                    <a:pt x="77" y="88"/>
                    <a:pt x="77" y="88"/>
                    <a:pt x="77" y="88"/>
                  </a:cubicBezTo>
                  <a:cubicBezTo>
                    <a:pt x="77" y="82"/>
                    <a:pt x="77" y="82"/>
                    <a:pt x="77" y="82"/>
                  </a:cubicBezTo>
                  <a:cubicBezTo>
                    <a:pt x="72" y="86"/>
                    <a:pt x="66" y="88"/>
                    <a:pt x="59" y="88"/>
                  </a:cubicBezTo>
                  <a:cubicBezTo>
                    <a:pt x="55" y="88"/>
                    <a:pt x="51" y="88"/>
                    <a:pt x="48" y="86"/>
                  </a:cubicBezTo>
                  <a:cubicBezTo>
                    <a:pt x="44" y="84"/>
                    <a:pt x="41" y="82"/>
                    <a:pt x="38" y="80"/>
                  </a:cubicBezTo>
                  <a:cubicBezTo>
                    <a:pt x="36" y="77"/>
                    <a:pt x="34" y="74"/>
                    <a:pt x="32" y="70"/>
                  </a:cubicBezTo>
                  <a:cubicBezTo>
                    <a:pt x="30" y="67"/>
                    <a:pt x="30" y="63"/>
                    <a:pt x="30" y="59"/>
                  </a:cubicBezTo>
                  <a:cubicBezTo>
                    <a:pt x="30" y="55"/>
                    <a:pt x="30" y="51"/>
                    <a:pt x="32" y="47"/>
                  </a:cubicBezTo>
                  <a:cubicBezTo>
                    <a:pt x="34" y="44"/>
                    <a:pt x="36" y="41"/>
                    <a:pt x="38" y="38"/>
                  </a:cubicBezTo>
                  <a:cubicBezTo>
                    <a:pt x="41" y="35"/>
                    <a:pt x="44" y="33"/>
                    <a:pt x="48" y="32"/>
                  </a:cubicBezTo>
                  <a:cubicBezTo>
                    <a:pt x="51" y="30"/>
                    <a:pt x="55" y="29"/>
                    <a:pt x="59" y="29"/>
                  </a:cubicBezTo>
                  <a:close/>
                  <a:moveTo>
                    <a:pt x="77" y="59"/>
                  </a:moveTo>
                  <a:cubicBezTo>
                    <a:pt x="77" y="54"/>
                    <a:pt x="75" y="50"/>
                    <a:pt x="72" y="46"/>
                  </a:cubicBezTo>
                  <a:cubicBezTo>
                    <a:pt x="68" y="43"/>
                    <a:pt x="64" y="41"/>
                    <a:pt x="59" y="41"/>
                  </a:cubicBezTo>
                  <a:cubicBezTo>
                    <a:pt x="54" y="41"/>
                    <a:pt x="50" y="43"/>
                    <a:pt x="47" y="46"/>
                  </a:cubicBezTo>
                  <a:cubicBezTo>
                    <a:pt x="43" y="50"/>
                    <a:pt x="42" y="54"/>
                    <a:pt x="42" y="59"/>
                  </a:cubicBezTo>
                  <a:cubicBezTo>
                    <a:pt x="42" y="64"/>
                    <a:pt x="43" y="68"/>
                    <a:pt x="47" y="71"/>
                  </a:cubicBezTo>
                  <a:cubicBezTo>
                    <a:pt x="50" y="75"/>
                    <a:pt x="54" y="77"/>
                    <a:pt x="59" y="77"/>
                  </a:cubicBezTo>
                  <a:cubicBezTo>
                    <a:pt x="64" y="77"/>
                    <a:pt x="68" y="75"/>
                    <a:pt x="72" y="71"/>
                  </a:cubicBezTo>
                  <a:cubicBezTo>
                    <a:pt x="75" y="68"/>
                    <a:pt x="77" y="64"/>
                    <a:pt x="77" y="59"/>
                  </a:cubicBezTo>
                  <a:close/>
                </a:path>
              </a:pathLst>
            </a:custGeom>
            <a:solidFill>
              <a:srgbClr val="26C6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</p:grpSp>
      <p:pic>
        <p:nvPicPr>
          <p:cNvPr id="146" name="Picture 30859" descr="未标题-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5167" y="1944159"/>
            <a:ext cx="2150533" cy="2969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7" name="Group 30928"/>
          <p:cNvGrpSpPr>
            <a:grpSpLocks/>
          </p:cNvGrpSpPr>
          <p:nvPr userDrawn="1"/>
        </p:nvGrpSpPr>
        <p:grpSpPr bwMode="auto">
          <a:xfrm>
            <a:off x="10509251" y="3582460"/>
            <a:ext cx="1043516" cy="2783417"/>
            <a:chOff x="2468" y="1211"/>
            <a:chExt cx="412" cy="1099"/>
          </a:xfrm>
        </p:grpSpPr>
        <p:sp>
          <p:nvSpPr>
            <p:cNvPr id="148" name="Rectangle 30897"/>
            <p:cNvSpPr>
              <a:spLocks noChangeArrowheads="1"/>
            </p:cNvSpPr>
            <p:nvPr/>
          </p:nvSpPr>
          <p:spPr bwMode="auto">
            <a:xfrm>
              <a:off x="2705" y="1943"/>
              <a:ext cx="121" cy="36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 sz="160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9" name="Rectangle 30898"/>
            <p:cNvSpPr>
              <a:spLocks noChangeArrowheads="1"/>
            </p:cNvSpPr>
            <p:nvPr/>
          </p:nvSpPr>
          <p:spPr bwMode="auto">
            <a:xfrm>
              <a:off x="2582" y="1943"/>
              <a:ext cx="123" cy="36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 sz="16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50" name="Freeform 30899"/>
            <p:cNvSpPr>
              <a:spLocks/>
            </p:cNvSpPr>
            <p:nvPr/>
          </p:nvSpPr>
          <p:spPr bwMode="auto">
            <a:xfrm>
              <a:off x="2468" y="1211"/>
              <a:ext cx="412" cy="644"/>
            </a:xfrm>
            <a:custGeom>
              <a:avLst/>
              <a:gdLst>
                <a:gd name="T0" fmla="*/ 371 w 310"/>
                <a:gd name="T1" fmla="*/ 353 h 484"/>
                <a:gd name="T2" fmla="*/ 371 w 310"/>
                <a:gd name="T3" fmla="*/ 353 h 484"/>
                <a:gd name="T4" fmla="*/ 346 w 310"/>
                <a:gd name="T5" fmla="*/ 367 h 484"/>
                <a:gd name="T6" fmla="*/ 346 w 310"/>
                <a:gd name="T7" fmla="*/ 442 h 484"/>
                <a:gd name="T8" fmla="*/ 328 w 310"/>
                <a:gd name="T9" fmla="*/ 442 h 484"/>
                <a:gd name="T10" fmla="*/ 328 w 310"/>
                <a:gd name="T11" fmla="*/ 347 h 484"/>
                <a:gd name="T12" fmla="*/ 302 w 310"/>
                <a:gd name="T13" fmla="*/ 298 h 484"/>
                <a:gd name="T14" fmla="*/ 262 w 310"/>
                <a:gd name="T15" fmla="*/ 319 h 484"/>
                <a:gd name="T16" fmla="*/ 262 w 310"/>
                <a:gd name="T17" fmla="*/ 442 h 484"/>
                <a:gd name="T18" fmla="*/ 245 w 310"/>
                <a:gd name="T19" fmla="*/ 442 h 484"/>
                <a:gd name="T20" fmla="*/ 245 w 310"/>
                <a:gd name="T21" fmla="*/ 243 h 484"/>
                <a:gd name="T22" fmla="*/ 219 w 310"/>
                <a:gd name="T23" fmla="*/ 192 h 484"/>
                <a:gd name="T24" fmla="*/ 178 w 310"/>
                <a:gd name="T25" fmla="*/ 212 h 484"/>
                <a:gd name="T26" fmla="*/ 178 w 310"/>
                <a:gd name="T27" fmla="*/ 442 h 484"/>
                <a:gd name="T28" fmla="*/ 162 w 310"/>
                <a:gd name="T29" fmla="*/ 442 h 484"/>
                <a:gd name="T30" fmla="*/ 162 w 310"/>
                <a:gd name="T31" fmla="*/ 33 h 484"/>
                <a:gd name="T32" fmla="*/ 129 w 310"/>
                <a:gd name="T33" fmla="*/ 0 h 484"/>
                <a:gd name="T34" fmla="*/ 96 w 310"/>
                <a:gd name="T35" fmla="*/ 33 h 484"/>
                <a:gd name="T36" fmla="*/ 96 w 310"/>
                <a:gd name="T37" fmla="*/ 442 h 484"/>
                <a:gd name="T38" fmla="*/ 96 w 310"/>
                <a:gd name="T39" fmla="*/ 511 h 484"/>
                <a:gd name="T40" fmla="*/ 92 w 310"/>
                <a:gd name="T41" fmla="*/ 432 h 484"/>
                <a:gd name="T42" fmla="*/ 17 w 310"/>
                <a:gd name="T43" fmla="*/ 507 h 484"/>
                <a:gd name="T44" fmla="*/ 17 w 310"/>
                <a:gd name="T45" fmla="*/ 567 h 484"/>
                <a:gd name="T46" fmla="*/ 101 w 310"/>
                <a:gd name="T47" fmla="*/ 641 h 484"/>
                <a:gd name="T48" fmla="*/ 101 w 310"/>
                <a:gd name="T49" fmla="*/ 640 h 484"/>
                <a:gd name="T50" fmla="*/ 112 w 310"/>
                <a:gd name="T51" fmla="*/ 644 h 484"/>
                <a:gd name="T52" fmla="*/ 328 w 310"/>
                <a:gd name="T53" fmla="*/ 644 h 484"/>
                <a:gd name="T54" fmla="*/ 412 w 310"/>
                <a:gd name="T55" fmla="*/ 560 h 484"/>
                <a:gd name="T56" fmla="*/ 412 w 310"/>
                <a:gd name="T57" fmla="*/ 442 h 484"/>
                <a:gd name="T58" fmla="*/ 412 w 310"/>
                <a:gd name="T59" fmla="*/ 419 h 484"/>
                <a:gd name="T60" fmla="*/ 371 w 310"/>
                <a:gd name="T61" fmla="*/ 353 h 48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310" h="484">
                  <a:moveTo>
                    <a:pt x="279" y="265"/>
                  </a:moveTo>
                  <a:cubicBezTo>
                    <a:pt x="279" y="265"/>
                    <a:pt x="279" y="265"/>
                    <a:pt x="279" y="265"/>
                  </a:cubicBezTo>
                  <a:cubicBezTo>
                    <a:pt x="270" y="260"/>
                    <a:pt x="260" y="267"/>
                    <a:pt x="260" y="276"/>
                  </a:cubicBezTo>
                  <a:cubicBezTo>
                    <a:pt x="260" y="332"/>
                    <a:pt x="260" y="332"/>
                    <a:pt x="260" y="332"/>
                  </a:cubicBezTo>
                  <a:cubicBezTo>
                    <a:pt x="247" y="332"/>
                    <a:pt x="247" y="332"/>
                    <a:pt x="247" y="332"/>
                  </a:cubicBezTo>
                  <a:cubicBezTo>
                    <a:pt x="247" y="261"/>
                    <a:pt x="247" y="261"/>
                    <a:pt x="247" y="261"/>
                  </a:cubicBezTo>
                  <a:cubicBezTo>
                    <a:pt x="247" y="246"/>
                    <a:pt x="240" y="232"/>
                    <a:pt x="227" y="224"/>
                  </a:cubicBezTo>
                  <a:cubicBezTo>
                    <a:pt x="214" y="216"/>
                    <a:pt x="197" y="225"/>
                    <a:pt x="197" y="240"/>
                  </a:cubicBezTo>
                  <a:cubicBezTo>
                    <a:pt x="197" y="332"/>
                    <a:pt x="197" y="332"/>
                    <a:pt x="197" y="332"/>
                  </a:cubicBezTo>
                  <a:cubicBezTo>
                    <a:pt x="184" y="332"/>
                    <a:pt x="184" y="332"/>
                    <a:pt x="184" y="332"/>
                  </a:cubicBezTo>
                  <a:cubicBezTo>
                    <a:pt x="184" y="183"/>
                    <a:pt x="184" y="183"/>
                    <a:pt x="184" y="183"/>
                  </a:cubicBezTo>
                  <a:cubicBezTo>
                    <a:pt x="184" y="168"/>
                    <a:pt x="177" y="153"/>
                    <a:pt x="165" y="144"/>
                  </a:cubicBezTo>
                  <a:cubicBezTo>
                    <a:pt x="153" y="134"/>
                    <a:pt x="134" y="143"/>
                    <a:pt x="134" y="159"/>
                  </a:cubicBezTo>
                  <a:cubicBezTo>
                    <a:pt x="134" y="332"/>
                    <a:pt x="134" y="332"/>
                    <a:pt x="134" y="332"/>
                  </a:cubicBezTo>
                  <a:cubicBezTo>
                    <a:pt x="122" y="332"/>
                    <a:pt x="122" y="332"/>
                    <a:pt x="122" y="332"/>
                  </a:cubicBezTo>
                  <a:cubicBezTo>
                    <a:pt x="122" y="25"/>
                    <a:pt x="122" y="25"/>
                    <a:pt x="122" y="25"/>
                  </a:cubicBezTo>
                  <a:cubicBezTo>
                    <a:pt x="122" y="11"/>
                    <a:pt x="111" y="0"/>
                    <a:pt x="97" y="0"/>
                  </a:cubicBezTo>
                  <a:cubicBezTo>
                    <a:pt x="83" y="0"/>
                    <a:pt x="72" y="11"/>
                    <a:pt x="72" y="25"/>
                  </a:cubicBezTo>
                  <a:cubicBezTo>
                    <a:pt x="72" y="332"/>
                    <a:pt x="72" y="332"/>
                    <a:pt x="72" y="332"/>
                  </a:cubicBezTo>
                  <a:cubicBezTo>
                    <a:pt x="72" y="384"/>
                    <a:pt x="72" y="384"/>
                    <a:pt x="72" y="384"/>
                  </a:cubicBezTo>
                  <a:cubicBezTo>
                    <a:pt x="69" y="325"/>
                    <a:pt x="69" y="325"/>
                    <a:pt x="69" y="325"/>
                  </a:cubicBezTo>
                  <a:cubicBezTo>
                    <a:pt x="13" y="381"/>
                    <a:pt x="13" y="381"/>
                    <a:pt x="13" y="381"/>
                  </a:cubicBezTo>
                  <a:cubicBezTo>
                    <a:pt x="0" y="394"/>
                    <a:pt x="0" y="413"/>
                    <a:pt x="13" y="426"/>
                  </a:cubicBezTo>
                  <a:cubicBezTo>
                    <a:pt x="76" y="482"/>
                    <a:pt x="76" y="482"/>
                    <a:pt x="76" y="482"/>
                  </a:cubicBezTo>
                  <a:cubicBezTo>
                    <a:pt x="76" y="481"/>
                    <a:pt x="76" y="481"/>
                    <a:pt x="76" y="481"/>
                  </a:cubicBezTo>
                  <a:cubicBezTo>
                    <a:pt x="78" y="483"/>
                    <a:pt x="81" y="484"/>
                    <a:pt x="84" y="484"/>
                  </a:cubicBezTo>
                  <a:cubicBezTo>
                    <a:pt x="247" y="484"/>
                    <a:pt x="247" y="484"/>
                    <a:pt x="247" y="484"/>
                  </a:cubicBezTo>
                  <a:cubicBezTo>
                    <a:pt x="282" y="484"/>
                    <a:pt x="310" y="455"/>
                    <a:pt x="310" y="421"/>
                  </a:cubicBezTo>
                  <a:cubicBezTo>
                    <a:pt x="310" y="332"/>
                    <a:pt x="310" y="332"/>
                    <a:pt x="310" y="332"/>
                  </a:cubicBezTo>
                  <a:cubicBezTo>
                    <a:pt x="310" y="315"/>
                    <a:pt x="310" y="315"/>
                    <a:pt x="310" y="315"/>
                  </a:cubicBezTo>
                  <a:cubicBezTo>
                    <a:pt x="310" y="294"/>
                    <a:pt x="298" y="274"/>
                    <a:pt x="279" y="265"/>
                  </a:cubicBezTo>
                </a:path>
              </a:pathLst>
            </a:custGeom>
            <a:solidFill>
              <a:srgbClr val="FFCC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1" name="Freeform 30900"/>
            <p:cNvSpPr>
              <a:spLocks/>
            </p:cNvSpPr>
            <p:nvPr/>
          </p:nvSpPr>
          <p:spPr bwMode="auto">
            <a:xfrm>
              <a:off x="2572" y="1231"/>
              <a:ext cx="50" cy="25"/>
            </a:xfrm>
            <a:custGeom>
              <a:avLst/>
              <a:gdLst>
                <a:gd name="T0" fmla="*/ 25 w 38"/>
                <a:gd name="T1" fmla="*/ 0 h 19"/>
                <a:gd name="T2" fmla="*/ 0 w 38"/>
                <a:gd name="T3" fmla="*/ 25 h 19"/>
                <a:gd name="T4" fmla="*/ 50 w 38"/>
                <a:gd name="T5" fmla="*/ 25 h 19"/>
                <a:gd name="T6" fmla="*/ 25 w 38"/>
                <a:gd name="T7" fmla="*/ 0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8" h="19">
                  <a:moveTo>
                    <a:pt x="19" y="0"/>
                  </a:moveTo>
                  <a:cubicBezTo>
                    <a:pt x="8" y="0"/>
                    <a:pt x="0" y="9"/>
                    <a:pt x="0" y="1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8" y="9"/>
                    <a:pt x="29" y="0"/>
                    <a:pt x="19" y="0"/>
                  </a:cubicBezTo>
                </a:path>
              </a:pathLst>
            </a:custGeom>
            <a:solidFill>
              <a:srgbClr val="FCD3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2" name="Freeform 30909"/>
            <p:cNvSpPr>
              <a:spLocks noEditPoints="1"/>
            </p:cNvSpPr>
            <p:nvPr/>
          </p:nvSpPr>
          <p:spPr bwMode="auto">
            <a:xfrm>
              <a:off x="2572" y="1231"/>
              <a:ext cx="50" cy="25"/>
            </a:xfrm>
            <a:custGeom>
              <a:avLst/>
              <a:gdLst>
                <a:gd name="T0" fmla="*/ 0 w 38"/>
                <a:gd name="T1" fmla="*/ 24 h 19"/>
                <a:gd name="T2" fmla="*/ 0 w 38"/>
                <a:gd name="T3" fmla="*/ 25 h 19"/>
                <a:gd name="T4" fmla="*/ 0 w 38"/>
                <a:gd name="T5" fmla="*/ 25 h 19"/>
                <a:gd name="T6" fmla="*/ 0 w 38"/>
                <a:gd name="T7" fmla="*/ 24 h 19"/>
                <a:gd name="T8" fmla="*/ 25 w 38"/>
                <a:gd name="T9" fmla="*/ 0 h 19"/>
                <a:gd name="T10" fmla="*/ 0 w 38"/>
                <a:gd name="T11" fmla="*/ 21 h 19"/>
                <a:gd name="T12" fmla="*/ 50 w 38"/>
                <a:gd name="T13" fmla="*/ 21 h 19"/>
                <a:gd name="T14" fmla="*/ 25 w 38"/>
                <a:gd name="T15" fmla="*/ 0 h 1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8" h="19">
                  <a:moveTo>
                    <a:pt x="0" y="18"/>
                  </a:moveTo>
                  <a:cubicBezTo>
                    <a:pt x="0" y="19"/>
                    <a:pt x="0" y="19"/>
                    <a:pt x="0" y="19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18"/>
                    <a:pt x="0" y="18"/>
                    <a:pt x="0" y="18"/>
                  </a:cubicBezTo>
                  <a:moveTo>
                    <a:pt x="19" y="0"/>
                  </a:moveTo>
                  <a:cubicBezTo>
                    <a:pt x="10" y="0"/>
                    <a:pt x="2" y="7"/>
                    <a:pt x="0" y="16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6" y="7"/>
                    <a:pt x="28" y="0"/>
                    <a:pt x="19" y="0"/>
                  </a:cubicBezTo>
                </a:path>
              </a:pathLst>
            </a:custGeom>
            <a:solidFill>
              <a:srgbClr val="D0DD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3" name="Freeform 30910"/>
            <p:cNvSpPr>
              <a:spLocks noEditPoints="1"/>
            </p:cNvSpPr>
            <p:nvPr/>
          </p:nvSpPr>
          <p:spPr bwMode="auto">
            <a:xfrm>
              <a:off x="2572" y="1252"/>
              <a:ext cx="50" cy="9"/>
            </a:xfrm>
            <a:custGeom>
              <a:avLst/>
              <a:gdLst>
                <a:gd name="T0" fmla="*/ 0 w 38"/>
                <a:gd name="T1" fmla="*/ 0 h 7"/>
                <a:gd name="T2" fmla="*/ 0 w 38"/>
                <a:gd name="T3" fmla="*/ 0 h 7"/>
                <a:gd name="T4" fmla="*/ 0 w 38"/>
                <a:gd name="T5" fmla="*/ 3 h 7"/>
                <a:gd name="T6" fmla="*/ 0 w 38"/>
                <a:gd name="T7" fmla="*/ 0 h 7"/>
                <a:gd name="T8" fmla="*/ 50 w 38"/>
                <a:gd name="T9" fmla="*/ 0 h 7"/>
                <a:gd name="T10" fmla="*/ 50 w 38"/>
                <a:gd name="T11" fmla="*/ 0 h 7"/>
                <a:gd name="T12" fmla="*/ 50 w 38"/>
                <a:gd name="T13" fmla="*/ 4 h 7"/>
                <a:gd name="T14" fmla="*/ 0 w 38"/>
                <a:gd name="T15" fmla="*/ 4 h 7"/>
                <a:gd name="T16" fmla="*/ 0 w 38"/>
                <a:gd name="T17" fmla="*/ 4 h 7"/>
                <a:gd name="T18" fmla="*/ 0 w 38"/>
                <a:gd name="T19" fmla="*/ 9 h 7"/>
                <a:gd name="T20" fmla="*/ 50 w 38"/>
                <a:gd name="T21" fmla="*/ 9 h 7"/>
                <a:gd name="T22" fmla="*/ 50 w 38"/>
                <a:gd name="T23" fmla="*/ 0 h 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8" h="7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0" y="1"/>
                    <a:pt x="0" y="0"/>
                  </a:cubicBezTo>
                  <a:moveTo>
                    <a:pt x="38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8" y="1"/>
                    <a:pt x="38" y="2"/>
                    <a:pt x="38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38" y="7"/>
                    <a:pt x="38" y="7"/>
                    <a:pt x="38" y="7"/>
                  </a:cubicBezTo>
                  <a:cubicBezTo>
                    <a:pt x="38" y="0"/>
                    <a:pt x="38" y="0"/>
                    <a:pt x="38" y="0"/>
                  </a:cubicBezTo>
                </a:path>
              </a:pathLst>
            </a:custGeom>
            <a:solidFill>
              <a:srgbClr val="D0C8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4" name="Freeform 30911"/>
            <p:cNvSpPr>
              <a:spLocks/>
            </p:cNvSpPr>
            <p:nvPr/>
          </p:nvSpPr>
          <p:spPr bwMode="auto">
            <a:xfrm>
              <a:off x="2572" y="1252"/>
              <a:ext cx="50" cy="4"/>
            </a:xfrm>
            <a:custGeom>
              <a:avLst/>
              <a:gdLst>
                <a:gd name="T0" fmla="*/ 50 w 38"/>
                <a:gd name="T1" fmla="*/ 0 h 3"/>
                <a:gd name="T2" fmla="*/ 0 w 38"/>
                <a:gd name="T3" fmla="*/ 0 h 3"/>
                <a:gd name="T4" fmla="*/ 0 w 38"/>
                <a:gd name="T5" fmla="*/ 3 h 3"/>
                <a:gd name="T6" fmla="*/ 0 w 38"/>
                <a:gd name="T7" fmla="*/ 4 h 3"/>
                <a:gd name="T8" fmla="*/ 50 w 38"/>
                <a:gd name="T9" fmla="*/ 4 h 3"/>
                <a:gd name="T10" fmla="*/ 50 w 38"/>
                <a:gd name="T11" fmla="*/ 0 h 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8" h="3">
                  <a:moveTo>
                    <a:pt x="3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8" y="2"/>
                    <a:pt x="38" y="1"/>
                    <a:pt x="38" y="0"/>
                  </a:cubicBezTo>
                </a:path>
              </a:pathLst>
            </a:custGeom>
            <a:solidFill>
              <a:srgbClr val="CECB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5" name="Rectangle 30921"/>
            <p:cNvSpPr>
              <a:spLocks noChangeArrowheads="1"/>
            </p:cNvSpPr>
            <p:nvPr/>
          </p:nvSpPr>
          <p:spPr bwMode="auto">
            <a:xfrm>
              <a:off x="2705" y="1855"/>
              <a:ext cx="93" cy="88"/>
            </a:xfrm>
            <a:prstGeom prst="rect">
              <a:avLst/>
            </a:prstGeom>
            <a:solidFill>
              <a:srgbClr val="F5A4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 sz="160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56" name="Rectangle 30922"/>
            <p:cNvSpPr>
              <a:spLocks noChangeArrowheads="1"/>
            </p:cNvSpPr>
            <p:nvPr/>
          </p:nvSpPr>
          <p:spPr bwMode="auto">
            <a:xfrm>
              <a:off x="2610" y="1855"/>
              <a:ext cx="95" cy="88"/>
            </a:xfrm>
            <a:prstGeom prst="rect">
              <a:avLst/>
            </a:prstGeom>
            <a:solidFill>
              <a:srgbClr val="FFCC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 sz="1600"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57" name="Group 30930"/>
          <p:cNvGrpSpPr>
            <a:grpSpLocks/>
          </p:cNvGrpSpPr>
          <p:nvPr userDrawn="1"/>
        </p:nvGrpSpPr>
        <p:grpSpPr bwMode="auto">
          <a:xfrm>
            <a:off x="6553201" y="2655359"/>
            <a:ext cx="4559300" cy="4176184"/>
            <a:chOff x="658" y="294"/>
            <a:chExt cx="1973" cy="1807"/>
          </a:xfrm>
        </p:grpSpPr>
        <p:sp>
          <p:nvSpPr>
            <p:cNvPr id="158" name="Oval 30929"/>
            <p:cNvSpPr>
              <a:spLocks noChangeArrowheads="1"/>
            </p:cNvSpPr>
            <p:nvPr/>
          </p:nvSpPr>
          <p:spPr bwMode="auto">
            <a:xfrm>
              <a:off x="2037" y="355"/>
              <a:ext cx="499" cy="499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 sz="16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59" name="Freeform 30901"/>
            <p:cNvSpPr>
              <a:spLocks/>
            </p:cNvSpPr>
            <p:nvPr/>
          </p:nvSpPr>
          <p:spPr bwMode="auto">
            <a:xfrm>
              <a:off x="1586" y="771"/>
              <a:ext cx="216" cy="116"/>
            </a:xfrm>
            <a:custGeom>
              <a:avLst/>
              <a:gdLst>
                <a:gd name="T0" fmla="*/ 205 w 163"/>
                <a:gd name="T1" fmla="*/ 103 h 87"/>
                <a:gd name="T2" fmla="*/ 205 w 163"/>
                <a:gd name="T3" fmla="*/ 103 h 87"/>
                <a:gd name="T4" fmla="*/ 183 w 163"/>
                <a:gd name="T5" fmla="*/ 116 h 87"/>
                <a:gd name="T6" fmla="*/ 0 w 163"/>
                <a:gd name="T7" fmla="*/ 59 h 87"/>
                <a:gd name="T8" fmla="*/ 49 w 163"/>
                <a:gd name="T9" fmla="*/ 0 h 87"/>
                <a:gd name="T10" fmla="*/ 183 w 163"/>
                <a:gd name="T11" fmla="*/ 61 h 87"/>
                <a:gd name="T12" fmla="*/ 205 w 163"/>
                <a:gd name="T13" fmla="*/ 103 h 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3" h="87">
                  <a:moveTo>
                    <a:pt x="155" y="77"/>
                  </a:moveTo>
                  <a:cubicBezTo>
                    <a:pt x="155" y="77"/>
                    <a:pt x="155" y="77"/>
                    <a:pt x="155" y="77"/>
                  </a:cubicBezTo>
                  <a:cubicBezTo>
                    <a:pt x="151" y="83"/>
                    <a:pt x="145" y="87"/>
                    <a:pt x="138" y="87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138" y="46"/>
                    <a:pt x="138" y="46"/>
                    <a:pt x="138" y="46"/>
                  </a:cubicBezTo>
                  <a:cubicBezTo>
                    <a:pt x="154" y="46"/>
                    <a:pt x="163" y="63"/>
                    <a:pt x="155" y="77"/>
                  </a:cubicBezTo>
                  <a:close/>
                </a:path>
              </a:pathLst>
            </a:custGeom>
            <a:solidFill>
              <a:srgbClr val="F5A4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60" name="Freeform 30902"/>
            <p:cNvSpPr>
              <a:spLocks/>
            </p:cNvSpPr>
            <p:nvPr/>
          </p:nvSpPr>
          <p:spPr bwMode="auto">
            <a:xfrm>
              <a:off x="1639" y="749"/>
              <a:ext cx="210" cy="79"/>
            </a:xfrm>
            <a:custGeom>
              <a:avLst/>
              <a:gdLst>
                <a:gd name="T0" fmla="*/ 206 w 158"/>
                <a:gd name="T1" fmla="*/ 37 h 59"/>
                <a:gd name="T2" fmla="*/ 206 w 158"/>
                <a:gd name="T3" fmla="*/ 37 h 59"/>
                <a:gd name="T4" fmla="*/ 191 w 158"/>
                <a:gd name="T5" fmla="*/ 58 h 59"/>
                <a:gd name="T6" fmla="*/ 0 w 158"/>
                <a:gd name="T7" fmla="*/ 79 h 59"/>
                <a:gd name="T8" fmla="*/ 23 w 158"/>
                <a:gd name="T9" fmla="*/ 5 h 59"/>
                <a:gd name="T10" fmla="*/ 169 w 158"/>
                <a:gd name="T11" fmla="*/ 8 h 59"/>
                <a:gd name="T12" fmla="*/ 206 w 158"/>
                <a:gd name="T13" fmla="*/ 37 h 5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8" h="59">
                  <a:moveTo>
                    <a:pt x="155" y="28"/>
                  </a:moveTo>
                  <a:cubicBezTo>
                    <a:pt x="155" y="28"/>
                    <a:pt x="155" y="28"/>
                    <a:pt x="155" y="28"/>
                  </a:cubicBezTo>
                  <a:cubicBezTo>
                    <a:pt x="154" y="34"/>
                    <a:pt x="150" y="40"/>
                    <a:pt x="144" y="43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27" y="6"/>
                    <a:pt x="127" y="6"/>
                    <a:pt x="127" y="6"/>
                  </a:cubicBezTo>
                  <a:cubicBezTo>
                    <a:pt x="142" y="0"/>
                    <a:pt x="158" y="12"/>
                    <a:pt x="155" y="28"/>
                  </a:cubicBezTo>
                  <a:close/>
                </a:path>
              </a:pathLst>
            </a:custGeom>
            <a:solidFill>
              <a:srgbClr val="F5A4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61" name="Freeform 30903"/>
            <p:cNvSpPr>
              <a:spLocks/>
            </p:cNvSpPr>
            <p:nvPr/>
          </p:nvSpPr>
          <p:spPr bwMode="auto">
            <a:xfrm>
              <a:off x="1721" y="693"/>
              <a:ext cx="384" cy="259"/>
            </a:xfrm>
            <a:custGeom>
              <a:avLst/>
              <a:gdLst>
                <a:gd name="T0" fmla="*/ 35 w 682"/>
                <a:gd name="T1" fmla="*/ 259 h 460"/>
                <a:gd name="T2" fmla="*/ 0 w 682"/>
                <a:gd name="T3" fmla="*/ 194 h 460"/>
                <a:gd name="T4" fmla="*/ 348 w 682"/>
                <a:gd name="T5" fmla="*/ 0 h 460"/>
                <a:gd name="T6" fmla="*/ 384 w 682"/>
                <a:gd name="T7" fmla="*/ 65 h 460"/>
                <a:gd name="T8" fmla="*/ 35 w 682"/>
                <a:gd name="T9" fmla="*/ 259 h 4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2" h="460">
                  <a:moveTo>
                    <a:pt x="63" y="460"/>
                  </a:moveTo>
                  <a:lnTo>
                    <a:pt x="0" y="345"/>
                  </a:lnTo>
                  <a:lnTo>
                    <a:pt x="618" y="0"/>
                  </a:lnTo>
                  <a:lnTo>
                    <a:pt x="682" y="115"/>
                  </a:lnTo>
                  <a:lnTo>
                    <a:pt x="63" y="460"/>
                  </a:lnTo>
                  <a:close/>
                </a:path>
              </a:pathLst>
            </a:custGeom>
            <a:solidFill>
              <a:srgbClr val="5A6C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62" name="Freeform 30904"/>
            <p:cNvSpPr>
              <a:spLocks/>
            </p:cNvSpPr>
            <p:nvPr/>
          </p:nvSpPr>
          <p:spPr bwMode="auto">
            <a:xfrm>
              <a:off x="1721" y="693"/>
              <a:ext cx="384" cy="259"/>
            </a:xfrm>
            <a:custGeom>
              <a:avLst/>
              <a:gdLst>
                <a:gd name="T0" fmla="*/ 35 w 682"/>
                <a:gd name="T1" fmla="*/ 259 h 460"/>
                <a:gd name="T2" fmla="*/ 0 w 682"/>
                <a:gd name="T3" fmla="*/ 194 h 460"/>
                <a:gd name="T4" fmla="*/ 348 w 682"/>
                <a:gd name="T5" fmla="*/ 0 h 460"/>
                <a:gd name="T6" fmla="*/ 384 w 682"/>
                <a:gd name="T7" fmla="*/ 65 h 460"/>
                <a:gd name="T8" fmla="*/ 35 w 682"/>
                <a:gd name="T9" fmla="*/ 259 h 4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2" h="460">
                  <a:moveTo>
                    <a:pt x="63" y="460"/>
                  </a:moveTo>
                  <a:lnTo>
                    <a:pt x="0" y="345"/>
                  </a:lnTo>
                  <a:lnTo>
                    <a:pt x="618" y="0"/>
                  </a:lnTo>
                  <a:lnTo>
                    <a:pt x="682" y="115"/>
                  </a:lnTo>
                  <a:lnTo>
                    <a:pt x="63" y="46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63" name="Freeform 30905"/>
            <p:cNvSpPr>
              <a:spLocks/>
            </p:cNvSpPr>
            <p:nvPr/>
          </p:nvSpPr>
          <p:spPr bwMode="auto">
            <a:xfrm>
              <a:off x="1721" y="693"/>
              <a:ext cx="368" cy="227"/>
            </a:xfrm>
            <a:custGeom>
              <a:avLst/>
              <a:gdLst>
                <a:gd name="T0" fmla="*/ 17 w 652"/>
                <a:gd name="T1" fmla="*/ 227 h 404"/>
                <a:gd name="T2" fmla="*/ 0 w 652"/>
                <a:gd name="T3" fmla="*/ 194 h 404"/>
                <a:gd name="T4" fmla="*/ 349 w 652"/>
                <a:gd name="T5" fmla="*/ 0 h 404"/>
                <a:gd name="T6" fmla="*/ 368 w 652"/>
                <a:gd name="T7" fmla="*/ 33 h 404"/>
                <a:gd name="T8" fmla="*/ 17 w 652"/>
                <a:gd name="T9" fmla="*/ 227 h 4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52" h="404">
                  <a:moveTo>
                    <a:pt x="30" y="404"/>
                  </a:moveTo>
                  <a:lnTo>
                    <a:pt x="0" y="345"/>
                  </a:lnTo>
                  <a:lnTo>
                    <a:pt x="618" y="0"/>
                  </a:lnTo>
                  <a:lnTo>
                    <a:pt x="652" y="59"/>
                  </a:lnTo>
                  <a:lnTo>
                    <a:pt x="30" y="404"/>
                  </a:lnTo>
                  <a:close/>
                </a:path>
              </a:pathLst>
            </a:custGeom>
            <a:solidFill>
              <a:srgbClr val="5A6C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64" name="Freeform 30906"/>
            <p:cNvSpPr>
              <a:spLocks/>
            </p:cNvSpPr>
            <p:nvPr/>
          </p:nvSpPr>
          <p:spPr bwMode="auto">
            <a:xfrm>
              <a:off x="1721" y="693"/>
              <a:ext cx="368" cy="227"/>
            </a:xfrm>
            <a:custGeom>
              <a:avLst/>
              <a:gdLst>
                <a:gd name="T0" fmla="*/ 17 w 652"/>
                <a:gd name="T1" fmla="*/ 227 h 404"/>
                <a:gd name="T2" fmla="*/ 0 w 652"/>
                <a:gd name="T3" fmla="*/ 194 h 404"/>
                <a:gd name="T4" fmla="*/ 349 w 652"/>
                <a:gd name="T5" fmla="*/ 0 h 404"/>
                <a:gd name="T6" fmla="*/ 368 w 652"/>
                <a:gd name="T7" fmla="*/ 33 h 404"/>
                <a:gd name="T8" fmla="*/ 17 w 652"/>
                <a:gd name="T9" fmla="*/ 227 h 4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52" h="404">
                  <a:moveTo>
                    <a:pt x="30" y="404"/>
                  </a:moveTo>
                  <a:lnTo>
                    <a:pt x="0" y="345"/>
                  </a:lnTo>
                  <a:lnTo>
                    <a:pt x="618" y="0"/>
                  </a:lnTo>
                  <a:lnTo>
                    <a:pt x="652" y="59"/>
                  </a:lnTo>
                  <a:lnTo>
                    <a:pt x="30" y="40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65" name="Freeform 30912"/>
            <p:cNvSpPr>
              <a:spLocks/>
            </p:cNvSpPr>
            <p:nvPr/>
          </p:nvSpPr>
          <p:spPr bwMode="auto">
            <a:xfrm>
              <a:off x="2056" y="693"/>
              <a:ext cx="49" cy="81"/>
            </a:xfrm>
            <a:custGeom>
              <a:avLst/>
              <a:gdLst>
                <a:gd name="T0" fmla="*/ 13 w 37"/>
                <a:gd name="T1" fmla="*/ 0 h 61"/>
                <a:gd name="T2" fmla="*/ 32 w 37"/>
                <a:gd name="T3" fmla="*/ 33 h 61"/>
                <a:gd name="T4" fmla="*/ 0 w 37"/>
                <a:gd name="T5" fmla="*/ 49 h 61"/>
                <a:gd name="T6" fmla="*/ 21 w 37"/>
                <a:gd name="T7" fmla="*/ 81 h 61"/>
                <a:gd name="T8" fmla="*/ 49 w 37"/>
                <a:gd name="T9" fmla="*/ 65 h 61"/>
                <a:gd name="T10" fmla="*/ 13 w 37"/>
                <a:gd name="T11" fmla="*/ 0 h 6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7" h="61">
                  <a:moveTo>
                    <a:pt x="10" y="0"/>
                  </a:moveTo>
                  <a:cubicBezTo>
                    <a:pt x="24" y="25"/>
                    <a:pt x="24" y="25"/>
                    <a:pt x="24" y="25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5" y="46"/>
                    <a:pt x="11" y="53"/>
                    <a:pt x="16" y="61"/>
                  </a:cubicBezTo>
                  <a:cubicBezTo>
                    <a:pt x="37" y="49"/>
                    <a:pt x="37" y="49"/>
                    <a:pt x="37" y="49"/>
                  </a:cubicBezTo>
                  <a:cubicBezTo>
                    <a:pt x="10" y="0"/>
                    <a:pt x="10" y="0"/>
                    <a:pt x="10" y="0"/>
                  </a:cubicBezTo>
                </a:path>
              </a:pathLst>
            </a:custGeom>
            <a:solidFill>
              <a:srgbClr val="7FAA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66" name="Freeform 30913"/>
            <p:cNvSpPr>
              <a:spLocks/>
            </p:cNvSpPr>
            <p:nvPr/>
          </p:nvSpPr>
          <p:spPr bwMode="auto">
            <a:xfrm>
              <a:off x="2041" y="693"/>
              <a:ext cx="48" cy="49"/>
            </a:xfrm>
            <a:custGeom>
              <a:avLst/>
              <a:gdLst>
                <a:gd name="T0" fmla="*/ 29 w 36"/>
                <a:gd name="T1" fmla="*/ 0 h 37"/>
                <a:gd name="T2" fmla="*/ 0 w 36"/>
                <a:gd name="T3" fmla="*/ 16 h 37"/>
                <a:gd name="T4" fmla="*/ 13 w 36"/>
                <a:gd name="T5" fmla="*/ 44 h 37"/>
                <a:gd name="T6" fmla="*/ 16 w 36"/>
                <a:gd name="T7" fmla="*/ 49 h 37"/>
                <a:gd name="T8" fmla="*/ 48 w 36"/>
                <a:gd name="T9" fmla="*/ 33 h 37"/>
                <a:gd name="T10" fmla="*/ 29 w 36"/>
                <a:gd name="T11" fmla="*/ 0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6" h="37">
                  <a:moveTo>
                    <a:pt x="22" y="0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3" y="19"/>
                    <a:pt x="6" y="26"/>
                    <a:pt x="10" y="33"/>
                  </a:cubicBezTo>
                  <a:cubicBezTo>
                    <a:pt x="11" y="34"/>
                    <a:pt x="12" y="36"/>
                    <a:pt x="12" y="37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22" y="0"/>
                    <a:pt x="22" y="0"/>
                    <a:pt x="22" y="0"/>
                  </a:cubicBezTo>
                </a:path>
              </a:pathLst>
            </a:custGeom>
            <a:solidFill>
              <a:srgbClr val="7FAA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67" name="Freeform 30914"/>
            <p:cNvSpPr>
              <a:spLocks noEditPoints="1"/>
            </p:cNvSpPr>
            <p:nvPr/>
          </p:nvSpPr>
          <p:spPr bwMode="auto">
            <a:xfrm>
              <a:off x="1942" y="294"/>
              <a:ext cx="689" cy="624"/>
            </a:xfrm>
            <a:custGeom>
              <a:avLst/>
              <a:gdLst>
                <a:gd name="T0" fmla="*/ 262 w 518"/>
                <a:gd name="T1" fmla="*/ 601 h 469"/>
                <a:gd name="T2" fmla="*/ 81 w 518"/>
                <a:gd name="T3" fmla="*/ 459 h 469"/>
                <a:gd name="T4" fmla="*/ 198 w 518"/>
                <a:gd name="T5" fmla="*/ 49 h 469"/>
                <a:gd name="T6" fmla="*/ 427 w 518"/>
                <a:gd name="T7" fmla="*/ 23 h 469"/>
                <a:gd name="T8" fmla="*/ 608 w 518"/>
                <a:gd name="T9" fmla="*/ 165 h 469"/>
                <a:gd name="T10" fmla="*/ 491 w 518"/>
                <a:gd name="T11" fmla="*/ 575 h 469"/>
                <a:gd name="T12" fmla="*/ 262 w 518"/>
                <a:gd name="T13" fmla="*/ 601 h 469"/>
                <a:gd name="T14" fmla="*/ 408 w 518"/>
                <a:gd name="T15" fmla="*/ 89 h 469"/>
                <a:gd name="T16" fmla="*/ 231 w 518"/>
                <a:gd name="T17" fmla="*/ 109 h 469"/>
                <a:gd name="T18" fmla="*/ 142 w 518"/>
                <a:gd name="T19" fmla="*/ 424 h 469"/>
                <a:gd name="T20" fmla="*/ 281 w 518"/>
                <a:gd name="T21" fmla="*/ 535 h 469"/>
                <a:gd name="T22" fmla="*/ 458 w 518"/>
                <a:gd name="T23" fmla="*/ 515 h 469"/>
                <a:gd name="T24" fmla="*/ 548 w 518"/>
                <a:gd name="T25" fmla="*/ 200 h 469"/>
                <a:gd name="T26" fmla="*/ 408 w 518"/>
                <a:gd name="T27" fmla="*/ 89 h 46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518" h="469">
                  <a:moveTo>
                    <a:pt x="197" y="452"/>
                  </a:moveTo>
                  <a:cubicBezTo>
                    <a:pt x="139" y="436"/>
                    <a:pt x="91" y="397"/>
                    <a:pt x="61" y="345"/>
                  </a:cubicBezTo>
                  <a:cubicBezTo>
                    <a:pt x="0" y="235"/>
                    <a:pt x="40" y="97"/>
                    <a:pt x="149" y="37"/>
                  </a:cubicBezTo>
                  <a:cubicBezTo>
                    <a:pt x="202" y="7"/>
                    <a:pt x="263" y="0"/>
                    <a:pt x="321" y="17"/>
                  </a:cubicBezTo>
                  <a:cubicBezTo>
                    <a:pt x="379" y="33"/>
                    <a:pt x="428" y="71"/>
                    <a:pt x="457" y="124"/>
                  </a:cubicBezTo>
                  <a:cubicBezTo>
                    <a:pt x="518" y="234"/>
                    <a:pt x="478" y="372"/>
                    <a:pt x="369" y="432"/>
                  </a:cubicBezTo>
                  <a:cubicBezTo>
                    <a:pt x="316" y="462"/>
                    <a:pt x="255" y="469"/>
                    <a:pt x="197" y="452"/>
                  </a:cubicBezTo>
                  <a:close/>
                  <a:moveTo>
                    <a:pt x="307" y="67"/>
                  </a:moveTo>
                  <a:cubicBezTo>
                    <a:pt x="262" y="54"/>
                    <a:pt x="215" y="59"/>
                    <a:pt x="174" y="82"/>
                  </a:cubicBezTo>
                  <a:cubicBezTo>
                    <a:pt x="90" y="129"/>
                    <a:pt x="60" y="235"/>
                    <a:pt x="107" y="319"/>
                  </a:cubicBezTo>
                  <a:cubicBezTo>
                    <a:pt x="129" y="360"/>
                    <a:pt x="166" y="390"/>
                    <a:pt x="211" y="402"/>
                  </a:cubicBezTo>
                  <a:cubicBezTo>
                    <a:pt x="256" y="415"/>
                    <a:pt x="303" y="410"/>
                    <a:pt x="344" y="387"/>
                  </a:cubicBezTo>
                  <a:cubicBezTo>
                    <a:pt x="428" y="340"/>
                    <a:pt x="458" y="234"/>
                    <a:pt x="412" y="150"/>
                  </a:cubicBezTo>
                  <a:cubicBezTo>
                    <a:pt x="389" y="109"/>
                    <a:pt x="352" y="79"/>
                    <a:pt x="307" y="67"/>
                  </a:cubicBezTo>
                  <a:close/>
                </a:path>
              </a:pathLst>
            </a:custGeom>
            <a:solidFill>
              <a:srgbClr val="5A6C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68" name="Freeform 30915"/>
            <p:cNvSpPr>
              <a:spLocks/>
            </p:cNvSpPr>
            <p:nvPr/>
          </p:nvSpPr>
          <p:spPr bwMode="auto">
            <a:xfrm>
              <a:off x="1611" y="735"/>
              <a:ext cx="352" cy="245"/>
            </a:xfrm>
            <a:custGeom>
              <a:avLst/>
              <a:gdLst>
                <a:gd name="T0" fmla="*/ 320 w 265"/>
                <a:gd name="T1" fmla="*/ 0 h 184"/>
                <a:gd name="T2" fmla="*/ 43 w 265"/>
                <a:gd name="T3" fmla="*/ 156 h 184"/>
                <a:gd name="T4" fmla="*/ 17 w 265"/>
                <a:gd name="T5" fmla="*/ 244 h 184"/>
                <a:gd name="T6" fmla="*/ 19 w 265"/>
                <a:gd name="T7" fmla="*/ 245 h 184"/>
                <a:gd name="T8" fmla="*/ 352 w 265"/>
                <a:gd name="T9" fmla="*/ 59 h 184"/>
                <a:gd name="T10" fmla="*/ 320 w 265"/>
                <a:gd name="T11" fmla="*/ 0 h 18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65" h="184">
                  <a:moveTo>
                    <a:pt x="241" y="0"/>
                  </a:moveTo>
                  <a:cubicBezTo>
                    <a:pt x="32" y="117"/>
                    <a:pt x="32" y="117"/>
                    <a:pt x="32" y="117"/>
                  </a:cubicBezTo>
                  <a:cubicBezTo>
                    <a:pt x="9" y="130"/>
                    <a:pt x="0" y="159"/>
                    <a:pt x="13" y="183"/>
                  </a:cubicBezTo>
                  <a:cubicBezTo>
                    <a:pt x="14" y="184"/>
                    <a:pt x="14" y="184"/>
                    <a:pt x="14" y="184"/>
                  </a:cubicBezTo>
                  <a:cubicBezTo>
                    <a:pt x="265" y="44"/>
                    <a:pt x="265" y="44"/>
                    <a:pt x="265" y="44"/>
                  </a:cubicBezTo>
                  <a:lnTo>
                    <a:pt x="241" y="0"/>
                  </a:lnTo>
                  <a:close/>
                </a:path>
              </a:pathLst>
            </a:custGeom>
            <a:solidFill>
              <a:srgbClr val="FF6E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69" name="Freeform 30916"/>
            <p:cNvSpPr>
              <a:spLocks/>
            </p:cNvSpPr>
            <p:nvPr/>
          </p:nvSpPr>
          <p:spPr bwMode="auto">
            <a:xfrm>
              <a:off x="1630" y="793"/>
              <a:ext cx="367" cy="231"/>
            </a:xfrm>
            <a:custGeom>
              <a:avLst/>
              <a:gdLst>
                <a:gd name="T0" fmla="*/ 334 w 276"/>
                <a:gd name="T1" fmla="*/ 0 h 173"/>
                <a:gd name="T2" fmla="*/ 0 w 276"/>
                <a:gd name="T3" fmla="*/ 187 h 173"/>
                <a:gd name="T4" fmla="*/ 1 w 276"/>
                <a:gd name="T5" fmla="*/ 188 h 173"/>
                <a:gd name="T6" fmla="*/ 89 w 276"/>
                <a:gd name="T7" fmla="*/ 214 h 173"/>
                <a:gd name="T8" fmla="*/ 367 w 276"/>
                <a:gd name="T9" fmla="*/ 59 h 173"/>
                <a:gd name="T10" fmla="*/ 334 w 276"/>
                <a:gd name="T11" fmla="*/ 0 h 17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76" h="173">
                  <a:moveTo>
                    <a:pt x="251" y="0"/>
                  </a:moveTo>
                  <a:cubicBezTo>
                    <a:pt x="0" y="140"/>
                    <a:pt x="0" y="140"/>
                    <a:pt x="0" y="140"/>
                  </a:cubicBezTo>
                  <a:cubicBezTo>
                    <a:pt x="1" y="141"/>
                    <a:pt x="1" y="141"/>
                    <a:pt x="1" y="141"/>
                  </a:cubicBezTo>
                  <a:cubicBezTo>
                    <a:pt x="14" y="165"/>
                    <a:pt x="43" y="173"/>
                    <a:pt x="67" y="160"/>
                  </a:cubicBezTo>
                  <a:cubicBezTo>
                    <a:pt x="276" y="44"/>
                    <a:pt x="276" y="44"/>
                    <a:pt x="276" y="44"/>
                  </a:cubicBezTo>
                  <a:lnTo>
                    <a:pt x="251" y="0"/>
                  </a:lnTo>
                  <a:close/>
                </a:path>
              </a:pathLst>
            </a:custGeom>
            <a:solidFill>
              <a:srgbClr val="DD2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70" name="Freeform 30917"/>
            <p:cNvSpPr>
              <a:spLocks/>
            </p:cNvSpPr>
            <p:nvPr/>
          </p:nvSpPr>
          <p:spPr bwMode="auto">
            <a:xfrm>
              <a:off x="1399" y="683"/>
              <a:ext cx="528" cy="556"/>
            </a:xfrm>
            <a:custGeom>
              <a:avLst/>
              <a:gdLst>
                <a:gd name="T0" fmla="*/ 152 w 397"/>
                <a:gd name="T1" fmla="*/ 556 h 418"/>
                <a:gd name="T2" fmla="*/ 436 w 397"/>
                <a:gd name="T3" fmla="*/ 370 h 418"/>
                <a:gd name="T4" fmla="*/ 511 w 397"/>
                <a:gd name="T5" fmla="*/ 262 h 418"/>
                <a:gd name="T6" fmla="*/ 484 w 397"/>
                <a:gd name="T7" fmla="*/ 193 h 418"/>
                <a:gd name="T8" fmla="*/ 484 w 397"/>
                <a:gd name="T9" fmla="*/ 193 h 418"/>
                <a:gd name="T10" fmla="*/ 438 w 397"/>
                <a:gd name="T11" fmla="*/ 209 h 418"/>
                <a:gd name="T12" fmla="*/ 380 w 397"/>
                <a:gd name="T13" fmla="*/ 283 h 418"/>
                <a:gd name="T14" fmla="*/ 283 w 397"/>
                <a:gd name="T15" fmla="*/ 307 h 418"/>
                <a:gd name="T16" fmla="*/ 239 w 397"/>
                <a:gd name="T17" fmla="*/ 213 h 418"/>
                <a:gd name="T18" fmla="*/ 253 w 397"/>
                <a:gd name="T19" fmla="*/ 164 h 418"/>
                <a:gd name="T20" fmla="*/ 456 w 397"/>
                <a:gd name="T21" fmla="*/ 77 h 418"/>
                <a:gd name="T22" fmla="*/ 479 w 397"/>
                <a:gd name="T23" fmla="*/ 37 h 418"/>
                <a:gd name="T24" fmla="*/ 428 w 397"/>
                <a:gd name="T25" fmla="*/ 8 h 418"/>
                <a:gd name="T26" fmla="*/ 192 w 397"/>
                <a:gd name="T27" fmla="*/ 100 h 418"/>
                <a:gd name="T28" fmla="*/ 0 w 397"/>
                <a:gd name="T29" fmla="*/ 414 h 418"/>
                <a:gd name="T30" fmla="*/ 152 w 397"/>
                <a:gd name="T31" fmla="*/ 556 h 41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97" h="418">
                  <a:moveTo>
                    <a:pt x="114" y="418"/>
                  </a:moveTo>
                  <a:cubicBezTo>
                    <a:pt x="328" y="278"/>
                    <a:pt x="328" y="278"/>
                    <a:pt x="328" y="278"/>
                  </a:cubicBezTo>
                  <a:cubicBezTo>
                    <a:pt x="384" y="197"/>
                    <a:pt x="384" y="197"/>
                    <a:pt x="384" y="197"/>
                  </a:cubicBezTo>
                  <a:cubicBezTo>
                    <a:pt x="397" y="177"/>
                    <a:pt x="387" y="150"/>
                    <a:pt x="364" y="145"/>
                  </a:cubicBezTo>
                  <a:cubicBezTo>
                    <a:pt x="364" y="145"/>
                    <a:pt x="364" y="145"/>
                    <a:pt x="364" y="145"/>
                  </a:cubicBezTo>
                  <a:cubicBezTo>
                    <a:pt x="351" y="141"/>
                    <a:pt x="337" y="146"/>
                    <a:pt x="329" y="157"/>
                  </a:cubicBezTo>
                  <a:cubicBezTo>
                    <a:pt x="286" y="213"/>
                    <a:pt x="286" y="213"/>
                    <a:pt x="286" y="213"/>
                  </a:cubicBezTo>
                  <a:cubicBezTo>
                    <a:pt x="269" y="235"/>
                    <a:pt x="239" y="242"/>
                    <a:pt x="213" y="231"/>
                  </a:cubicBezTo>
                  <a:cubicBezTo>
                    <a:pt x="186" y="218"/>
                    <a:pt x="172" y="189"/>
                    <a:pt x="180" y="160"/>
                  </a:cubicBezTo>
                  <a:cubicBezTo>
                    <a:pt x="190" y="123"/>
                    <a:pt x="190" y="123"/>
                    <a:pt x="190" y="123"/>
                  </a:cubicBezTo>
                  <a:cubicBezTo>
                    <a:pt x="343" y="58"/>
                    <a:pt x="343" y="58"/>
                    <a:pt x="343" y="58"/>
                  </a:cubicBezTo>
                  <a:cubicBezTo>
                    <a:pt x="355" y="53"/>
                    <a:pt x="362" y="41"/>
                    <a:pt x="360" y="28"/>
                  </a:cubicBezTo>
                  <a:cubicBezTo>
                    <a:pt x="357" y="10"/>
                    <a:pt x="339" y="0"/>
                    <a:pt x="322" y="6"/>
                  </a:cubicBezTo>
                  <a:cubicBezTo>
                    <a:pt x="144" y="75"/>
                    <a:pt x="144" y="75"/>
                    <a:pt x="144" y="75"/>
                  </a:cubicBezTo>
                  <a:cubicBezTo>
                    <a:pt x="0" y="311"/>
                    <a:pt x="0" y="311"/>
                    <a:pt x="0" y="311"/>
                  </a:cubicBezTo>
                  <a:lnTo>
                    <a:pt x="114" y="418"/>
                  </a:lnTo>
                  <a:close/>
                </a:path>
              </a:pathLst>
            </a:custGeom>
            <a:solidFill>
              <a:srgbClr val="FFCC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71" name="Freeform 30918"/>
            <p:cNvSpPr>
              <a:spLocks/>
            </p:cNvSpPr>
            <p:nvPr/>
          </p:nvSpPr>
          <p:spPr bwMode="auto">
            <a:xfrm>
              <a:off x="1780" y="871"/>
              <a:ext cx="147" cy="182"/>
            </a:xfrm>
            <a:custGeom>
              <a:avLst/>
              <a:gdLst>
                <a:gd name="T0" fmla="*/ 57 w 111"/>
                <a:gd name="T1" fmla="*/ 21 h 137"/>
                <a:gd name="T2" fmla="*/ 103 w 111"/>
                <a:gd name="T3" fmla="*/ 5 h 137"/>
                <a:gd name="T4" fmla="*/ 103 w 111"/>
                <a:gd name="T5" fmla="*/ 5 h 137"/>
                <a:gd name="T6" fmla="*/ 130 w 111"/>
                <a:gd name="T7" fmla="*/ 74 h 137"/>
                <a:gd name="T8" fmla="*/ 56 w 111"/>
                <a:gd name="T9" fmla="*/ 182 h 137"/>
                <a:gd name="T10" fmla="*/ 0 w 111"/>
                <a:gd name="T11" fmla="*/ 96 h 137"/>
                <a:gd name="T12" fmla="*/ 57 w 111"/>
                <a:gd name="T13" fmla="*/ 21 h 1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1" h="137">
                  <a:moveTo>
                    <a:pt x="43" y="16"/>
                  </a:moveTo>
                  <a:cubicBezTo>
                    <a:pt x="51" y="5"/>
                    <a:pt x="65" y="0"/>
                    <a:pt x="78" y="4"/>
                  </a:cubicBezTo>
                  <a:cubicBezTo>
                    <a:pt x="78" y="4"/>
                    <a:pt x="78" y="4"/>
                    <a:pt x="78" y="4"/>
                  </a:cubicBezTo>
                  <a:cubicBezTo>
                    <a:pt x="101" y="9"/>
                    <a:pt x="111" y="36"/>
                    <a:pt x="98" y="56"/>
                  </a:cubicBezTo>
                  <a:cubicBezTo>
                    <a:pt x="42" y="137"/>
                    <a:pt x="42" y="137"/>
                    <a:pt x="42" y="137"/>
                  </a:cubicBezTo>
                  <a:cubicBezTo>
                    <a:pt x="0" y="72"/>
                    <a:pt x="0" y="72"/>
                    <a:pt x="0" y="72"/>
                  </a:cubicBezTo>
                  <a:lnTo>
                    <a:pt x="43" y="16"/>
                  </a:lnTo>
                  <a:close/>
                </a:path>
              </a:pathLst>
            </a:custGeom>
            <a:solidFill>
              <a:srgbClr val="FFCC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72" name="Freeform 30919"/>
            <p:cNvSpPr>
              <a:spLocks/>
            </p:cNvSpPr>
            <p:nvPr/>
          </p:nvSpPr>
          <p:spPr bwMode="auto">
            <a:xfrm>
              <a:off x="1359" y="1097"/>
              <a:ext cx="192" cy="195"/>
            </a:xfrm>
            <a:custGeom>
              <a:avLst/>
              <a:gdLst>
                <a:gd name="T0" fmla="*/ 192 w 340"/>
                <a:gd name="T1" fmla="*/ 142 h 347"/>
                <a:gd name="T2" fmla="*/ 141 w 340"/>
                <a:gd name="T3" fmla="*/ 195 h 347"/>
                <a:gd name="T4" fmla="*/ 137 w 340"/>
                <a:gd name="T5" fmla="*/ 191 h 347"/>
                <a:gd name="T6" fmla="*/ 0 w 340"/>
                <a:gd name="T7" fmla="*/ 71 h 347"/>
                <a:gd name="T8" fmla="*/ 40 w 340"/>
                <a:gd name="T9" fmla="*/ 0 h 347"/>
                <a:gd name="T10" fmla="*/ 192 w 340"/>
                <a:gd name="T11" fmla="*/ 142 h 3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40" h="347">
                  <a:moveTo>
                    <a:pt x="340" y="253"/>
                  </a:moveTo>
                  <a:lnTo>
                    <a:pt x="250" y="347"/>
                  </a:lnTo>
                  <a:lnTo>
                    <a:pt x="243" y="340"/>
                  </a:lnTo>
                  <a:lnTo>
                    <a:pt x="0" y="127"/>
                  </a:lnTo>
                  <a:lnTo>
                    <a:pt x="71" y="0"/>
                  </a:lnTo>
                  <a:lnTo>
                    <a:pt x="340" y="253"/>
                  </a:lnTo>
                  <a:close/>
                </a:path>
              </a:pathLst>
            </a:custGeom>
            <a:solidFill>
              <a:srgbClr val="FFCC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73" name="Freeform 30920"/>
            <p:cNvSpPr>
              <a:spLocks/>
            </p:cNvSpPr>
            <p:nvPr/>
          </p:nvSpPr>
          <p:spPr bwMode="auto">
            <a:xfrm>
              <a:off x="1427" y="1097"/>
              <a:ext cx="341" cy="195"/>
            </a:xfrm>
            <a:custGeom>
              <a:avLst/>
              <a:gdLst>
                <a:gd name="T0" fmla="*/ 130 w 604"/>
                <a:gd name="T1" fmla="*/ 138 h 347"/>
                <a:gd name="T2" fmla="*/ 341 w 604"/>
                <a:gd name="T3" fmla="*/ 0 h 347"/>
                <a:gd name="T4" fmla="*/ 0 w 604"/>
                <a:gd name="T5" fmla="*/ 130 h 347"/>
                <a:gd name="T6" fmla="*/ 73 w 604"/>
                <a:gd name="T7" fmla="*/ 195 h 347"/>
                <a:gd name="T8" fmla="*/ 130 w 604"/>
                <a:gd name="T9" fmla="*/ 138 h 3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347">
                  <a:moveTo>
                    <a:pt x="231" y="246"/>
                  </a:moveTo>
                  <a:lnTo>
                    <a:pt x="604" y="0"/>
                  </a:lnTo>
                  <a:lnTo>
                    <a:pt x="0" y="231"/>
                  </a:lnTo>
                  <a:lnTo>
                    <a:pt x="129" y="347"/>
                  </a:lnTo>
                  <a:lnTo>
                    <a:pt x="231" y="246"/>
                  </a:lnTo>
                  <a:close/>
                </a:path>
              </a:pathLst>
            </a:custGeom>
            <a:solidFill>
              <a:srgbClr val="F5A4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74" name="Freeform 30923"/>
            <p:cNvSpPr>
              <a:spLocks/>
            </p:cNvSpPr>
            <p:nvPr/>
          </p:nvSpPr>
          <p:spPr bwMode="auto">
            <a:xfrm>
              <a:off x="1399" y="1227"/>
              <a:ext cx="129" cy="121"/>
            </a:xfrm>
            <a:custGeom>
              <a:avLst/>
              <a:gdLst>
                <a:gd name="T0" fmla="*/ 93 w 229"/>
                <a:gd name="T1" fmla="*/ 121 h 215"/>
                <a:gd name="T2" fmla="*/ 0 w 229"/>
                <a:gd name="T3" fmla="*/ 43 h 215"/>
                <a:gd name="T4" fmla="*/ 36 w 229"/>
                <a:gd name="T5" fmla="*/ 0 h 215"/>
                <a:gd name="T6" fmla="*/ 129 w 229"/>
                <a:gd name="T7" fmla="*/ 79 h 215"/>
                <a:gd name="T8" fmla="*/ 93 w 229"/>
                <a:gd name="T9" fmla="*/ 121 h 2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9" h="215">
                  <a:moveTo>
                    <a:pt x="165" y="215"/>
                  </a:moveTo>
                  <a:lnTo>
                    <a:pt x="0" y="76"/>
                  </a:lnTo>
                  <a:lnTo>
                    <a:pt x="64" y="0"/>
                  </a:lnTo>
                  <a:lnTo>
                    <a:pt x="229" y="140"/>
                  </a:lnTo>
                  <a:lnTo>
                    <a:pt x="165" y="215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75" name="Freeform 30924"/>
            <p:cNvSpPr>
              <a:spLocks/>
            </p:cNvSpPr>
            <p:nvPr/>
          </p:nvSpPr>
          <p:spPr bwMode="auto">
            <a:xfrm>
              <a:off x="1306" y="1149"/>
              <a:ext cx="129" cy="121"/>
            </a:xfrm>
            <a:custGeom>
              <a:avLst/>
              <a:gdLst>
                <a:gd name="T0" fmla="*/ 93 w 229"/>
                <a:gd name="T1" fmla="*/ 121 h 215"/>
                <a:gd name="T2" fmla="*/ 0 w 229"/>
                <a:gd name="T3" fmla="*/ 43 h 215"/>
                <a:gd name="T4" fmla="*/ 35 w 229"/>
                <a:gd name="T5" fmla="*/ 0 h 215"/>
                <a:gd name="T6" fmla="*/ 129 w 229"/>
                <a:gd name="T7" fmla="*/ 78 h 215"/>
                <a:gd name="T8" fmla="*/ 93 w 229"/>
                <a:gd name="T9" fmla="*/ 121 h 2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9" h="215">
                  <a:moveTo>
                    <a:pt x="165" y="215"/>
                  </a:moveTo>
                  <a:lnTo>
                    <a:pt x="0" y="76"/>
                  </a:lnTo>
                  <a:lnTo>
                    <a:pt x="63" y="0"/>
                  </a:lnTo>
                  <a:lnTo>
                    <a:pt x="229" y="139"/>
                  </a:lnTo>
                  <a:lnTo>
                    <a:pt x="165" y="2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76" name="Freeform 30925"/>
            <p:cNvSpPr>
              <a:spLocks/>
            </p:cNvSpPr>
            <p:nvPr/>
          </p:nvSpPr>
          <p:spPr bwMode="auto">
            <a:xfrm>
              <a:off x="816" y="1171"/>
              <a:ext cx="692" cy="699"/>
            </a:xfrm>
            <a:custGeom>
              <a:avLst/>
              <a:gdLst>
                <a:gd name="T0" fmla="*/ 475 w 1229"/>
                <a:gd name="T1" fmla="*/ 0 h 1240"/>
                <a:gd name="T2" fmla="*/ 0 w 1229"/>
                <a:gd name="T3" fmla="*/ 699 h 1240"/>
                <a:gd name="T4" fmla="*/ 692 w 1229"/>
                <a:gd name="T5" fmla="*/ 185 h 1240"/>
                <a:gd name="T6" fmla="*/ 475 w 1229"/>
                <a:gd name="T7" fmla="*/ 0 h 124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29" h="1240">
                  <a:moveTo>
                    <a:pt x="844" y="0"/>
                  </a:moveTo>
                  <a:lnTo>
                    <a:pt x="0" y="1240"/>
                  </a:lnTo>
                  <a:lnTo>
                    <a:pt x="1229" y="328"/>
                  </a:lnTo>
                  <a:lnTo>
                    <a:pt x="84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 dirty="0">
                <a:cs typeface="+mn-ea"/>
                <a:sym typeface="+mn-lt"/>
              </a:endParaRPr>
            </a:p>
          </p:txBody>
        </p:sp>
        <p:sp>
          <p:nvSpPr>
            <p:cNvPr id="177" name="Freeform 30926"/>
            <p:cNvSpPr>
              <a:spLocks/>
            </p:cNvSpPr>
            <p:nvPr/>
          </p:nvSpPr>
          <p:spPr bwMode="auto">
            <a:xfrm>
              <a:off x="658" y="1356"/>
              <a:ext cx="877" cy="745"/>
            </a:xfrm>
            <a:custGeom>
              <a:avLst/>
              <a:gdLst>
                <a:gd name="T0" fmla="*/ 158 w 1557"/>
                <a:gd name="T1" fmla="*/ 514 h 1323"/>
                <a:gd name="T2" fmla="*/ 0 w 1557"/>
                <a:gd name="T3" fmla="*/ 745 h 1323"/>
                <a:gd name="T4" fmla="*/ 389 w 1557"/>
                <a:gd name="T5" fmla="*/ 733 h 1323"/>
                <a:gd name="T6" fmla="*/ 877 w 1557"/>
                <a:gd name="T7" fmla="*/ 23 h 1323"/>
                <a:gd name="T8" fmla="*/ 851 w 1557"/>
                <a:gd name="T9" fmla="*/ 0 h 1323"/>
                <a:gd name="T10" fmla="*/ 158 w 1557"/>
                <a:gd name="T11" fmla="*/ 514 h 13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57" h="1323">
                  <a:moveTo>
                    <a:pt x="281" y="912"/>
                  </a:moveTo>
                  <a:lnTo>
                    <a:pt x="0" y="1323"/>
                  </a:lnTo>
                  <a:lnTo>
                    <a:pt x="690" y="1302"/>
                  </a:lnTo>
                  <a:lnTo>
                    <a:pt x="1557" y="41"/>
                  </a:lnTo>
                  <a:lnTo>
                    <a:pt x="1510" y="0"/>
                  </a:lnTo>
                  <a:lnTo>
                    <a:pt x="281" y="91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 dirty="0">
                <a:cs typeface="+mn-ea"/>
                <a:sym typeface="+mn-lt"/>
              </a:endParaRPr>
            </a:p>
          </p:txBody>
        </p:sp>
      </p:grpSp>
      <p:sp>
        <p:nvSpPr>
          <p:cNvPr id="178" name="Rectangle 40985"/>
          <p:cNvSpPr>
            <a:spLocks noChangeArrowheads="1"/>
          </p:cNvSpPr>
          <p:nvPr userDrawn="1"/>
        </p:nvSpPr>
        <p:spPr bwMode="auto">
          <a:xfrm>
            <a:off x="0" y="6118226"/>
            <a:ext cx="12192000" cy="738717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/>
        </p:spPr>
        <p:txBody>
          <a:bodyPr wrap="none" anchor="ctr"/>
          <a:lstStyle>
            <a:lvl1pPr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60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179" name="Group 40993"/>
          <p:cNvGrpSpPr>
            <a:grpSpLocks/>
          </p:cNvGrpSpPr>
          <p:nvPr userDrawn="1"/>
        </p:nvGrpSpPr>
        <p:grpSpPr bwMode="auto">
          <a:xfrm>
            <a:off x="431801" y="451910"/>
            <a:ext cx="3181351" cy="524933"/>
            <a:chOff x="0" y="236"/>
            <a:chExt cx="1934" cy="319"/>
          </a:xfrm>
        </p:grpSpPr>
        <p:sp>
          <p:nvSpPr>
            <p:cNvPr id="180" name="Rectangle 40989"/>
            <p:cNvSpPr>
              <a:spLocks noChangeArrowheads="1"/>
            </p:cNvSpPr>
            <p:nvPr/>
          </p:nvSpPr>
          <p:spPr bwMode="auto">
            <a:xfrm>
              <a:off x="0" y="236"/>
              <a:ext cx="1934" cy="31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 sz="160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1" name="Rectangle 40990"/>
            <p:cNvSpPr>
              <a:spLocks noChangeArrowheads="1"/>
            </p:cNvSpPr>
            <p:nvPr/>
          </p:nvSpPr>
          <p:spPr bwMode="auto">
            <a:xfrm>
              <a:off x="1495" y="236"/>
              <a:ext cx="439" cy="31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 sz="16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2" name="Freeform 40991"/>
            <p:cNvSpPr>
              <a:spLocks noEditPoints="1"/>
            </p:cNvSpPr>
            <p:nvPr/>
          </p:nvSpPr>
          <p:spPr bwMode="auto">
            <a:xfrm>
              <a:off x="1618" y="310"/>
              <a:ext cx="148" cy="146"/>
            </a:xfrm>
            <a:custGeom>
              <a:avLst/>
              <a:gdLst>
                <a:gd name="T0" fmla="*/ 21 w 63"/>
                <a:gd name="T1" fmla="*/ 125 h 62"/>
                <a:gd name="T2" fmla="*/ 0 w 63"/>
                <a:gd name="T3" fmla="*/ 73 h 62"/>
                <a:gd name="T4" fmla="*/ 21 w 63"/>
                <a:gd name="T5" fmla="*/ 21 h 62"/>
                <a:gd name="T6" fmla="*/ 75 w 63"/>
                <a:gd name="T7" fmla="*/ 0 h 62"/>
                <a:gd name="T8" fmla="*/ 127 w 63"/>
                <a:gd name="T9" fmla="*/ 21 h 62"/>
                <a:gd name="T10" fmla="*/ 148 w 63"/>
                <a:gd name="T11" fmla="*/ 73 h 62"/>
                <a:gd name="T12" fmla="*/ 127 w 63"/>
                <a:gd name="T13" fmla="*/ 125 h 62"/>
                <a:gd name="T14" fmla="*/ 75 w 63"/>
                <a:gd name="T15" fmla="*/ 146 h 62"/>
                <a:gd name="T16" fmla="*/ 21 w 63"/>
                <a:gd name="T17" fmla="*/ 125 h 62"/>
                <a:gd name="T18" fmla="*/ 42 w 63"/>
                <a:gd name="T19" fmla="*/ 42 h 62"/>
                <a:gd name="T20" fmla="*/ 28 w 63"/>
                <a:gd name="T21" fmla="*/ 73 h 62"/>
                <a:gd name="T22" fmla="*/ 42 w 63"/>
                <a:gd name="T23" fmla="*/ 104 h 62"/>
                <a:gd name="T24" fmla="*/ 75 w 63"/>
                <a:gd name="T25" fmla="*/ 118 h 62"/>
                <a:gd name="T26" fmla="*/ 106 w 63"/>
                <a:gd name="T27" fmla="*/ 104 h 62"/>
                <a:gd name="T28" fmla="*/ 120 w 63"/>
                <a:gd name="T29" fmla="*/ 73 h 62"/>
                <a:gd name="T30" fmla="*/ 106 w 63"/>
                <a:gd name="T31" fmla="*/ 42 h 62"/>
                <a:gd name="T32" fmla="*/ 75 w 63"/>
                <a:gd name="T33" fmla="*/ 31 h 62"/>
                <a:gd name="T34" fmla="*/ 42 w 63"/>
                <a:gd name="T35" fmla="*/ 42 h 62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63" h="62">
                  <a:moveTo>
                    <a:pt x="9" y="53"/>
                  </a:moveTo>
                  <a:cubicBezTo>
                    <a:pt x="3" y="47"/>
                    <a:pt x="0" y="40"/>
                    <a:pt x="0" y="31"/>
                  </a:cubicBezTo>
                  <a:cubicBezTo>
                    <a:pt x="0" y="23"/>
                    <a:pt x="3" y="15"/>
                    <a:pt x="9" y="9"/>
                  </a:cubicBezTo>
                  <a:cubicBezTo>
                    <a:pt x="15" y="4"/>
                    <a:pt x="23" y="0"/>
                    <a:pt x="32" y="0"/>
                  </a:cubicBezTo>
                  <a:cubicBezTo>
                    <a:pt x="40" y="0"/>
                    <a:pt x="48" y="4"/>
                    <a:pt x="54" y="9"/>
                  </a:cubicBezTo>
                  <a:cubicBezTo>
                    <a:pt x="60" y="15"/>
                    <a:pt x="63" y="23"/>
                    <a:pt x="63" y="31"/>
                  </a:cubicBezTo>
                  <a:cubicBezTo>
                    <a:pt x="63" y="40"/>
                    <a:pt x="60" y="47"/>
                    <a:pt x="54" y="53"/>
                  </a:cubicBezTo>
                  <a:cubicBezTo>
                    <a:pt x="48" y="59"/>
                    <a:pt x="40" y="62"/>
                    <a:pt x="32" y="62"/>
                  </a:cubicBezTo>
                  <a:cubicBezTo>
                    <a:pt x="23" y="62"/>
                    <a:pt x="15" y="59"/>
                    <a:pt x="9" y="53"/>
                  </a:cubicBezTo>
                  <a:close/>
                  <a:moveTo>
                    <a:pt x="18" y="18"/>
                  </a:moveTo>
                  <a:cubicBezTo>
                    <a:pt x="14" y="22"/>
                    <a:pt x="12" y="26"/>
                    <a:pt x="12" y="31"/>
                  </a:cubicBezTo>
                  <a:cubicBezTo>
                    <a:pt x="12" y="36"/>
                    <a:pt x="14" y="41"/>
                    <a:pt x="18" y="44"/>
                  </a:cubicBezTo>
                  <a:cubicBezTo>
                    <a:pt x="22" y="48"/>
                    <a:pt x="27" y="50"/>
                    <a:pt x="32" y="50"/>
                  </a:cubicBezTo>
                  <a:cubicBezTo>
                    <a:pt x="37" y="50"/>
                    <a:pt x="42" y="48"/>
                    <a:pt x="45" y="44"/>
                  </a:cubicBezTo>
                  <a:cubicBezTo>
                    <a:pt x="49" y="41"/>
                    <a:pt x="51" y="36"/>
                    <a:pt x="51" y="31"/>
                  </a:cubicBezTo>
                  <a:cubicBezTo>
                    <a:pt x="51" y="26"/>
                    <a:pt x="49" y="22"/>
                    <a:pt x="45" y="18"/>
                  </a:cubicBezTo>
                  <a:cubicBezTo>
                    <a:pt x="42" y="15"/>
                    <a:pt x="37" y="13"/>
                    <a:pt x="32" y="13"/>
                  </a:cubicBezTo>
                  <a:cubicBezTo>
                    <a:pt x="27" y="13"/>
                    <a:pt x="22" y="15"/>
                    <a:pt x="18" y="1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83" name="Freeform 40992"/>
            <p:cNvSpPr>
              <a:spLocks/>
            </p:cNvSpPr>
            <p:nvPr/>
          </p:nvSpPr>
          <p:spPr bwMode="auto">
            <a:xfrm>
              <a:off x="1722" y="411"/>
              <a:ext cx="92" cy="92"/>
            </a:xfrm>
            <a:custGeom>
              <a:avLst/>
              <a:gdLst>
                <a:gd name="T0" fmla="*/ 85 w 39"/>
                <a:gd name="T1" fmla="*/ 85 h 39"/>
                <a:gd name="T2" fmla="*/ 85 w 39"/>
                <a:gd name="T3" fmla="*/ 83 h 39"/>
                <a:gd name="T4" fmla="*/ 85 w 39"/>
                <a:gd name="T5" fmla="*/ 57 h 39"/>
                <a:gd name="T6" fmla="*/ 26 w 39"/>
                <a:gd name="T7" fmla="*/ 0 h 39"/>
                <a:gd name="T8" fmla="*/ 0 w 39"/>
                <a:gd name="T9" fmla="*/ 26 h 39"/>
                <a:gd name="T10" fmla="*/ 59 w 39"/>
                <a:gd name="T11" fmla="*/ 85 h 39"/>
                <a:gd name="T12" fmla="*/ 85 w 39"/>
                <a:gd name="T13" fmla="*/ 85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39">
                  <a:moveTo>
                    <a:pt x="36" y="36"/>
                  </a:moveTo>
                  <a:cubicBezTo>
                    <a:pt x="36" y="35"/>
                    <a:pt x="36" y="35"/>
                    <a:pt x="36" y="35"/>
                  </a:cubicBezTo>
                  <a:cubicBezTo>
                    <a:pt x="39" y="32"/>
                    <a:pt x="39" y="27"/>
                    <a:pt x="36" y="24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8" y="39"/>
                    <a:pt x="33" y="39"/>
                    <a:pt x="36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</p:grpSp>
      <p:sp>
        <p:nvSpPr>
          <p:cNvPr id="189" name="文本占位符 188"/>
          <p:cNvSpPr>
            <a:spLocks noGrp="1"/>
          </p:cNvSpPr>
          <p:nvPr>
            <p:ph type="body" sz="quarter" idx="10" hasCustomPrompt="1"/>
          </p:nvPr>
        </p:nvSpPr>
        <p:spPr>
          <a:xfrm>
            <a:off x="431800" y="506627"/>
            <a:ext cx="2459215" cy="41549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100"/>
            </a:lvl1pPr>
          </a:lstStyle>
          <a:p>
            <a:pPr lvl="0"/>
            <a:r>
              <a:rPr lang="en-US" altLang="zh-CN" dirty="0"/>
              <a:t>YOUR LOGO</a:t>
            </a:r>
          </a:p>
        </p:txBody>
      </p:sp>
      <p:sp>
        <p:nvSpPr>
          <p:cNvPr id="190" name="文本占位符 188"/>
          <p:cNvSpPr>
            <a:spLocks noGrp="1"/>
          </p:cNvSpPr>
          <p:nvPr>
            <p:ph type="body" sz="quarter" idx="11" hasCustomPrompt="1"/>
          </p:nvPr>
        </p:nvSpPr>
        <p:spPr>
          <a:xfrm>
            <a:off x="431801" y="2278593"/>
            <a:ext cx="5818718" cy="6617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7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扁平商务</a:t>
            </a:r>
          </a:p>
        </p:txBody>
      </p:sp>
      <p:sp>
        <p:nvSpPr>
          <p:cNvPr id="191" name="文本占位符 188"/>
          <p:cNvSpPr>
            <a:spLocks noGrp="1"/>
          </p:cNvSpPr>
          <p:nvPr>
            <p:ph type="body" sz="quarter" idx="12" hasCustomPrompt="1"/>
          </p:nvPr>
        </p:nvSpPr>
        <p:spPr>
          <a:xfrm>
            <a:off x="431801" y="2849636"/>
            <a:ext cx="5818718" cy="90794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5300" b="1" i="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数据动态模板</a:t>
            </a:r>
          </a:p>
        </p:txBody>
      </p:sp>
      <p:sp>
        <p:nvSpPr>
          <p:cNvPr id="192" name="文本占位符 188"/>
          <p:cNvSpPr>
            <a:spLocks noGrp="1"/>
          </p:cNvSpPr>
          <p:nvPr>
            <p:ph type="body" sz="quarter" idx="13" hasCustomPrompt="1"/>
          </p:nvPr>
        </p:nvSpPr>
        <p:spPr>
          <a:xfrm>
            <a:off x="431801" y="3686897"/>
            <a:ext cx="5818718" cy="49244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00"/>
            </a:lvl1pPr>
          </a:lstStyle>
          <a:p>
            <a:pPr lvl="0"/>
            <a:r>
              <a:rPr lang="zh-CN" altLang="en-US" dirty="0"/>
              <a:t>适用于年终汇报、工作总结等</a:t>
            </a:r>
          </a:p>
        </p:txBody>
      </p:sp>
    </p:spTree>
    <p:extLst>
      <p:ext uri="{BB962C8B-B14F-4D97-AF65-F5344CB8AC3E}">
        <p14:creationId xmlns:p14="http://schemas.microsoft.com/office/powerpoint/2010/main" val="3478339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5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5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5000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8" presetClass="emp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21600000">
                                      <p:cBhvr>
                                        <p:cTn id="38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" presetID="8" presetClass="emph" presetSubtype="0" decel="50000" autoRev="1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animRot by="1500000">
                                      <p:cBhvr>
                                        <p:cTn id="40" dur="15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" presetID="23" presetClass="entr" presetSubtype="16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6" presetClass="emph" presetSubtype="0" autoRev="1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Scale>
                                      <p:cBhvr>
                                        <p:cTn id="46" dur="150" fill="hold"/>
                                        <p:tgtEl>
                                          <p:spTgt spid="29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47" presetID="23" presetClass="entr" presetSubtype="16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3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3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6" presetClass="emph" presetSubtype="0" autoRev="1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Scale>
                                      <p:cBhvr>
                                        <p:cTn id="52" dur="150" fill="hold"/>
                                        <p:tgtEl>
                                          <p:spTgt spid="141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23" presetClass="entr" presetSubtype="16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3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3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6" presetClass="emph" presetSubtype="0" autoRev="1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animScale>
                                      <p:cBhvr>
                                        <p:cTn id="58" dur="150" fill="hold"/>
                                        <p:tgtEl>
                                          <p:spTgt spid="13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23" presetClass="entr" presetSubtype="16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6" presetClass="emph" presetSubtype="0" autoRev="1" fill="hold" grpId="1" nodeType="withEffect">
                                  <p:stCondLst>
                                    <p:cond delay="1700"/>
                                  </p:stCondLst>
                                  <p:childTnLst>
                                    <p:animScale>
                                      <p:cBhvr>
                                        <p:cTn id="64" dur="150" fill="hold"/>
                                        <p:tgtEl>
                                          <p:spTgt spid="16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65" presetID="2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6" presetClass="emph" presetSubtype="0" autoRev="1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animScale>
                                      <p:cBhvr>
                                        <p:cTn id="70" dur="150" fill="hold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71" presetID="2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3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3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6" presetClass="emph" presetSubtype="0" autoRev="1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Scale>
                                      <p:cBhvr>
                                        <p:cTn id="76" dur="150" fill="hold"/>
                                        <p:tgtEl>
                                          <p:spTgt spid="179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0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 L 0.00017 0.83874 " pathEditMode="relative" ptsTypes="AA">
                                      <p:cBhvr>
                                        <p:cTn id="82" dur="500" spd="-1000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3" presetID="0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 L 0.00017 0.83874 " pathEditMode="relative" ptsTypes="AA">
                                      <p:cBhvr>
                                        <p:cTn id="84" dur="500" spd="-100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0" presetClass="path" presetSubtype="0" accel="50000" decel="5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1.94444E-6 -1.4118E-6 L -0.22691 0.692 " pathEditMode="relative" ptsTypes="AA">
                                      <p:cBhvr>
                                        <p:cTn id="88" dur="500" spd="-1000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副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16"/>
          <p:cNvGrpSpPr>
            <a:grpSpLocks/>
          </p:cNvGrpSpPr>
          <p:nvPr userDrawn="1"/>
        </p:nvGrpSpPr>
        <p:grpSpPr bwMode="auto">
          <a:xfrm>
            <a:off x="334434" y="3717925"/>
            <a:ext cx="1602317" cy="95251"/>
            <a:chOff x="4759" y="1740"/>
            <a:chExt cx="757" cy="45"/>
          </a:xfrm>
          <a:solidFill>
            <a:schemeClr val="accent1">
              <a:lumMod val="60000"/>
              <a:lumOff val="40000"/>
              <a:alpha val="37000"/>
            </a:schemeClr>
          </a:solidFill>
        </p:grpSpPr>
        <p:sp>
          <p:nvSpPr>
            <p:cNvPr id="3" name="Rectangle 217"/>
            <p:cNvSpPr>
              <a:spLocks noChangeArrowheads="1"/>
            </p:cNvSpPr>
            <p:nvPr/>
          </p:nvSpPr>
          <p:spPr bwMode="auto">
            <a:xfrm>
              <a:off x="5339" y="1740"/>
              <a:ext cx="177" cy="4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entury Gothic" panose="020F0502020204030204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4" name="Rectangle 218"/>
            <p:cNvSpPr>
              <a:spLocks noChangeArrowheads="1"/>
            </p:cNvSpPr>
            <p:nvPr/>
          </p:nvSpPr>
          <p:spPr bwMode="auto">
            <a:xfrm>
              <a:off x="4759" y="1740"/>
              <a:ext cx="522" cy="4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entury Gothic" panose="020F0502020204030204"/>
                <a:ea typeface="微软雅黑"/>
                <a:cs typeface="+mn-ea"/>
                <a:sym typeface="+mn-lt"/>
              </a:endParaRPr>
            </a:p>
          </p:txBody>
        </p:sp>
      </p:grpSp>
      <p:grpSp>
        <p:nvGrpSpPr>
          <p:cNvPr id="5" name="Group 203"/>
          <p:cNvGrpSpPr>
            <a:grpSpLocks/>
          </p:cNvGrpSpPr>
          <p:nvPr userDrawn="1"/>
        </p:nvGrpSpPr>
        <p:grpSpPr bwMode="auto">
          <a:xfrm>
            <a:off x="5293785" y="4196293"/>
            <a:ext cx="1602316" cy="99484"/>
            <a:chOff x="4477" y="2290"/>
            <a:chExt cx="757" cy="47"/>
          </a:xfrm>
          <a:solidFill>
            <a:schemeClr val="accent1">
              <a:lumMod val="60000"/>
              <a:lumOff val="40000"/>
              <a:alpha val="37000"/>
            </a:schemeClr>
          </a:solidFill>
        </p:grpSpPr>
        <p:sp>
          <p:nvSpPr>
            <p:cNvPr id="6" name="Rectangle 204"/>
            <p:cNvSpPr>
              <a:spLocks noChangeArrowheads="1"/>
            </p:cNvSpPr>
            <p:nvPr/>
          </p:nvSpPr>
          <p:spPr bwMode="auto">
            <a:xfrm>
              <a:off x="4477" y="2290"/>
              <a:ext cx="176" cy="4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entury Gothic" panose="020F0502020204030204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7" name="Rectangle 205"/>
            <p:cNvSpPr>
              <a:spLocks noChangeArrowheads="1"/>
            </p:cNvSpPr>
            <p:nvPr/>
          </p:nvSpPr>
          <p:spPr bwMode="auto">
            <a:xfrm>
              <a:off x="4710" y="2290"/>
              <a:ext cx="524" cy="4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entury Gothic" panose="020F0502020204030204"/>
                <a:ea typeface="微软雅黑"/>
                <a:cs typeface="+mn-ea"/>
                <a:sym typeface="+mn-lt"/>
              </a:endParaRPr>
            </a:p>
          </p:txBody>
        </p:sp>
      </p:grpSp>
      <p:grpSp>
        <p:nvGrpSpPr>
          <p:cNvPr id="8" name="Group 206"/>
          <p:cNvGrpSpPr>
            <a:grpSpLocks/>
          </p:cNvGrpSpPr>
          <p:nvPr userDrawn="1"/>
        </p:nvGrpSpPr>
        <p:grpSpPr bwMode="auto">
          <a:xfrm>
            <a:off x="3464985" y="3233209"/>
            <a:ext cx="1602316" cy="99483"/>
            <a:chOff x="3596" y="2055"/>
            <a:chExt cx="757" cy="47"/>
          </a:xfrm>
          <a:solidFill>
            <a:schemeClr val="accent1">
              <a:lumMod val="60000"/>
              <a:lumOff val="40000"/>
              <a:alpha val="37000"/>
            </a:schemeClr>
          </a:solidFill>
        </p:grpSpPr>
        <p:sp>
          <p:nvSpPr>
            <p:cNvPr id="9" name="Rectangle 207"/>
            <p:cNvSpPr>
              <a:spLocks noChangeArrowheads="1"/>
            </p:cNvSpPr>
            <p:nvPr/>
          </p:nvSpPr>
          <p:spPr bwMode="auto">
            <a:xfrm>
              <a:off x="4178" y="2055"/>
              <a:ext cx="175" cy="4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entury Gothic" panose="020F0502020204030204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0" name="Rectangle 208"/>
            <p:cNvSpPr>
              <a:spLocks noChangeArrowheads="1"/>
            </p:cNvSpPr>
            <p:nvPr/>
          </p:nvSpPr>
          <p:spPr bwMode="auto">
            <a:xfrm>
              <a:off x="3596" y="2055"/>
              <a:ext cx="524" cy="4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entury Gothic" panose="020F0502020204030204"/>
                <a:ea typeface="微软雅黑"/>
                <a:cs typeface="+mn-ea"/>
                <a:sym typeface="+mn-lt"/>
              </a:endParaRPr>
            </a:p>
          </p:txBody>
        </p:sp>
      </p:grpSp>
      <p:grpSp>
        <p:nvGrpSpPr>
          <p:cNvPr id="11" name="Group 209"/>
          <p:cNvGrpSpPr>
            <a:grpSpLocks/>
          </p:cNvGrpSpPr>
          <p:nvPr userDrawn="1"/>
        </p:nvGrpSpPr>
        <p:grpSpPr bwMode="auto">
          <a:xfrm>
            <a:off x="8688918" y="3089276"/>
            <a:ext cx="1606549" cy="99483"/>
            <a:chOff x="4886" y="1938"/>
            <a:chExt cx="759" cy="47"/>
          </a:xfrm>
          <a:solidFill>
            <a:schemeClr val="accent1">
              <a:lumMod val="60000"/>
              <a:lumOff val="40000"/>
              <a:alpha val="37000"/>
            </a:schemeClr>
          </a:solidFill>
        </p:grpSpPr>
        <p:sp>
          <p:nvSpPr>
            <p:cNvPr id="12" name="Rectangle 210"/>
            <p:cNvSpPr>
              <a:spLocks noChangeArrowheads="1"/>
            </p:cNvSpPr>
            <p:nvPr/>
          </p:nvSpPr>
          <p:spPr bwMode="auto">
            <a:xfrm>
              <a:off x="5468" y="1938"/>
              <a:ext cx="177" cy="4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entury Gothic" panose="020F0502020204030204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3" name="Rectangle 211"/>
            <p:cNvSpPr>
              <a:spLocks noChangeArrowheads="1"/>
            </p:cNvSpPr>
            <p:nvPr/>
          </p:nvSpPr>
          <p:spPr bwMode="auto">
            <a:xfrm>
              <a:off x="4886" y="1938"/>
              <a:ext cx="524" cy="4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entury Gothic" panose="020F0502020204030204"/>
                <a:ea typeface="微软雅黑"/>
                <a:cs typeface="+mn-ea"/>
                <a:sym typeface="+mn-lt"/>
              </a:endParaRPr>
            </a:p>
          </p:txBody>
        </p:sp>
      </p:grpSp>
      <p:grpSp>
        <p:nvGrpSpPr>
          <p:cNvPr id="14" name="Group 212"/>
          <p:cNvGrpSpPr>
            <a:grpSpLocks/>
          </p:cNvGrpSpPr>
          <p:nvPr userDrawn="1"/>
        </p:nvGrpSpPr>
        <p:grpSpPr bwMode="auto">
          <a:xfrm>
            <a:off x="6479118" y="2564344"/>
            <a:ext cx="1602316" cy="95249"/>
            <a:chOff x="4759" y="1740"/>
            <a:chExt cx="757" cy="45"/>
          </a:xfrm>
          <a:solidFill>
            <a:schemeClr val="accent1">
              <a:lumMod val="60000"/>
              <a:lumOff val="40000"/>
              <a:alpha val="37000"/>
            </a:schemeClr>
          </a:solidFill>
        </p:grpSpPr>
        <p:sp>
          <p:nvSpPr>
            <p:cNvPr id="15" name="Rectangle 213"/>
            <p:cNvSpPr>
              <a:spLocks noChangeArrowheads="1"/>
            </p:cNvSpPr>
            <p:nvPr/>
          </p:nvSpPr>
          <p:spPr bwMode="auto">
            <a:xfrm>
              <a:off x="5339" y="1740"/>
              <a:ext cx="177" cy="4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entury Gothic" panose="020F0502020204030204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6" name="Rectangle 214"/>
            <p:cNvSpPr>
              <a:spLocks noChangeArrowheads="1"/>
            </p:cNvSpPr>
            <p:nvPr/>
          </p:nvSpPr>
          <p:spPr bwMode="auto">
            <a:xfrm>
              <a:off x="4759" y="1740"/>
              <a:ext cx="522" cy="4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Century Gothic" panose="020F0502020204030204"/>
                <a:ea typeface="微软雅黑"/>
                <a:cs typeface="+mn-ea"/>
                <a:sym typeface="+mn-lt"/>
              </a:endParaRPr>
            </a:p>
          </p:txBody>
        </p:sp>
      </p:grpSp>
      <p:grpSp>
        <p:nvGrpSpPr>
          <p:cNvPr id="17" name="Group 200"/>
          <p:cNvGrpSpPr>
            <a:grpSpLocks/>
          </p:cNvGrpSpPr>
          <p:nvPr userDrawn="1"/>
        </p:nvGrpSpPr>
        <p:grpSpPr bwMode="auto">
          <a:xfrm rot="10800000">
            <a:off x="1049867" y="2924177"/>
            <a:ext cx="2887133" cy="1443567"/>
            <a:chOff x="1837" y="302"/>
            <a:chExt cx="1364" cy="682"/>
          </a:xfrm>
        </p:grpSpPr>
        <p:sp>
          <p:nvSpPr>
            <p:cNvPr id="18" name="Freeform 14"/>
            <p:cNvSpPr>
              <a:spLocks/>
            </p:cNvSpPr>
            <p:nvPr/>
          </p:nvSpPr>
          <p:spPr bwMode="auto">
            <a:xfrm>
              <a:off x="1839" y="302"/>
              <a:ext cx="1360" cy="71"/>
            </a:xfrm>
            <a:custGeom>
              <a:avLst/>
              <a:gdLst>
                <a:gd name="T0" fmla="*/ 1360 w 686"/>
                <a:gd name="T1" fmla="*/ 71 h 36"/>
                <a:gd name="T2" fmla="*/ 0 w 686"/>
                <a:gd name="T3" fmla="*/ 61 h 36"/>
                <a:gd name="T4" fmla="*/ 61 w 686"/>
                <a:gd name="T5" fmla="*/ 0 h 36"/>
                <a:gd name="T6" fmla="*/ 1299 w 686"/>
                <a:gd name="T7" fmla="*/ 10 h 36"/>
                <a:gd name="T8" fmla="*/ 1360 w 686"/>
                <a:gd name="T9" fmla="*/ 71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6" h="36">
                  <a:moveTo>
                    <a:pt x="686" y="36"/>
                  </a:moveTo>
                  <a:cubicBezTo>
                    <a:pt x="0" y="31"/>
                    <a:pt x="0" y="31"/>
                    <a:pt x="0" y="31"/>
                  </a:cubicBezTo>
                  <a:cubicBezTo>
                    <a:pt x="0" y="13"/>
                    <a:pt x="14" y="0"/>
                    <a:pt x="31" y="0"/>
                  </a:cubicBezTo>
                  <a:cubicBezTo>
                    <a:pt x="655" y="5"/>
                    <a:pt x="655" y="5"/>
                    <a:pt x="655" y="5"/>
                  </a:cubicBezTo>
                  <a:cubicBezTo>
                    <a:pt x="672" y="5"/>
                    <a:pt x="686" y="19"/>
                    <a:pt x="686" y="3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19" name="Freeform 15"/>
            <p:cNvSpPr>
              <a:spLocks/>
            </p:cNvSpPr>
            <p:nvPr/>
          </p:nvSpPr>
          <p:spPr bwMode="auto">
            <a:xfrm>
              <a:off x="1920" y="363"/>
              <a:ext cx="1192" cy="621"/>
            </a:xfrm>
            <a:custGeom>
              <a:avLst/>
              <a:gdLst>
                <a:gd name="T0" fmla="*/ 1148 w 601"/>
                <a:gd name="T1" fmla="*/ 621 h 313"/>
                <a:gd name="T2" fmla="*/ 38 w 601"/>
                <a:gd name="T3" fmla="*/ 611 h 313"/>
                <a:gd name="T4" fmla="*/ 0 w 601"/>
                <a:gd name="T5" fmla="*/ 573 h 313"/>
                <a:gd name="T6" fmla="*/ 4 w 601"/>
                <a:gd name="T7" fmla="*/ 0 h 313"/>
                <a:gd name="T8" fmla="*/ 1192 w 601"/>
                <a:gd name="T9" fmla="*/ 10 h 313"/>
                <a:gd name="T10" fmla="*/ 1188 w 601"/>
                <a:gd name="T11" fmla="*/ 583 h 313"/>
                <a:gd name="T12" fmla="*/ 1148 w 601"/>
                <a:gd name="T13" fmla="*/ 621 h 3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1" h="313">
                  <a:moveTo>
                    <a:pt x="579" y="313"/>
                  </a:moveTo>
                  <a:cubicBezTo>
                    <a:pt x="19" y="308"/>
                    <a:pt x="19" y="308"/>
                    <a:pt x="19" y="308"/>
                  </a:cubicBezTo>
                  <a:cubicBezTo>
                    <a:pt x="8" y="308"/>
                    <a:pt x="0" y="299"/>
                    <a:pt x="0" y="289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601" y="5"/>
                    <a:pt x="601" y="5"/>
                    <a:pt x="601" y="5"/>
                  </a:cubicBezTo>
                  <a:cubicBezTo>
                    <a:pt x="599" y="294"/>
                    <a:pt x="599" y="294"/>
                    <a:pt x="599" y="294"/>
                  </a:cubicBezTo>
                  <a:cubicBezTo>
                    <a:pt x="599" y="304"/>
                    <a:pt x="590" y="313"/>
                    <a:pt x="579" y="31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20" name="Freeform 16"/>
            <p:cNvSpPr>
              <a:spLocks/>
            </p:cNvSpPr>
            <p:nvPr/>
          </p:nvSpPr>
          <p:spPr bwMode="auto">
            <a:xfrm>
              <a:off x="1900" y="340"/>
              <a:ext cx="1192" cy="620"/>
            </a:xfrm>
            <a:custGeom>
              <a:avLst/>
              <a:gdLst>
                <a:gd name="T0" fmla="*/ 1148 w 601"/>
                <a:gd name="T1" fmla="*/ 620 h 313"/>
                <a:gd name="T2" fmla="*/ 38 w 601"/>
                <a:gd name="T3" fmla="*/ 610 h 313"/>
                <a:gd name="T4" fmla="*/ 0 w 601"/>
                <a:gd name="T5" fmla="*/ 570 h 313"/>
                <a:gd name="T6" fmla="*/ 4 w 601"/>
                <a:gd name="T7" fmla="*/ 0 h 313"/>
                <a:gd name="T8" fmla="*/ 1192 w 601"/>
                <a:gd name="T9" fmla="*/ 10 h 313"/>
                <a:gd name="T10" fmla="*/ 1188 w 601"/>
                <a:gd name="T11" fmla="*/ 580 h 313"/>
                <a:gd name="T12" fmla="*/ 1148 w 601"/>
                <a:gd name="T13" fmla="*/ 620 h 3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1" h="313">
                  <a:moveTo>
                    <a:pt x="579" y="313"/>
                  </a:moveTo>
                  <a:cubicBezTo>
                    <a:pt x="19" y="308"/>
                    <a:pt x="19" y="308"/>
                    <a:pt x="19" y="308"/>
                  </a:cubicBezTo>
                  <a:cubicBezTo>
                    <a:pt x="8" y="308"/>
                    <a:pt x="0" y="299"/>
                    <a:pt x="0" y="288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601" y="5"/>
                    <a:pt x="601" y="5"/>
                    <a:pt x="601" y="5"/>
                  </a:cubicBezTo>
                  <a:cubicBezTo>
                    <a:pt x="599" y="293"/>
                    <a:pt x="599" y="293"/>
                    <a:pt x="599" y="293"/>
                  </a:cubicBezTo>
                  <a:cubicBezTo>
                    <a:pt x="599" y="304"/>
                    <a:pt x="590" y="313"/>
                    <a:pt x="579" y="313"/>
                  </a:cubicBezTo>
                </a:path>
              </a:pathLst>
            </a:custGeom>
            <a:solidFill>
              <a:srgbClr val="F5EB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21" name="Freeform 17"/>
            <p:cNvSpPr>
              <a:spLocks/>
            </p:cNvSpPr>
            <p:nvPr/>
          </p:nvSpPr>
          <p:spPr bwMode="auto">
            <a:xfrm>
              <a:off x="1924" y="361"/>
              <a:ext cx="1188" cy="14"/>
            </a:xfrm>
            <a:custGeom>
              <a:avLst/>
              <a:gdLst>
                <a:gd name="T0" fmla="*/ 0 w 1188"/>
                <a:gd name="T1" fmla="*/ 2 h 14"/>
                <a:gd name="T2" fmla="*/ 0 w 1188"/>
                <a:gd name="T3" fmla="*/ 4 h 14"/>
                <a:gd name="T4" fmla="*/ 1188 w 1188"/>
                <a:gd name="T5" fmla="*/ 14 h 14"/>
                <a:gd name="T6" fmla="*/ 1188 w 1188"/>
                <a:gd name="T7" fmla="*/ 10 h 14"/>
                <a:gd name="T8" fmla="*/ 0 w 1188"/>
                <a:gd name="T9" fmla="*/ 0 h 14"/>
                <a:gd name="T10" fmla="*/ 0 w 1188"/>
                <a:gd name="T11" fmla="*/ 4 h 14"/>
                <a:gd name="T12" fmla="*/ 0 w 1188"/>
                <a:gd name="T13" fmla="*/ 2 h 14"/>
                <a:gd name="T14" fmla="*/ 0 w 1188"/>
                <a:gd name="T15" fmla="*/ 4 h 14"/>
                <a:gd name="T16" fmla="*/ 1188 w 1188"/>
                <a:gd name="T17" fmla="*/ 14 h 14"/>
                <a:gd name="T18" fmla="*/ 1188 w 1188"/>
                <a:gd name="T19" fmla="*/ 10 h 14"/>
                <a:gd name="T20" fmla="*/ 0 w 1188"/>
                <a:gd name="T21" fmla="*/ 0 h 14"/>
                <a:gd name="T22" fmla="*/ 0 w 1188"/>
                <a:gd name="T23" fmla="*/ 4 h 14"/>
                <a:gd name="T24" fmla="*/ 0 w 1188"/>
                <a:gd name="T25" fmla="*/ 2 h 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188" h="14">
                  <a:moveTo>
                    <a:pt x="0" y="2"/>
                  </a:moveTo>
                  <a:lnTo>
                    <a:pt x="0" y="4"/>
                  </a:lnTo>
                  <a:lnTo>
                    <a:pt x="1188" y="14"/>
                  </a:lnTo>
                  <a:lnTo>
                    <a:pt x="1188" y="1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2"/>
                  </a:lnTo>
                  <a:lnTo>
                    <a:pt x="0" y="4"/>
                  </a:lnTo>
                  <a:lnTo>
                    <a:pt x="1188" y="14"/>
                  </a:lnTo>
                  <a:lnTo>
                    <a:pt x="1188" y="1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A1A1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22" name="Freeform 18"/>
            <p:cNvSpPr>
              <a:spLocks/>
            </p:cNvSpPr>
            <p:nvPr/>
          </p:nvSpPr>
          <p:spPr bwMode="auto">
            <a:xfrm>
              <a:off x="1924" y="361"/>
              <a:ext cx="1188" cy="14"/>
            </a:xfrm>
            <a:custGeom>
              <a:avLst/>
              <a:gdLst>
                <a:gd name="T0" fmla="*/ 0 w 1188"/>
                <a:gd name="T1" fmla="*/ 2 h 14"/>
                <a:gd name="T2" fmla="*/ 0 w 1188"/>
                <a:gd name="T3" fmla="*/ 4 h 14"/>
                <a:gd name="T4" fmla="*/ 1188 w 1188"/>
                <a:gd name="T5" fmla="*/ 14 h 14"/>
                <a:gd name="T6" fmla="*/ 1188 w 1188"/>
                <a:gd name="T7" fmla="*/ 10 h 14"/>
                <a:gd name="T8" fmla="*/ 0 w 1188"/>
                <a:gd name="T9" fmla="*/ 0 h 14"/>
                <a:gd name="T10" fmla="*/ 0 w 1188"/>
                <a:gd name="T11" fmla="*/ 4 h 14"/>
                <a:gd name="T12" fmla="*/ 0 w 1188"/>
                <a:gd name="T13" fmla="*/ 2 h 14"/>
                <a:gd name="T14" fmla="*/ 0 w 1188"/>
                <a:gd name="T15" fmla="*/ 4 h 14"/>
                <a:gd name="T16" fmla="*/ 1188 w 1188"/>
                <a:gd name="T17" fmla="*/ 14 h 14"/>
                <a:gd name="T18" fmla="*/ 1188 w 1188"/>
                <a:gd name="T19" fmla="*/ 10 h 14"/>
                <a:gd name="T20" fmla="*/ 0 w 1188"/>
                <a:gd name="T21" fmla="*/ 0 h 14"/>
                <a:gd name="T22" fmla="*/ 0 w 1188"/>
                <a:gd name="T23" fmla="*/ 4 h 14"/>
                <a:gd name="T24" fmla="*/ 0 w 1188"/>
                <a:gd name="T25" fmla="*/ 2 h 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188" h="14">
                  <a:moveTo>
                    <a:pt x="0" y="2"/>
                  </a:moveTo>
                  <a:lnTo>
                    <a:pt x="0" y="4"/>
                  </a:lnTo>
                  <a:lnTo>
                    <a:pt x="1188" y="14"/>
                  </a:lnTo>
                  <a:lnTo>
                    <a:pt x="1188" y="1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2"/>
                  </a:lnTo>
                  <a:lnTo>
                    <a:pt x="0" y="4"/>
                  </a:lnTo>
                  <a:lnTo>
                    <a:pt x="1188" y="14"/>
                  </a:lnTo>
                  <a:lnTo>
                    <a:pt x="1188" y="1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23" name="Freeform 19"/>
            <p:cNvSpPr>
              <a:spLocks noEditPoints="1"/>
            </p:cNvSpPr>
            <p:nvPr/>
          </p:nvSpPr>
          <p:spPr bwMode="auto">
            <a:xfrm>
              <a:off x="1837" y="348"/>
              <a:ext cx="1364" cy="27"/>
            </a:xfrm>
            <a:custGeom>
              <a:avLst/>
              <a:gdLst>
                <a:gd name="T0" fmla="*/ 0 w 688"/>
                <a:gd name="T1" fmla="*/ 15 h 14"/>
                <a:gd name="T2" fmla="*/ 0 w 688"/>
                <a:gd name="T3" fmla="*/ 15 h 14"/>
                <a:gd name="T4" fmla="*/ 0 w 688"/>
                <a:gd name="T5" fmla="*/ 15 h 14"/>
                <a:gd name="T6" fmla="*/ 0 w 688"/>
                <a:gd name="T7" fmla="*/ 15 h 14"/>
                <a:gd name="T8" fmla="*/ 1360 w 688"/>
                <a:gd name="T9" fmla="*/ 10 h 14"/>
                <a:gd name="T10" fmla="*/ 1362 w 688"/>
                <a:gd name="T11" fmla="*/ 25 h 14"/>
                <a:gd name="T12" fmla="*/ 1275 w 688"/>
                <a:gd name="T13" fmla="*/ 25 h 14"/>
                <a:gd name="T14" fmla="*/ 1275 w 688"/>
                <a:gd name="T15" fmla="*/ 25 h 14"/>
                <a:gd name="T16" fmla="*/ 1275 w 688"/>
                <a:gd name="T17" fmla="*/ 27 h 14"/>
                <a:gd name="T18" fmla="*/ 1275 w 688"/>
                <a:gd name="T19" fmla="*/ 27 h 14"/>
                <a:gd name="T20" fmla="*/ 1364 w 688"/>
                <a:gd name="T21" fmla="*/ 27 h 14"/>
                <a:gd name="T22" fmla="*/ 1364 w 688"/>
                <a:gd name="T23" fmla="*/ 10 h 14"/>
                <a:gd name="T24" fmla="*/ 1360 w 688"/>
                <a:gd name="T25" fmla="*/ 10 h 14"/>
                <a:gd name="T26" fmla="*/ 0 w 688"/>
                <a:gd name="T27" fmla="*/ 8 h 14"/>
                <a:gd name="T28" fmla="*/ 0 w 688"/>
                <a:gd name="T29" fmla="*/ 15 h 14"/>
                <a:gd name="T30" fmla="*/ 0 w 688"/>
                <a:gd name="T31" fmla="*/ 8 h 14"/>
                <a:gd name="T32" fmla="*/ 0 w 688"/>
                <a:gd name="T33" fmla="*/ 8 h 14"/>
                <a:gd name="T34" fmla="*/ 0 w 688"/>
                <a:gd name="T35" fmla="*/ 8 h 14"/>
                <a:gd name="T36" fmla="*/ 0 w 688"/>
                <a:gd name="T37" fmla="*/ 8 h 14"/>
                <a:gd name="T38" fmla="*/ 0 w 688"/>
                <a:gd name="T39" fmla="*/ 15 h 14"/>
                <a:gd name="T40" fmla="*/ 0 w 688"/>
                <a:gd name="T41" fmla="*/ 8 h 14"/>
                <a:gd name="T42" fmla="*/ 0 w 688"/>
                <a:gd name="T43" fmla="*/ 0 h 14"/>
                <a:gd name="T44" fmla="*/ 0 w 688"/>
                <a:gd name="T45" fmla="*/ 15 h 14"/>
                <a:gd name="T46" fmla="*/ 87 w 688"/>
                <a:gd name="T47" fmla="*/ 17 h 14"/>
                <a:gd name="T48" fmla="*/ 87 w 688"/>
                <a:gd name="T49" fmla="*/ 15 h 14"/>
                <a:gd name="T50" fmla="*/ 87 w 688"/>
                <a:gd name="T51" fmla="*/ 15 h 14"/>
                <a:gd name="T52" fmla="*/ 2 w 688"/>
                <a:gd name="T53" fmla="*/ 15 h 14"/>
                <a:gd name="T54" fmla="*/ 4 w 688"/>
                <a:gd name="T55" fmla="*/ 0 h 14"/>
                <a:gd name="T56" fmla="*/ 0 w 688"/>
                <a:gd name="T57" fmla="*/ 0 h 14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688" h="14">
                  <a:moveTo>
                    <a:pt x="0" y="8"/>
                  </a:moveTo>
                  <a:cubicBezTo>
                    <a:pt x="0" y="8"/>
                    <a:pt x="0" y="8"/>
                    <a:pt x="0" y="8"/>
                  </a:cubicBezTo>
                  <a:moveTo>
                    <a:pt x="0" y="8"/>
                  </a:moveTo>
                  <a:cubicBezTo>
                    <a:pt x="0" y="8"/>
                    <a:pt x="0" y="8"/>
                    <a:pt x="0" y="8"/>
                  </a:cubicBezTo>
                  <a:moveTo>
                    <a:pt x="686" y="5"/>
                  </a:moveTo>
                  <a:cubicBezTo>
                    <a:pt x="686" y="8"/>
                    <a:pt x="687" y="10"/>
                    <a:pt x="687" y="13"/>
                  </a:cubicBezTo>
                  <a:cubicBezTo>
                    <a:pt x="643" y="13"/>
                    <a:pt x="643" y="13"/>
                    <a:pt x="643" y="13"/>
                  </a:cubicBezTo>
                  <a:cubicBezTo>
                    <a:pt x="643" y="13"/>
                    <a:pt x="643" y="13"/>
                    <a:pt x="643" y="13"/>
                  </a:cubicBezTo>
                  <a:cubicBezTo>
                    <a:pt x="643" y="14"/>
                    <a:pt x="643" y="14"/>
                    <a:pt x="643" y="14"/>
                  </a:cubicBezTo>
                  <a:cubicBezTo>
                    <a:pt x="643" y="14"/>
                    <a:pt x="643" y="14"/>
                    <a:pt x="643" y="14"/>
                  </a:cubicBezTo>
                  <a:cubicBezTo>
                    <a:pt x="688" y="14"/>
                    <a:pt x="688" y="14"/>
                    <a:pt x="688" y="14"/>
                  </a:cubicBezTo>
                  <a:cubicBezTo>
                    <a:pt x="688" y="5"/>
                    <a:pt x="688" y="5"/>
                    <a:pt x="688" y="5"/>
                  </a:cubicBezTo>
                  <a:cubicBezTo>
                    <a:pt x="686" y="5"/>
                    <a:pt x="686" y="5"/>
                    <a:pt x="686" y="5"/>
                  </a:cubicBezTo>
                  <a:moveTo>
                    <a:pt x="0" y="4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0" y="4"/>
                    <a:pt x="0" y="4"/>
                  </a:cubicBezTo>
                  <a:moveTo>
                    <a:pt x="0" y="4"/>
                  </a:moveTo>
                  <a:cubicBezTo>
                    <a:pt x="0" y="4"/>
                    <a:pt x="0" y="4"/>
                    <a:pt x="0" y="4"/>
                  </a:cubicBezTo>
                  <a:moveTo>
                    <a:pt x="0" y="4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0" y="4"/>
                    <a:pt x="0" y="4"/>
                  </a:cubicBezTo>
                  <a:moveTo>
                    <a:pt x="0" y="0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44" y="9"/>
                    <a:pt x="44" y="9"/>
                    <a:pt x="44" y="9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5"/>
                    <a:pt x="1" y="2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D0D0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24" name="Freeform 20"/>
            <p:cNvSpPr>
              <a:spLocks/>
            </p:cNvSpPr>
            <p:nvPr/>
          </p:nvSpPr>
          <p:spPr bwMode="auto">
            <a:xfrm>
              <a:off x="1839" y="348"/>
              <a:ext cx="1360" cy="25"/>
            </a:xfrm>
            <a:custGeom>
              <a:avLst/>
              <a:gdLst>
                <a:gd name="T0" fmla="*/ 2 w 686"/>
                <a:gd name="T1" fmla="*/ 0 h 13"/>
                <a:gd name="T2" fmla="*/ 0 w 686"/>
                <a:gd name="T3" fmla="*/ 15 h 13"/>
                <a:gd name="T4" fmla="*/ 85 w 686"/>
                <a:gd name="T5" fmla="*/ 15 h 13"/>
                <a:gd name="T6" fmla="*/ 85 w 686"/>
                <a:gd name="T7" fmla="*/ 13 h 13"/>
                <a:gd name="T8" fmla="*/ 1273 w 686"/>
                <a:gd name="T9" fmla="*/ 23 h 13"/>
                <a:gd name="T10" fmla="*/ 1273 w 686"/>
                <a:gd name="T11" fmla="*/ 25 h 13"/>
                <a:gd name="T12" fmla="*/ 1360 w 686"/>
                <a:gd name="T13" fmla="*/ 25 h 13"/>
                <a:gd name="T14" fmla="*/ 1358 w 686"/>
                <a:gd name="T15" fmla="*/ 10 h 13"/>
                <a:gd name="T16" fmla="*/ 2 w 686"/>
                <a:gd name="T17" fmla="*/ 0 h 1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86" h="13">
                  <a:moveTo>
                    <a:pt x="1" y="0"/>
                  </a:moveTo>
                  <a:cubicBezTo>
                    <a:pt x="0" y="2"/>
                    <a:pt x="0" y="5"/>
                    <a:pt x="0" y="8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642" y="12"/>
                    <a:pt x="642" y="12"/>
                    <a:pt x="642" y="12"/>
                  </a:cubicBezTo>
                  <a:cubicBezTo>
                    <a:pt x="642" y="13"/>
                    <a:pt x="642" y="13"/>
                    <a:pt x="642" y="13"/>
                  </a:cubicBezTo>
                  <a:cubicBezTo>
                    <a:pt x="686" y="13"/>
                    <a:pt x="686" y="13"/>
                    <a:pt x="686" y="13"/>
                  </a:cubicBezTo>
                  <a:cubicBezTo>
                    <a:pt x="686" y="10"/>
                    <a:pt x="685" y="8"/>
                    <a:pt x="685" y="5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D0D0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25" name="Freeform 21"/>
            <p:cNvSpPr>
              <a:spLocks noEditPoints="1"/>
            </p:cNvSpPr>
            <p:nvPr/>
          </p:nvSpPr>
          <p:spPr bwMode="auto">
            <a:xfrm>
              <a:off x="3092" y="373"/>
              <a:ext cx="20" cy="2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2 h 2"/>
                <a:gd name="T6" fmla="*/ 20 w 20"/>
                <a:gd name="T7" fmla="*/ 2 h 2"/>
                <a:gd name="T8" fmla="*/ 0 w 20"/>
                <a:gd name="T9" fmla="*/ 2 h 2"/>
                <a:gd name="T10" fmla="*/ 20 w 20"/>
                <a:gd name="T11" fmla="*/ 0 h 2"/>
                <a:gd name="T12" fmla="*/ 20 w 20"/>
                <a:gd name="T13" fmla="*/ 0 h 2"/>
                <a:gd name="T14" fmla="*/ 20 w 20"/>
                <a:gd name="T15" fmla="*/ 0 h 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2"/>
                  </a:lnTo>
                  <a:lnTo>
                    <a:pt x="0" y="2"/>
                  </a:lnTo>
                  <a:close/>
                  <a:moveTo>
                    <a:pt x="20" y="0"/>
                  </a:moveTo>
                  <a:lnTo>
                    <a:pt x="20" y="0"/>
                  </a:lnTo>
                  <a:close/>
                </a:path>
              </a:pathLst>
            </a:custGeom>
            <a:solidFill>
              <a:srgbClr val="D0D0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26" name="Freeform 22"/>
            <p:cNvSpPr>
              <a:spLocks noEditPoints="1"/>
            </p:cNvSpPr>
            <p:nvPr/>
          </p:nvSpPr>
          <p:spPr bwMode="auto">
            <a:xfrm>
              <a:off x="3092" y="373"/>
              <a:ext cx="20" cy="2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2 h 2"/>
                <a:gd name="T6" fmla="*/ 20 w 20"/>
                <a:gd name="T7" fmla="*/ 2 h 2"/>
                <a:gd name="T8" fmla="*/ 0 w 20"/>
                <a:gd name="T9" fmla="*/ 2 h 2"/>
                <a:gd name="T10" fmla="*/ 20 w 20"/>
                <a:gd name="T11" fmla="*/ 0 h 2"/>
                <a:gd name="T12" fmla="*/ 20 w 20"/>
                <a:gd name="T13" fmla="*/ 0 h 2"/>
                <a:gd name="T14" fmla="*/ 20 w 20"/>
                <a:gd name="T15" fmla="*/ 0 h 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2"/>
                  </a:lnTo>
                  <a:lnTo>
                    <a:pt x="0" y="2"/>
                  </a:lnTo>
                  <a:moveTo>
                    <a:pt x="20" y="0"/>
                  </a:moveTo>
                  <a:lnTo>
                    <a:pt x="2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27" name="Freeform 23"/>
            <p:cNvSpPr>
              <a:spLocks noEditPoints="1"/>
            </p:cNvSpPr>
            <p:nvPr/>
          </p:nvSpPr>
          <p:spPr bwMode="auto">
            <a:xfrm>
              <a:off x="1924" y="363"/>
              <a:ext cx="1168" cy="12"/>
            </a:xfrm>
            <a:custGeom>
              <a:avLst/>
              <a:gdLst>
                <a:gd name="T0" fmla="*/ 527 w 1168"/>
                <a:gd name="T1" fmla="*/ 6 h 12"/>
                <a:gd name="T2" fmla="*/ 1168 w 1168"/>
                <a:gd name="T3" fmla="*/ 12 h 12"/>
                <a:gd name="T4" fmla="*/ 1168 w 1168"/>
                <a:gd name="T5" fmla="*/ 12 h 12"/>
                <a:gd name="T6" fmla="*/ 527 w 1168"/>
                <a:gd name="T7" fmla="*/ 6 h 12"/>
                <a:gd name="T8" fmla="*/ 0 w 1168"/>
                <a:gd name="T9" fmla="*/ 0 h 12"/>
                <a:gd name="T10" fmla="*/ 0 w 1168"/>
                <a:gd name="T11" fmla="*/ 2 h 12"/>
                <a:gd name="T12" fmla="*/ 0 w 1168"/>
                <a:gd name="T13" fmla="*/ 2 h 12"/>
                <a:gd name="T14" fmla="*/ 0 w 1168"/>
                <a:gd name="T15" fmla="*/ 0 h 1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168" h="12">
                  <a:moveTo>
                    <a:pt x="527" y="6"/>
                  </a:moveTo>
                  <a:lnTo>
                    <a:pt x="1168" y="12"/>
                  </a:lnTo>
                  <a:lnTo>
                    <a:pt x="527" y="6"/>
                  </a:lnTo>
                  <a:close/>
                  <a:moveTo>
                    <a:pt x="0" y="0"/>
                  </a:move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BC6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28" name="Freeform 24"/>
            <p:cNvSpPr>
              <a:spLocks noEditPoints="1"/>
            </p:cNvSpPr>
            <p:nvPr/>
          </p:nvSpPr>
          <p:spPr bwMode="auto">
            <a:xfrm>
              <a:off x="1924" y="363"/>
              <a:ext cx="1168" cy="12"/>
            </a:xfrm>
            <a:custGeom>
              <a:avLst/>
              <a:gdLst>
                <a:gd name="T0" fmla="*/ 527 w 1168"/>
                <a:gd name="T1" fmla="*/ 6 h 12"/>
                <a:gd name="T2" fmla="*/ 1168 w 1168"/>
                <a:gd name="T3" fmla="*/ 12 h 12"/>
                <a:gd name="T4" fmla="*/ 1168 w 1168"/>
                <a:gd name="T5" fmla="*/ 12 h 12"/>
                <a:gd name="T6" fmla="*/ 527 w 1168"/>
                <a:gd name="T7" fmla="*/ 6 h 12"/>
                <a:gd name="T8" fmla="*/ 0 w 1168"/>
                <a:gd name="T9" fmla="*/ 0 h 12"/>
                <a:gd name="T10" fmla="*/ 0 w 1168"/>
                <a:gd name="T11" fmla="*/ 2 h 12"/>
                <a:gd name="T12" fmla="*/ 0 w 1168"/>
                <a:gd name="T13" fmla="*/ 2 h 12"/>
                <a:gd name="T14" fmla="*/ 0 w 1168"/>
                <a:gd name="T15" fmla="*/ 0 h 1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168" h="12">
                  <a:moveTo>
                    <a:pt x="527" y="6"/>
                  </a:moveTo>
                  <a:lnTo>
                    <a:pt x="1168" y="12"/>
                  </a:lnTo>
                  <a:lnTo>
                    <a:pt x="527" y="6"/>
                  </a:lnTo>
                  <a:moveTo>
                    <a:pt x="0" y="0"/>
                  </a:moveTo>
                  <a:lnTo>
                    <a:pt x="0" y="2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29" name="Freeform 25"/>
            <p:cNvSpPr>
              <a:spLocks/>
            </p:cNvSpPr>
            <p:nvPr/>
          </p:nvSpPr>
          <p:spPr bwMode="auto">
            <a:xfrm>
              <a:off x="1924" y="361"/>
              <a:ext cx="1188" cy="14"/>
            </a:xfrm>
            <a:custGeom>
              <a:avLst/>
              <a:gdLst>
                <a:gd name="T0" fmla="*/ 0 w 1188"/>
                <a:gd name="T1" fmla="*/ 0 h 14"/>
                <a:gd name="T2" fmla="*/ 0 w 1188"/>
                <a:gd name="T3" fmla="*/ 2 h 14"/>
                <a:gd name="T4" fmla="*/ 0 w 1188"/>
                <a:gd name="T5" fmla="*/ 2 h 14"/>
                <a:gd name="T6" fmla="*/ 0 w 1188"/>
                <a:gd name="T7" fmla="*/ 4 h 14"/>
                <a:gd name="T8" fmla="*/ 527 w 1188"/>
                <a:gd name="T9" fmla="*/ 8 h 14"/>
                <a:gd name="T10" fmla="*/ 1168 w 1188"/>
                <a:gd name="T11" fmla="*/ 14 h 14"/>
                <a:gd name="T12" fmla="*/ 1188 w 1188"/>
                <a:gd name="T13" fmla="*/ 14 h 14"/>
                <a:gd name="T14" fmla="*/ 1188 w 1188"/>
                <a:gd name="T15" fmla="*/ 12 h 14"/>
                <a:gd name="T16" fmla="*/ 1188 w 1188"/>
                <a:gd name="T17" fmla="*/ 12 h 14"/>
                <a:gd name="T18" fmla="*/ 1188 w 1188"/>
                <a:gd name="T19" fmla="*/ 10 h 14"/>
                <a:gd name="T20" fmla="*/ 0 w 1188"/>
                <a:gd name="T21" fmla="*/ 0 h 1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88" h="14">
                  <a:moveTo>
                    <a:pt x="0" y="0"/>
                  </a:moveTo>
                  <a:lnTo>
                    <a:pt x="0" y="2"/>
                  </a:lnTo>
                  <a:lnTo>
                    <a:pt x="0" y="4"/>
                  </a:lnTo>
                  <a:lnTo>
                    <a:pt x="527" y="8"/>
                  </a:lnTo>
                  <a:lnTo>
                    <a:pt x="1168" y="14"/>
                  </a:lnTo>
                  <a:lnTo>
                    <a:pt x="1188" y="14"/>
                  </a:lnTo>
                  <a:lnTo>
                    <a:pt x="1188" y="12"/>
                  </a:lnTo>
                  <a:lnTo>
                    <a:pt x="1188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1A1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30" name="Freeform 26"/>
            <p:cNvSpPr>
              <a:spLocks/>
            </p:cNvSpPr>
            <p:nvPr/>
          </p:nvSpPr>
          <p:spPr bwMode="auto">
            <a:xfrm>
              <a:off x="1924" y="361"/>
              <a:ext cx="1188" cy="14"/>
            </a:xfrm>
            <a:custGeom>
              <a:avLst/>
              <a:gdLst>
                <a:gd name="T0" fmla="*/ 0 w 1188"/>
                <a:gd name="T1" fmla="*/ 0 h 14"/>
                <a:gd name="T2" fmla="*/ 0 w 1188"/>
                <a:gd name="T3" fmla="*/ 2 h 14"/>
                <a:gd name="T4" fmla="*/ 0 w 1188"/>
                <a:gd name="T5" fmla="*/ 2 h 14"/>
                <a:gd name="T6" fmla="*/ 0 w 1188"/>
                <a:gd name="T7" fmla="*/ 4 h 14"/>
                <a:gd name="T8" fmla="*/ 527 w 1188"/>
                <a:gd name="T9" fmla="*/ 8 h 14"/>
                <a:gd name="T10" fmla="*/ 1168 w 1188"/>
                <a:gd name="T11" fmla="*/ 14 h 14"/>
                <a:gd name="T12" fmla="*/ 1188 w 1188"/>
                <a:gd name="T13" fmla="*/ 14 h 14"/>
                <a:gd name="T14" fmla="*/ 1188 w 1188"/>
                <a:gd name="T15" fmla="*/ 12 h 14"/>
                <a:gd name="T16" fmla="*/ 1188 w 1188"/>
                <a:gd name="T17" fmla="*/ 12 h 14"/>
                <a:gd name="T18" fmla="*/ 1188 w 1188"/>
                <a:gd name="T19" fmla="*/ 10 h 14"/>
                <a:gd name="T20" fmla="*/ 0 w 1188"/>
                <a:gd name="T21" fmla="*/ 0 h 1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88" h="14">
                  <a:moveTo>
                    <a:pt x="0" y="0"/>
                  </a:moveTo>
                  <a:lnTo>
                    <a:pt x="0" y="2"/>
                  </a:lnTo>
                  <a:lnTo>
                    <a:pt x="0" y="4"/>
                  </a:lnTo>
                  <a:lnTo>
                    <a:pt x="527" y="8"/>
                  </a:lnTo>
                  <a:lnTo>
                    <a:pt x="1168" y="14"/>
                  </a:lnTo>
                  <a:lnTo>
                    <a:pt x="1188" y="14"/>
                  </a:lnTo>
                  <a:lnTo>
                    <a:pt x="1188" y="12"/>
                  </a:lnTo>
                  <a:lnTo>
                    <a:pt x="1188" y="1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31" name="Freeform 27"/>
            <p:cNvSpPr>
              <a:spLocks/>
            </p:cNvSpPr>
            <p:nvPr/>
          </p:nvSpPr>
          <p:spPr bwMode="auto">
            <a:xfrm>
              <a:off x="2265" y="798"/>
              <a:ext cx="250" cy="130"/>
            </a:xfrm>
            <a:custGeom>
              <a:avLst/>
              <a:gdLst>
                <a:gd name="T0" fmla="*/ 248 w 250"/>
                <a:gd name="T1" fmla="*/ 130 h 130"/>
                <a:gd name="T2" fmla="*/ 0 w 250"/>
                <a:gd name="T3" fmla="*/ 128 h 130"/>
                <a:gd name="T4" fmla="*/ 2 w 250"/>
                <a:gd name="T5" fmla="*/ 0 h 130"/>
                <a:gd name="T6" fmla="*/ 250 w 250"/>
                <a:gd name="T7" fmla="*/ 2 h 130"/>
                <a:gd name="T8" fmla="*/ 248 w 250"/>
                <a:gd name="T9" fmla="*/ 130 h 1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0" h="130">
                  <a:moveTo>
                    <a:pt x="248" y="130"/>
                  </a:moveTo>
                  <a:lnTo>
                    <a:pt x="0" y="128"/>
                  </a:lnTo>
                  <a:lnTo>
                    <a:pt x="2" y="0"/>
                  </a:lnTo>
                  <a:lnTo>
                    <a:pt x="250" y="2"/>
                  </a:lnTo>
                  <a:lnTo>
                    <a:pt x="248" y="130"/>
                  </a:lnTo>
                  <a:close/>
                </a:path>
              </a:pathLst>
            </a:custGeom>
            <a:solidFill>
              <a:srgbClr val="E3D8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32" name="Freeform 28"/>
            <p:cNvSpPr>
              <a:spLocks/>
            </p:cNvSpPr>
            <p:nvPr/>
          </p:nvSpPr>
          <p:spPr bwMode="auto">
            <a:xfrm>
              <a:off x="2265" y="796"/>
              <a:ext cx="250" cy="134"/>
            </a:xfrm>
            <a:custGeom>
              <a:avLst/>
              <a:gdLst>
                <a:gd name="T0" fmla="*/ 248 w 250"/>
                <a:gd name="T1" fmla="*/ 132 h 134"/>
                <a:gd name="T2" fmla="*/ 248 w 250"/>
                <a:gd name="T3" fmla="*/ 132 h 134"/>
                <a:gd name="T4" fmla="*/ 2 w 250"/>
                <a:gd name="T5" fmla="*/ 130 h 134"/>
                <a:gd name="T6" fmla="*/ 4 w 250"/>
                <a:gd name="T7" fmla="*/ 2 h 134"/>
                <a:gd name="T8" fmla="*/ 248 w 250"/>
                <a:gd name="T9" fmla="*/ 4 h 134"/>
                <a:gd name="T10" fmla="*/ 246 w 250"/>
                <a:gd name="T11" fmla="*/ 132 h 134"/>
                <a:gd name="T12" fmla="*/ 248 w 250"/>
                <a:gd name="T13" fmla="*/ 132 h 134"/>
                <a:gd name="T14" fmla="*/ 248 w 250"/>
                <a:gd name="T15" fmla="*/ 132 h 134"/>
                <a:gd name="T16" fmla="*/ 248 w 250"/>
                <a:gd name="T17" fmla="*/ 132 h 134"/>
                <a:gd name="T18" fmla="*/ 250 w 250"/>
                <a:gd name="T19" fmla="*/ 132 h 134"/>
                <a:gd name="T20" fmla="*/ 250 w 250"/>
                <a:gd name="T21" fmla="*/ 2 h 134"/>
                <a:gd name="T22" fmla="*/ 0 w 250"/>
                <a:gd name="T23" fmla="*/ 0 h 134"/>
                <a:gd name="T24" fmla="*/ 0 w 250"/>
                <a:gd name="T25" fmla="*/ 132 h 134"/>
                <a:gd name="T26" fmla="*/ 250 w 250"/>
                <a:gd name="T27" fmla="*/ 134 h 134"/>
                <a:gd name="T28" fmla="*/ 250 w 250"/>
                <a:gd name="T29" fmla="*/ 132 h 134"/>
                <a:gd name="T30" fmla="*/ 248 w 250"/>
                <a:gd name="T31" fmla="*/ 132 h 134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50" h="134">
                  <a:moveTo>
                    <a:pt x="248" y="132"/>
                  </a:moveTo>
                  <a:lnTo>
                    <a:pt x="248" y="132"/>
                  </a:lnTo>
                  <a:lnTo>
                    <a:pt x="2" y="130"/>
                  </a:lnTo>
                  <a:lnTo>
                    <a:pt x="4" y="2"/>
                  </a:lnTo>
                  <a:lnTo>
                    <a:pt x="248" y="4"/>
                  </a:lnTo>
                  <a:lnTo>
                    <a:pt x="246" y="132"/>
                  </a:lnTo>
                  <a:lnTo>
                    <a:pt x="248" y="132"/>
                  </a:lnTo>
                  <a:lnTo>
                    <a:pt x="250" y="132"/>
                  </a:lnTo>
                  <a:lnTo>
                    <a:pt x="250" y="2"/>
                  </a:lnTo>
                  <a:lnTo>
                    <a:pt x="0" y="0"/>
                  </a:lnTo>
                  <a:lnTo>
                    <a:pt x="0" y="132"/>
                  </a:lnTo>
                  <a:lnTo>
                    <a:pt x="250" y="134"/>
                  </a:lnTo>
                  <a:lnTo>
                    <a:pt x="250" y="132"/>
                  </a:lnTo>
                  <a:lnTo>
                    <a:pt x="248" y="132"/>
                  </a:lnTo>
                  <a:close/>
                </a:path>
              </a:pathLst>
            </a:custGeom>
            <a:solidFill>
              <a:srgbClr val="BD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33" name="Freeform 29"/>
            <p:cNvSpPr>
              <a:spLocks/>
            </p:cNvSpPr>
            <p:nvPr/>
          </p:nvSpPr>
          <p:spPr bwMode="auto">
            <a:xfrm>
              <a:off x="2265" y="800"/>
              <a:ext cx="250" cy="130"/>
            </a:xfrm>
            <a:custGeom>
              <a:avLst/>
              <a:gdLst>
                <a:gd name="T0" fmla="*/ 250 w 250"/>
                <a:gd name="T1" fmla="*/ 130 h 130"/>
                <a:gd name="T2" fmla="*/ 0 w 250"/>
                <a:gd name="T3" fmla="*/ 128 h 130"/>
                <a:gd name="T4" fmla="*/ 0 w 250"/>
                <a:gd name="T5" fmla="*/ 126 h 130"/>
                <a:gd name="T6" fmla="*/ 246 w 250"/>
                <a:gd name="T7" fmla="*/ 128 h 130"/>
                <a:gd name="T8" fmla="*/ 248 w 250"/>
                <a:gd name="T9" fmla="*/ 0 h 130"/>
                <a:gd name="T10" fmla="*/ 250 w 250"/>
                <a:gd name="T11" fmla="*/ 0 h 130"/>
                <a:gd name="T12" fmla="*/ 250 w 250"/>
                <a:gd name="T13" fmla="*/ 130 h 1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0" h="130">
                  <a:moveTo>
                    <a:pt x="250" y="130"/>
                  </a:moveTo>
                  <a:lnTo>
                    <a:pt x="0" y="128"/>
                  </a:lnTo>
                  <a:lnTo>
                    <a:pt x="0" y="126"/>
                  </a:lnTo>
                  <a:lnTo>
                    <a:pt x="246" y="128"/>
                  </a:lnTo>
                  <a:lnTo>
                    <a:pt x="248" y="0"/>
                  </a:lnTo>
                  <a:lnTo>
                    <a:pt x="250" y="0"/>
                  </a:lnTo>
                  <a:lnTo>
                    <a:pt x="250" y="1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34" name="Freeform 30"/>
            <p:cNvSpPr>
              <a:spLocks/>
            </p:cNvSpPr>
            <p:nvPr/>
          </p:nvSpPr>
          <p:spPr bwMode="auto">
            <a:xfrm>
              <a:off x="1974" y="439"/>
              <a:ext cx="1086" cy="339"/>
            </a:xfrm>
            <a:custGeom>
              <a:avLst/>
              <a:gdLst>
                <a:gd name="T0" fmla="*/ 1084 w 1086"/>
                <a:gd name="T1" fmla="*/ 339 h 339"/>
                <a:gd name="T2" fmla="*/ 0 w 1086"/>
                <a:gd name="T3" fmla="*/ 329 h 339"/>
                <a:gd name="T4" fmla="*/ 2 w 1086"/>
                <a:gd name="T5" fmla="*/ 0 h 339"/>
                <a:gd name="T6" fmla="*/ 1086 w 1086"/>
                <a:gd name="T7" fmla="*/ 10 h 339"/>
                <a:gd name="T8" fmla="*/ 1084 w 1086"/>
                <a:gd name="T9" fmla="*/ 339 h 3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86" h="339">
                  <a:moveTo>
                    <a:pt x="1084" y="339"/>
                  </a:moveTo>
                  <a:lnTo>
                    <a:pt x="0" y="329"/>
                  </a:lnTo>
                  <a:lnTo>
                    <a:pt x="2" y="0"/>
                  </a:lnTo>
                  <a:lnTo>
                    <a:pt x="1086" y="10"/>
                  </a:lnTo>
                  <a:lnTo>
                    <a:pt x="1084" y="339"/>
                  </a:lnTo>
                  <a:close/>
                </a:path>
              </a:pathLst>
            </a:custGeom>
            <a:solidFill>
              <a:srgbClr val="E3D8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35" name="Freeform 31"/>
            <p:cNvSpPr>
              <a:spLocks/>
            </p:cNvSpPr>
            <p:nvPr/>
          </p:nvSpPr>
          <p:spPr bwMode="auto">
            <a:xfrm>
              <a:off x="1974" y="439"/>
              <a:ext cx="1086" cy="339"/>
            </a:xfrm>
            <a:custGeom>
              <a:avLst/>
              <a:gdLst>
                <a:gd name="T0" fmla="*/ 1084 w 1086"/>
                <a:gd name="T1" fmla="*/ 339 h 339"/>
                <a:gd name="T2" fmla="*/ 0 w 1086"/>
                <a:gd name="T3" fmla="*/ 329 h 339"/>
                <a:gd name="T4" fmla="*/ 2 w 1086"/>
                <a:gd name="T5" fmla="*/ 0 h 339"/>
                <a:gd name="T6" fmla="*/ 1086 w 1086"/>
                <a:gd name="T7" fmla="*/ 10 h 339"/>
                <a:gd name="T8" fmla="*/ 1084 w 1086"/>
                <a:gd name="T9" fmla="*/ 339 h 3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86" h="339">
                  <a:moveTo>
                    <a:pt x="1084" y="339"/>
                  </a:moveTo>
                  <a:lnTo>
                    <a:pt x="0" y="329"/>
                  </a:lnTo>
                  <a:lnTo>
                    <a:pt x="2" y="0"/>
                  </a:lnTo>
                  <a:lnTo>
                    <a:pt x="1086" y="10"/>
                  </a:lnTo>
                  <a:lnTo>
                    <a:pt x="1084" y="339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36" name="Freeform 32"/>
            <p:cNvSpPr>
              <a:spLocks/>
            </p:cNvSpPr>
            <p:nvPr/>
          </p:nvSpPr>
          <p:spPr bwMode="auto">
            <a:xfrm>
              <a:off x="1968" y="435"/>
              <a:ext cx="1098" cy="347"/>
            </a:xfrm>
            <a:custGeom>
              <a:avLst/>
              <a:gdLst>
                <a:gd name="T0" fmla="*/ 1090 w 1098"/>
                <a:gd name="T1" fmla="*/ 343 h 347"/>
                <a:gd name="T2" fmla="*/ 1090 w 1098"/>
                <a:gd name="T3" fmla="*/ 337 h 347"/>
                <a:gd name="T4" fmla="*/ 10 w 1098"/>
                <a:gd name="T5" fmla="*/ 329 h 347"/>
                <a:gd name="T6" fmla="*/ 14 w 1098"/>
                <a:gd name="T7" fmla="*/ 10 h 347"/>
                <a:gd name="T8" fmla="*/ 1086 w 1098"/>
                <a:gd name="T9" fmla="*/ 18 h 347"/>
                <a:gd name="T10" fmla="*/ 1084 w 1098"/>
                <a:gd name="T11" fmla="*/ 343 h 347"/>
                <a:gd name="T12" fmla="*/ 1090 w 1098"/>
                <a:gd name="T13" fmla="*/ 343 h 347"/>
                <a:gd name="T14" fmla="*/ 1090 w 1098"/>
                <a:gd name="T15" fmla="*/ 337 h 347"/>
                <a:gd name="T16" fmla="*/ 1090 w 1098"/>
                <a:gd name="T17" fmla="*/ 343 h 347"/>
                <a:gd name="T18" fmla="*/ 1094 w 1098"/>
                <a:gd name="T19" fmla="*/ 343 h 347"/>
                <a:gd name="T20" fmla="*/ 1098 w 1098"/>
                <a:gd name="T21" fmla="*/ 8 h 347"/>
                <a:gd name="T22" fmla="*/ 2 w 1098"/>
                <a:gd name="T23" fmla="*/ 0 h 347"/>
                <a:gd name="T24" fmla="*/ 0 w 1098"/>
                <a:gd name="T25" fmla="*/ 339 h 347"/>
                <a:gd name="T26" fmla="*/ 1094 w 1098"/>
                <a:gd name="T27" fmla="*/ 347 h 347"/>
                <a:gd name="T28" fmla="*/ 1094 w 1098"/>
                <a:gd name="T29" fmla="*/ 343 h 347"/>
                <a:gd name="T30" fmla="*/ 1090 w 1098"/>
                <a:gd name="T31" fmla="*/ 343 h 347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098" h="347">
                  <a:moveTo>
                    <a:pt x="1090" y="343"/>
                  </a:moveTo>
                  <a:lnTo>
                    <a:pt x="1090" y="337"/>
                  </a:lnTo>
                  <a:lnTo>
                    <a:pt x="10" y="329"/>
                  </a:lnTo>
                  <a:lnTo>
                    <a:pt x="14" y="10"/>
                  </a:lnTo>
                  <a:lnTo>
                    <a:pt x="1086" y="18"/>
                  </a:lnTo>
                  <a:lnTo>
                    <a:pt x="1084" y="343"/>
                  </a:lnTo>
                  <a:lnTo>
                    <a:pt x="1090" y="343"/>
                  </a:lnTo>
                  <a:lnTo>
                    <a:pt x="1090" y="337"/>
                  </a:lnTo>
                  <a:lnTo>
                    <a:pt x="1090" y="343"/>
                  </a:lnTo>
                  <a:lnTo>
                    <a:pt x="1094" y="343"/>
                  </a:lnTo>
                  <a:lnTo>
                    <a:pt x="1098" y="8"/>
                  </a:lnTo>
                  <a:lnTo>
                    <a:pt x="2" y="0"/>
                  </a:lnTo>
                  <a:lnTo>
                    <a:pt x="0" y="339"/>
                  </a:lnTo>
                  <a:lnTo>
                    <a:pt x="1094" y="347"/>
                  </a:lnTo>
                  <a:lnTo>
                    <a:pt x="1094" y="343"/>
                  </a:lnTo>
                  <a:lnTo>
                    <a:pt x="1090" y="343"/>
                  </a:lnTo>
                  <a:close/>
                </a:path>
              </a:pathLst>
            </a:custGeom>
            <a:solidFill>
              <a:srgbClr val="BD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37" name="Freeform 33"/>
            <p:cNvSpPr>
              <a:spLocks/>
            </p:cNvSpPr>
            <p:nvPr/>
          </p:nvSpPr>
          <p:spPr bwMode="auto">
            <a:xfrm>
              <a:off x="1968" y="435"/>
              <a:ext cx="1098" cy="347"/>
            </a:xfrm>
            <a:custGeom>
              <a:avLst/>
              <a:gdLst>
                <a:gd name="T0" fmla="*/ 1090 w 1098"/>
                <a:gd name="T1" fmla="*/ 343 h 347"/>
                <a:gd name="T2" fmla="*/ 1090 w 1098"/>
                <a:gd name="T3" fmla="*/ 337 h 347"/>
                <a:gd name="T4" fmla="*/ 10 w 1098"/>
                <a:gd name="T5" fmla="*/ 329 h 347"/>
                <a:gd name="T6" fmla="*/ 14 w 1098"/>
                <a:gd name="T7" fmla="*/ 10 h 347"/>
                <a:gd name="T8" fmla="*/ 1086 w 1098"/>
                <a:gd name="T9" fmla="*/ 18 h 347"/>
                <a:gd name="T10" fmla="*/ 1084 w 1098"/>
                <a:gd name="T11" fmla="*/ 343 h 347"/>
                <a:gd name="T12" fmla="*/ 1090 w 1098"/>
                <a:gd name="T13" fmla="*/ 343 h 347"/>
                <a:gd name="T14" fmla="*/ 1090 w 1098"/>
                <a:gd name="T15" fmla="*/ 337 h 347"/>
                <a:gd name="T16" fmla="*/ 1090 w 1098"/>
                <a:gd name="T17" fmla="*/ 343 h 347"/>
                <a:gd name="T18" fmla="*/ 1094 w 1098"/>
                <a:gd name="T19" fmla="*/ 343 h 347"/>
                <a:gd name="T20" fmla="*/ 1098 w 1098"/>
                <a:gd name="T21" fmla="*/ 8 h 347"/>
                <a:gd name="T22" fmla="*/ 2 w 1098"/>
                <a:gd name="T23" fmla="*/ 0 h 347"/>
                <a:gd name="T24" fmla="*/ 0 w 1098"/>
                <a:gd name="T25" fmla="*/ 339 h 347"/>
                <a:gd name="T26" fmla="*/ 1094 w 1098"/>
                <a:gd name="T27" fmla="*/ 347 h 347"/>
                <a:gd name="T28" fmla="*/ 1094 w 1098"/>
                <a:gd name="T29" fmla="*/ 343 h 347"/>
                <a:gd name="T30" fmla="*/ 1090 w 1098"/>
                <a:gd name="T31" fmla="*/ 343 h 347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098" h="347">
                  <a:moveTo>
                    <a:pt x="1090" y="343"/>
                  </a:moveTo>
                  <a:lnTo>
                    <a:pt x="1090" y="337"/>
                  </a:lnTo>
                  <a:lnTo>
                    <a:pt x="10" y="329"/>
                  </a:lnTo>
                  <a:lnTo>
                    <a:pt x="14" y="10"/>
                  </a:lnTo>
                  <a:lnTo>
                    <a:pt x="1086" y="18"/>
                  </a:lnTo>
                  <a:lnTo>
                    <a:pt x="1084" y="343"/>
                  </a:lnTo>
                  <a:lnTo>
                    <a:pt x="1090" y="343"/>
                  </a:lnTo>
                  <a:lnTo>
                    <a:pt x="1090" y="337"/>
                  </a:lnTo>
                  <a:lnTo>
                    <a:pt x="1090" y="343"/>
                  </a:lnTo>
                  <a:lnTo>
                    <a:pt x="1094" y="343"/>
                  </a:lnTo>
                  <a:lnTo>
                    <a:pt x="1098" y="8"/>
                  </a:lnTo>
                  <a:lnTo>
                    <a:pt x="2" y="0"/>
                  </a:lnTo>
                  <a:lnTo>
                    <a:pt x="0" y="339"/>
                  </a:lnTo>
                  <a:lnTo>
                    <a:pt x="1094" y="347"/>
                  </a:lnTo>
                  <a:lnTo>
                    <a:pt x="1094" y="343"/>
                  </a:lnTo>
                  <a:lnTo>
                    <a:pt x="1090" y="34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38" name="Freeform 34"/>
            <p:cNvSpPr>
              <a:spLocks/>
            </p:cNvSpPr>
            <p:nvPr/>
          </p:nvSpPr>
          <p:spPr bwMode="auto">
            <a:xfrm>
              <a:off x="1974" y="449"/>
              <a:ext cx="1092" cy="333"/>
            </a:xfrm>
            <a:custGeom>
              <a:avLst/>
              <a:gdLst>
                <a:gd name="T0" fmla="*/ 1088 w 1092"/>
                <a:gd name="T1" fmla="*/ 333 h 333"/>
                <a:gd name="T2" fmla="*/ 0 w 1092"/>
                <a:gd name="T3" fmla="*/ 325 h 333"/>
                <a:gd name="T4" fmla="*/ 0 w 1092"/>
                <a:gd name="T5" fmla="*/ 315 h 333"/>
                <a:gd name="T6" fmla="*/ 1078 w 1092"/>
                <a:gd name="T7" fmla="*/ 323 h 333"/>
                <a:gd name="T8" fmla="*/ 1080 w 1092"/>
                <a:gd name="T9" fmla="*/ 0 h 333"/>
                <a:gd name="T10" fmla="*/ 1092 w 1092"/>
                <a:gd name="T11" fmla="*/ 0 h 333"/>
                <a:gd name="T12" fmla="*/ 1088 w 1092"/>
                <a:gd name="T13" fmla="*/ 333 h 3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92" h="333">
                  <a:moveTo>
                    <a:pt x="1088" y="333"/>
                  </a:moveTo>
                  <a:lnTo>
                    <a:pt x="0" y="325"/>
                  </a:lnTo>
                  <a:lnTo>
                    <a:pt x="0" y="315"/>
                  </a:lnTo>
                  <a:lnTo>
                    <a:pt x="1078" y="323"/>
                  </a:lnTo>
                  <a:lnTo>
                    <a:pt x="1080" y="0"/>
                  </a:lnTo>
                  <a:lnTo>
                    <a:pt x="1092" y="0"/>
                  </a:lnTo>
                  <a:lnTo>
                    <a:pt x="1088" y="3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39" name="Freeform 35"/>
            <p:cNvSpPr>
              <a:spLocks/>
            </p:cNvSpPr>
            <p:nvPr/>
          </p:nvSpPr>
          <p:spPr bwMode="auto">
            <a:xfrm>
              <a:off x="2001" y="530"/>
              <a:ext cx="64" cy="50"/>
            </a:xfrm>
            <a:custGeom>
              <a:avLst/>
              <a:gdLst>
                <a:gd name="T0" fmla="*/ 64 w 32"/>
                <a:gd name="T1" fmla="*/ 50 h 25"/>
                <a:gd name="T2" fmla="*/ 0 w 32"/>
                <a:gd name="T3" fmla="*/ 48 h 25"/>
                <a:gd name="T4" fmla="*/ 0 w 32"/>
                <a:gd name="T5" fmla="*/ 10 h 25"/>
                <a:gd name="T6" fmla="*/ 12 w 32"/>
                <a:gd name="T7" fmla="*/ 0 h 25"/>
                <a:gd name="T8" fmla="*/ 64 w 32"/>
                <a:gd name="T9" fmla="*/ 0 h 25"/>
                <a:gd name="T10" fmla="*/ 64 w 32"/>
                <a:gd name="T11" fmla="*/ 5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2" h="25">
                  <a:moveTo>
                    <a:pt x="32" y="25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32" y="0"/>
                    <a:pt x="32" y="0"/>
                    <a:pt x="32" y="0"/>
                  </a:cubicBezTo>
                  <a:lnTo>
                    <a:pt x="32" y="25"/>
                  </a:lnTo>
                  <a:close/>
                </a:path>
              </a:pathLst>
            </a:custGeom>
            <a:solidFill>
              <a:srgbClr val="BD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40" name="Freeform 36"/>
            <p:cNvSpPr>
              <a:spLocks noEditPoints="1"/>
            </p:cNvSpPr>
            <p:nvPr/>
          </p:nvSpPr>
          <p:spPr bwMode="auto">
            <a:xfrm>
              <a:off x="1999" y="528"/>
              <a:ext cx="70" cy="52"/>
            </a:xfrm>
            <a:custGeom>
              <a:avLst/>
              <a:gdLst>
                <a:gd name="T0" fmla="*/ 62 w 35"/>
                <a:gd name="T1" fmla="*/ 0 h 26"/>
                <a:gd name="T2" fmla="*/ 8 w 35"/>
                <a:gd name="T3" fmla="*/ 0 h 26"/>
                <a:gd name="T4" fmla="*/ 0 w 35"/>
                <a:gd name="T5" fmla="*/ 8 h 26"/>
                <a:gd name="T6" fmla="*/ 0 w 35"/>
                <a:gd name="T7" fmla="*/ 42 h 26"/>
                <a:gd name="T8" fmla="*/ 8 w 35"/>
                <a:gd name="T9" fmla="*/ 52 h 26"/>
                <a:gd name="T10" fmla="*/ 62 w 35"/>
                <a:gd name="T11" fmla="*/ 52 h 26"/>
                <a:gd name="T12" fmla="*/ 70 w 35"/>
                <a:gd name="T13" fmla="*/ 44 h 26"/>
                <a:gd name="T14" fmla="*/ 70 w 35"/>
                <a:gd name="T15" fmla="*/ 8 h 26"/>
                <a:gd name="T16" fmla="*/ 62 w 35"/>
                <a:gd name="T17" fmla="*/ 0 h 26"/>
                <a:gd name="T18" fmla="*/ 12 w 35"/>
                <a:gd name="T19" fmla="*/ 4 h 26"/>
                <a:gd name="T20" fmla="*/ 56 w 35"/>
                <a:gd name="T21" fmla="*/ 4 h 26"/>
                <a:gd name="T22" fmla="*/ 64 w 35"/>
                <a:gd name="T23" fmla="*/ 14 h 26"/>
                <a:gd name="T24" fmla="*/ 64 w 35"/>
                <a:gd name="T25" fmla="*/ 40 h 26"/>
                <a:gd name="T26" fmla="*/ 56 w 35"/>
                <a:gd name="T27" fmla="*/ 50 h 26"/>
                <a:gd name="T28" fmla="*/ 12 w 35"/>
                <a:gd name="T29" fmla="*/ 50 h 26"/>
                <a:gd name="T30" fmla="*/ 4 w 35"/>
                <a:gd name="T31" fmla="*/ 40 h 26"/>
                <a:gd name="T32" fmla="*/ 4 w 35"/>
                <a:gd name="T33" fmla="*/ 12 h 26"/>
                <a:gd name="T34" fmla="*/ 12 w 35"/>
                <a:gd name="T35" fmla="*/ 4 h 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5" h="26">
                  <a:moveTo>
                    <a:pt x="3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4"/>
                    <a:pt x="2" y="26"/>
                    <a:pt x="4" y="26"/>
                  </a:cubicBezTo>
                  <a:cubicBezTo>
                    <a:pt x="31" y="26"/>
                    <a:pt x="31" y="26"/>
                    <a:pt x="31" y="26"/>
                  </a:cubicBezTo>
                  <a:cubicBezTo>
                    <a:pt x="33" y="26"/>
                    <a:pt x="34" y="24"/>
                    <a:pt x="35" y="22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2"/>
                    <a:pt x="33" y="0"/>
                    <a:pt x="31" y="0"/>
                  </a:cubicBezTo>
                  <a:close/>
                  <a:moveTo>
                    <a:pt x="6" y="2"/>
                  </a:moveTo>
                  <a:cubicBezTo>
                    <a:pt x="28" y="2"/>
                    <a:pt x="28" y="2"/>
                    <a:pt x="28" y="2"/>
                  </a:cubicBezTo>
                  <a:cubicBezTo>
                    <a:pt x="30" y="2"/>
                    <a:pt x="32" y="4"/>
                    <a:pt x="32" y="7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3"/>
                    <a:pt x="30" y="25"/>
                    <a:pt x="28" y="25"/>
                  </a:cubicBezTo>
                  <a:cubicBezTo>
                    <a:pt x="6" y="25"/>
                    <a:pt x="6" y="25"/>
                    <a:pt x="6" y="25"/>
                  </a:cubicBezTo>
                  <a:cubicBezTo>
                    <a:pt x="4" y="25"/>
                    <a:pt x="2" y="23"/>
                    <a:pt x="2" y="20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4"/>
                    <a:pt x="4" y="2"/>
                    <a:pt x="6" y="2"/>
                  </a:cubicBezTo>
                  <a:close/>
                </a:path>
              </a:pathLst>
            </a:custGeom>
            <a:solidFill>
              <a:srgbClr val="8781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41" name="Freeform 37"/>
            <p:cNvSpPr>
              <a:spLocks/>
            </p:cNvSpPr>
            <p:nvPr/>
          </p:nvSpPr>
          <p:spPr bwMode="auto">
            <a:xfrm>
              <a:off x="2085" y="530"/>
              <a:ext cx="63" cy="50"/>
            </a:xfrm>
            <a:custGeom>
              <a:avLst/>
              <a:gdLst>
                <a:gd name="T0" fmla="*/ 63 w 32"/>
                <a:gd name="T1" fmla="*/ 50 h 25"/>
                <a:gd name="T2" fmla="*/ 0 w 32"/>
                <a:gd name="T3" fmla="*/ 50 h 25"/>
                <a:gd name="T4" fmla="*/ 0 w 32"/>
                <a:gd name="T5" fmla="*/ 12 h 25"/>
                <a:gd name="T6" fmla="*/ 12 w 32"/>
                <a:gd name="T7" fmla="*/ 0 h 25"/>
                <a:gd name="T8" fmla="*/ 63 w 32"/>
                <a:gd name="T9" fmla="*/ 0 h 25"/>
                <a:gd name="T10" fmla="*/ 63 w 32"/>
                <a:gd name="T11" fmla="*/ 5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2" h="25">
                  <a:moveTo>
                    <a:pt x="32" y="25"/>
                  </a:moveTo>
                  <a:cubicBezTo>
                    <a:pt x="0" y="25"/>
                    <a:pt x="0" y="25"/>
                    <a:pt x="0" y="2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32" y="0"/>
                    <a:pt x="32" y="0"/>
                    <a:pt x="32" y="0"/>
                  </a:cubicBezTo>
                  <a:lnTo>
                    <a:pt x="32" y="25"/>
                  </a:lnTo>
                  <a:close/>
                </a:path>
              </a:pathLst>
            </a:custGeom>
            <a:solidFill>
              <a:srgbClr val="BD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42" name="Freeform 38"/>
            <p:cNvSpPr>
              <a:spLocks noEditPoints="1"/>
            </p:cNvSpPr>
            <p:nvPr/>
          </p:nvSpPr>
          <p:spPr bwMode="auto">
            <a:xfrm>
              <a:off x="2083" y="528"/>
              <a:ext cx="67" cy="54"/>
            </a:xfrm>
            <a:custGeom>
              <a:avLst/>
              <a:gdLst>
                <a:gd name="T0" fmla="*/ 61 w 34"/>
                <a:gd name="T1" fmla="*/ 0 h 27"/>
                <a:gd name="T2" fmla="*/ 8 w 34"/>
                <a:gd name="T3" fmla="*/ 0 h 27"/>
                <a:gd name="T4" fmla="*/ 0 w 34"/>
                <a:gd name="T5" fmla="*/ 8 h 27"/>
                <a:gd name="T6" fmla="*/ 0 w 34"/>
                <a:gd name="T7" fmla="*/ 44 h 27"/>
                <a:gd name="T8" fmla="*/ 6 w 34"/>
                <a:gd name="T9" fmla="*/ 52 h 27"/>
                <a:gd name="T10" fmla="*/ 59 w 34"/>
                <a:gd name="T11" fmla="*/ 54 h 27"/>
                <a:gd name="T12" fmla="*/ 67 w 34"/>
                <a:gd name="T13" fmla="*/ 44 h 27"/>
                <a:gd name="T14" fmla="*/ 67 w 34"/>
                <a:gd name="T15" fmla="*/ 10 h 27"/>
                <a:gd name="T16" fmla="*/ 61 w 34"/>
                <a:gd name="T17" fmla="*/ 0 h 27"/>
                <a:gd name="T18" fmla="*/ 12 w 34"/>
                <a:gd name="T19" fmla="*/ 4 h 27"/>
                <a:gd name="T20" fmla="*/ 55 w 34"/>
                <a:gd name="T21" fmla="*/ 4 h 27"/>
                <a:gd name="T22" fmla="*/ 61 w 34"/>
                <a:gd name="T23" fmla="*/ 14 h 27"/>
                <a:gd name="T24" fmla="*/ 61 w 34"/>
                <a:gd name="T25" fmla="*/ 42 h 27"/>
                <a:gd name="T26" fmla="*/ 55 w 34"/>
                <a:gd name="T27" fmla="*/ 50 h 27"/>
                <a:gd name="T28" fmla="*/ 10 w 34"/>
                <a:gd name="T29" fmla="*/ 50 h 27"/>
                <a:gd name="T30" fmla="*/ 4 w 34"/>
                <a:gd name="T31" fmla="*/ 40 h 27"/>
                <a:gd name="T32" fmla="*/ 4 w 34"/>
                <a:gd name="T33" fmla="*/ 14 h 27"/>
                <a:gd name="T34" fmla="*/ 12 w 34"/>
                <a:gd name="T35" fmla="*/ 4 h 2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4" h="27">
                  <a:moveTo>
                    <a:pt x="3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4"/>
                    <a:pt x="1" y="26"/>
                    <a:pt x="3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32" y="27"/>
                    <a:pt x="34" y="25"/>
                    <a:pt x="34" y="22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4" y="2"/>
                    <a:pt x="33" y="0"/>
                    <a:pt x="31" y="0"/>
                  </a:cubicBezTo>
                  <a:close/>
                  <a:moveTo>
                    <a:pt x="6" y="2"/>
                  </a:moveTo>
                  <a:cubicBezTo>
                    <a:pt x="28" y="2"/>
                    <a:pt x="28" y="2"/>
                    <a:pt x="28" y="2"/>
                  </a:cubicBezTo>
                  <a:cubicBezTo>
                    <a:pt x="30" y="2"/>
                    <a:pt x="31" y="4"/>
                    <a:pt x="31" y="7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1" y="23"/>
                    <a:pt x="30" y="25"/>
                    <a:pt x="28" y="25"/>
                  </a:cubicBezTo>
                  <a:cubicBezTo>
                    <a:pt x="5" y="25"/>
                    <a:pt x="5" y="25"/>
                    <a:pt x="5" y="25"/>
                  </a:cubicBezTo>
                  <a:cubicBezTo>
                    <a:pt x="3" y="25"/>
                    <a:pt x="2" y="23"/>
                    <a:pt x="2" y="20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4"/>
                    <a:pt x="3" y="2"/>
                    <a:pt x="6" y="2"/>
                  </a:cubicBezTo>
                  <a:close/>
                </a:path>
              </a:pathLst>
            </a:custGeom>
            <a:solidFill>
              <a:srgbClr val="8781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43" name="Freeform 39"/>
            <p:cNvSpPr>
              <a:spLocks/>
            </p:cNvSpPr>
            <p:nvPr/>
          </p:nvSpPr>
          <p:spPr bwMode="auto">
            <a:xfrm>
              <a:off x="2166" y="530"/>
              <a:ext cx="65" cy="50"/>
            </a:xfrm>
            <a:custGeom>
              <a:avLst/>
              <a:gdLst>
                <a:gd name="T0" fmla="*/ 63 w 33"/>
                <a:gd name="T1" fmla="*/ 50 h 25"/>
                <a:gd name="T2" fmla="*/ 0 w 33"/>
                <a:gd name="T3" fmla="*/ 50 h 25"/>
                <a:gd name="T4" fmla="*/ 0 w 33"/>
                <a:gd name="T5" fmla="*/ 12 h 25"/>
                <a:gd name="T6" fmla="*/ 12 w 33"/>
                <a:gd name="T7" fmla="*/ 0 h 25"/>
                <a:gd name="T8" fmla="*/ 65 w 33"/>
                <a:gd name="T9" fmla="*/ 2 h 25"/>
                <a:gd name="T10" fmla="*/ 63 w 33"/>
                <a:gd name="T11" fmla="*/ 5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3" h="25">
                  <a:moveTo>
                    <a:pt x="32" y="25"/>
                  </a:moveTo>
                  <a:cubicBezTo>
                    <a:pt x="0" y="25"/>
                    <a:pt x="0" y="25"/>
                    <a:pt x="0" y="2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3"/>
                    <a:pt x="3" y="0"/>
                    <a:pt x="6" y="0"/>
                  </a:cubicBezTo>
                  <a:cubicBezTo>
                    <a:pt x="33" y="1"/>
                    <a:pt x="33" y="1"/>
                    <a:pt x="33" y="1"/>
                  </a:cubicBezTo>
                  <a:lnTo>
                    <a:pt x="32" y="25"/>
                  </a:lnTo>
                  <a:close/>
                </a:path>
              </a:pathLst>
            </a:custGeom>
            <a:solidFill>
              <a:srgbClr val="BD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44" name="Freeform 40"/>
            <p:cNvSpPr>
              <a:spLocks noEditPoints="1"/>
            </p:cNvSpPr>
            <p:nvPr/>
          </p:nvSpPr>
          <p:spPr bwMode="auto">
            <a:xfrm>
              <a:off x="2164" y="528"/>
              <a:ext cx="69" cy="54"/>
            </a:xfrm>
            <a:custGeom>
              <a:avLst/>
              <a:gdLst>
                <a:gd name="T0" fmla="*/ 61 w 35"/>
                <a:gd name="T1" fmla="*/ 0 h 27"/>
                <a:gd name="T2" fmla="*/ 8 w 35"/>
                <a:gd name="T3" fmla="*/ 0 h 27"/>
                <a:gd name="T4" fmla="*/ 2 w 35"/>
                <a:gd name="T5" fmla="*/ 10 h 27"/>
                <a:gd name="T6" fmla="*/ 0 w 35"/>
                <a:gd name="T7" fmla="*/ 44 h 27"/>
                <a:gd name="T8" fmla="*/ 8 w 35"/>
                <a:gd name="T9" fmla="*/ 54 h 27"/>
                <a:gd name="T10" fmla="*/ 61 w 35"/>
                <a:gd name="T11" fmla="*/ 54 h 27"/>
                <a:gd name="T12" fmla="*/ 69 w 35"/>
                <a:gd name="T13" fmla="*/ 44 h 27"/>
                <a:gd name="T14" fmla="*/ 69 w 35"/>
                <a:gd name="T15" fmla="*/ 10 h 27"/>
                <a:gd name="T16" fmla="*/ 61 w 35"/>
                <a:gd name="T17" fmla="*/ 0 h 27"/>
                <a:gd name="T18" fmla="*/ 12 w 35"/>
                <a:gd name="T19" fmla="*/ 4 h 27"/>
                <a:gd name="T20" fmla="*/ 55 w 35"/>
                <a:gd name="T21" fmla="*/ 6 h 27"/>
                <a:gd name="T22" fmla="*/ 63 w 35"/>
                <a:gd name="T23" fmla="*/ 14 h 27"/>
                <a:gd name="T24" fmla="*/ 63 w 35"/>
                <a:gd name="T25" fmla="*/ 42 h 27"/>
                <a:gd name="T26" fmla="*/ 55 w 35"/>
                <a:gd name="T27" fmla="*/ 50 h 27"/>
                <a:gd name="T28" fmla="*/ 12 w 35"/>
                <a:gd name="T29" fmla="*/ 50 h 27"/>
                <a:gd name="T30" fmla="*/ 4 w 35"/>
                <a:gd name="T31" fmla="*/ 42 h 27"/>
                <a:gd name="T32" fmla="*/ 4 w 35"/>
                <a:gd name="T33" fmla="*/ 14 h 27"/>
                <a:gd name="T34" fmla="*/ 12 w 35"/>
                <a:gd name="T35" fmla="*/ 4 h 2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5" h="27">
                  <a:moveTo>
                    <a:pt x="3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1" y="2"/>
                    <a:pt x="1" y="5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5"/>
                    <a:pt x="2" y="27"/>
                    <a:pt x="4" y="27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3" y="27"/>
                    <a:pt x="35" y="25"/>
                    <a:pt x="35" y="22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5" y="3"/>
                    <a:pt x="33" y="0"/>
                    <a:pt x="31" y="0"/>
                  </a:cubicBezTo>
                  <a:close/>
                  <a:moveTo>
                    <a:pt x="6" y="2"/>
                  </a:moveTo>
                  <a:cubicBezTo>
                    <a:pt x="28" y="3"/>
                    <a:pt x="28" y="3"/>
                    <a:pt x="28" y="3"/>
                  </a:cubicBezTo>
                  <a:cubicBezTo>
                    <a:pt x="31" y="3"/>
                    <a:pt x="32" y="5"/>
                    <a:pt x="32" y="7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2" y="23"/>
                    <a:pt x="30" y="25"/>
                    <a:pt x="28" y="25"/>
                  </a:cubicBezTo>
                  <a:cubicBezTo>
                    <a:pt x="6" y="25"/>
                    <a:pt x="6" y="25"/>
                    <a:pt x="6" y="25"/>
                  </a:cubicBezTo>
                  <a:cubicBezTo>
                    <a:pt x="4" y="25"/>
                    <a:pt x="2" y="23"/>
                    <a:pt x="2" y="21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4"/>
                    <a:pt x="4" y="2"/>
                    <a:pt x="6" y="2"/>
                  </a:cubicBezTo>
                  <a:close/>
                </a:path>
              </a:pathLst>
            </a:custGeom>
            <a:solidFill>
              <a:srgbClr val="8781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45" name="Freeform 41"/>
            <p:cNvSpPr>
              <a:spLocks/>
            </p:cNvSpPr>
            <p:nvPr/>
          </p:nvSpPr>
          <p:spPr bwMode="auto">
            <a:xfrm>
              <a:off x="2249" y="532"/>
              <a:ext cx="64" cy="50"/>
            </a:xfrm>
            <a:custGeom>
              <a:avLst/>
              <a:gdLst>
                <a:gd name="T0" fmla="*/ 64 w 32"/>
                <a:gd name="T1" fmla="*/ 50 h 25"/>
                <a:gd name="T2" fmla="*/ 0 w 32"/>
                <a:gd name="T3" fmla="*/ 48 h 25"/>
                <a:gd name="T4" fmla="*/ 0 w 32"/>
                <a:gd name="T5" fmla="*/ 10 h 25"/>
                <a:gd name="T6" fmla="*/ 12 w 32"/>
                <a:gd name="T7" fmla="*/ 0 h 25"/>
                <a:gd name="T8" fmla="*/ 64 w 32"/>
                <a:gd name="T9" fmla="*/ 0 h 25"/>
                <a:gd name="T10" fmla="*/ 64 w 32"/>
                <a:gd name="T11" fmla="*/ 5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2" h="25">
                  <a:moveTo>
                    <a:pt x="32" y="25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25"/>
                    <a:pt x="32" y="25"/>
                    <a:pt x="32" y="25"/>
                  </a:cubicBezTo>
                </a:path>
              </a:pathLst>
            </a:custGeom>
            <a:solidFill>
              <a:srgbClr val="BD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46" name="Freeform 42"/>
            <p:cNvSpPr>
              <a:spLocks noEditPoints="1"/>
            </p:cNvSpPr>
            <p:nvPr/>
          </p:nvSpPr>
          <p:spPr bwMode="auto">
            <a:xfrm>
              <a:off x="2247" y="530"/>
              <a:ext cx="70" cy="52"/>
            </a:xfrm>
            <a:custGeom>
              <a:avLst/>
              <a:gdLst>
                <a:gd name="T0" fmla="*/ 62 w 35"/>
                <a:gd name="T1" fmla="*/ 0 h 26"/>
                <a:gd name="T2" fmla="*/ 8 w 35"/>
                <a:gd name="T3" fmla="*/ 0 h 26"/>
                <a:gd name="T4" fmla="*/ 0 w 35"/>
                <a:gd name="T5" fmla="*/ 8 h 26"/>
                <a:gd name="T6" fmla="*/ 0 w 35"/>
                <a:gd name="T7" fmla="*/ 44 h 26"/>
                <a:gd name="T8" fmla="*/ 8 w 35"/>
                <a:gd name="T9" fmla="*/ 52 h 26"/>
                <a:gd name="T10" fmla="*/ 62 w 35"/>
                <a:gd name="T11" fmla="*/ 52 h 26"/>
                <a:gd name="T12" fmla="*/ 70 w 35"/>
                <a:gd name="T13" fmla="*/ 44 h 26"/>
                <a:gd name="T14" fmla="*/ 70 w 35"/>
                <a:gd name="T15" fmla="*/ 8 h 26"/>
                <a:gd name="T16" fmla="*/ 62 w 35"/>
                <a:gd name="T17" fmla="*/ 0 h 26"/>
                <a:gd name="T18" fmla="*/ 12 w 35"/>
                <a:gd name="T19" fmla="*/ 4 h 26"/>
                <a:gd name="T20" fmla="*/ 56 w 35"/>
                <a:gd name="T21" fmla="*/ 4 h 26"/>
                <a:gd name="T22" fmla="*/ 64 w 35"/>
                <a:gd name="T23" fmla="*/ 14 h 26"/>
                <a:gd name="T24" fmla="*/ 64 w 35"/>
                <a:gd name="T25" fmla="*/ 40 h 26"/>
                <a:gd name="T26" fmla="*/ 56 w 35"/>
                <a:gd name="T27" fmla="*/ 50 h 26"/>
                <a:gd name="T28" fmla="*/ 12 w 35"/>
                <a:gd name="T29" fmla="*/ 50 h 26"/>
                <a:gd name="T30" fmla="*/ 4 w 35"/>
                <a:gd name="T31" fmla="*/ 40 h 26"/>
                <a:gd name="T32" fmla="*/ 4 w 35"/>
                <a:gd name="T33" fmla="*/ 12 h 26"/>
                <a:gd name="T34" fmla="*/ 12 w 35"/>
                <a:gd name="T35" fmla="*/ 4 h 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5" h="26">
                  <a:moveTo>
                    <a:pt x="3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4"/>
                    <a:pt x="2" y="26"/>
                    <a:pt x="4" y="26"/>
                  </a:cubicBezTo>
                  <a:cubicBezTo>
                    <a:pt x="31" y="26"/>
                    <a:pt x="31" y="26"/>
                    <a:pt x="31" y="26"/>
                  </a:cubicBezTo>
                  <a:cubicBezTo>
                    <a:pt x="33" y="26"/>
                    <a:pt x="35" y="24"/>
                    <a:pt x="35" y="22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2"/>
                    <a:pt x="33" y="0"/>
                    <a:pt x="31" y="0"/>
                  </a:cubicBezTo>
                  <a:moveTo>
                    <a:pt x="6" y="2"/>
                  </a:moveTo>
                  <a:cubicBezTo>
                    <a:pt x="28" y="2"/>
                    <a:pt x="28" y="2"/>
                    <a:pt x="28" y="2"/>
                  </a:cubicBezTo>
                  <a:cubicBezTo>
                    <a:pt x="30" y="2"/>
                    <a:pt x="32" y="4"/>
                    <a:pt x="32" y="7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3"/>
                    <a:pt x="30" y="25"/>
                    <a:pt x="28" y="25"/>
                  </a:cubicBezTo>
                  <a:cubicBezTo>
                    <a:pt x="6" y="25"/>
                    <a:pt x="6" y="25"/>
                    <a:pt x="6" y="25"/>
                  </a:cubicBezTo>
                  <a:cubicBezTo>
                    <a:pt x="4" y="25"/>
                    <a:pt x="2" y="23"/>
                    <a:pt x="2" y="20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4"/>
                    <a:pt x="4" y="2"/>
                    <a:pt x="6" y="2"/>
                  </a:cubicBezTo>
                </a:path>
              </a:pathLst>
            </a:custGeom>
            <a:solidFill>
              <a:srgbClr val="8781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47" name="Freeform 43"/>
            <p:cNvSpPr>
              <a:spLocks/>
            </p:cNvSpPr>
            <p:nvPr/>
          </p:nvSpPr>
          <p:spPr bwMode="auto">
            <a:xfrm>
              <a:off x="2333" y="532"/>
              <a:ext cx="63" cy="50"/>
            </a:xfrm>
            <a:custGeom>
              <a:avLst/>
              <a:gdLst>
                <a:gd name="T0" fmla="*/ 63 w 32"/>
                <a:gd name="T1" fmla="*/ 50 h 25"/>
                <a:gd name="T2" fmla="*/ 0 w 32"/>
                <a:gd name="T3" fmla="*/ 50 h 25"/>
                <a:gd name="T4" fmla="*/ 0 w 32"/>
                <a:gd name="T5" fmla="*/ 12 h 25"/>
                <a:gd name="T6" fmla="*/ 12 w 32"/>
                <a:gd name="T7" fmla="*/ 0 h 25"/>
                <a:gd name="T8" fmla="*/ 63 w 32"/>
                <a:gd name="T9" fmla="*/ 0 h 25"/>
                <a:gd name="T10" fmla="*/ 63 w 32"/>
                <a:gd name="T11" fmla="*/ 5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2" h="25">
                  <a:moveTo>
                    <a:pt x="32" y="25"/>
                  </a:moveTo>
                  <a:cubicBezTo>
                    <a:pt x="0" y="25"/>
                    <a:pt x="0" y="25"/>
                    <a:pt x="0" y="2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25"/>
                    <a:pt x="32" y="25"/>
                    <a:pt x="32" y="25"/>
                  </a:cubicBezTo>
                </a:path>
              </a:pathLst>
            </a:custGeom>
            <a:solidFill>
              <a:srgbClr val="BD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48" name="Freeform 44"/>
            <p:cNvSpPr>
              <a:spLocks noEditPoints="1"/>
            </p:cNvSpPr>
            <p:nvPr/>
          </p:nvSpPr>
          <p:spPr bwMode="auto">
            <a:xfrm>
              <a:off x="2331" y="530"/>
              <a:ext cx="67" cy="53"/>
            </a:xfrm>
            <a:custGeom>
              <a:avLst/>
              <a:gdLst>
                <a:gd name="T0" fmla="*/ 61 w 34"/>
                <a:gd name="T1" fmla="*/ 0 h 27"/>
                <a:gd name="T2" fmla="*/ 8 w 34"/>
                <a:gd name="T3" fmla="*/ 0 h 27"/>
                <a:gd name="T4" fmla="*/ 0 w 34"/>
                <a:gd name="T5" fmla="*/ 8 h 27"/>
                <a:gd name="T6" fmla="*/ 0 w 34"/>
                <a:gd name="T7" fmla="*/ 43 h 27"/>
                <a:gd name="T8" fmla="*/ 8 w 34"/>
                <a:gd name="T9" fmla="*/ 51 h 27"/>
                <a:gd name="T10" fmla="*/ 59 w 34"/>
                <a:gd name="T11" fmla="*/ 53 h 27"/>
                <a:gd name="T12" fmla="*/ 67 w 34"/>
                <a:gd name="T13" fmla="*/ 43 h 27"/>
                <a:gd name="T14" fmla="*/ 67 w 34"/>
                <a:gd name="T15" fmla="*/ 10 h 27"/>
                <a:gd name="T16" fmla="*/ 61 w 34"/>
                <a:gd name="T17" fmla="*/ 0 h 27"/>
                <a:gd name="T18" fmla="*/ 12 w 34"/>
                <a:gd name="T19" fmla="*/ 4 h 27"/>
                <a:gd name="T20" fmla="*/ 55 w 34"/>
                <a:gd name="T21" fmla="*/ 4 h 27"/>
                <a:gd name="T22" fmla="*/ 63 w 34"/>
                <a:gd name="T23" fmla="*/ 14 h 27"/>
                <a:gd name="T24" fmla="*/ 61 w 34"/>
                <a:gd name="T25" fmla="*/ 41 h 27"/>
                <a:gd name="T26" fmla="*/ 55 w 34"/>
                <a:gd name="T27" fmla="*/ 49 h 27"/>
                <a:gd name="T28" fmla="*/ 10 w 34"/>
                <a:gd name="T29" fmla="*/ 49 h 27"/>
                <a:gd name="T30" fmla="*/ 4 w 34"/>
                <a:gd name="T31" fmla="*/ 39 h 27"/>
                <a:gd name="T32" fmla="*/ 4 w 34"/>
                <a:gd name="T33" fmla="*/ 14 h 27"/>
                <a:gd name="T34" fmla="*/ 12 w 34"/>
                <a:gd name="T35" fmla="*/ 4 h 2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4" h="27">
                  <a:moveTo>
                    <a:pt x="3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4"/>
                    <a:pt x="1" y="26"/>
                    <a:pt x="4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32" y="27"/>
                    <a:pt x="34" y="25"/>
                    <a:pt x="34" y="22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4" y="2"/>
                    <a:pt x="33" y="0"/>
                    <a:pt x="31" y="0"/>
                  </a:cubicBezTo>
                  <a:moveTo>
                    <a:pt x="6" y="2"/>
                  </a:moveTo>
                  <a:cubicBezTo>
                    <a:pt x="28" y="2"/>
                    <a:pt x="28" y="2"/>
                    <a:pt x="28" y="2"/>
                  </a:cubicBezTo>
                  <a:cubicBezTo>
                    <a:pt x="30" y="2"/>
                    <a:pt x="32" y="4"/>
                    <a:pt x="32" y="7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1" y="23"/>
                    <a:pt x="30" y="25"/>
                    <a:pt x="28" y="25"/>
                  </a:cubicBezTo>
                  <a:cubicBezTo>
                    <a:pt x="5" y="25"/>
                    <a:pt x="5" y="25"/>
                    <a:pt x="5" y="25"/>
                  </a:cubicBezTo>
                  <a:cubicBezTo>
                    <a:pt x="3" y="25"/>
                    <a:pt x="2" y="23"/>
                    <a:pt x="2" y="20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4"/>
                    <a:pt x="4" y="2"/>
                    <a:pt x="6" y="2"/>
                  </a:cubicBezTo>
                </a:path>
              </a:pathLst>
            </a:custGeom>
            <a:solidFill>
              <a:srgbClr val="8781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49" name="Freeform 45"/>
            <p:cNvSpPr>
              <a:spLocks/>
            </p:cNvSpPr>
            <p:nvPr/>
          </p:nvSpPr>
          <p:spPr bwMode="auto">
            <a:xfrm>
              <a:off x="2414" y="532"/>
              <a:ext cx="65" cy="50"/>
            </a:xfrm>
            <a:custGeom>
              <a:avLst/>
              <a:gdLst>
                <a:gd name="T0" fmla="*/ 63 w 33"/>
                <a:gd name="T1" fmla="*/ 50 h 25"/>
                <a:gd name="T2" fmla="*/ 0 w 33"/>
                <a:gd name="T3" fmla="*/ 50 h 25"/>
                <a:gd name="T4" fmla="*/ 2 w 33"/>
                <a:gd name="T5" fmla="*/ 12 h 25"/>
                <a:gd name="T6" fmla="*/ 12 w 33"/>
                <a:gd name="T7" fmla="*/ 0 h 25"/>
                <a:gd name="T8" fmla="*/ 65 w 33"/>
                <a:gd name="T9" fmla="*/ 2 h 25"/>
                <a:gd name="T10" fmla="*/ 63 w 33"/>
                <a:gd name="T11" fmla="*/ 5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3" h="25">
                  <a:moveTo>
                    <a:pt x="32" y="25"/>
                  </a:moveTo>
                  <a:cubicBezTo>
                    <a:pt x="0" y="25"/>
                    <a:pt x="0" y="25"/>
                    <a:pt x="0" y="25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3"/>
                    <a:pt x="3" y="0"/>
                    <a:pt x="6" y="0"/>
                  </a:cubicBezTo>
                  <a:cubicBezTo>
                    <a:pt x="33" y="1"/>
                    <a:pt x="33" y="1"/>
                    <a:pt x="33" y="1"/>
                  </a:cubicBezTo>
                  <a:lnTo>
                    <a:pt x="32" y="25"/>
                  </a:lnTo>
                  <a:close/>
                </a:path>
              </a:pathLst>
            </a:custGeom>
            <a:solidFill>
              <a:srgbClr val="BD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50" name="Freeform 46"/>
            <p:cNvSpPr>
              <a:spLocks noEditPoints="1"/>
            </p:cNvSpPr>
            <p:nvPr/>
          </p:nvSpPr>
          <p:spPr bwMode="auto">
            <a:xfrm>
              <a:off x="2412" y="530"/>
              <a:ext cx="69" cy="53"/>
            </a:xfrm>
            <a:custGeom>
              <a:avLst/>
              <a:gdLst>
                <a:gd name="T0" fmla="*/ 61 w 35"/>
                <a:gd name="T1" fmla="*/ 0 h 27"/>
                <a:gd name="T2" fmla="*/ 8 w 35"/>
                <a:gd name="T3" fmla="*/ 0 h 27"/>
                <a:gd name="T4" fmla="*/ 2 w 35"/>
                <a:gd name="T5" fmla="*/ 10 h 27"/>
                <a:gd name="T6" fmla="*/ 0 w 35"/>
                <a:gd name="T7" fmla="*/ 43 h 27"/>
                <a:gd name="T8" fmla="*/ 8 w 35"/>
                <a:gd name="T9" fmla="*/ 53 h 27"/>
                <a:gd name="T10" fmla="*/ 61 w 35"/>
                <a:gd name="T11" fmla="*/ 53 h 27"/>
                <a:gd name="T12" fmla="*/ 69 w 35"/>
                <a:gd name="T13" fmla="*/ 43 h 27"/>
                <a:gd name="T14" fmla="*/ 69 w 35"/>
                <a:gd name="T15" fmla="*/ 10 h 27"/>
                <a:gd name="T16" fmla="*/ 61 w 35"/>
                <a:gd name="T17" fmla="*/ 0 h 27"/>
                <a:gd name="T18" fmla="*/ 12 w 35"/>
                <a:gd name="T19" fmla="*/ 4 h 27"/>
                <a:gd name="T20" fmla="*/ 55 w 35"/>
                <a:gd name="T21" fmla="*/ 6 h 27"/>
                <a:gd name="T22" fmla="*/ 63 w 35"/>
                <a:gd name="T23" fmla="*/ 14 h 27"/>
                <a:gd name="T24" fmla="*/ 63 w 35"/>
                <a:gd name="T25" fmla="*/ 41 h 27"/>
                <a:gd name="T26" fmla="*/ 55 w 35"/>
                <a:gd name="T27" fmla="*/ 49 h 27"/>
                <a:gd name="T28" fmla="*/ 12 w 35"/>
                <a:gd name="T29" fmla="*/ 49 h 27"/>
                <a:gd name="T30" fmla="*/ 4 w 35"/>
                <a:gd name="T31" fmla="*/ 41 h 27"/>
                <a:gd name="T32" fmla="*/ 4 w 35"/>
                <a:gd name="T33" fmla="*/ 14 h 27"/>
                <a:gd name="T34" fmla="*/ 12 w 35"/>
                <a:gd name="T35" fmla="*/ 4 h 2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5" h="27">
                  <a:moveTo>
                    <a:pt x="3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1" y="2"/>
                    <a:pt x="1" y="5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5"/>
                    <a:pt x="2" y="27"/>
                    <a:pt x="4" y="27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3" y="27"/>
                    <a:pt x="35" y="25"/>
                    <a:pt x="35" y="22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5" y="3"/>
                    <a:pt x="33" y="0"/>
                    <a:pt x="31" y="0"/>
                  </a:cubicBezTo>
                  <a:close/>
                  <a:moveTo>
                    <a:pt x="6" y="2"/>
                  </a:moveTo>
                  <a:cubicBezTo>
                    <a:pt x="28" y="3"/>
                    <a:pt x="28" y="3"/>
                    <a:pt x="28" y="3"/>
                  </a:cubicBezTo>
                  <a:cubicBezTo>
                    <a:pt x="31" y="3"/>
                    <a:pt x="32" y="5"/>
                    <a:pt x="32" y="7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2" y="23"/>
                    <a:pt x="30" y="25"/>
                    <a:pt x="28" y="25"/>
                  </a:cubicBezTo>
                  <a:cubicBezTo>
                    <a:pt x="6" y="25"/>
                    <a:pt x="6" y="25"/>
                    <a:pt x="6" y="25"/>
                  </a:cubicBezTo>
                  <a:cubicBezTo>
                    <a:pt x="4" y="25"/>
                    <a:pt x="2" y="23"/>
                    <a:pt x="2" y="21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4"/>
                    <a:pt x="4" y="2"/>
                    <a:pt x="6" y="2"/>
                  </a:cubicBezTo>
                  <a:close/>
                </a:path>
              </a:pathLst>
            </a:custGeom>
            <a:solidFill>
              <a:srgbClr val="8781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51" name="Freeform 47"/>
            <p:cNvSpPr>
              <a:spLocks/>
            </p:cNvSpPr>
            <p:nvPr/>
          </p:nvSpPr>
          <p:spPr bwMode="auto">
            <a:xfrm>
              <a:off x="2497" y="534"/>
              <a:ext cx="64" cy="49"/>
            </a:xfrm>
            <a:custGeom>
              <a:avLst/>
              <a:gdLst>
                <a:gd name="T0" fmla="*/ 64 w 32"/>
                <a:gd name="T1" fmla="*/ 49 h 25"/>
                <a:gd name="T2" fmla="*/ 0 w 32"/>
                <a:gd name="T3" fmla="*/ 47 h 25"/>
                <a:gd name="T4" fmla="*/ 0 w 32"/>
                <a:gd name="T5" fmla="*/ 10 h 25"/>
                <a:gd name="T6" fmla="*/ 12 w 32"/>
                <a:gd name="T7" fmla="*/ 0 h 25"/>
                <a:gd name="T8" fmla="*/ 64 w 32"/>
                <a:gd name="T9" fmla="*/ 0 h 25"/>
                <a:gd name="T10" fmla="*/ 64 w 32"/>
                <a:gd name="T11" fmla="*/ 49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2" h="25">
                  <a:moveTo>
                    <a:pt x="32" y="25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32" y="0"/>
                    <a:pt x="32" y="0"/>
                    <a:pt x="32" y="0"/>
                  </a:cubicBezTo>
                  <a:lnTo>
                    <a:pt x="32" y="25"/>
                  </a:lnTo>
                  <a:close/>
                </a:path>
              </a:pathLst>
            </a:custGeom>
            <a:solidFill>
              <a:srgbClr val="BD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52" name="Freeform 48"/>
            <p:cNvSpPr>
              <a:spLocks noEditPoints="1"/>
            </p:cNvSpPr>
            <p:nvPr/>
          </p:nvSpPr>
          <p:spPr bwMode="auto">
            <a:xfrm>
              <a:off x="2495" y="532"/>
              <a:ext cx="69" cy="51"/>
            </a:xfrm>
            <a:custGeom>
              <a:avLst/>
              <a:gdLst>
                <a:gd name="T0" fmla="*/ 61 w 35"/>
                <a:gd name="T1" fmla="*/ 0 h 26"/>
                <a:gd name="T2" fmla="*/ 8 w 35"/>
                <a:gd name="T3" fmla="*/ 0 h 26"/>
                <a:gd name="T4" fmla="*/ 0 w 35"/>
                <a:gd name="T5" fmla="*/ 8 h 26"/>
                <a:gd name="T6" fmla="*/ 0 w 35"/>
                <a:gd name="T7" fmla="*/ 43 h 26"/>
                <a:gd name="T8" fmla="*/ 8 w 35"/>
                <a:gd name="T9" fmla="*/ 51 h 26"/>
                <a:gd name="T10" fmla="*/ 61 w 35"/>
                <a:gd name="T11" fmla="*/ 51 h 26"/>
                <a:gd name="T12" fmla="*/ 69 w 35"/>
                <a:gd name="T13" fmla="*/ 43 h 26"/>
                <a:gd name="T14" fmla="*/ 69 w 35"/>
                <a:gd name="T15" fmla="*/ 8 h 26"/>
                <a:gd name="T16" fmla="*/ 61 w 35"/>
                <a:gd name="T17" fmla="*/ 0 h 26"/>
                <a:gd name="T18" fmla="*/ 12 w 35"/>
                <a:gd name="T19" fmla="*/ 4 h 26"/>
                <a:gd name="T20" fmla="*/ 55 w 35"/>
                <a:gd name="T21" fmla="*/ 4 h 26"/>
                <a:gd name="T22" fmla="*/ 63 w 35"/>
                <a:gd name="T23" fmla="*/ 14 h 26"/>
                <a:gd name="T24" fmla="*/ 63 w 35"/>
                <a:gd name="T25" fmla="*/ 39 h 26"/>
                <a:gd name="T26" fmla="*/ 55 w 35"/>
                <a:gd name="T27" fmla="*/ 49 h 26"/>
                <a:gd name="T28" fmla="*/ 12 w 35"/>
                <a:gd name="T29" fmla="*/ 49 h 26"/>
                <a:gd name="T30" fmla="*/ 4 w 35"/>
                <a:gd name="T31" fmla="*/ 39 h 26"/>
                <a:gd name="T32" fmla="*/ 4 w 35"/>
                <a:gd name="T33" fmla="*/ 12 h 26"/>
                <a:gd name="T34" fmla="*/ 12 w 35"/>
                <a:gd name="T35" fmla="*/ 4 h 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5" h="26">
                  <a:moveTo>
                    <a:pt x="3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4"/>
                    <a:pt x="2" y="26"/>
                    <a:pt x="4" y="26"/>
                  </a:cubicBezTo>
                  <a:cubicBezTo>
                    <a:pt x="31" y="26"/>
                    <a:pt x="31" y="26"/>
                    <a:pt x="31" y="26"/>
                  </a:cubicBezTo>
                  <a:cubicBezTo>
                    <a:pt x="33" y="26"/>
                    <a:pt x="35" y="24"/>
                    <a:pt x="35" y="22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2"/>
                    <a:pt x="33" y="0"/>
                    <a:pt x="31" y="0"/>
                  </a:cubicBezTo>
                  <a:close/>
                  <a:moveTo>
                    <a:pt x="6" y="2"/>
                  </a:moveTo>
                  <a:cubicBezTo>
                    <a:pt x="28" y="2"/>
                    <a:pt x="28" y="2"/>
                    <a:pt x="28" y="2"/>
                  </a:cubicBezTo>
                  <a:cubicBezTo>
                    <a:pt x="30" y="2"/>
                    <a:pt x="32" y="4"/>
                    <a:pt x="32" y="7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3"/>
                    <a:pt x="30" y="25"/>
                    <a:pt x="28" y="25"/>
                  </a:cubicBezTo>
                  <a:cubicBezTo>
                    <a:pt x="6" y="25"/>
                    <a:pt x="6" y="25"/>
                    <a:pt x="6" y="25"/>
                  </a:cubicBezTo>
                  <a:cubicBezTo>
                    <a:pt x="4" y="25"/>
                    <a:pt x="2" y="23"/>
                    <a:pt x="2" y="20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4"/>
                    <a:pt x="4" y="2"/>
                    <a:pt x="6" y="2"/>
                  </a:cubicBezTo>
                  <a:close/>
                </a:path>
              </a:pathLst>
            </a:custGeom>
            <a:solidFill>
              <a:srgbClr val="8781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53" name="Freeform 49"/>
            <p:cNvSpPr>
              <a:spLocks/>
            </p:cNvSpPr>
            <p:nvPr/>
          </p:nvSpPr>
          <p:spPr bwMode="auto">
            <a:xfrm>
              <a:off x="2580" y="534"/>
              <a:ext cx="64" cy="49"/>
            </a:xfrm>
            <a:custGeom>
              <a:avLst/>
              <a:gdLst>
                <a:gd name="T0" fmla="*/ 64 w 32"/>
                <a:gd name="T1" fmla="*/ 49 h 25"/>
                <a:gd name="T2" fmla="*/ 0 w 32"/>
                <a:gd name="T3" fmla="*/ 49 h 25"/>
                <a:gd name="T4" fmla="*/ 0 w 32"/>
                <a:gd name="T5" fmla="*/ 12 h 25"/>
                <a:gd name="T6" fmla="*/ 12 w 32"/>
                <a:gd name="T7" fmla="*/ 0 h 25"/>
                <a:gd name="T8" fmla="*/ 64 w 32"/>
                <a:gd name="T9" fmla="*/ 0 h 25"/>
                <a:gd name="T10" fmla="*/ 64 w 32"/>
                <a:gd name="T11" fmla="*/ 49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2" h="25">
                  <a:moveTo>
                    <a:pt x="32" y="25"/>
                  </a:moveTo>
                  <a:cubicBezTo>
                    <a:pt x="0" y="25"/>
                    <a:pt x="0" y="25"/>
                    <a:pt x="0" y="2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32" y="0"/>
                    <a:pt x="32" y="0"/>
                    <a:pt x="32" y="0"/>
                  </a:cubicBezTo>
                  <a:lnTo>
                    <a:pt x="32" y="25"/>
                  </a:lnTo>
                  <a:close/>
                </a:path>
              </a:pathLst>
            </a:custGeom>
            <a:solidFill>
              <a:srgbClr val="BD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54" name="Freeform 50"/>
            <p:cNvSpPr>
              <a:spLocks noEditPoints="1"/>
            </p:cNvSpPr>
            <p:nvPr/>
          </p:nvSpPr>
          <p:spPr bwMode="auto">
            <a:xfrm>
              <a:off x="2578" y="532"/>
              <a:ext cx="68" cy="53"/>
            </a:xfrm>
            <a:custGeom>
              <a:avLst/>
              <a:gdLst>
                <a:gd name="T0" fmla="*/ 62 w 34"/>
                <a:gd name="T1" fmla="*/ 0 h 27"/>
                <a:gd name="T2" fmla="*/ 8 w 34"/>
                <a:gd name="T3" fmla="*/ 0 h 27"/>
                <a:gd name="T4" fmla="*/ 0 w 34"/>
                <a:gd name="T5" fmla="*/ 8 h 27"/>
                <a:gd name="T6" fmla="*/ 0 w 34"/>
                <a:gd name="T7" fmla="*/ 43 h 27"/>
                <a:gd name="T8" fmla="*/ 8 w 34"/>
                <a:gd name="T9" fmla="*/ 51 h 27"/>
                <a:gd name="T10" fmla="*/ 60 w 34"/>
                <a:gd name="T11" fmla="*/ 53 h 27"/>
                <a:gd name="T12" fmla="*/ 68 w 34"/>
                <a:gd name="T13" fmla="*/ 43 h 27"/>
                <a:gd name="T14" fmla="*/ 68 w 34"/>
                <a:gd name="T15" fmla="*/ 10 h 27"/>
                <a:gd name="T16" fmla="*/ 62 w 34"/>
                <a:gd name="T17" fmla="*/ 0 h 27"/>
                <a:gd name="T18" fmla="*/ 12 w 34"/>
                <a:gd name="T19" fmla="*/ 4 h 27"/>
                <a:gd name="T20" fmla="*/ 56 w 34"/>
                <a:gd name="T21" fmla="*/ 4 h 27"/>
                <a:gd name="T22" fmla="*/ 64 w 34"/>
                <a:gd name="T23" fmla="*/ 14 h 27"/>
                <a:gd name="T24" fmla="*/ 62 w 34"/>
                <a:gd name="T25" fmla="*/ 41 h 27"/>
                <a:gd name="T26" fmla="*/ 56 w 34"/>
                <a:gd name="T27" fmla="*/ 49 h 27"/>
                <a:gd name="T28" fmla="*/ 10 w 34"/>
                <a:gd name="T29" fmla="*/ 49 h 27"/>
                <a:gd name="T30" fmla="*/ 4 w 34"/>
                <a:gd name="T31" fmla="*/ 39 h 27"/>
                <a:gd name="T32" fmla="*/ 4 w 34"/>
                <a:gd name="T33" fmla="*/ 14 h 27"/>
                <a:gd name="T34" fmla="*/ 12 w 34"/>
                <a:gd name="T35" fmla="*/ 4 h 2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4" h="27">
                  <a:moveTo>
                    <a:pt x="3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4"/>
                    <a:pt x="1" y="26"/>
                    <a:pt x="4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33" y="27"/>
                    <a:pt x="34" y="25"/>
                    <a:pt x="34" y="22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4" y="2"/>
                    <a:pt x="33" y="0"/>
                    <a:pt x="31" y="0"/>
                  </a:cubicBezTo>
                  <a:close/>
                  <a:moveTo>
                    <a:pt x="6" y="2"/>
                  </a:moveTo>
                  <a:cubicBezTo>
                    <a:pt x="28" y="2"/>
                    <a:pt x="28" y="2"/>
                    <a:pt x="28" y="2"/>
                  </a:cubicBezTo>
                  <a:cubicBezTo>
                    <a:pt x="30" y="2"/>
                    <a:pt x="32" y="4"/>
                    <a:pt x="32" y="7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1" y="23"/>
                    <a:pt x="30" y="25"/>
                    <a:pt x="28" y="25"/>
                  </a:cubicBezTo>
                  <a:cubicBezTo>
                    <a:pt x="5" y="25"/>
                    <a:pt x="5" y="25"/>
                    <a:pt x="5" y="25"/>
                  </a:cubicBezTo>
                  <a:cubicBezTo>
                    <a:pt x="3" y="25"/>
                    <a:pt x="2" y="23"/>
                    <a:pt x="2" y="20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4"/>
                    <a:pt x="4" y="2"/>
                    <a:pt x="6" y="2"/>
                  </a:cubicBezTo>
                  <a:close/>
                </a:path>
              </a:pathLst>
            </a:custGeom>
            <a:solidFill>
              <a:srgbClr val="8781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55" name="Freeform 51"/>
            <p:cNvSpPr>
              <a:spLocks/>
            </p:cNvSpPr>
            <p:nvPr/>
          </p:nvSpPr>
          <p:spPr bwMode="auto">
            <a:xfrm>
              <a:off x="2659" y="531"/>
              <a:ext cx="65" cy="49"/>
            </a:xfrm>
            <a:custGeom>
              <a:avLst/>
              <a:gdLst>
                <a:gd name="T0" fmla="*/ 65 w 33"/>
                <a:gd name="T1" fmla="*/ 49 h 25"/>
                <a:gd name="T2" fmla="*/ 0 w 33"/>
                <a:gd name="T3" fmla="*/ 49 h 25"/>
                <a:gd name="T4" fmla="*/ 2 w 33"/>
                <a:gd name="T5" fmla="*/ 12 h 25"/>
                <a:gd name="T6" fmla="*/ 12 w 33"/>
                <a:gd name="T7" fmla="*/ 0 h 25"/>
                <a:gd name="T8" fmla="*/ 65 w 33"/>
                <a:gd name="T9" fmla="*/ 2 h 25"/>
                <a:gd name="T10" fmla="*/ 65 w 33"/>
                <a:gd name="T11" fmla="*/ 49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3" h="25">
                  <a:moveTo>
                    <a:pt x="33" y="25"/>
                  </a:moveTo>
                  <a:cubicBezTo>
                    <a:pt x="0" y="25"/>
                    <a:pt x="0" y="25"/>
                    <a:pt x="0" y="25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3"/>
                    <a:pt x="3" y="0"/>
                    <a:pt x="6" y="0"/>
                  </a:cubicBezTo>
                  <a:cubicBezTo>
                    <a:pt x="33" y="1"/>
                    <a:pt x="33" y="1"/>
                    <a:pt x="33" y="1"/>
                  </a:cubicBezTo>
                  <a:cubicBezTo>
                    <a:pt x="33" y="25"/>
                    <a:pt x="33" y="25"/>
                    <a:pt x="33" y="25"/>
                  </a:cubicBezTo>
                </a:path>
              </a:pathLst>
            </a:custGeom>
            <a:solidFill>
              <a:srgbClr val="BD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56" name="Freeform 52"/>
            <p:cNvSpPr>
              <a:spLocks noEditPoints="1"/>
            </p:cNvSpPr>
            <p:nvPr/>
          </p:nvSpPr>
          <p:spPr bwMode="auto">
            <a:xfrm>
              <a:off x="2660" y="532"/>
              <a:ext cx="69" cy="53"/>
            </a:xfrm>
            <a:custGeom>
              <a:avLst/>
              <a:gdLst>
                <a:gd name="T0" fmla="*/ 61 w 35"/>
                <a:gd name="T1" fmla="*/ 0 h 27"/>
                <a:gd name="T2" fmla="*/ 8 w 35"/>
                <a:gd name="T3" fmla="*/ 0 h 27"/>
                <a:gd name="T4" fmla="*/ 2 w 35"/>
                <a:gd name="T5" fmla="*/ 10 h 27"/>
                <a:gd name="T6" fmla="*/ 2 w 35"/>
                <a:gd name="T7" fmla="*/ 43 h 27"/>
                <a:gd name="T8" fmla="*/ 8 w 35"/>
                <a:gd name="T9" fmla="*/ 53 h 27"/>
                <a:gd name="T10" fmla="*/ 61 w 35"/>
                <a:gd name="T11" fmla="*/ 53 h 27"/>
                <a:gd name="T12" fmla="*/ 69 w 35"/>
                <a:gd name="T13" fmla="*/ 43 h 27"/>
                <a:gd name="T14" fmla="*/ 69 w 35"/>
                <a:gd name="T15" fmla="*/ 10 h 27"/>
                <a:gd name="T16" fmla="*/ 61 w 35"/>
                <a:gd name="T17" fmla="*/ 0 h 27"/>
                <a:gd name="T18" fmla="*/ 12 w 35"/>
                <a:gd name="T19" fmla="*/ 4 h 27"/>
                <a:gd name="T20" fmla="*/ 55 w 35"/>
                <a:gd name="T21" fmla="*/ 6 h 27"/>
                <a:gd name="T22" fmla="*/ 63 w 35"/>
                <a:gd name="T23" fmla="*/ 14 h 27"/>
                <a:gd name="T24" fmla="*/ 63 w 35"/>
                <a:gd name="T25" fmla="*/ 41 h 27"/>
                <a:gd name="T26" fmla="*/ 55 w 35"/>
                <a:gd name="T27" fmla="*/ 49 h 27"/>
                <a:gd name="T28" fmla="*/ 12 w 35"/>
                <a:gd name="T29" fmla="*/ 49 h 27"/>
                <a:gd name="T30" fmla="*/ 4 w 35"/>
                <a:gd name="T31" fmla="*/ 41 h 27"/>
                <a:gd name="T32" fmla="*/ 6 w 35"/>
                <a:gd name="T33" fmla="*/ 14 h 27"/>
                <a:gd name="T34" fmla="*/ 12 w 35"/>
                <a:gd name="T35" fmla="*/ 4 h 2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5" h="27">
                  <a:moveTo>
                    <a:pt x="3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1" y="2"/>
                    <a:pt x="1" y="5"/>
                  </a:cubicBezTo>
                  <a:cubicBezTo>
                    <a:pt x="1" y="22"/>
                    <a:pt x="1" y="22"/>
                    <a:pt x="1" y="22"/>
                  </a:cubicBezTo>
                  <a:cubicBezTo>
                    <a:pt x="0" y="25"/>
                    <a:pt x="2" y="27"/>
                    <a:pt x="4" y="27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3" y="27"/>
                    <a:pt x="35" y="25"/>
                    <a:pt x="35" y="22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5" y="3"/>
                    <a:pt x="33" y="0"/>
                    <a:pt x="31" y="0"/>
                  </a:cubicBezTo>
                  <a:moveTo>
                    <a:pt x="6" y="2"/>
                  </a:moveTo>
                  <a:cubicBezTo>
                    <a:pt x="28" y="3"/>
                    <a:pt x="28" y="3"/>
                    <a:pt x="28" y="3"/>
                  </a:cubicBezTo>
                  <a:cubicBezTo>
                    <a:pt x="31" y="3"/>
                    <a:pt x="32" y="5"/>
                    <a:pt x="32" y="7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2" y="23"/>
                    <a:pt x="30" y="26"/>
                    <a:pt x="28" y="25"/>
                  </a:cubicBezTo>
                  <a:cubicBezTo>
                    <a:pt x="6" y="25"/>
                    <a:pt x="6" y="25"/>
                    <a:pt x="6" y="25"/>
                  </a:cubicBezTo>
                  <a:cubicBezTo>
                    <a:pt x="4" y="25"/>
                    <a:pt x="2" y="23"/>
                    <a:pt x="2" y="21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4"/>
                    <a:pt x="4" y="2"/>
                    <a:pt x="6" y="2"/>
                  </a:cubicBezTo>
                </a:path>
              </a:pathLst>
            </a:custGeom>
            <a:solidFill>
              <a:srgbClr val="8781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57" name="Freeform 53"/>
            <p:cNvSpPr>
              <a:spLocks/>
            </p:cNvSpPr>
            <p:nvPr/>
          </p:nvSpPr>
          <p:spPr bwMode="auto">
            <a:xfrm>
              <a:off x="2745" y="536"/>
              <a:ext cx="63" cy="49"/>
            </a:xfrm>
            <a:custGeom>
              <a:avLst/>
              <a:gdLst>
                <a:gd name="T0" fmla="*/ 63 w 32"/>
                <a:gd name="T1" fmla="*/ 49 h 25"/>
                <a:gd name="T2" fmla="*/ 0 w 32"/>
                <a:gd name="T3" fmla="*/ 47 h 25"/>
                <a:gd name="T4" fmla="*/ 0 w 32"/>
                <a:gd name="T5" fmla="*/ 10 h 25"/>
                <a:gd name="T6" fmla="*/ 12 w 32"/>
                <a:gd name="T7" fmla="*/ 0 h 25"/>
                <a:gd name="T8" fmla="*/ 63 w 32"/>
                <a:gd name="T9" fmla="*/ 0 h 25"/>
                <a:gd name="T10" fmla="*/ 63 w 32"/>
                <a:gd name="T11" fmla="*/ 49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2" h="25">
                  <a:moveTo>
                    <a:pt x="32" y="25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25"/>
                    <a:pt x="32" y="25"/>
                    <a:pt x="32" y="25"/>
                  </a:cubicBezTo>
                </a:path>
              </a:pathLst>
            </a:custGeom>
            <a:solidFill>
              <a:srgbClr val="BD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58" name="Freeform 54"/>
            <p:cNvSpPr>
              <a:spLocks noEditPoints="1"/>
            </p:cNvSpPr>
            <p:nvPr/>
          </p:nvSpPr>
          <p:spPr bwMode="auto">
            <a:xfrm>
              <a:off x="2743" y="534"/>
              <a:ext cx="69" cy="51"/>
            </a:xfrm>
            <a:custGeom>
              <a:avLst/>
              <a:gdLst>
                <a:gd name="T0" fmla="*/ 61 w 35"/>
                <a:gd name="T1" fmla="*/ 0 h 26"/>
                <a:gd name="T2" fmla="*/ 8 w 35"/>
                <a:gd name="T3" fmla="*/ 0 h 26"/>
                <a:gd name="T4" fmla="*/ 0 w 35"/>
                <a:gd name="T5" fmla="*/ 8 h 26"/>
                <a:gd name="T6" fmla="*/ 0 w 35"/>
                <a:gd name="T7" fmla="*/ 43 h 26"/>
                <a:gd name="T8" fmla="*/ 8 w 35"/>
                <a:gd name="T9" fmla="*/ 51 h 26"/>
                <a:gd name="T10" fmla="*/ 61 w 35"/>
                <a:gd name="T11" fmla="*/ 51 h 26"/>
                <a:gd name="T12" fmla="*/ 69 w 35"/>
                <a:gd name="T13" fmla="*/ 43 h 26"/>
                <a:gd name="T14" fmla="*/ 69 w 35"/>
                <a:gd name="T15" fmla="*/ 8 h 26"/>
                <a:gd name="T16" fmla="*/ 61 w 35"/>
                <a:gd name="T17" fmla="*/ 0 h 26"/>
                <a:gd name="T18" fmla="*/ 12 w 35"/>
                <a:gd name="T19" fmla="*/ 4 h 26"/>
                <a:gd name="T20" fmla="*/ 55 w 35"/>
                <a:gd name="T21" fmla="*/ 4 h 26"/>
                <a:gd name="T22" fmla="*/ 63 w 35"/>
                <a:gd name="T23" fmla="*/ 14 h 26"/>
                <a:gd name="T24" fmla="*/ 63 w 35"/>
                <a:gd name="T25" fmla="*/ 39 h 26"/>
                <a:gd name="T26" fmla="*/ 55 w 35"/>
                <a:gd name="T27" fmla="*/ 49 h 26"/>
                <a:gd name="T28" fmla="*/ 12 w 35"/>
                <a:gd name="T29" fmla="*/ 49 h 26"/>
                <a:gd name="T30" fmla="*/ 4 w 35"/>
                <a:gd name="T31" fmla="*/ 39 h 26"/>
                <a:gd name="T32" fmla="*/ 4 w 35"/>
                <a:gd name="T33" fmla="*/ 12 h 26"/>
                <a:gd name="T34" fmla="*/ 12 w 35"/>
                <a:gd name="T35" fmla="*/ 4 h 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5" h="26">
                  <a:moveTo>
                    <a:pt x="3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4"/>
                    <a:pt x="2" y="26"/>
                    <a:pt x="4" y="26"/>
                  </a:cubicBezTo>
                  <a:cubicBezTo>
                    <a:pt x="31" y="26"/>
                    <a:pt x="31" y="26"/>
                    <a:pt x="31" y="26"/>
                  </a:cubicBezTo>
                  <a:cubicBezTo>
                    <a:pt x="33" y="26"/>
                    <a:pt x="35" y="24"/>
                    <a:pt x="35" y="22"/>
                  </a:cubicBezTo>
                  <a:cubicBezTo>
                    <a:pt x="35" y="4"/>
                    <a:pt x="35" y="4"/>
                    <a:pt x="35" y="4"/>
                  </a:cubicBezTo>
                  <a:cubicBezTo>
                    <a:pt x="35" y="2"/>
                    <a:pt x="33" y="0"/>
                    <a:pt x="31" y="0"/>
                  </a:cubicBezTo>
                  <a:moveTo>
                    <a:pt x="6" y="2"/>
                  </a:moveTo>
                  <a:cubicBezTo>
                    <a:pt x="28" y="2"/>
                    <a:pt x="28" y="2"/>
                    <a:pt x="28" y="2"/>
                  </a:cubicBezTo>
                  <a:cubicBezTo>
                    <a:pt x="30" y="2"/>
                    <a:pt x="32" y="4"/>
                    <a:pt x="32" y="7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3"/>
                    <a:pt x="30" y="25"/>
                    <a:pt x="28" y="25"/>
                  </a:cubicBezTo>
                  <a:cubicBezTo>
                    <a:pt x="6" y="25"/>
                    <a:pt x="6" y="25"/>
                    <a:pt x="6" y="25"/>
                  </a:cubicBezTo>
                  <a:cubicBezTo>
                    <a:pt x="4" y="25"/>
                    <a:pt x="2" y="23"/>
                    <a:pt x="2" y="20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4"/>
                    <a:pt x="4" y="2"/>
                    <a:pt x="6" y="2"/>
                  </a:cubicBezTo>
                </a:path>
              </a:pathLst>
            </a:custGeom>
            <a:solidFill>
              <a:srgbClr val="8781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59" name="Freeform 55"/>
            <p:cNvSpPr>
              <a:spLocks/>
            </p:cNvSpPr>
            <p:nvPr/>
          </p:nvSpPr>
          <p:spPr bwMode="auto">
            <a:xfrm>
              <a:off x="2828" y="536"/>
              <a:ext cx="64" cy="49"/>
            </a:xfrm>
            <a:custGeom>
              <a:avLst/>
              <a:gdLst>
                <a:gd name="T0" fmla="*/ 64 w 32"/>
                <a:gd name="T1" fmla="*/ 49 h 25"/>
                <a:gd name="T2" fmla="*/ 0 w 32"/>
                <a:gd name="T3" fmla="*/ 49 h 25"/>
                <a:gd name="T4" fmla="*/ 0 w 32"/>
                <a:gd name="T5" fmla="*/ 12 h 25"/>
                <a:gd name="T6" fmla="*/ 12 w 32"/>
                <a:gd name="T7" fmla="*/ 0 h 25"/>
                <a:gd name="T8" fmla="*/ 64 w 32"/>
                <a:gd name="T9" fmla="*/ 0 h 25"/>
                <a:gd name="T10" fmla="*/ 64 w 32"/>
                <a:gd name="T11" fmla="*/ 49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2" h="25">
                  <a:moveTo>
                    <a:pt x="32" y="25"/>
                  </a:moveTo>
                  <a:cubicBezTo>
                    <a:pt x="0" y="25"/>
                    <a:pt x="0" y="25"/>
                    <a:pt x="0" y="2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32" y="0"/>
                    <a:pt x="32" y="0"/>
                    <a:pt x="32" y="0"/>
                  </a:cubicBezTo>
                  <a:lnTo>
                    <a:pt x="32" y="25"/>
                  </a:lnTo>
                  <a:close/>
                </a:path>
              </a:pathLst>
            </a:custGeom>
            <a:solidFill>
              <a:srgbClr val="BD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60" name="Freeform 56"/>
            <p:cNvSpPr>
              <a:spLocks noEditPoints="1"/>
            </p:cNvSpPr>
            <p:nvPr/>
          </p:nvSpPr>
          <p:spPr bwMode="auto">
            <a:xfrm>
              <a:off x="2826" y="534"/>
              <a:ext cx="68" cy="53"/>
            </a:xfrm>
            <a:custGeom>
              <a:avLst/>
              <a:gdLst>
                <a:gd name="T0" fmla="*/ 62 w 34"/>
                <a:gd name="T1" fmla="*/ 0 h 27"/>
                <a:gd name="T2" fmla="*/ 8 w 34"/>
                <a:gd name="T3" fmla="*/ 0 h 27"/>
                <a:gd name="T4" fmla="*/ 0 w 34"/>
                <a:gd name="T5" fmla="*/ 8 h 27"/>
                <a:gd name="T6" fmla="*/ 0 w 34"/>
                <a:gd name="T7" fmla="*/ 43 h 27"/>
                <a:gd name="T8" fmla="*/ 8 w 34"/>
                <a:gd name="T9" fmla="*/ 51 h 27"/>
                <a:gd name="T10" fmla="*/ 60 w 34"/>
                <a:gd name="T11" fmla="*/ 53 h 27"/>
                <a:gd name="T12" fmla="*/ 68 w 34"/>
                <a:gd name="T13" fmla="*/ 43 h 27"/>
                <a:gd name="T14" fmla="*/ 68 w 34"/>
                <a:gd name="T15" fmla="*/ 10 h 27"/>
                <a:gd name="T16" fmla="*/ 62 w 34"/>
                <a:gd name="T17" fmla="*/ 0 h 27"/>
                <a:gd name="T18" fmla="*/ 12 w 34"/>
                <a:gd name="T19" fmla="*/ 4 h 27"/>
                <a:gd name="T20" fmla="*/ 56 w 34"/>
                <a:gd name="T21" fmla="*/ 4 h 27"/>
                <a:gd name="T22" fmla="*/ 64 w 34"/>
                <a:gd name="T23" fmla="*/ 14 h 27"/>
                <a:gd name="T24" fmla="*/ 62 w 34"/>
                <a:gd name="T25" fmla="*/ 41 h 27"/>
                <a:gd name="T26" fmla="*/ 56 w 34"/>
                <a:gd name="T27" fmla="*/ 49 h 27"/>
                <a:gd name="T28" fmla="*/ 10 w 34"/>
                <a:gd name="T29" fmla="*/ 49 h 27"/>
                <a:gd name="T30" fmla="*/ 4 w 34"/>
                <a:gd name="T31" fmla="*/ 39 h 27"/>
                <a:gd name="T32" fmla="*/ 4 w 34"/>
                <a:gd name="T33" fmla="*/ 14 h 27"/>
                <a:gd name="T34" fmla="*/ 12 w 34"/>
                <a:gd name="T35" fmla="*/ 4 h 2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4" h="27">
                  <a:moveTo>
                    <a:pt x="3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4"/>
                    <a:pt x="2" y="26"/>
                    <a:pt x="4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33" y="27"/>
                    <a:pt x="34" y="25"/>
                    <a:pt x="34" y="22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4" y="2"/>
                    <a:pt x="33" y="0"/>
                    <a:pt x="31" y="0"/>
                  </a:cubicBezTo>
                  <a:close/>
                  <a:moveTo>
                    <a:pt x="6" y="2"/>
                  </a:moveTo>
                  <a:cubicBezTo>
                    <a:pt x="28" y="2"/>
                    <a:pt x="28" y="2"/>
                    <a:pt x="28" y="2"/>
                  </a:cubicBezTo>
                  <a:cubicBezTo>
                    <a:pt x="30" y="2"/>
                    <a:pt x="32" y="4"/>
                    <a:pt x="32" y="7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1" y="23"/>
                    <a:pt x="30" y="25"/>
                    <a:pt x="28" y="25"/>
                  </a:cubicBezTo>
                  <a:cubicBezTo>
                    <a:pt x="5" y="25"/>
                    <a:pt x="5" y="25"/>
                    <a:pt x="5" y="25"/>
                  </a:cubicBezTo>
                  <a:cubicBezTo>
                    <a:pt x="3" y="25"/>
                    <a:pt x="2" y="23"/>
                    <a:pt x="2" y="20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4"/>
                    <a:pt x="4" y="2"/>
                    <a:pt x="6" y="2"/>
                  </a:cubicBezTo>
                  <a:close/>
                </a:path>
              </a:pathLst>
            </a:custGeom>
            <a:solidFill>
              <a:srgbClr val="8781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61" name="Freeform 57"/>
            <p:cNvSpPr>
              <a:spLocks/>
            </p:cNvSpPr>
            <p:nvPr/>
          </p:nvSpPr>
          <p:spPr bwMode="auto">
            <a:xfrm>
              <a:off x="2909" y="536"/>
              <a:ext cx="123" cy="49"/>
            </a:xfrm>
            <a:custGeom>
              <a:avLst/>
              <a:gdLst>
                <a:gd name="T0" fmla="*/ 123 w 62"/>
                <a:gd name="T1" fmla="*/ 49 h 25"/>
                <a:gd name="T2" fmla="*/ 0 w 62"/>
                <a:gd name="T3" fmla="*/ 49 h 25"/>
                <a:gd name="T4" fmla="*/ 2 w 62"/>
                <a:gd name="T5" fmla="*/ 12 h 25"/>
                <a:gd name="T6" fmla="*/ 12 w 62"/>
                <a:gd name="T7" fmla="*/ 0 h 25"/>
                <a:gd name="T8" fmla="*/ 123 w 62"/>
                <a:gd name="T9" fmla="*/ 2 h 25"/>
                <a:gd name="T10" fmla="*/ 123 w 62"/>
                <a:gd name="T11" fmla="*/ 49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2" h="25">
                  <a:moveTo>
                    <a:pt x="62" y="25"/>
                  </a:moveTo>
                  <a:cubicBezTo>
                    <a:pt x="0" y="25"/>
                    <a:pt x="0" y="25"/>
                    <a:pt x="0" y="25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3"/>
                    <a:pt x="3" y="0"/>
                    <a:pt x="6" y="0"/>
                  </a:cubicBezTo>
                  <a:cubicBezTo>
                    <a:pt x="62" y="1"/>
                    <a:pt x="62" y="1"/>
                    <a:pt x="62" y="1"/>
                  </a:cubicBezTo>
                  <a:lnTo>
                    <a:pt x="62" y="25"/>
                  </a:lnTo>
                  <a:close/>
                </a:path>
              </a:pathLst>
            </a:custGeom>
            <a:solidFill>
              <a:srgbClr val="BD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62" name="Freeform 58"/>
            <p:cNvSpPr>
              <a:spLocks noEditPoints="1"/>
            </p:cNvSpPr>
            <p:nvPr/>
          </p:nvSpPr>
          <p:spPr bwMode="auto">
            <a:xfrm>
              <a:off x="2909" y="534"/>
              <a:ext cx="127" cy="53"/>
            </a:xfrm>
            <a:custGeom>
              <a:avLst/>
              <a:gdLst>
                <a:gd name="T0" fmla="*/ 119 w 64"/>
                <a:gd name="T1" fmla="*/ 2 h 27"/>
                <a:gd name="T2" fmla="*/ 8 w 64"/>
                <a:gd name="T3" fmla="*/ 0 h 27"/>
                <a:gd name="T4" fmla="*/ 0 w 64"/>
                <a:gd name="T5" fmla="*/ 10 h 27"/>
                <a:gd name="T6" fmla="*/ 0 w 64"/>
                <a:gd name="T7" fmla="*/ 43 h 27"/>
                <a:gd name="T8" fmla="*/ 6 w 64"/>
                <a:gd name="T9" fmla="*/ 53 h 27"/>
                <a:gd name="T10" fmla="*/ 119 w 64"/>
                <a:gd name="T11" fmla="*/ 53 h 27"/>
                <a:gd name="T12" fmla="*/ 125 w 64"/>
                <a:gd name="T13" fmla="*/ 45 h 27"/>
                <a:gd name="T14" fmla="*/ 127 w 64"/>
                <a:gd name="T15" fmla="*/ 10 h 27"/>
                <a:gd name="T16" fmla="*/ 119 w 64"/>
                <a:gd name="T17" fmla="*/ 2 h 27"/>
                <a:gd name="T18" fmla="*/ 10 w 64"/>
                <a:gd name="T19" fmla="*/ 4 h 27"/>
                <a:gd name="T20" fmla="*/ 113 w 64"/>
                <a:gd name="T21" fmla="*/ 6 h 27"/>
                <a:gd name="T22" fmla="*/ 121 w 64"/>
                <a:gd name="T23" fmla="*/ 14 h 27"/>
                <a:gd name="T24" fmla="*/ 121 w 64"/>
                <a:gd name="T25" fmla="*/ 41 h 27"/>
                <a:gd name="T26" fmla="*/ 113 w 64"/>
                <a:gd name="T27" fmla="*/ 51 h 27"/>
                <a:gd name="T28" fmla="*/ 10 w 64"/>
                <a:gd name="T29" fmla="*/ 49 h 27"/>
                <a:gd name="T30" fmla="*/ 2 w 64"/>
                <a:gd name="T31" fmla="*/ 41 h 27"/>
                <a:gd name="T32" fmla="*/ 4 w 64"/>
                <a:gd name="T33" fmla="*/ 14 h 27"/>
                <a:gd name="T34" fmla="*/ 10 w 64"/>
                <a:gd name="T35" fmla="*/ 4 h 2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64" h="27">
                  <a:moveTo>
                    <a:pt x="60" y="1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1" y="0"/>
                    <a:pt x="0" y="2"/>
                    <a:pt x="0" y="5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5"/>
                    <a:pt x="1" y="27"/>
                    <a:pt x="3" y="27"/>
                  </a:cubicBezTo>
                  <a:cubicBezTo>
                    <a:pt x="60" y="27"/>
                    <a:pt x="60" y="27"/>
                    <a:pt x="60" y="27"/>
                  </a:cubicBezTo>
                  <a:cubicBezTo>
                    <a:pt x="62" y="27"/>
                    <a:pt x="63" y="25"/>
                    <a:pt x="63" y="23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4" y="3"/>
                    <a:pt x="62" y="1"/>
                    <a:pt x="60" y="1"/>
                  </a:cubicBezTo>
                  <a:close/>
                  <a:moveTo>
                    <a:pt x="5" y="2"/>
                  </a:moveTo>
                  <a:cubicBezTo>
                    <a:pt x="57" y="3"/>
                    <a:pt x="57" y="3"/>
                    <a:pt x="57" y="3"/>
                  </a:cubicBezTo>
                  <a:cubicBezTo>
                    <a:pt x="59" y="3"/>
                    <a:pt x="61" y="5"/>
                    <a:pt x="61" y="7"/>
                  </a:cubicBezTo>
                  <a:cubicBezTo>
                    <a:pt x="61" y="21"/>
                    <a:pt x="61" y="21"/>
                    <a:pt x="61" y="21"/>
                  </a:cubicBezTo>
                  <a:cubicBezTo>
                    <a:pt x="61" y="24"/>
                    <a:pt x="59" y="26"/>
                    <a:pt x="57" y="26"/>
                  </a:cubicBezTo>
                  <a:cubicBezTo>
                    <a:pt x="5" y="25"/>
                    <a:pt x="5" y="25"/>
                    <a:pt x="5" y="25"/>
                  </a:cubicBezTo>
                  <a:cubicBezTo>
                    <a:pt x="3" y="25"/>
                    <a:pt x="1" y="23"/>
                    <a:pt x="1" y="21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4"/>
                    <a:pt x="3" y="2"/>
                    <a:pt x="5" y="2"/>
                  </a:cubicBezTo>
                  <a:close/>
                </a:path>
              </a:pathLst>
            </a:custGeom>
            <a:solidFill>
              <a:srgbClr val="8781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63" name="Freeform 59"/>
            <p:cNvSpPr>
              <a:spLocks/>
            </p:cNvSpPr>
            <p:nvPr/>
          </p:nvSpPr>
          <p:spPr bwMode="auto">
            <a:xfrm>
              <a:off x="2969" y="605"/>
              <a:ext cx="63" cy="50"/>
            </a:xfrm>
            <a:custGeom>
              <a:avLst/>
              <a:gdLst>
                <a:gd name="T0" fmla="*/ 0 w 32"/>
                <a:gd name="T1" fmla="*/ 50 h 25"/>
                <a:gd name="T2" fmla="*/ 63 w 32"/>
                <a:gd name="T3" fmla="*/ 50 h 25"/>
                <a:gd name="T4" fmla="*/ 63 w 32"/>
                <a:gd name="T5" fmla="*/ 12 h 25"/>
                <a:gd name="T6" fmla="*/ 53 w 32"/>
                <a:gd name="T7" fmla="*/ 0 h 25"/>
                <a:gd name="T8" fmla="*/ 0 w 32"/>
                <a:gd name="T9" fmla="*/ 0 h 25"/>
                <a:gd name="T10" fmla="*/ 0 w 32"/>
                <a:gd name="T11" fmla="*/ 5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2" h="25">
                  <a:moveTo>
                    <a:pt x="0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2" y="3"/>
                    <a:pt x="30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25"/>
                  </a:lnTo>
                  <a:close/>
                </a:path>
              </a:pathLst>
            </a:custGeom>
            <a:solidFill>
              <a:srgbClr val="BD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64" name="Freeform 60"/>
            <p:cNvSpPr>
              <a:spLocks noEditPoints="1"/>
            </p:cNvSpPr>
            <p:nvPr/>
          </p:nvSpPr>
          <p:spPr bwMode="auto">
            <a:xfrm>
              <a:off x="2967" y="603"/>
              <a:ext cx="67" cy="54"/>
            </a:xfrm>
            <a:custGeom>
              <a:avLst/>
              <a:gdLst>
                <a:gd name="T0" fmla="*/ 0 w 34"/>
                <a:gd name="T1" fmla="*/ 10 h 27"/>
                <a:gd name="T2" fmla="*/ 0 w 34"/>
                <a:gd name="T3" fmla="*/ 44 h 27"/>
                <a:gd name="T4" fmla="*/ 6 w 34"/>
                <a:gd name="T5" fmla="*/ 54 h 27"/>
                <a:gd name="T6" fmla="*/ 59 w 34"/>
                <a:gd name="T7" fmla="*/ 54 h 27"/>
                <a:gd name="T8" fmla="*/ 67 w 34"/>
                <a:gd name="T9" fmla="*/ 44 h 27"/>
                <a:gd name="T10" fmla="*/ 67 w 34"/>
                <a:gd name="T11" fmla="*/ 10 h 27"/>
                <a:gd name="T12" fmla="*/ 61 w 34"/>
                <a:gd name="T13" fmla="*/ 0 h 27"/>
                <a:gd name="T14" fmla="*/ 8 w 34"/>
                <a:gd name="T15" fmla="*/ 0 h 27"/>
                <a:gd name="T16" fmla="*/ 0 w 34"/>
                <a:gd name="T17" fmla="*/ 10 h 27"/>
                <a:gd name="T18" fmla="*/ 63 w 34"/>
                <a:gd name="T19" fmla="*/ 14 h 27"/>
                <a:gd name="T20" fmla="*/ 63 w 34"/>
                <a:gd name="T21" fmla="*/ 42 h 27"/>
                <a:gd name="T22" fmla="*/ 55 w 34"/>
                <a:gd name="T23" fmla="*/ 50 h 27"/>
                <a:gd name="T24" fmla="*/ 12 w 34"/>
                <a:gd name="T25" fmla="*/ 50 h 27"/>
                <a:gd name="T26" fmla="*/ 6 w 34"/>
                <a:gd name="T27" fmla="*/ 42 h 27"/>
                <a:gd name="T28" fmla="*/ 6 w 34"/>
                <a:gd name="T29" fmla="*/ 14 h 27"/>
                <a:gd name="T30" fmla="*/ 12 w 34"/>
                <a:gd name="T31" fmla="*/ 4 h 27"/>
                <a:gd name="T32" fmla="*/ 57 w 34"/>
                <a:gd name="T33" fmla="*/ 4 h 27"/>
                <a:gd name="T34" fmla="*/ 63 w 34"/>
                <a:gd name="T35" fmla="*/ 14 h 2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4" h="27">
                  <a:moveTo>
                    <a:pt x="0" y="5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0" y="25"/>
                    <a:pt x="1" y="27"/>
                    <a:pt x="3" y="27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32" y="27"/>
                    <a:pt x="34" y="25"/>
                    <a:pt x="34" y="22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4" y="2"/>
                    <a:pt x="33" y="0"/>
                    <a:pt x="31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5"/>
                  </a:cubicBezTo>
                  <a:close/>
                  <a:moveTo>
                    <a:pt x="32" y="7"/>
                  </a:moveTo>
                  <a:cubicBezTo>
                    <a:pt x="32" y="21"/>
                    <a:pt x="32" y="21"/>
                    <a:pt x="32" y="21"/>
                  </a:cubicBezTo>
                  <a:cubicBezTo>
                    <a:pt x="32" y="23"/>
                    <a:pt x="31" y="25"/>
                    <a:pt x="28" y="25"/>
                  </a:cubicBezTo>
                  <a:cubicBezTo>
                    <a:pt x="6" y="25"/>
                    <a:pt x="6" y="25"/>
                    <a:pt x="6" y="25"/>
                  </a:cubicBezTo>
                  <a:cubicBezTo>
                    <a:pt x="4" y="25"/>
                    <a:pt x="3" y="23"/>
                    <a:pt x="3" y="21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4"/>
                    <a:pt x="4" y="2"/>
                    <a:pt x="6" y="2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31" y="3"/>
                    <a:pt x="32" y="5"/>
                    <a:pt x="32" y="7"/>
                  </a:cubicBezTo>
                  <a:close/>
                </a:path>
              </a:pathLst>
            </a:custGeom>
            <a:solidFill>
              <a:srgbClr val="8781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65" name="Freeform 61"/>
            <p:cNvSpPr>
              <a:spLocks/>
            </p:cNvSpPr>
            <p:nvPr/>
          </p:nvSpPr>
          <p:spPr bwMode="auto">
            <a:xfrm>
              <a:off x="2886" y="605"/>
              <a:ext cx="65" cy="50"/>
            </a:xfrm>
            <a:custGeom>
              <a:avLst/>
              <a:gdLst>
                <a:gd name="T0" fmla="*/ 0 w 33"/>
                <a:gd name="T1" fmla="*/ 50 h 25"/>
                <a:gd name="T2" fmla="*/ 63 w 33"/>
                <a:gd name="T3" fmla="*/ 50 h 25"/>
                <a:gd name="T4" fmla="*/ 65 w 33"/>
                <a:gd name="T5" fmla="*/ 12 h 25"/>
                <a:gd name="T6" fmla="*/ 53 w 33"/>
                <a:gd name="T7" fmla="*/ 0 h 25"/>
                <a:gd name="T8" fmla="*/ 2 w 33"/>
                <a:gd name="T9" fmla="*/ 0 h 25"/>
                <a:gd name="T10" fmla="*/ 0 w 33"/>
                <a:gd name="T11" fmla="*/ 5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3" h="25">
                  <a:moveTo>
                    <a:pt x="0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3" y="6"/>
                    <a:pt x="33" y="6"/>
                    <a:pt x="33" y="6"/>
                  </a:cubicBezTo>
                  <a:cubicBezTo>
                    <a:pt x="33" y="3"/>
                    <a:pt x="30" y="0"/>
                    <a:pt x="27" y="0"/>
                  </a:cubicBezTo>
                  <a:cubicBezTo>
                    <a:pt x="1" y="0"/>
                    <a:pt x="1" y="0"/>
                    <a:pt x="1" y="0"/>
                  </a:cubicBezTo>
                  <a:lnTo>
                    <a:pt x="0" y="25"/>
                  </a:lnTo>
                  <a:close/>
                </a:path>
              </a:pathLst>
            </a:custGeom>
            <a:solidFill>
              <a:srgbClr val="BD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66" name="Freeform 62"/>
            <p:cNvSpPr>
              <a:spLocks noEditPoints="1"/>
            </p:cNvSpPr>
            <p:nvPr/>
          </p:nvSpPr>
          <p:spPr bwMode="auto">
            <a:xfrm>
              <a:off x="2884" y="603"/>
              <a:ext cx="69" cy="54"/>
            </a:xfrm>
            <a:custGeom>
              <a:avLst/>
              <a:gdLst>
                <a:gd name="T0" fmla="*/ 0 w 35"/>
                <a:gd name="T1" fmla="*/ 8 h 27"/>
                <a:gd name="T2" fmla="*/ 0 w 35"/>
                <a:gd name="T3" fmla="*/ 44 h 27"/>
                <a:gd name="T4" fmla="*/ 8 w 35"/>
                <a:gd name="T5" fmla="*/ 52 h 27"/>
                <a:gd name="T6" fmla="*/ 61 w 35"/>
                <a:gd name="T7" fmla="*/ 52 h 27"/>
                <a:gd name="T8" fmla="*/ 67 w 35"/>
                <a:gd name="T9" fmla="*/ 44 h 27"/>
                <a:gd name="T10" fmla="*/ 69 w 35"/>
                <a:gd name="T11" fmla="*/ 10 h 27"/>
                <a:gd name="T12" fmla="*/ 61 w 35"/>
                <a:gd name="T13" fmla="*/ 0 h 27"/>
                <a:gd name="T14" fmla="*/ 8 w 35"/>
                <a:gd name="T15" fmla="*/ 0 h 27"/>
                <a:gd name="T16" fmla="*/ 0 w 35"/>
                <a:gd name="T17" fmla="*/ 8 h 27"/>
                <a:gd name="T18" fmla="*/ 65 w 35"/>
                <a:gd name="T19" fmla="*/ 14 h 27"/>
                <a:gd name="T20" fmla="*/ 65 w 35"/>
                <a:gd name="T21" fmla="*/ 42 h 27"/>
                <a:gd name="T22" fmla="*/ 57 w 35"/>
                <a:gd name="T23" fmla="*/ 50 h 27"/>
                <a:gd name="T24" fmla="*/ 14 w 35"/>
                <a:gd name="T25" fmla="*/ 50 h 27"/>
                <a:gd name="T26" fmla="*/ 6 w 35"/>
                <a:gd name="T27" fmla="*/ 40 h 27"/>
                <a:gd name="T28" fmla="*/ 6 w 35"/>
                <a:gd name="T29" fmla="*/ 12 h 27"/>
                <a:gd name="T30" fmla="*/ 14 w 35"/>
                <a:gd name="T31" fmla="*/ 4 h 27"/>
                <a:gd name="T32" fmla="*/ 57 w 35"/>
                <a:gd name="T33" fmla="*/ 4 h 27"/>
                <a:gd name="T34" fmla="*/ 65 w 35"/>
                <a:gd name="T35" fmla="*/ 14 h 2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5" h="27">
                  <a:moveTo>
                    <a:pt x="0" y="4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0" y="24"/>
                    <a:pt x="2" y="26"/>
                    <a:pt x="4" y="26"/>
                  </a:cubicBezTo>
                  <a:cubicBezTo>
                    <a:pt x="31" y="26"/>
                    <a:pt x="31" y="26"/>
                    <a:pt x="31" y="26"/>
                  </a:cubicBezTo>
                  <a:cubicBezTo>
                    <a:pt x="33" y="27"/>
                    <a:pt x="34" y="24"/>
                    <a:pt x="34" y="22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5" y="2"/>
                    <a:pt x="33" y="0"/>
                    <a:pt x="31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lose/>
                  <a:moveTo>
                    <a:pt x="33" y="7"/>
                  </a:moveTo>
                  <a:cubicBezTo>
                    <a:pt x="33" y="21"/>
                    <a:pt x="33" y="21"/>
                    <a:pt x="33" y="21"/>
                  </a:cubicBezTo>
                  <a:cubicBezTo>
                    <a:pt x="33" y="23"/>
                    <a:pt x="31" y="25"/>
                    <a:pt x="29" y="25"/>
                  </a:cubicBezTo>
                  <a:cubicBezTo>
                    <a:pt x="7" y="25"/>
                    <a:pt x="7" y="25"/>
                    <a:pt x="7" y="25"/>
                  </a:cubicBezTo>
                  <a:cubicBezTo>
                    <a:pt x="5" y="25"/>
                    <a:pt x="3" y="23"/>
                    <a:pt x="3" y="20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3" y="4"/>
                    <a:pt x="5" y="2"/>
                    <a:pt x="7" y="2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31" y="2"/>
                    <a:pt x="33" y="4"/>
                    <a:pt x="33" y="7"/>
                  </a:cubicBezTo>
                  <a:close/>
                </a:path>
              </a:pathLst>
            </a:custGeom>
            <a:solidFill>
              <a:srgbClr val="8781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67" name="Freeform 63"/>
            <p:cNvSpPr>
              <a:spLocks/>
            </p:cNvSpPr>
            <p:nvPr/>
          </p:nvSpPr>
          <p:spPr bwMode="auto">
            <a:xfrm>
              <a:off x="2804" y="605"/>
              <a:ext cx="64" cy="48"/>
            </a:xfrm>
            <a:custGeom>
              <a:avLst/>
              <a:gdLst>
                <a:gd name="T0" fmla="*/ 0 w 32"/>
                <a:gd name="T1" fmla="*/ 48 h 24"/>
                <a:gd name="T2" fmla="*/ 64 w 32"/>
                <a:gd name="T3" fmla="*/ 48 h 24"/>
                <a:gd name="T4" fmla="*/ 64 w 32"/>
                <a:gd name="T5" fmla="*/ 12 h 24"/>
                <a:gd name="T6" fmla="*/ 52 w 32"/>
                <a:gd name="T7" fmla="*/ 0 h 24"/>
                <a:gd name="T8" fmla="*/ 0 w 32"/>
                <a:gd name="T9" fmla="*/ 0 h 24"/>
                <a:gd name="T10" fmla="*/ 0 w 32"/>
                <a:gd name="T11" fmla="*/ 48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2" h="24">
                  <a:moveTo>
                    <a:pt x="0" y="24"/>
                  </a:moveTo>
                  <a:cubicBezTo>
                    <a:pt x="32" y="24"/>
                    <a:pt x="32" y="24"/>
                    <a:pt x="32" y="24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2" y="2"/>
                    <a:pt x="29" y="0"/>
                    <a:pt x="2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4"/>
                    <a:pt x="0" y="24"/>
                    <a:pt x="0" y="24"/>
                  </a:cubicBezTo>
                </a:path>
              </a:pathLst>
            </a:custGeom>
            <a:solidFill>
              <a:srgbClr val="BD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68" name="Freeform 64"/>
            <p:cNvSpPr>
              <a:spLocks noEditPoints="1"/>
            </p:cNvSpPr>
            <p:nvPr/>
          </p:nvSpPr>
          <p:spPr bwMode="auto">
            <a:xfrm>
              <a:off x="2800" y="601"/>
              <a:ext cx="70" cy="54"/>
            </a:xfrm>
            <a:custGeom>
              <a:avLst/>
              <a:gdLst>
                <a:gd name="T0" fmla="*/ 0 w 35"/>
                <a:gd name="T1" fmla="*/ 10 h 27"/>
                <a:gd name="T2" fmla="*/ 0 w 35"/>
                <a:gd name="T3" fmla="*/ 44 h 27"/>
                <a:gd name="T4" fmla="*/ 8 w 35"/>
                <a:gd name="T5" fmla="*/ 54 h 27"/>
                <a:gd name="T6" fmla="*/ 62 w 35"/>
                <a:gd name="T7" fmla="*/ 54 h 27"/>
                <a:gd name="T8" fmla="*/ 70 w 35"/>
                <a:gd name="T9" fmla="*/ 46 h 27"/>
                <a:gd name="T10" fmla="*/ 70 w 35"/>
                <a:gd name="T11" fmla="*/ 10 h 27"/>
                <a:gd name="T12" fmla="*/ 62 w 35"/>
                <a:gd name="T13" fmla="*/ 2 h 27"/>
                <a:gd name="T14" fmla="*/ 8 w 35"/>
                <a:gd name="T15" fmla="*/ 0 h 27"/>
                <a:gd name="T16" fmla="*/ 0 w 35"/>
                <a:gd name="T17" fmla="*/ 10 h 27"/>
                <a:gd name="T18" fmla="*/ 66 w 35"/>
                <a:gd name="T19" fmla="*/ 14 h 27"/>
                <a:gd name="T20" fmla="*/ 66 w 35"/>
                <a:gd name="T21" fmla="*/ 42 h 27"/>
                <a:gd name="T22" fmla="*/ 58 w 35"/>
                <a:gd name="T23" fmla="*/ 52 h 27"/>
                <a:gd name="T24" fmla="*/ 14 w 35"/>
                <a:gd name="T25" fmla="*/ 52 h 27"/>
                <a:gd name="T26" fmla="*/ 6 w 35"/>
                <a:gd name="T27" fmla="*/ 42 h 27"/>
                <a:gd name="T28" fmla="*/ 6 w 35"/>
                <a:gd name="T29" fmla="*/ 14 h 27"/>
                <a:gd name="T30" fmla="*/ 14 w 35"/>
                <a:gd name="T31" fmla="*/ 6 h 27"/>
                <a:gd name="T32" fmla="*/ 58 w 35"/>
                <a:gd name="T33" fmla="*/ 6 h 27"/>
                <a:gd name="T34" fmla="*/ 66 w 35"/>
                <a:gd name="T35" fmla="*/ 14 h 2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5" h="27">
                  <a:moveTo>
                    <a:pt x="0" y="5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0" y="25"/>
                    <a:pt x="2" y="27"/>
                    <a:pt x="4" y="27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3" y="27"/>
                    <a:pt x="35" y="25"/>
                    <a:pt x="35" y="23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5" y="3"/>
                    <a:pt x="33" y="1"/>
                    <a:pt x="31" y="1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1" y="2"/>
                    <a:pt x="0" y="5"/>
                  </a:cubicBezTo>
                  <a:moveTo>
                    <a:pt x="33" y="7"/>
                  </a:moveTo>
                  <a:cubicBezTo>
                    <a:pt x="33" y="21"/>
                    <a:pt x="33" y="21"/>
                    <a:pt x="33" y="21"/>
                  </a:cubicBezTo>
                  <a:cubicBezTo>
                    <a:pt x="33" y="24"/>
                    <a:pt x="31" y="26"/>
                    <a:pt x="29" y="26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5" y="25"/>
                    <a:pt x="3" y="23"/>
                    <a:pt x="3" y="21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5"/>
                    <a:pt x="5" y="3"/>
                    <a:pt x="7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31" y="3"/>
                    <a:pt x="33" y="5"/>
                    <a:pt x="33" y="7"/>
                  </a:cubicBezTo>
                </a:path>
              </a:pathLst>
            </a:custGeom>
            <a:solidFill>
              <a:srgbClr val="8781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69" name="Freeform 65"/>
            <p:cNvSpPr>
              <a:spLocks/>
            </p:cNvSpPr>
            <p:nvPr/>
          </p:nvSpPr>
          <p:spPr bwMode="auto">
            <a:xfrm>
              <a:off x="2721" y="603"/>
              <a:ext cx="64" cy="50"/>
            </a:xfrm>
            <a:custGeom>
              <a:avLst/>
              <a:gdLst>
                <a:gd name="T0" fmla="*/ 0 w 32"/>
                <a:gd name="T1" fmla="*/ 50 h 25"/>
                <a:gd name="T2" fmla="*/ 64 w 32"/>
                <a:gd name="T3" fmla="*/ 50 h 25"/>
                <a:gd name="T4" fmla="*/ 64 w 32"/>
                <a:gd name="T5" fmla="*/ 12 h 25"/>
                <a:gd name="T6" fmla="*/ 52 w 32"/>
                <a:gd name="T7" fmla="*/ 0 h 25"/>
                <a:gd name="T8" fmla="*/ 0 w 32"/>
                <a:gd name="T9" fmla="*/ 0 h 25"/>
                <a:gd name="T10" fmla="*/ 0 w 32"/>
                <a:gd name="T11" fmla="*/ 5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2" h="25">
                  <a:moveTo>
                    <a:pt x="0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2" y="3"/>
                    <a:pt x="30" y="0"/>
                    <a:pt x="26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25"/>
                  </a:lnTo>
                  <a:close/>
                </a:path>
              </a:pathLst>
            </a:custGeom>
            <a:solidFill>
              <a:srgbClr val="BD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70" name="Freeform 66"/>
            <p:cNvSpPr>
              <a:spLocks noEditPoints="1"/>
            </p:cNvSpPr>
            <p:nvPr/>
          </p:nvSpPr>
          <p:spPr bwMode="auto">
            <a:xfrm>
              <a:off x="2719" y="601"/>
              <a:ext cx="68" cy="54"/>
            </a:xfrm>
            <a:custGeom>
              <a:avLst/>
              <a:gdLst>
                <a:gd name="T0" fmla="*/ 0 w 34"/>
                <a:gd name="T1" fmla="*/ 10 h 27"/>
                <a:gd name="T2" fmla="*/ 0 w 34"/>
                <a:gd name="T3" fmla="*/ 44 h 27"/>
                <a:gd name="T4" fmla="*/ 6 w 34"/>
                <a:gd name="T5" fmla="*/ 54 h 27"/>
                <a:gd name="T6" fmla="*/ 60 w 34"/>
                <a:gd name="T7" fmla="*/ 54 h 27"/>
                <a:gd name="T8" fmla="*/ 68 w 34"/>
                <a:gd name="T9" fmla="*/ 44 h 27"/>
                <a:gd name="T10" fmla="*/ 68 w 34"/>
                <a:gd name="T11" fmla="*/ 10 h 27"/>
                <a:gd name="T12" fmla="*/ 60 w 34"/>
                <a:gd name="T13" fmla="*/ 0 h 27"/>
                <a:gd name="T14" fmla="*/ 8 w 34"/>
                <a:gd name="T15" fmla="*/ 0 h 27"/>
                <a:gd name="T16" fmla="*/ 0 w 34"/>
                <a:gd name="T17" fmla="*/ 10 h 27"/>
                <a:gd name="T18" fmla="*/ 64 w 34"/>
                <a:gd name="T19" fmla="*/ 14 h 27"/>
                <a:gd name="T20" fmla="*/ 64 w 34"/>
                <a:gd name="T21" fmla="*/ 42 h 27"/>
                <a:gd name="T22" fmla="*/ 56 w 34"/>
                <a:gd name="T23" fmla="*/ 50 h 27"/>
                <a:gd name="T24" fmla="*/ 12 w 34"/>
                <a:gd name="T25" fmla="*/ 50 h 27"/>
                <a:gd name="T26" fmla="*/ 4 w 34"/>
                <a:gd name="T27" fmla="*/ 42 h 27"/>
                <a:gd name="T28" fmla="*/ 6 w 34"/>
                <a:gd name="T29" fmla="*/ 14 h 27"/>
                <a:gd name="T30" fmla="*/ 12 w 34"/>
                <a:gd name="T31" fmla="*/ 4 h 27"/>
                <a:gd name="T32" fmla="*/ 58 w 34"/>
                <a:gd name="T33" fmla="*/ 4 h 27"/>
                <a:gd name="T34" fmla="*/ 64 w 34"/>
                <a:gd name="T35" fmla="*/ 14 h 2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4" h="27">
                  <a:moveTo>
                    <a:pt x="0" y="5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0" y="25"/>
                    <a:pt x="1" y="27"/>
                    <a:pt x="3" y="27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32" y="27"/>
                    <a:pt x="34" y="25"/>
                    <a:pt x="34" y="22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4" y="2"/>
                    <a:pt x="33" y="0"/>
                    <a:pt x="3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5"/>
                  </a:cubicBezTo>
                  <a:close/>
                  <a:moveTo>
                    <a:pt x="32" y="7"/>
                  </a:moveTo>
                  <a:cubicBezTo>
                    <a:pt x="32" y="21"/>
                    <a:pt x="32" y="21"/>
                    <a:pt x="32" y="21"/>
                  </a:cubicBezTo>
                  <a:cubicBezTo>
                    <a:pt x="32" y="23"/>
                    <a:pt x="30" y="25"/>
                    <a:pt x="28" y="25"/>
                  </a:cubicBezTo>
                  <a:cubicBezTo>
                    <a:pt x="6" y="25"/>
                    <a:pt x="6" y="25"/>
                    <a:pt x="6" y="25"/>
                  </a:cubicBezTo>
                  <a:cubicBezTo>
                    <a:pt x="4" y="25"/>
                    <a:pt x="2" y="23"/>
                    <a:pt x="2" y="21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4"/>
                    <a:pt x="4" y="2"/>
                    <a:pt x="6" y="2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31" y="3"/>
                    <a:pt x="32" y="5"/>
                    <a:pt x="32" y="7"/>
                  </a:cubicBezTo>
                  <a:close/>
                </a:path>
              </a:pathLst>
            </a:custGeom>
            <a:solidFill>
              <a:srgbClr val="8781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71" name="Freeform 67"/>
            <p:cNvSpPr>
              <a:spLocks/>
            </p:cNvSpPr>
            <p:nvPr/>
          </p:nvSpPr>
          <p:spPr bwMode="auto">
            <a:xfrm>
              <a:off x="2638" y="603"/>
              <a:ext cx="65" cy="50"/>
            </a:xfrm>
            <a:custGeom>
              <a:avLst/>
              <a:gdLst>
                <a:gd name="T0" fmla="*/ 0 w 33"/>
                <a:gd name="T1" fmla="*/ 50 h 25"/>
                <a:gd name="T2" fmla="*/ 63 w 33"/>
                <a:gd name="T3" fmla="*/ 50 h 25"/>
                <a:gd name="T4" fmla="*/ 65 w 33"/>
                <a:gd name="T5" fmla="*/ 12 h 25"/>
                <a:gd name="T6" fmla="*/ 53 w 33"/>
                <a:gd name="T7" fmla="*/ 0 h 25"/>
                <a:gd name="T8" fmla="*/ 2 w 33"/>
                <a:gd name="T9" fmla="*/ 0 h 25"/>
                <a:gd name="T10" fmla="*/ 0 w 33"/>
                <a:gd name="T11" fmla="*/ 5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3" h="25">
                  <a:moveTo>
                    <a:pt x="0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3" y="6"/>
                    <a:pt x="33" y="6"/>
                    <a:pt x="33" y="6"/>
                  </a:cubicBezTo>
                  <a:cubicBezTo>
                    <a:pt x="33" y="3"/>
                    <a:pt x="30" y="0"/>
                    <a:pt x="27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25"/>
                    <a:pt x="0" y="25"/>
                    <a:pt x="0" y="25"/>
                  </a:cubicBezTo>
                </a:path>
              </a:pathLst>
            </a:custGeom>
            <a:solidFill>
              <a:srgbClr val="BD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72" name="Freeform 68"/>
            <p:cNvSpPr>
              <a:spLocks noEditPoints="1"/>
            </p:cNvSpPr>
            <p:nvPr/>
          </p:nvSpPr>
          <p:spPr bwMode="auto">
            <a:xfrm>
              <a:off x="2636" y="601"/>
              <a:ext cx="69" cy="52"/>
            </a:xfrm>
            <a:custGeom>
              <a:avLst/>
              <a:gdLst>
                <a:gd name="T0" fmla="*/ 0 w 35"/>
                <a:gd name="T1" fmla="*/ 8 h 26"/>
                <a:gd name="T2" fmla="*/ 0 w 35"/>
                <a:gd name="T3" fmla="*/ 44 h 26"/>
                <a:gd name="T4" fmla="*/ 8 w 35"/>
                <a:gd name="T5" fmla="*/ 52 h 26"/>
                <a:gd name="T6" fmla="*/ 61 w 35"/>
                <a:gd name="T7" fmla="*/ 52 h 26"/>
                <a:gd name="T8" fmla="*/ 67 w 35"/>
                <a:gd name="T9" fmla="*/ 44 h 26"/>
                <a:gd name="T10" fmla="*/ 69 w 35"/>
                <a:gd name="T11" fmla="*/ 10 h 26"/>
                <a:gd name="T12" fmla="*/ 61 w 35"/>
                <a:gd name="T13" fmla="*/ 0 h 26"/>
                <a:gd name="T14" fmla="*/ 8 w 35"/>
                <a:gd name="T15" fmla="*/ 0 h 26"/>
                <a:gd name="T16" fmla="*/ 0 w 35"/>
                <a:gd name="T17" fmla="*/ 8 h 26"/>
                <a:gd name="T18" fmla="*/ 65 w 35"/>
                <a:gd name="T19" fmla="*/ 14 h 26"/>
                <a:gd name="T20" fmla="*/ 65 w 35"/>
                <a:gd name="T21" fmla="*/ 42 h 26"/>
                <a:gd name="T22" fmla="*/ 57 w 35"/>
                <a:gd name="T23" fmla="*/ 50 h 26"/>
                <a:gd name="T24" fmla="*/ 14 w 35"/>
                <a:gd name="T25" fmla="*/ 50 h 26"/>
                <a:gd name="T26" fmla="*/ 6 w 35"/>
                <a:gd name="T27" fmla="*/ 40 h 26"/>
                <a:gd name="T28" fmla="*/ 6 w 35"/>
                <a:gd name="T29" fmla="*/ 12 h 26"/>
                <a:gd name="T30" fmla="*/ 14 w 35"/>
                <a:gd name="T31" fmla="*/ 4 h 26"/>
                <a:gd name="T32" fmla="*/ 57 w 35"/>
                <a:gd name="T33" fmla="*/ 4 h 26"/>
                <a:gd name="T34" fmla="*/ 65 w 35"/>
                <a:gd name="T35" fmla="*/ 14 h 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5" h="26">
                  <a:moveTo>
                    <a:pt x="0" y="4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0" y="24"/>
                    <a:pt x="2" y="26"/>
                    <a:pt x="4" y="26"/>
                  </a:cubicBezTo>
                  <a:cubicBezTo>
                    <a:pt x="31" y="26"/>
                    <a:pt x="31" y="26"/>
                    <a:pt x="31" y="26"/>
                  </a:cubicBezTo>
                  <a:cubicBezTo>
                    <a:pt x="33" y="26"/>
                    <a:pt x="34" y="24"/>
                    <a:pt x="34" y="22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5" y="2"/>
                    <a:pt x="33" y="0"/>
                    <a:pt x="31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moveTo>
                    <a:pt x="33" y="7"/>
                  </a:moveTo>
                  <a:cubicBezTo>
                    <a:pt x="33" y="21"/>
                    <a:pt x="33" y="21"/>
                    <a:pt x="33" y="21"/>
                  </a:cubicBezTo>
                  <a:cubicBezTo>
                    <a:pt x="33" y="23"/>
                    <a:pt x="31" y="25"/>
                    <a:pt x="29" y="25"/>
                  </a:cubicBezTo>
                  <a:cubicBezTo>
                    <a:pt x="7" y="25"/>
                    <a:pt x="7" y="25"/>
                    <a:pt x="7" y="25"/>
                  </a:cubicBezTo>
                  <a:cubicBezTo>
                    <a:pt x="4" y="25"/>
                    <a:pt x="3" y="23"/>
                    <a:pt x="3" y="20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3" y="4"/>
                    <a:pt x="5" y="2"/>
                    <a:pt x="7" y="2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31" y="2"/>
                    <a:pt x="33" y="4"/>
                    <a:pt x="33" y="7"/>
                  </a:cubicBezTo>
                </a:path>
              </a:pathLst>
            </a:custGeom>
            <a:solidFill>
              <a:srgbClr val="8781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73" name="Freeform 69"/>
            <p:cNvSpPr>
              <a:spLocks/>
            </p:cNvSpPr>
            <p:nvPr/>
          </p:nvSpPr>
          <p:spPr bwMode="auto">
            <a:xfrm>
              <a:off x="2557" y="603"/>
              <a:ext cx="63" cy="48"/>
            </a:xfrm>
            <a:custGeom>
              <a:avLst/>
              <a:gdLst>
                <a:gd name="T0" fmla="*/ 0 w 32"/>
                <a:gd name="T1" fmla="*/ 48 h 24"/>
                <a:gd name="T2" fmla="*/ 63 w 32"/>
                <a:gd name="T3" fmla="*/ 48 h 24"/>
                <a:gd name="T4" fmla="*/ 63 w 32"/>
                <a:gd name="T5" fmla="*/ 12 h 24"/>
                <a:gd name="T6" fmla="*/ 51 w 32"/>
                <a:gd name="T7" fmla="*/ 0 h 24"/>
                <a:gd name="T8" fmla="*/ 0 w 32"/>
                <a:gd name="T9" fmla="*/ 0 h 24"/>
                <a:gd name="T10" fmla="*/ 0 w 32"/>
                <a:gd name="T11" fmla="*/ 48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2" h="24">
                  <a:moveTo>
                    <a:pt x="0" y="24"/>
                  </a:moveTo>
                  <a:cubicBezTo>
                    <a:pt x="32" y="24"/>
                    <a:pt x="32" y="24"/>
                    <a:pt x="32" y="24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2" y="2"/>
                    <a:pt x="29" y="0"/>
                    <a:pt x="26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24"/>
                  </a:lnTo>
                  <a:close/>
                </a:path>
              </a:pathLst>
            </a:custGeom>
            <a:solidFill>
              <a:srgbClr val="BD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74" name="Freeform 70"/>
            <p:cNvSpPr>
              <a:spLocks noEditPoints="1"/>
            </p:cNvSpPr>
            <p:nvPr/>
          </p:nvSpPr>
          <p:spPr bwMode="auto">
            <a:xfrm>
              <a:off x="2553" y="599"/>
              <a:ext cx="69" cy="54"/>
            </a:xfrm>
            <a:custGeom>
              <a:avLst/>
              <a:gdLst>
                <a:gd name="T0" fmla="*/ 0 w 35"/>
                <a:gd name="T1" fmla="*/ 10 h 27"/>
                <a:gd name="T2" fmla="*/ 0 w 35"/>
                <a:gd name="T3" fmla="*/ 44 h 27"/>
                <a:gd name="T4" fmla="*/ 8 w 35"/>
                <a:gd name="T5" fmla="*/ 54 h 27"/>
                <a:gd name="T6" fmla="*/ 61 w 35"/>
                <a:gd name="T7" fmla="*/ 54 h 27"/>
                <a:gd name="T8" fmla="*/ 69 w 35"/>
                <a:gd name="T9" fmla="*/ 46 h 27"/>
                <a:gd name="T10" fmla="*/ 69 w 35"/>
                <a:gd name="T11" fmla="*/ 10 h 27"/>
                <a:gd name="T12" fmla="*/ 61 w 35"/>
                <a:gd name="T13" fmla="*/ 2 h 27"/>
                <a:gd name="T14" fmla="*/ 8 w 35"/>
                <a:gd name="T15" fmla="*/ 0 h 27"/>
                <a:gd name="T16" fmla="*/ 0 w 35"/>
                <a:gd name="T17" fmla="*/ 10 h 27"/>
                <a:gd name="T18" fmla="*/ 65 w 35"/>
                <a:gd name="T19" fmla="*/ 14 h 27"/>
                <a:gd name="T20" fmla="*/ 65 w 35"/>
                <a:gd name="T21" fmla="*/ 42 h 27"/>
                <a:gd name="T22" fmla="*/ 57 w 35"/>
                <a:gd name="T23" fmla="*/ 52 h 27"/>
                <a:gd name="T24" fmla="*/ 14 w 35"/>
                <a:gd name="T25" fmla="*/ 52 h 27"/>
                <a:gd name="T26" fmla="*/ 6 w 35"/>
                <a:gd name="T27" fmla="*/ 42 h 27"/>
                <a:gd name="T28" fmla="*/ 6 w 35"/>
                <a:gd name="T29" fmla="*/ 14 h 27"/>
                <a:gd name="T30" fmla="*/ 14 w 35"/>
                <a:gd name="T31" fmla="*/ 6 h 27"/>
                <a:gd name="T32" fmla="*/ 57 w 35"/>
                <a:gd name="T33" fmla="*/ 6 h 27"/>
                <a:gd name="T34" fmla="*/ 65 w 35"/>
                <a:gd name="T35" fmla="*/ 14 h 2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5" h="27">
                  <a:moveTo>
                    <a:pt x="0" y="5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0" y="25"/>
                    <a:pt x="2" y="27"/>
                    <a:pt x="4" y="27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3" y="27"/>
                    <a:pt x="35" y="25"/>
                    <a:pt x="35" y="23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5" y="3"/>
                    <a:pt x="33" y="1"/>
                    <a:pt x="31" y="1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5"/>
                  </a:cubicBezTo>
                  <a:close/>
                  <a:moveTo>
                    <a:pt x="33" y="7"/>
                  </a:moveTo>
                  <a:cubicBezTo>
                    <a:pt x="33" y="21"/>
                    <a:pt x="33" y="21"/>
                    <a:pt x="33" y="21"/>
                  </a:cubicBezTo>
                  <a:cubicBezTo>
                    <a:pt x="33" y="24"/>
                    <a:pt x="31" y="26"/>
                    <a:pt x="29" y="26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5" y="25"/>
                    <a:pt x="3" y="23"/>
                    <a:pt x="3" y="21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5"/>
                    <a:pt x="5" y="3"/>
                    <a:pt x="7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31" y="3"/>
                    <a:pt x="33" y="5"/>
                    <a:pt x="33" y="7"/>
                  </a:cubicBezTo>
                  <a:close/>
                </a:path>
              </a:pathLst>
            </a:custGeom>
            <a:solidFill>
              <a:srgbClr val="8781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75" name="Freeform 71"/>
            <p:cNvSpPr>
              <a:spLocks/>
            </p:cNvSpPr>
            <p:nvPr/>
          </p:nvSpPr>
          <p:spPr bwMode="auto">
            <a:xfrm>
              <a:off x="2473" y="601"/>
              <a:ext cx="64" cy="50"/>
            </a:xfrm>
            <a:custGeom>
              <a:avLst/>
              <a:gdLst>
                <a:gd name="T0" fmla="*/ 0 w 32"/>
                <a:gd name="T1" fmla="*/ 50 h 25"/>
                <a:gd name="T2" fmla="*/ 64 w 32"/>
                <a:gd name="T3" fmla="*/ 50 h 25"/>
                <a:gd name="T4" fmla="*/ 64 w 32"/>
                <a:gd name="T5" fmla="*/ 12 h 25"/>
                <a:gd name="T6" fmla="*/ 52 w 32"/>
                <a:gd name="T7" fmla="*/ 0 h 25"/>
                <a:gd name="T8" fmla="*/ 0 w 32"/>
                <a:gd name="T9" fmla="*/ 0 h 25"/>
                <a:gd name="T10" fmla="*/ 0 w 32"/>
                <a:gd name="T11" fmla="*/ 5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2" h="25">
                  <a:moveTo>
                    <a:pt x="0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2" y="3"/>
                    <a:pt x="30" y="0"/>
                    <a:pt x="26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25"/>
                  </a:lnTo>
                  <a:close/>
                </a:path>
              </a:pathLst>
            </a:custGeom>
            <a:solidFill>
              <a:srgbClr val="BD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76" name="Freeform 72"/>
            <p:cNvSpPr>
              <a:spLocks noEditPoints="1"/>
            </p:cNvSpPr>
            <p:nvPr/>
          </p:nvSpPr>
          <p:spPr bwMode="auto">
            <a:xfrm>
              <a:off x="2471" y="599"/>
              <a:ext cx="68" cy="54"/>
            </a:xfrm>
            <a:custGeom>
              <a:avLst/>
              <a:gdLst>
                <a:gd name="T0" fmla="*/ 0 w 34"/>
                <a:gd name="T1" fmla="*/ 10 h 27"/>
                <a:gd name="T2" fmla="*/ 0 w 34"/>
                <a:gd name="T3" fmla="*/ 44 h 27"/>
                <a:gd name="T4" fmla="*/ 6 w 34"/>
                <a:gd name="T5" fmla="*/ 54 h 27"/>
                <a:gd name="T6" fmla="*/ 60 w 34"/>
                <a:gd name="T7" fmla="*/ 54 h 27"/>
                <a:gd name="T8" fmla="*/ 68 w 34"/>
                <a:gd name="T9" fmla="*/ 44 h 27"/>
                <a:gd name="T10" fmla="*/ 68 w 34"/>
                <a:gd name="T11" fmla="*/ 10 h 27"/>
                <a:gd name="T12" fmla="*/ 60 w 34"/>
                <a:gd name="T13" fmla="*/ 0 h 27"/>
                <a:gd name="T14" fmla="*/ 8 w 34"/>
                <a:gd name="T15" fmla="*/ 0 h 27"/>
                <a:gd name="T16" fmla="*/ 0 w 34"/>
                <a:gd name="T17" fmla="*/ 10 h 27"/>
                <a:gd name="T18" fmla="*/ 64 w 34"/>
                <a:gd name="T19" fmla="*/ 14 h 27"/>
                <a:gd name="T20" fmla="*/ 64 w 34"/>
                <a:gd name="T21" fmla="*/ 42 h 27"/>
                <a:gd name="T22" fmla="*/ 56 w 34"/>
                <a:gd name="T23" fmla="*/ 50 h 27"/>
                <a:gd name="T24" fmla="*/ 12 w 34"/>
                <a:gd name="T25" fmla="*/ 50 h 27"/>
                <a:gd name="T26" fmla="*/ 4 w 34"/>
                <a:gd name="T27" fmla="*/ 42 h 27"/>
                <a:gd name="T28" fmla="*/ 6 w 34"/>
                <a:gd name="T29" fmla="*/ 14 h 27"/>
                <a:gd name="T30" fmla="*/ 12 w 34"/>
                <a:gd name="T31" fmla="*/ 4 h 27"/>
                <a:gd name="T32" fmla="*/ 58 w 34"/>
                <a:gd name="T33" fmla="*/ 4 h 27"/>
                <a:gd name="T34" fmla="*/ 64 w 34"/>
                <a:gd name="T35" fmla="*/ 14 h 2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4" h="27">
                  <a:moveTo>
                    <a:pt x="0" y="5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0" y="25"/>
                    <a:pt x="1" y="27"/>
                    <a:pt x="3" y="27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32" y="27"/>
                    <a:pt x="34" y="25"/>
                    <a:pt x="34" y="22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4" y="2"/>
                    <a:pt x="33" y="0"/>
                    <a:pt x="3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5"/>
                  </a:cubicBezTo>
                  <a:close/>
                  <a:moveTo>
                    <a:pt x="32" y="7"/>
                  </a:moveTo>
                  <a:cubicBezTo>
                    <a:pt x="32" y="21"/>
                    <a:pt x="32" y="21"/>
                    <a:pt x="32" y="21"/>
                  </a:cubicBezTo>
                  <a:cubicBezTo>
                    <a:pt x="32" y="23"/>
                    <a:pt x="30" y="25"/>
                    <a:pt x="28" y="25"/>
                  </a:cubicBezTo>
                  <a:cubicBezTo>
                    <a:pt x="6" y="25"/>
                    <a:pt x="6" y="25"/>
                    <a:pt x="6" y="25"/>
                  </a:cubicBezTo>
                  <a:cubicBezTo>
                    <a:pt x="4" y="25"/>
                    <a:pt x="2" y="23"/>
                    <a:pt x="2" y="21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4"/>
                    <a:pt x="4" y="2"/>
                    <a:pt x="6" y="2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31" y="2"/>
                    <a:pt x="32" y="5"/>
                    <a:pt x="32" y="7"/>
                  </a:cubicBezTo>
                  <a:close/>
                </a:path>
              </a:pathLst>
            </a:custGeom>
            <a:solidFill>
              <a:srgbClr val="8781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77" name="Freeform 73"/>
            <p:cNvSpPr>
              <a:spLocks/>
            </p:cNvSpPr>
            <p:nvPr/>
          </p:nvSpPr>
          <p:spPr bwMode="auto">
            <a:xfrm>
              <a:off x="2390" y="601"/>
              <a:ext cx="65" cy="50"/>
            </a:xfrm>
            <a:custGeom>
              <a:avLst/>
              <a:gdLst>
                <a:gd name="T0" fmla="*/ 0 w 33"/>
                <a:gd name="T1" fmla="*/ 50 h 25"/>
                <a:gd name="T2" fmla="*/ 63 w 33"/>
                <a:gd name="T3" fmla="*/ 50 h 25"/>
                <a:gd name="T4" fmla="*/ 65 w 33"/>
                <a:gd name="T5" fmla="*/ 12 h 25"/>
                <a:gd name="T6" fmla="*/ 53 w 33"/>
                <a:gd name="T7" fmla="*/ 0 h 25"/>
                <a:gd name="T8" fmla="*/ 2 w 33"/>
                <a:gd name="T9" fmla="*/ 0 h 25"/>
                <a:gd name="T10" fmla="*/ 0 w 33"/>
                <a:gd name="T11" fmla="*/ 5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3" h="25">
                  <a:moveTo>
                    <a:pt x="0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3" y="6"/>
                    <a:pt x="33" y="6"/>
                    <a:pt x="33" y="6"/>
                  </a:cubicBezTo>
                  <a:cubicBezTo>
                    <a:pt x="33" y="3"/>
                    <a:pt x="30" y="0"/>
                    <a:pt x="27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25"/>
                    <a:pt x="0" y="25"/>
                    <a:pt x="0" y="25"/>
                  </a:cubicBezTo>
                </a:path>
              </a:pathLst>
            </a:custGeom>
            <a:solidFill>
              <a:srgbClr val="BD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78" name="Freeform 74"/>
            <p:cNvSpPr>
              <a:spLocks noEditPoints="1"/>
            </p:cNvSpPr>
            <p:nvPr/>
          </p:nvSpPr>
          <p:spPr bwMode="auto">
            <a:xfrm>
              <a:off x="2388" y="599"/>
              <a:ext cx="69" cy="52"/>
            </a:xfrm>
            <a:custGeom>
              <a:avLst/>
              <a:gdLst>
                <a:gd name="T0" fmla="*/ 0 w 35"/>
                <a:gd name="T1" fmla="*/ 8 h 26"/>
                <a:gd name="T2" fmla="*/ 0 w 35"/>
                <a:gd name="T3" fmla="*/ 44 h 26"/>
                <a:gd name="T4" fmla="*/ 8 w 35"/>
                <a:gd name="T5" fmla="*/ 52 h 26"/>
                <a:gd name="T6" fmla="*/ 61 w 35"/>
                <a:gd name="T7" fmla="*/ 52 h 26"/>
                <a:gd name="T8" fmla="*/ 67 w 35"/>
                <a:gd name="T9" fmla="*/ 44 h 26"/>
                <a:gd name="T10" fmla="*/ 67 w 35"/>
                <a:gd name="T11" fmla="*/ 10 h 26"/>
                <a:gd name="T12" fmla="*/ 61 w 35"/>
                <a:gd name="T13" fmla="*/ 0 h 26"/>
                <a:gd name="T14" fmla="*/ 8 w 35"/>
                <a:gd name="T15" fmla="*/ 0 h 26"/>
                <a:gd name="T16" fmla="*/ 0 w 35"/>
                <a:gd name="T17" fmla="*/ 8 h 26"/>
                <a:gd name="T18" fmla="*/ 65 w 35"/>
                <a:gd name="T19" fmla="*/ 14 h 26"/>
                <a:gd name="T20" fmla="*/ 63 w 35"/>
                <a:gd name="T21" fmla="*/ 42 h 26"/>
                <a:gd name="T22" fmla="*/ 57 w 35"/>
                <a:gd name="T23" fmla="*/ 50 h 26"/>
                <a:gd name="T24" fmla="*/ 14 w 35"/>
                <a:gd name="T25" fmla="*/ 50 h 26"/>
                <a:gd name="T26" fmla="*/ 6 w 35"/>
                <a:gd name="T27" fmla="*/ 40 h 26"/>
                <a:gd name="T28" fmla="*/ 6 w 35"/>
                <a:gd name="T29" fmla="*/ 12 h 26"/>
                <a:gd name="T30" fmla="*/ 14 w 35"/>
                <a:gd name="T31" fmla="*/ 4 h 26"/>
                <a:gd name="T32" fmla="*/ 57 w 35"/>
                <a:gd name="T33" fmla="*/ 4 h 26"/>
                <a:gd name="T34" fmla="*/ 65 w 35"/>
                <a:gd name="T35" fmla="*/ 14 h 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5" h="26">
                  <a:moveTo>
                    <a:pt x="0" y="4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0" y="24"/>
                    <a:pt x="2" y="26"/>
                    <a:pt x="4" y="26"/>
                  </a:cubicBezTo>
                  <a:cubicBezTo>
                    <a:pt x="31" y="26"/>
                    <a:pt x="31" y="26"/>
                    <a:pt x="31" y="26"/>
                  </a:cubicBezTo>
                  <a:cubicBezTo>
                    <a:pt x="33" y="26"/>
                    <a:pt x="34" y="24"/>
                    <a:pt x="34" y="22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5" y="2"/>
                    <a:pt x="33" y="0"/>
                    <a:pt x="31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moveTo>
                    <a:pt x="33" y="7"/>
                  </a:moveTo>
                  <a:cubicBezTo>
                    <a:pt x="32" y="21"/>
                    <a:pt x="32" y="21"/>
                    <a:pt x="32" y="21"/>
                  </a:cubicBezTo>
                  <a:cubicBezTo>
                    <a:pt x="32" y="23"/>
                    <a:pt x="31" y="25"/>
                    <a:pt x="29" y="25"/>
                  </a:cubicBezTo>
                  <a:cubicBezTo>
                    <a:pt x="7" y="25"/>
                    <a:pt x="7" y="25"/>
                    <a:pt x="7" y="25"/>
                  </a:cubicBezTo>
                  <a:cubicBezTo>
                    <a:pt x="4" y="25"/>
                    <a:pt x="3" y="23"/>
                    <a:pt x="3" y="20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3" y="4"/>
                    <a:pt x="5" y="2"/>
                    <a:pt x="7" y="2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31" y="2"/>
                    <a:pt x="33" y="4"/>
                    <a:pt x="33" y="7"/>
                  </a:cubicBezTo>
                </a:path>
              </a:pathLst>
            </a:custGeom>
            <a:solidFill>
              <a:srgbClr val="8781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79" name="Freeform 75"/>
            <p:cNvSpPr>
              <a:spLocks/>
            </p:cNvSpPr>
            <p:nvPr/>
          </p:nvSpPr>
          <p:spPr bwMode="auto">
            <a:xfrm>
              <a:off x="2309" y="599"/>
              <a:ext cx="63" cy="50"/>
            </a:xfrm>
            <a:custGeom>
              <a:avLst/>
              <a:gdLst>
                <a:gd name="T0" fmla="*/ 0 w 32"/>
                <a:gd name="T1" fmla="*/ 50 h 25"/>
                <a:gd name="T2" fmla="*/ 63 w 32"/>
                <a:gd name="T3" fmla="*/ 50 h 25"/>
                <a:gd name="T4" fmla="*/ 63 w 32"/>
                <a:gd name="T5" fmla="*/ 14 h 25"/>
                <a:gd name="T6" fmla="*/ 51 w 32"/>
                <a:gd name="T7" fmla="*/ 2 h 25"/>
                <a:gd name="T8" fmla="*/ 0 w 32"/>
                <a:gd name="T9" fmla="*/ 0 h 25"/>
                <a:gd name="T10" fmla="*/ 0 w 32"/>
                <a:gd name="T11" fmla="*/ 5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2" h="25">
                  <a:moveTo>
                    <a:pt x="0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29" y="1"/>
                    <a:pt x="26" y="1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25"/>
                  </a:lnTo>
                  <a:close/>
                </a:path>
              </a:pathLst>
            </a:custGeom>
            <a:solidFill>
              <a:srgbClr val="BD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80" name="Freeform 76"/>
            <p:cNvSpPr>
              <a:spLocks noEditPoints="1"/>
            </p:cNvSpPr>
            <p:nvPr/>
          </p:nvSpPr>
          <p:spPr bwMode="auto">
            <a:xfrm>
              <a:off x="2305" y="597"/>
              <a:ext cx="69" cy="54"/>
            </a:xfrm>
            <a:custGeom>
              <a:avLst/>
              <a:gdLst>
                <a:gd name="T0" fmla="*/ 0 w 35"/>
                <a:gd name="T1" fmla="*/ 10 h 27"/>
                <a:gd name="T2" fmla="*/ 0 w 35"/>
                <a:gd name="T3" fmla="*/ 44 h 27"/>
                <a:gd name="T4" fmla="*/ 8 w 35"/>
                <a:gd name="T5" fmla="*/ 54 h 27"/>
                <a:gd name="T6" fmla="*/ 61 w 35"/>
                <a:gd name="T7" fmla="*/ 54 h 27"/>
                <a:gd name="T8" fmla="*/ 69 w 35"/>
                <a:gd name="T9" fmla="*/ 46 h 27"/>
                <a:gd name="T10" fmla="*/ 69 w 35"/>
                <a:gd name="T11" fmla="*/ 10 h 27"/>
                <a:gd name="T12" fmla="*/ 61 w 35"/>
                <a:gd name="T13" fmla="*/ 2 h 27"/>
                <a:gd name="T14" fmla="*/ 8 w 35"/>
                <a:gd name="T15" fmla="*/ 0 h 27"/>
                <a:gd name="T16" fmla="*/ 0 w 35"/>
                <a:gd name="T17" fmla="*/ 10 h 27"/>
                <a:gd name="T18" fmla="*/ 65 w 35"/>
                <a:gd name="T19" fmla="*/ 14 h 27"/>
                <a:gd name="T20" fmla="*/ 65 w 35"/>
                <a:gd name="T21" fmla="*/ 42 h 27"/>
                <a:gd name="T22" fmla="*/ 57 w 35"/>
                <a:gd name="T23" fmla="*/ 52 h 27"/>
                <a:gd name="T24" fmla="*/ 14 w 35"/>
                <a:gd name="T25" fmla="*/ 52 h 27"/>
                <a:gd name="T26" fmla="*/ 6 w 35"/>
                <a:gd name="T27" fmla="*/ 42 h 27"/>
                <a:gd name="T28" fmla="*/ 6 w 35"/>
                <a:gd name="T29" fmla="*/ 14 h 27"/>
                <a:gd name="T30" fmla="*/ 14 w 35"/>
                <a:gd name="T31" fmla="*/ 6 h 27"/>
                <a:gd name="T32" fmla="*/ 57 w 35"/>
                <a:gd name="T33" fmla="*/ 6 h 27"/>
                <a:gd name="T34" fmla="*/ 65 w 35"/>
                <a:gd name="T35" fmla="*/ 14 h 2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5" h="27">
                  <a:moveTo>
                    <a:pt x="0" y="5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0" y="25"/>
                    <a:pt x="2" y="27"/>
                    <a:pt x="4" y="27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3" y="27"/>
                    <a:pt x="35" y="25"/>
                    <a:pt x="35" y="23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5" y="3"/>
                    <a:pt x="33" y="1"/>
                    <a:pt x="31" y="1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5"/>
                  </a:cubicBezTo>
                  <a:close/>
                  <a:moveTo>
                    <a:pt x="33" y="7"/>
                  </a:moveTo>
                  <a:cubicBezTo>
                    <a:pt x="33" y="21"/>
                    <a:pt x="33" y="21"/>
                    <a:pt x="33" y="21"/>
                  </a:cubicBezTo>
                  <a:cubicBezTo>
                    <a:pt x="33" y="24"/>
                    <a:pt x="31" y="26"/>
                    <a:pt x="29" y="26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5" y="25"/>
                    <a:pt x="3" y="23"/>
                    <a:pt x="3" y="21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5"/>
                    <a:pt x="5" y="3"/>
                    <a:pt x="7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31" y="3"/>
                    <a:pt x="33" y="5"/>
                    <a:pt x="33" y="7"/>
                  </a:cubicBezTo>
                  <a:close/>
                </a:path>
              </a:pathLst>
            </a:custGeom>
            <a:solidFill>
              <a:srgbClr val="8781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81" name="Freeform 77"/>
            <p:cNvSpPr>
              <a:spLocks/>
            </p:cNvSpPr>
            <p:nvPr/>
          </p:nvSpPr>
          <p:spPr bwMode="auto">
            <a:xfrm>
              <a:off x="2225" y="599"/>
              <a:ext cx="64" cy="50"/>
            </a:xfrm>
            <a:custGeom>
              <a:avLst/>
              <a:gdLst>
                <a:gd name="T0" fmla="*/ 0 w 32"/>
                <a:gd name="T1" fmla="*/ 50 h 25"/>
                <a:gd name="T2" fmla="*/ 64 w 32"/>
                <a:gd name="T3" fmla="*/ 50 h 25"/>
                <a:gd name="T4" fmla="*/ 64 w 32"/>
                <a:gd name="T5" fmla="*/ 12 h 25"/>
                <a:gd name="T6" fmla="*/ 52 w 32"/>
                <a:gd name="T7" fmla="*/ 0 h 25"/>
                <a:gd name="T8" fmla="*/ 0 w 32"/>
                <a:gd name="T9" fmla="*/ 0 h 25"/>
                <a:gd name="T10" fmla="*/ 0 w 32"/>
                <a:gd name="T11" fmla="*/ 5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2" h="25">
                  <a:moveTo>
                    <a:pt x="0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2" y="3"/>
                    <a:pt x="30" y="0"/>
                    <a:pt x="2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5"/>
                    <a:pt x="0" y="25"/>
                    <a:pt x="0" y="25"/>
                  </a:cubicBezTo>
                </a:path>
              </a:pathLst>
            </a:custGeom>
            <a:solidFill>
              <a:srgbClr val="BD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82" name="Freeform 78"/>
            <p:cNvSpPr>
              <a:spLocks noEditPoints="1"/>
            </p:cNvSpPr>
            <p:nvPr/>
          </p:nvSpPr>
          <p:spPr bwMode="auto">
            <a:xfrm>
              <a:off x="2224" y="597"/>
              <a:ext cx="67" cy="54"/>
            </a:xfrm>
            <a:custGeom>
              <a:avLst/>
              <a:gdLst>
                <a:gd name="T0" fmla="*/ 0 w 34"/>
                <a:gd name="T1" fmla="*/ 10 h 27"/>
                <a:gd name="T2" fmla="*/ 0 w 34"/>
                <a:gd name="T3" fmla="*/ 44 h 27"/>
                <a:gd name="T4" fmla="*/ 6 w 34"/>
                <a:gd name="T5" fmla="*/ 54 h 27"/>
                <a:gd name="T6" fmla="*/ 59 w 34"/>
                <a:gd name="T7" fmla="*/ 54 h 27"/>
                <a:gd name="T8" fmla="*/ 67 w 34"/>
                <a:gd name="T9" fmla="*/ 44 h 27"/>
                <a:gd name="T10" fmla="*/ 67 w 34"/>
                <a:gd name="T11" fmla="*/ 10 h 27"/>
                <a:gd name="T12" fmla="*/ 59 w 34"/>
                <a:gd name="T13" fmla="*/ 0 h 27"/>
                <a:gd name="T14" fmla="*/ 8 w 34"/>
                <a:gd name="T15" fmla="*/ 0 h 27"/>
                <a:gd name="T16" fmla="*/ 0 w 34"/>
                <a:gd name="T17" fmla="*/ 10 h 27"/>
                <a:gd name="T18" fmla="*/ 63 w 34"/>
                <a:gd name="T19" fmla="*/ 14 h 27"/>
                <a:gd name="T20" fmla="*/ 63 w 34"/>
                <a:gd name="T21" fmla="*/ 42 h 27"/>
                <a:gd name="T22" fmla="*/ 55 w 34"/>
                <a:gd name="T23" fmla="*/ 50 h 27"/>
                <a:gd name="T24" fmla="*/ 12 w 34"/>
                <a:gd name="T25" fmla="*/ 50 h 27"/>
                <a:gd name="T26" fmla="*/ 4 w 34"/>
                <a:gd name="T27" fmla="*/ 42 h 27"/>
                <a:gd name="T28" fmla="*/ 6 w 34"/>
                <a:gd name="T29" fmla="*/ 14 h 27"/>
                <a:gd name="T30" fmla="*/ 12 w 34"/>
                <a:gd name="T31" fmla="*/ 4 h 27"/>
                <a:gd name="T32" fmla="*/ 57 w 34"/>
                <a:gd name="T33" fmla="*/ 4 h 27"/>
                <a:gd name="T34" fmla="*/ 63 w 34"/>
                <a:gd name="T35" fmla="*/ 14 h 2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4" h="27">
                  <a:moveTo>
                    <a:pt x="0" y="5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0" y="25"/>
                    <a:pt x="1" y="27"/>
                    <a:pt x="3" y="27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32" y="27"/>
                    <a:pt x="34" y="25"/>
                    <a:pt x="34" y="22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4" y="2"/>
                    <a:pt x="32" y="0"/>
                    <a:pt x="3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1" y="0"/>
                    <a:pt x="0" y="2"/>
                    <a:pt x="0" y="5"/>
                  </a:cubicBezTo>
                  <a:moveTo>
                    <a:pt x="32" y="7"/>
                  </a:moveTo>
                  <a:cubicBezTo>
                    <a:pt x="32" y="21"/>
                    <a:pt x="32" y="21"/>
                    <a:pt x="32" y="21"/>
                  </a:cubicBezTo>
                  <a:cubicBezTo>
                    <a:pt x="32" y="23"/>
                    <a:pt x="30" y="25"/>
                    <a:pt x="28" y="25"/>
                  </a:cubicBezTo>
                  <a:cubicBezTo>
                    <a:pt x="6" y="25"/>
                    <a:pt x="6" y="25"/>
                    <a:pt x="6" y="25"/>
                  </a:cubicBezTo>
                  <a:cubicBezTo>
                    <a:pt x="4" y="25"/>
                    <a:pt x="2" y="23"/>
                    <a:pt x="2" y="21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4"/>
                    <a:pt x="4" y="2"/>
                    <a:pt x="6" y="2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31" y="2"/>
                    <a:pt x="32" y="5"/>
                    <a:pt x="32" y="7"/>
                  </a:cubicBezTo>
                </a:path>
              </a:pathLst>
            </a:custGeom>
            <a:solidFill>
              <a:srgbClr val="8781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83" name="Freeform 79"/>
            <p:cNvSpPr>
              <a:spLocks/>
            </p:cNvSpPr>
            <p:nvPr/>
          </p:nvSpPr>
          <p:spPr bwMode="auto">
            <a:xfrm>
              <a:off x="2142" y="599"/>
              <a:ext cx="66" cy="50"/>
            </a:xfrm>
            <a:custGeom>
              <a:avLst/>
              <a:gdLst>
                <a:gd name="T0" fmla="*/ 0 w 33"/>
                <a:gd name="T1" fmla="*/ 50 h 25"/>
                <a:gd name="T2" fmla="*/ 64 w 33"/>
                <a:gd name="T3" fmla="*/ 50 h 25"/>
                <a:gd name="T4" fmla="*/ 66 w 33"/>
                <a:gd name="T5" fmla="*/ 12 h 25"/>
                <a:gd name="T6" fmla="*/ 54 w 33"/>
                <a:gd name="T7" fmla="*/ 0 h 25"/>
                <a:gd name="T8" fmla="*/ 0 w 33"/>
                <a:gd name="T9" fmla="*/ 0 h 25"/>
                <a:gd name="T10" fmla="*/ 0 w 33"/>
                <a:gd name="T11" fmla="*/ 5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3" h="25">
                  <a:moveTo>
                    <a:pt x="0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3" y="6"/>
                    <a:pt x="33" y="6"/>
                    <a:pt x="33" y="6"/>
                  </a:cubicBezTo>
                  <a:cubicBezTo>
                    <a:pt x="33" y="3"/>
                    <a:pt x="30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25"/>
                  </a:lnTo>
                  <a:close/>
                </a:path>
              </a:pathLst>
            </a:custGeom>
            <a:solidFill>
              <a:srgbClr val="BD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84" name="Freeform 80"/>
            <p:cNvSpPr>
              <a:spLocks noEditPoints="1"/>
            </p:cNvSpPr>
            <p:nvPr/>
          </p:nvSpPr>
          <p:spPr bwMode="auto">
            <a:xfrm>
              <a:off x="2140" y="597"/>
              <a:ext cx="68" cy="52"/>
            </a:xfrm>
            <a:custGeom>
              <a:avLst/>
              <a:gdLst>
                <a:gd name="T0" fmla="*/ 0 w 34"/>
                <a:gd name="T1" fmla="*/ 8 h 26"/>
                <a:gd name="T2" fmla="*/ 0 w 34"/>
                <a:gd name="T3" fmla="*/ 44 h 26"/>
                <a:gd name="T4" fmla="*/ 8 w 34"/>
                <a:gd name="T5" fmla="*/ 52 h 26"/>
                <a:gd name="T6" fmla="*/ 62 w 34"/>
                <a:gd name="T7" fmla="*/ 52 h 26"/>
                <a:gd name="T8" fmla="*/ 68 w 34"/>
                <a:gd name="T9" fmla="*/ 44 h 26"/>
                <a:gd name="T10" fmla="*/ 68 w 34"/>
                <a:gd name="T11" fmla="*/ 10 h 26"/>
                <a:gd name="T12" fmla="*/ 62 w 34"/>
                <a:gd name="T13" fmla="*/ 0 h 26"/>
                <a:gd name="T14" fmla="*/ 8 w 34"/>
                <a:gd name="T15" fmla="*/ 0 h 26"/>
                <a:gd name="T16" fmla="*/ 0 w 34"/>
                <a:gd name="T17" fmla="*/ 8 h 26"/>
                <a:gd name="T18" fmla="*/ 66 w 34"/>
                <a:gd name="T19" fmla="*/ 14 h 26"/>
                <a:gd name="T20" fmla="*/ 64 w 34"/>
                <a:gd name="T21" fmla="*/ 42 h 26"/>
                <a:gd name="T22" fmla="*/ 58 w 34"/>
                <a:gd name="T23" fmla="*/ 50 h 26"/>
                <a:gd name="T24" fmla="*/ 12 w 34"/>
                <a:gd name="T25" fmla="*/ 50 h 26"/>
                <a:gd name="T26" fmla="*/ 6 w 34"/>
                <a:gd name="T27" fmla="*/ 40 h 26"/>
                <a:gd name="T28" fmla="*/ 6 w 34"/>
                <a:gd name="T29" fmla="*/ 12 h 26"/>
                <a:gd name="T30" fmla="*/ 14 w 34"/>
                <a:gd name="T31" fmla="*/ 4 h 26"/>
                <a:gd name="T32" fmla="*/ 58 w 34"/>
                <a:gd name="T33" fmla="*/ 4 h 26"/>
                <a:gd name="T34" fmla="*/ 66 w 34"/>
                <a:gd name="T35" fmla="*/ 14 h 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4" h="26">
                  <a:moveTo>
                    <a:pt x="0" y="4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0" y="24"/>
                    <a:pt x="2" y="26"/>
                    <a:pt x="4" y="26"/>
                  </a:cubicBezTo>
                  <a:cubicBezTo>
                    <a:pt x="31" y="26"/>
                    <a:pt x="31" y="26"/>
                    <a:pt x="31" y="26"/>
                  </a:cubicBezTo>
                  <a:cubicBezTo>
                    <a:pt x="33" y="26"/>
                    <a:pt x="34" y="24"/>
                    <a:pt x="34" y="22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4" y="2"/>
                    <a:pt x="33" y="0"/>
                    <a:pt x="31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lose/>
                  <a:moveTo>
                    <a:pt x="33" y="7"/>
                  </a:moveTo>
                  <a:cubicBezTo>
                    <a:pt x="32" y="21"/>
                    <a:pt x="32" y="21"/>
                    <a:pt x="32" y="21"/>
                  </a:cubicBezTo>
                  <a:cubicBezTo>
                    <a:pt x="32" y="23"/>
                    <a:pt x="31" y="25"/>
                    <a:pt x="29" y="25"/>
                  </a:cubicBezTo>
                  <a:cubicBezTo>
                    <a:pt x="6" y="25"/>
                    <a:pt x="6" y="25"/>
                    <a:pt x="6" y="25"/>
                  </a:cubicBezTo>
                  <a:cubicBezTo>
                    <a:pt x="4" y="25"/>
                    <a:pt x="3" y="23"/>
                    <a:pt x="3" y="20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3" y="4"/>
                    <a:pt x="5" y="2"/>
                    <a:pt x="7" y="2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31" y="2"/>
                    <a:pt x="33" y="4"/>
                    <a:pt x="33" y="7"/>
                  </a:cubicBezTo>
                  <a:close/>
                </a:path>
              </a:pathLst>
            </a:custGeom>
            <a:solidFill>
              <a:srgbClr val="8781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85" name="Freeform 81"/>
            <p:cNvSpPr>
              <a:spLocks/>
            </p:cNvSpPr>
            <p:nvPr/>
          </p:nvSpPr>
          <p:spPr bwMode="auto">
            <a:xfrm>
              <a:off x="2001" y="597"/>
              <a:ext cx="123" cy="50"/>
            </a:xfrm>
            <a:custGeom>
              <a:avLst/>
              <a:gdLst>
                <a:gd name="T0" fmla="*/ 0 w 62"/>
                <a:gd name="T1" fmla="*/ 50 h 25"/>
                <a:gd name="T2" fmla="*/ 123 w 62"/>
                <a:gd name="T3" fmla="*/ 50 h 25"/>
                <a:gd name="T4" fmla="*/ 123 w 62"/>
                <a:gd name="T5" fmla="*/ 14 h 25"/>
                <a:gd name="T6" fmla="*/ 111 w 62"/>
                <a:gd name="T7" fmla="*/ 2 h 25"/>
                <a:gd name="T8" fmla="*/ 0 w 62"/>
                <a:gd name="T9" fmla="*/ 0 h 25"/>
                <a:gd name="T10" fmla="*/ 0 w 62"/>
                <a:gd name="T11" fmla="*/ 5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2" h="25">
                  <a:moveTo>
                    <a:pt x="0" y="25"/>
                  </a:moveTo>
                  <a:cubicBezTo>
                    <a:pt x="62" y="25"/>
                    <a:pt x="62" y="25"/>
                    <a:pt x="62" y="25"/>
                  </a:cubicBezTo>
                  <a:cubicBezTo>
                    <a:pt x="62" y="7"/>
                    <a:pt x="62" y="7"/>
                    <a:pt x="62" y="7"/>
                  </a:cubicBezTo>
                  <a:cubicBezTo>
                    <a:pt x="62" y="3"/>
                    <a:pt x="59" y="1"/>
                    <a:pt x="56" y="1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25"/>
                  </a:lnTo>
                  <a:close/>
                </a:path>
              </a:pathLst>
            </a:custGeom>
            <a:solidFill>
              <a:srgbClr val="BD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86" name="Freeform 82"/>
            <p:cNvSpPr>
              <a:spLocks noEditPoints="1"/>
            </p:cNvSpPr>
            <p:nvPr/>
          </p:nvSpPr>
          <p:spPr bwMode="auto">
            <a:xfrm>
              <a:off x="1999" y="595"/>
              <a:ext cx="127" cy="54"/>
            </a:xfrm>
            <a:custGeom>
              <a:avLst/>
              <a:gdLst>
                <a:gd name="T0" fmla="*/ 0 w 64"/>
                <a:gd name="T1" fmla="*/ 10 h 27"/>
                <a:gd name="T2" fmla="*/ 0 w 64"/>
                <a:gd name="T3" fmla="*/ 44 h 27"/>
                <a:gd name="T4" fmla="*/ 8 w 64"/>
                <a:gd name="T5" fmla="*/ 54 h 27"/>
                <a:gd name="T6" fmla="*/ 119 w 64"/>
                <a:gd name="T7" fmla="*/ 54 h 27"/>
                <a:gd name="T8" fmla="*/ 127 w 64"/>
                <a:gd name="T9" fmla="*/ 46 h 27"/>
                <a:gd name="T10" fmla="*/ 127 w 64"/>
                <a:gd name="T11" fmla="*/ 10 h 27"/>
                <a:gd name="T12" fmla="*/ 119 w 64"/>
                <a:gd name="T13" fmla="*/ 2 h 27"/>
                <a:gd name="T14" fmla="*/ 8 w 64"/>
                <a:gd name="T15" fmla="*/ 0 h 27"/>
                <a:gd name="T16" fmla="*/ 0 w 64"/>
                <a:gd name="T17" fmla="*/ 10 h 27"/>
                <a:gd name="T18" fmla="*/ 123 w 64"/>
                <a:gd name="T19" fmla="*/ 14 h 27"/>
                <a:gd name="T20" fmla="*/ 123 w 64"/>
                <a:gd name="T21" fmla="*/ 42 h 27"/>
                <a:gd name="T22" fmla="*/ 115 w 64"/>
                <a:gd name="T23" fmla="*/ 52 h 27"/>
                <a:gd name="T24" fmla="*/ 12 w 64"/>
                <a:gd name="T25" fmla="*/ 50 h 27"/>
                <a:gd name="T26" fmla="*/ 6 w 64"/>
                <a:gd name="T27" fmla="*/ 42 h 27"/>
                <a:gd name="T28" fmla="*/ 6 w 64"/>
                <a:gd name="T29" fmla="*/ 14 h 27"/>
                <a:gd name="T30" fmla="*/ 14 w 64"/>
                <a:gd name="T31" fmla="*/ 4 h 27"/>
                <a:gd name="T32" fmla="*/ 115 w 64"/>
                <a:gd name="T33" fmla="*/ 6 h 27"/>
                <a:gd name="T34" fmla="*/ 123 w 64"/>
                <a:gd name="T35" fmla="*/ 14 h 2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64" h="27">
                  <a:moveTo>
                    <a:pt x="0" y="5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0" y="25"/>
                    <a:pt x="1" y="27"/>
                    <a:pt x="4" y="27"/>
                  </a:cubicBezTo>
                  <a:cubicBezTo>
                    <a:pt x="60" y="27"/>
                    <a:pt x="60" y="27"/>
                    <a:pt x="60" y="27"/>
                  </a:cubicBezTo>
                  <a:cubicBezTo>
                    <a:pt x="62" y="27"/>
                    <a:pt x="64" y="25"/>
                    <a:pt x="64" y="23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4" y="3"/>
                    <a:pt x="62" y="1"/>
                    <a:pt x="60" y="1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5"/>
                  </a:cubicBezTo>
                  <a:close/>
                  <a:moveTo>
                    <a:pt x="62" y="7"/>
                  </a:moveTo>
                  <a:cubicBezTo>
                    <a:pt x="62" y="21"/>
                    <a:pt x="62" y="21"/>
                    <a:pt x="62" y="21"/>
                  </a:cubicBezTo>
                  <a:cubicBezTo>
                    <a:pt x="62" y="24"/>
                    <a:pt x="60" y="26"/>
                    <a:pt x="58" y="26"/>
                  </a:cubicBezTo>
                  <a:cubicBezTo>
                    <a:pt x="6" y="25"/>
                    <a:pt x="6" y="25"/>
                    <a:pt x="6" y="25"/>
                  </a:cubicBezTo>
                  <a:cubicBezTo>
                    <a:pt x="4" y="25"/>
                    <a:pt x="3" y="23"/>
                    <a:pt x="3" y="21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4"/>
                    <a:pt x="4" y="2"/>
                    <a:pt x="7" y="2"/>
                  </a:cubicBezTo>
                  <a:cubicBezTo>
                    <a:pt x="58" y="3"/>
                    <a:pt x="58" y="3"/>
                    <a:pt x="58" y="3"/>
                  </a:cubicBezTo>
                  <a:cubicBezTo>
                    <a:pt x="60" y="3"/>
                    <a:pt x="62" y="5"/>
                    <a:pt x="62" y="7"/>
                  </a:cubicBezTo>
                  <a:close/>
                </a:path>
              </a:pathLst>
            </a:custGeom>
            <a:solidFill>
              <a:srgbClr val="8781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87" name="Freeform 83"/>
            <p:cNvSpPr>
              <a:spLocks/>
            </p:cNvSpPr>
            <p:nvPr/>
          </p:nvSpPr>
          <p:spPr bwMode="auto">
            <a:xfrm>
              <a:off x="2969" y="675"/>
              <a:ext cx="63" cy="49"/>
            </a:xfrm>
            <a:custGeom>
              <a:avLst/>
              <a:gdLst>
                <a:gd name="T0" fmla="*/ 0 w 32"/>
                <a:gd name="T1" fmla="*/ 49 h 25"/>
                <a:gd name="T2" fmla="*/ 63 w 32"/>
                <a:gd name="T3" fmla="*/ 49 h 25"/>
                <a:gd name="T4" fmla="*/ 63 w 32"/>
                <a:gd name="T5" fmla="*/ 12 h 25"/>
                <a:gd name="T6" fmla="*/ 51 w 32"/>
                <a:gd name="T7" fmla="*/ 0 h 25"/>
                <a:gd name="T8" fmla="*/ 0 w 32"/>
                <a:gd name="T9" fmla="*/ 0 h 25"/>
                <a:gd name="T10" fmla="*/ 0 w 32"/>
                <a:gd name="T11" fmla="*/ 49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2" h="25">
                  <a:moveTo>
                    <a:pt x="0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2" y="3"/>
                    <a:pt x="29" y="0"/>
                    <a:pt x="26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25"/>
                  </a:lnTo>
                  <a:close/>
                </a:path>
              </a:pathLst>
            </a:custGeom>
            <a:solidFill>
              <a:srgbClr val="BD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88" name="Freeform 84"/>
            <p:cNvSpPr>
              <a:spLocks noEditPoints="1"/>
            </p:cNvSpPr>
            <p:nvPr/>
          </p:nvSpPr>
          <p:spPr bwMode="auto">
            <a:xfrm>
              <a:off x="2965" y="673"/>
              <a:ext cx="69" cy="51"/>
            </a:xfrm>
            <a:custGeom>
              <a:avLst/>
              <a:gdLst>
                <a:gd name="T0" fmla="*/ 2 w 35"/>
                <a:gd name="T1" fmla="*/ 8 h 26"/>
                <a:gd name="T2" fmla="*/ 0 w 35"/>
                <a:gd name="T3" fmla="*/ 43 h 26"/>
                <a:gd name="T4" fmla="*/ 8 w 35"/>
                <a:gd name="T5" fmla="*/ 51 h 26"/>
                <a:gd name="T6" fmla="*/ 61 w 35"/>
                <a:gd name="T7" fmla="*/ 51 h 26"/>
                <a:gd name="T8" fmla="*/ 69 w 35"/>
                <a:gd name="T9" fmla="*/ 43 h 26"/>
                <a:gd name="T10" fmla="*/ 69 w 35"/>
                <a:gd name="T11" fmla="*/ 10 h 26"/>
                <a:gd name="T12" fmla="*/ 61 w 35"/>
                <a:gd name="T13" fmla="*/ 0 h 26"/>
                <a:gd name="T14" fmla="*/ 8 w 35"/>
                <a:gd name="T15" fmla="*/ 0 h 26"/>
                <a:gd name="T16" fmla="*/ 2 w 35"/>
                <a:gd name="T17" fmla="*/ 8 h 26"/>
                <a:gd name="T18" fmla="*/ 65 w 35"/>
                <a:gd name="T19" fmla="*/ 14 h 26"/>
                <a:gd name="T20" fmla="*/ 65 w 35"/>
                <a:gd name="T21" fmla="*/ 39 h 26"/>
                <a:gd name="T22" fmla="*/ 57 w 35"/>
                <a:gd name="T23" fmla="*/ 49 h 26"/>
                <a:gd name="T24" fmla="*/ 14 w 35"/>
                <a:gd name="T25" fmla="*/ 49 h 26"/>
                <a:gd name="T26" fmla="*/ 6 w 35"/>
                <a:gd name="T27" fmla="*/ 39 h 26"/>
                <a:gd name="T28" fmla="*/ 6 w 35"/>
                <a:gd name="T29" fmla="*/ 12 h 26"/>
                <a:gd name="T30" fmla="*/ 14 w 35"/>
                <a:gd name="T31" fmla="*/ 4 h 26"/>
                <a:gd name="T32" fmla="*/ 57 w 35"/>
                <a:gd name="T33" fmla="*/ 4 h 26"/>
                <a:gd name="T34" fmla="*/ 65 w 35"/>
                <a:gd name="T35" fmla="*/ 14 h 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5" h="26">
                  <a:moveTo>
                    <a:pt x="1" y="4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0" y="24"/>
                    <a:pt x="2" y="26"/>
                    <a:pt x="4" y="26"/>
                  </a:cubicBezTo>
                  <a:cubicBezTo>
                    <a:pt x="31" y="26"/>
                    <a:pt x="31" y="26"/>
                    <a:pt x="31" y="26"/>
                  </a:cubicBezTo>
                  <a:cubicBezTo>
                    <a:pt x="33" y="26"/>
                    <a:pt x="35" y="24"/>
                    <a:pt x="35" y="22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5" y="2"/>
                    <a:pt x="33" y="0"/>
                    <a:pt x="31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1" y="2"/>
                    <a:pt x="1" y="4"/>
                  </a:cubicBezTo>
                  <a:close/>
                  <a:moveTo>
                    <a:pt x="33" y="7"/>
                  </a:moveTo>
                  <a:cubicBezTo>
                    <a:pt x="33" y="20"/>
                    <a:pt x="33" y="20"/>
                    <a:pt x="33" y="20"/>
                  </a:cubicBezTo>
                  <a:cubicBezTo>
                    <a:pt x="33" y="23"/>
                    <a:pt x="31" y="25"/>
                    <a:pt x="29" y="25"/>
                  </a:cubicBezTo>
                  <a:cubicBezTo>
                    <a:pt x="7" y="25"/>
                    <a:pt x="7" y="25"/>
                    <a:pt x="7" y="25"/>
                  </a:cubicBezTo>
                  <a:cubicBezTo>
                    <a:pt x="5" y="25"/>
                    <a:pt x="3" y="23"/>
                    <a:pt x="3" y="20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3" y="4"/>
                    <a:pt x="5" y="2"/>
                    <a:pt x="7" y="2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31" y="2"/>
                    <a:pt x="33" y="4"/>
                    <a:pt x="33" y="7"/>
                  </a:cubicBezTo>
                  <a:close/>
                </a:path>
              </a:pathLst>
            </a:custGeom>
            <a:solidFill>
              <a:srgbClr val="8781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89" name="Freeform 85"/>
            <p:cNvSpPr>
              <a:spLocks/>
            </p:cNvSpPr>
            <p:nvPr/>
          </p:nvSpPr>
          <p:spPr bwMode="auto">
            <a:xfrm>
              <a:off x="2886" y="673"/>
              <a:ext cx="63" cy="49"/>
            </a:xfrm>
            <a:custGeom>
              <a:avLst/>
              <a:gdLst>
                <a:gd name="T0" fmla="*/ 0 w 32"/>
                <a:gd name="T1" fmla="*/ 49 h 25"/>
                <a:gd name="T2" fmla="*/ 63 w 32"/>
                <a:gd name="T3" fmla="*/ 49 h 25"/>
                <a:gd name="T4" fmla="*/ 63 w 32"/>
                <a:gd name="T5" fmla="*/ 14 h 25"/>
                <a:gd name="T6" fmla="*/ 53 w 32"/>
                <a:gd name="T7" fmla="*/ 2 h 25"/>
                <a:gd name="T8" fmla="*/ 0 w 32"/>
                <a:gd name="T9" fmla="*/ 0 h 25"/>
                <a:gd name="T10" fmla="*/ 0 w 32"/>
                <a:gd name="T11" fmla="*/ 49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2" h="25">
                  <a:moveTo>
                    <a:pt x="0" y="25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3"/>
                    <a:pt x="30" y="1"/>
                    <a:pt x="27" y="1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25"/>
                  </a:lnTo>
                  <a:close/>
                </a:path>
              </a:pathLst>
            </a:custGeom>
            <a:solidFill>
              <a:srgbClr val="BD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90" name="Freeform 86"/>
            <p:cNvSpPr>
              <a:spLocks noEditPoints="1"/>
            </p:cNvSpPr>
            <p:nvPr/>
          </p:nvSpPr>
          <p:spPr bwMode="auto">
            <a:xfrm>
              <a:off x="2884" y="671"/>
              <a:ext cx="67" cy="53"/>
            </a:xfrm>
            <a:custGeom>
              <a:avLst/>
              <a:gdLst>
                <a:gd name="T0" fmla="*/ 0 w 34"/>
                <a:gd name="T1" fmla="*/ 10 h 27"/>
                <a:gd name="T2" fmla="*/ 0 w 34"/>
                <a:gd name="T3" fmla="*/ 43 h 27"/>
                <a:gd name="T4" fmla="*/ 6 w 34"/>
                <a:gd name="T5" fmla="*/ 53 h 27"/>
                <a:gd name="T6" fmla="*/ 59 w 34"/>
                <a:gd name="T7" fmla="*/ 53 h 27"/>
                <a:gd name="T8" fmla="*/ 67 w 34"/>
                <a:gd name="T9" fmla="*/ 45 h 27"/>
                <a:gd name="T10" fmla="*/ 67 w 34"/>
                <a:gd name="T11" fmla="*/ 10 h 27"/>
                <a:gd name="T12" fmla="*/ 61 w 34"/>
                <a:gd name="T13" fmla="*/ 2 h 27"/>
                <a:gd name="T14" fmla="*/ 8 w 34"/>
                <a:gd name="T15" fmla="*/ 0 h 27"/>
                <a:gd name="T16" fmla="*/ 0 w 34"/>
                <a:gd name="T17" fmla="*/ 10 h 27"/>
                <a:gd name="T18" fmla="*/ 63 w 34"/>
                <a:gd name="T19" fmla="*/ 14 h 27"/>
                <a:gd name="T20" fmla="*/ 63 w 34"/>
                <a:gd name="T21" fmla="*/ 41 h 27"/>
                <a:gd name="T22" fmla="*/ 55 w 34"/>
                <a:gd name="T23" fmla="*/ 51 h 27"/>
                <a:gd name="T24" fmla="*/ 12 w 34"/>
                <a:gd name="T25" fmla="*/ 49 h 27"/>
                <a:gd name="T26" fmla="*/ 6 w 34"/>
                <a:gd name="T27" fmla="*/ 41 h 27"/>
                <a:gd name="T28" fmla="*/ 6 w 34"/>
                <a:gd name="T29" fmla="*/ 14 h 27"/>
                <a:gd name="T30" fmla="*/ 12 w 34"/>
                <a:gd name="T31" fmla="*/ 6 h 27"/>
                <a:gd name="T32" fmla="*/ 57 w 34"/>
                <a:gd name="T33" fmla="*/ 6 h 27"/>
                <a:gd name="T34" fmla="*/ 63 w 34"/>
                <a:gd name="T35" fmla="*/ 14 h 2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4" h="27">
                  <a:moveTo>
                    <a:pt x="0" y="5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0" y="25"/>
                    <a:pt x="1" y="27"/>
                    <a:pt x="3" y="27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32" y="27"/>
                    <a:pt x="34" y="25"/>
                    <a:pt x="34" y="23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4" y="3"/>
                    <a:pt x="33" y="1"/>
                    <a:pt x="31" y="1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5"/>
                  </a:cubicBezTo>
                  <a:close/>
                  <a:moveTo>
                    <a:pt x="32" y="7"/>
                  </a:moveTo>
                  <a:cubicBezTo>
                    <a:pt x="32" y="21"/>
                    <a:pt x="32" y="21"/>
                    <a:pt x="32" y="21"/>
                  </a:cubicBezTo>
                  <a:cubicBezTo>
                    <a:pt x="32" y="24"/>
                    <a:pt x="31" y="26"/>
                    <a:pt x="28" y="26"/>
                  </a:cubicBezTo>
                  <a:cubicBezTo>
                    <a:pt x="6" y="25"/>
                    <a:pt x="6" y="25"/>
                    <a:pt x="6" y="25"/>
                  </a:cubicBezTo>
                  <a:cubicBezTo>
                    <a:pt x="4" y="25"/>
                    <a:pt x="3" y="23"/>
                    <a:pt x="3" y="21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5"/>
                    <a:pt x="4" y="3"/>
                    <a:pt x="6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31" y="3"/>
                    <a:pt x="32" y="5"/>
                    <a:pt x="32" y="7"/>
                  </a:cubicBezTo>
                  <a:close/>
                </a:path>
              </a:pathLst>
            </a:custGeom>
            <a:solidFill>
              <a:srgbClr val="8781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91" name="Freeform 87"/>
            <p:cNvSpPr>
              <a:spLocks/>
            </p:cNvSpPr>
            <p:nvPr/>
          </p:nvSpPr>
          <p:spPr bwMode="auto">
            <a:xfrm>
              <a:off x="2802" y="673"/>
              <a:ext cx="66" cy="49"/>
            </a:xfrm>
            <a:custGeom>
              <a:avLst/>
              <a:gdLst>
                <a:gd name="T0" fmla="*/ 0 w 33"/>
                <a:gd name="T1" fmla="*/ 49 h 25"/>
                <a:gd name="T2" fmla="*/ 66 w 33"/>
                <a:gd name="T3" fmla="*/ 49 h 25"/>
                <a:gd name="T4" fmla="*/ 66 w 33"/>
                <a:gd name="T5" fmla="*/ 12 h 25"/>
                <a:gd name="T6" fmla="*/ 54 w 33"/>
                <a:gd name="T7" fmla="*/ 0 h 25"/>
                <a:gd name="T8" fmla="*/ 2 w 33"/>
                <a:gd name="T9" fmla="*/ 0 h 25"/>
                <a:gd name="T10" fmla="*/ 0 w 33"/>
                <a:gd name="T11" fmla="*/ 49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3" h="25">
                  <a:moveTo>
                    <a:pt x="0" y="25"/>
                  </a:moveTo>
                  <a:cubicBezTo>
                    <a:pt x="33" y="25"/>
                    <a:pt x="33" y="25"/>
                    <a:pt x="33" y="25"/>
                  </a:cubicBezTo>
                  <a:cubicBezTo>
                    <a:pt x="33" y="6"/>
                    <a:pt x="33" y="6"/>
                    <a:pt x="33" y="6"/>
                  </a:cubicBezTo>
                  <a:cubicBezTo>
                    <a:pt x="33" y="3"/>
                    <a:pt x="30" y="0"/>
                    <a:pt x="27" y="0"/>
                  </a:cubicBezTo>
                  <a:cubicBezTo>
                    <a:pt x="1" y="0"/>
                    <a:pt x="1" y="0"/>
                    <a:pt x="1" y="0"/>
                  </a:cubicBezTo>
                  <a:lnTo>
                    <a:pt x="0" y="25"/>
                  </a:lnTo>
                  <a:close/>
                </a:path>
              </a:pathLst>
            </a:custGeom>
            <a:solidFill>
              <a:srgbClr val="BD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92" name="Freeform 88"/>
            <p:cNvSpPr>
              <a:spLocks noEditPoints="1"/>
            </p:cNvSpPr>
            <p:nvPr/>
          </p:nvSpPr>
          <p:spPr bwMode="auto">
            <a:xfrm>
              <a:off x="2800" y="671"/>
              <a:ext cx="70" cy="53"/>
            </a:xfrm>
            <a:custGeom>
              <a:avLst/>
              <a:gdLst>
                <a:gd name="T0" fmla="*/ 0 w 35"/>
                <a:gd name="T1" fmla="*/ 10 h 27"/>
                <a:gd name="T2" fmla="*/ 0 w 35"/>
                <a:gd name="T3" fmla="*/ 43 h 27"/>
                <a:gd name="T4" fmla="*/ 8 w 35"/>
                <a:gd name="T5" fmla="*/ 53 h 27"/>
                <a:gd name="T6" fmla="*/ 62 w 35"/>
                <a:gd name="T7" fmla="*/ 53 h 27"/>
                <a:gd name="T8" fmla="*/ 68 w 35"/>
                <a:gd name="T9" fmla="*/ 43 h 27"/>
                <a:gd name="T10" fmla="*/ 70 w 35"/>
                <a:gd name="T11" fmla="*/ 10 h 27"/>
                <a:gd name="T12" fmla="*/ 62 w 35"/>
                <a:gd name="T13" fmla="*/ 0 h 27"/>
                <a:gd name="T14" fmla="*/ 8 w 35"/>
                <a:gd name="T15" fmla="*/ 0 h 27"/>
                <a:gd name="T16" fmla="*/ 0 w 35"/>
                <a:gd name="T17" fmla="*/ 10 h 27"/>
                <a:gd name="T18" fmla="*/ 66 w 35"/>
                <a:gd name="T19" fmla="*/ 14 h 27"/>
                <a:gd name="T20" fmla="*/ 66 w 35"/>
                <a:gd name="T21" fmla="*/ 41 h 27"/>
                <a:gd name="T22" fmla="*/ 58 w 35"/>
                <a:gd name="T23" fmla="*/ 49 h 27"/>
                <a:gd name="T24" fmla="*/ 14 w 35"/>
                <a:gd name="T25" fmla="*/ 49 h 27"/>
                <a:gd name="T26" fmla="*/ 6 w 35"/>
                <a:gd name="T27" fmla="*/ 41 h 27"/>
                <a:gd name="T28" fmla="*/ 6 w 35"/>
                <a:gd name="T29" fmla="*/ 14 h 27"/>
                <a:gd name="T30" fmla="*/ 14 w 35"/>
                <a:gd name="T31" fmla="*/ 4 h 27"/>
                <a:gd name="T32" fmla="*/ 58 w 35"/>
                <a:gd name="T33" fmla="*/ 4 h 27"/>
                <a:gd name="T34" fmla="*/ 66 w 35"/>
                <a:gd name="T35" fmla="*/ 14 h 2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5" h="27">
                  <a:moveTo>
                    <a:pt x="0" y="5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0" y="25"/>
                    <a:pt x="2" y="27"/>
                    <a:pt x="4" y="27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3" y="27"/>
                    <a:pt x="34" y="25"/>
                    <a:pt x="34" y="22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5" y="2"/>
                    <a:pt x="33" y="0"/>
                    <a:pt x="31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5"/>
                  </a:cubicBezTo>
                  <a:close/>
                  <a:moveTo>
                    <a:pt x="33" y="7"/>
                  </a:moveTo>
                  <a:cubicBezTo>
                    <a:pt x="33" y="21"/>
                    <a:pt x="33" y="21"/>
                    <a:pt x="33" y="21"/>
                  </a:cubicBezTo>
                  <a:cubicBezTo>
                    <a:pt x="33" y="23"/>
                    <a:pt x="31" y="25"/>
                    <a:pt x="29" y="25"/>
                  </a:cubicBezTo>
                  <a:cubicBezTo>
                    <a:pt x="7" y="25"/>
                    <a:pt x="7" y="25"/>
                    <a:pt x="7" y="25"/>
                  </a:cubicBezTo>
                  <a:cubicBezTo>
                    <a:pt x="5" y="25"/>
                    <a:pt x="3" y="23"/>
                    <a:pt x="3" y="21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4"/>
                    <a:pt x="5" y="2"/>
                    <a:pt x="7" y="2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31" y="2"/>
                    <a:pt x="33" y="5"/>
                    <a:pt x="33" y="7"/>
                  </a:cubicBezTo>
                  <a:close/>
                </a:path>
              </a:pathLst>
            </a:custGeom>
            <a:solidFill>
              <a:srgbClr val="8781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93" name="Freeform 89"/>
            <p:cNvSpPr>
              <a:spLocks/>
            </p:cNvSpPr>
            <p:nvPr/>
          </p:nvSpPr>
          <p:spPr bwMode="auto">
            <a:xfrm>
              <a:off x="2721" y="673"/>
              <a:ext cx="64" cy="49"/>
            </a:xfrm>
            <a:custGeom>
              <a:avLst/>
              <a:gdLst>
                <a:gd name="T0" fmla="*/ 0 w 32"/>
                <a:gd name="T1" fmla="*/ 47 h 25"/>
                <a:gd name="T2" fmla="*/ 64 w 32"/>
                <a:gd name="T3" fmla="*/ 49 h 25"/>
                <a:gd name="T4" fmla="*/ 64 w 32"/>
                <a:gd name="T5" fmla="*/ 12 h 25"/>
                <a:gd name="T6" fmla="*/ 52 w 32"/>
                <a:gd name="T7" fmla="*/ 0 h 25"/>
                <a:gd name="T8" fmla="*/ 0 w 32"/>
                <a:gd name="T9" fmla="*/ 0 h 25"/>
                <a:gd name="T10" fmla="*/ 0 w 32"/>
                <a:gd name="T11" fmla="*/ 47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2" h="25">
                  <a:moveTo>
                    <a:pt x="0" y="24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2" y="3"/>
                    <a:pt x="29" y="0"/>
                    <a:pt x="26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24"/>
                  </a:lnTo>
                  <a:close/>
                </a:path>
              </a:pathLst>
            </a:custGeom>
            <a:solidFill>
              <a:srgbClr val="BD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94" name="Freeform 90"/>
            <p:cNvSpPr>
              <a:spLocks noEditPoints="1"/>
            </p:cNvSpPr>
            <p:nvPr/>
          </p:nvSpPr>
          <p:spPr bwMode="auto">
            <a:xfrm>
              <a:off x="2717" y="671"/>
              <a:ext cx="70" cy="51"/>
            </a:xfrm>
            <a:custGeom>
              <a:avLst/>
              <a:gdLst>
                <a:gd name="T0" fmla="*/ 2 w 35"/>
                <a:gd name="T1" fmla="*/ 8 h 26"/>
                <a:gd name="T2" fmla="*/ 0 w 35"/>
                <a:gd name="T3" fmla="*/ 43 h 26"/>
                <a:gd name="T4" fmla="*/ 8 w 35"/>
                <a:gd name="T5" fmla="*/ 51 h 26"/>
                <a:gd name="T6" fmla="*/ 62 w 35"/>
                <a:gd name="T7" fmla="*/ 51 h 26"/>
                <a:gd name="T8" fmla="*/ 70 w 35"/>
                <a:gd name="T9" fmla="*/ 43 h 26"/>
                <a:gd name="T10" fmla="*/ 70 w 35"/>
                <a:gd name="T11" fmla="*/ 10 h 26"/>
                <a:gd name="T12" fmla="*/ 62 w 35"/>
                <a:gd name="T13" fmla="*/ 0 h 26"/>
                <a:gd name="T14" fmla="*/ 8 w 35"/>
                <a:gd name="T15" fmla="*/ 0 h 26"/>
                <a:gd name="T16" fmla="*/ 2 w 35"/>
                <a:gd name="T17" fmla="*/ 8 h 26"/>
                <a:gd name="T18" fmla="*/ 66 w 35"/>
                <a:gd name="T19" fmla="*/ 14 h 26"/>
                <a:gd name="T20" fmla="*/ 66 w 35"/>
                <a:gd name="T21" fmla="*/ 39 h 26"/>
                <a:gd name="T22" fmla="*/ 58 w 35"/>
                <a:gd name="T23" fmla="*/ 49 h 26"/>
                <a:gd name="T24" fmla="*/ 14 w 35"/>
                <a:gd name="T25" fmla="*/ 49 h 26"/>
                <a:gd name="T26" fmla="*/ 6 w 35"/>
                <a:gd name="T27" fmla="*/ 39 h 26"/>
                <a:gd name="T28" fmla="*/ 6 w 35"/>
                <a:gd name="T29" fmla="*/ 12 h 26"/>
                <a:gd name="T30" fmla="*/ 14 w 35"/>
                <a:gd name="T31" fmla="*/ 4 h 26"/>
                <a:gd name="T32" fmla="*/ 58 w 35"/>
                <a:gd name="T33" fmla="*/ 4 h 26"/>
                <a:gd name="T34" fmla="*/ 66 w 35"/>
                <a:gd name="T35" fmla="*/ 14 h 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5" h="26">
                  <a:moveTo>
                    <a:pt x="1" y="4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0" y="24"/>
                    <a:pt x="2" y="26"/>
                    <a:pt x="4" y="26"/>
                  </a:cubicBezTo>
                  <a:cubicBezTo>
                    <a:pt x="31" y="26"/>
                    <a:pt x="31" y="26"/>
                    <a:pt x="31" y="26"/>
                  </a:cubicBezTo>
                  <a:cubicBezTo>
                    <a:pt x="33" y="26"/>
                    <a:pt x="35" y="24"/>
                    <a:pt x="35" y="22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5" y="2"/>
                    <a:pt x="33" y="0"/>
                    <a:pt x="31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1" y="2"/>
                    <a:pt x="1" y="4"/>
                  </a:cubicBezTo>
                  <a:close/>
                  <a:moveTo>
                    <a:pt x="33" y="7"/>
                  </a:moveTo>
                  <a:cubicBezTo>
                    <a:pt x="33" y="20"/>
                    <a:pt x="33" y="20"/>
                    <a:pt x="33" y="20"/>
                  </a:cubicBezTo>
                  <a:cubicBezTo>
                    <a:pt x="33" y="23"/>
                    <a:pt x="31" y="25"/>
                    <a:pt x="29" y="25"/>
                  </a:cubicBezTo>
                  <a:cubicBezTo>
                    <a:pt x="7" y="25"/>
                    <a:pt x="7" y="25"/>
                    <a:pt x="7" y="25"/>
                  </a:cubicBezTo>
                  <a:cubicBezTo>
                    <a:pt x="5" y="25"/>
                    <a:pt x="3" y="23"/>
                    <a:pt x="3" y="20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3" y="4"/>
                    <a:pt x="5" y="2"/>
                    <a:pt x="7" y="2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31" y="2"/>
                    <a:pt x="33" y="4"/>
                    <a:pt x="33" y="7"/>
                  </a:cubicBezTo>
                  <a:close/>
                </a:path>
              </a:pathLst>
            </a:custGeom>
            <a:solidFill>
              <a:srgbClr val="8781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95" name="Freeform 91"/>
            <p:cNvSpPr>
              <a:spLocks/>
            </p:cNvSpPr>
            <p:nvPr/>
          </p:nvSpPr>
          <p:spPr bwMode="auto">
            <a:xfrm>
              <a:off x="2263" y="669"/>
              <a:ext cx="442" cy="51"/>
            </a:xfrm>
            <a:custGeom>
              <a:avLst/>
              <a:gdLst>
                <a:gd name="T0" fmla="*/ 0 w 223"/>
                <a:gd name="T1" fmla="*/ 49 h 26"/>
                <a:gd name="T2" fmla="*/ 440 w 223"/>
                <a:gd name="T3" fmla="*/ 51 h 26"/>
                <a:gd name="T4" fmla="*/ 442 w 223"/>
                <a:gd name="T5" fmla="*/ 16 h 26"/>
                <a:gd name="T6" fmla="*/ 430 w 223"/>
                <a:gd name="T7" fmla="*/ 4 h 26"/>
                <a:gd name="T8" fmla="*/ 0 w 223"/>
                <a:gd name="T9" fmla="*/ 0 h 26"/>
                <a:gd name="T10" fmla="*/ 0 w 223"/>
                <a:gd name="T11" fmla="*/ 49 h 2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3" h="26">
                  <a:moveTo>
                    <a:pt x="0" y="25"/>
                  </a:moveTo>
                  <a:cubicBezTo>
                    <a:pt x="222" y="26"/>
                    <a:pt x="222" y="26"/>
                    <a:pt x="222" y="26"/>
                  </a:cubicBezTo>
                  <a:cubicBezTo>
                    <a:pt x="223" y="8"/>
                    <a:pt x="223" y="8"/>
                    <a:pt x="223" y="8"/>
                  </a:cubicBezTo>
                  <a:cubicBezTo>
                    <a:pt x="223" y="4"/>
                    <a:pt x="220" y="2"/>
                    <a:pt x="217" y="2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25"/>
                  </a:lnTo>
                  <a:close/>
                </a:path>
              </a:pathLst>
            </a:custGeom>
            <a:solidFill>
              <a:srgbClr val="BD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96" name="Freeform 92"/>
            <p:cNvSpPr>
              <a:spLocks noEditPoints="1"/>
            </p:cNvSpPr>
            <p:nvPr/>
          </p:nvSpPr>
          <p:spPr bwMode="auto">
            <a:xfrm>
              <a:off x="2259" y="667"/>
              <a:ext cx="446" cy="55"/>
            </a:xfrm>
            <a:custGeom>
              <a:avLst/>
              <a:gdLst>
                <a:gd name="T0" fmla="*/ 2 w 225"/>
                <a:gd name="T1" fmla="*/ 8 h 28"/>
                <a:gd name="T2" fmla="*/ 0 w 225"/>
                <a:gd name="T3" fmla="*/ 43 h 28"/>
                <a:gd name="T4" fmla="*/ 8 w 225"/>
                <a:gd name="T5" fmla="*/ 51 h 28"/>
                <a:gd name="T6" fmla="*/ 440 w 225"/>
                <a:gd name="T7" fmla="*/ 55 h 28"/>
                <a:gd name="T8" fmla="*/ 446 w 225"/>
                <a:gd name="T9" fmla="*/ 47 h 28"/>
                <a:gd name="T10" fmla="*/ 446 w 225"/>
                <a:gd name="T11" fmla="*/ 12 h 28"/>
                <a:gd name="T12" fmla="*/ 440 w 225"/>
                <a:gd name="T13" fmla="*/ 4 h 28"/>
                <a:gd name="T14" fmla="*/ 8 w 225"/>
                <a:gd name="T15" fmla="*/ 0 h 28"/>
                <a:gd name="T16" fmla="*/ 2 w 225"/>
                <a:gd name="T17" fmla="*/ 8 h 28"/>
                <a:gd name="T18" fmla="*/ 444 w 225"/>
                <a:gd name="T19" fmla="*/ 16 h 28"/>
                <a:gd name="T20" fmla="*/ 442 w 225"/>
                <a:gd name="T21" fmla="*/ 43 h 28"/>
                <a:gd name="T22" fmla="*/ 436 w 225"/>
                <a:gd name="T23" fmla="*/ 53 h 28"/>
                <a:gd name="T24" fmla="*/ 14 w 225"/>
                <a:gd name="T25" fmla="*/ 49 h 28"/>
                <a:gd name="T26" fmla="*/ 6 w 225"/>
                <a:gd name="T27" fmla="*/ 39 h 28"/>
                <a:gd name="T28" fmla="*/ 6 w 225"/>
                <a:gd name="T29" fmla="*/ 14 h 28"/>
                <a:gd name="T30" fmla="*/ 14 w 225"/>
                <a:gd name="T31" fmla="*/ 4 h 28"/>
                <a:gd name="T32" fmla="*/ 436 w 225"/>
                <a:gd name="T33" fmla="*/ 8 h 28"/>
                <a:gd name="T34" fmla="*/ 444 w 225"/>
                <a:gd name="T35" fmla="*/ 16 h 28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25" h="28">
                  <a:moveTo>
                    <a:pt x="1" y="4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0" y="24"/>
                    <a:pt x="2" y="26"/>
                    <a:pt x="4" y="26"/>
                  </a:cubicBezTo>
                  <a:cubicBezTo>
                    <a:pt x="222" y="28"/>
                    <a:pt x="222" y="28"/>
                    <a:pt x="222" y="28"/>
                  </a:cubicBezTo>
                  <a:cubicBezTo>
                    <a:pt x="224" y="28"/>
                    <a:pt x="225" y="26"/>
                    <a:pt x="225" y="24"/>
                  </a:cubicBezTo>
                  <a:cubicBezTo>
                    <a:pt x="225" y="6"/>
                    <a:pt x="225" y="6"/>
                    <a:pt x="225" y="6"/>
                  </a:cubicBezTo>
                  <a:cubicBezTo>
                    <a:pt x="225" y="4"/>
                    <a:pt x="224" y="2"/>
                    <a:pt x="222" y="2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1" y="2"/>
                    <a:pt x="1" y="4"/>
                  </a:cubicBezTo>
                  <a:close/>
                  <a:moveTo>
                    <a:pt x="224" y="8"/>
                  </a:moveTo>
                  <a:cubicBezTo>
                    <a:pt x="223" y="22"/>
                    <a:pt x="223" y="22"/>
                    <a:pt x="223" y="22"/>
                  </a:cubicBezTo>
                  <a:cubicBezTo>
                    <a:pt x="223" y="25"/>
                    <a:pt x="222" y="27"/>
                    <a:pt x="220" y="27"/>
                  </a:cubicBezTo>
                  <a:cubicBezTo>
                    <a:pt x="7" y="25"/>
                    <a:pt x="7" y="25"/>
                    <a:pt x="7" y="25"/>
                  </a:cubicBezTo>
                  <a:cubicBezTo>
                    <a:pt x="5" y="25"/>
                    <a:pt x="3" y="23"/>
                    <a:pt x="3" y="20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4"/>
                    <a:pt x="5" y="2"/>
                    <a:pt x="7" y="2"/>
                  </a:cubicBezTo>
                  <a:cubicBezTo>
                    <a:pt x="220" y="4"/>
                    <a:pt x="220" y="4"/>
                    <a:pt x="220" y="4"/>
                  </a:cubicBezTo>
                  <a:cubicBezTo>
                    <a:pt x="222" y="4"/>
                    <a:pt x="224" y="6"/>
                    <a:pt x="224" y="8"/>
                  </a:cubicBezTo>
                  <a:close/>
                </a:path>
              </a:pathLst>
            </a:custGeom>
            <a:solidFill>
              <a:srgbClr val="8781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97" name="Freeform 93"/>
            <p:cNvSpPr>
              <a:spLocks/>
            </p:cNvSpPr>
            <p:nvPr/>
          </p:nvSpPr>
          <p:spPr bwMode="auto">
            <a:xfrm>
              <a:off x="2180" y="669"/>
              <a:ext cx="63" cy="49"/>
            </a:xfrm>
            <a:custGeom>
              <a:avLst/>
              <a:gdLst>
                <a:gd name="T0" fmla="*/ 0 w 32"/>
                <a:gd name="T1" fmla="*/ 47 h 25"/>
                <a:gd name="T2" fmla="*/ 63 w 32"/>
                <a:gd name="T3" fmla="*/ 49 h 25"/>
                <a:gd name="T4" fmla="*/ 63 w 32"/>
                <a:gd name="T5" fmla="*/ 12 h 25"/>
                <a:gd name="T6" fmla="*/ 53 w 32"/>
                <a:gd name="T7" fmla="*/ 0 h 25"/>
                <a:gd name="T8" fmla="*/ 0 w 32"/>
                <a:gd name="T9" fmla="*/ 0 h 25"/>
                <a:gd name="T10" fmla="*/ 0 w 32"/>
                <a:gd name="T11" fmla="*/ 47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2" h="25">
                  <a:moveTo>
                    <a:pt x="0" y="24"/>
                  </a:moveTo>
                  <a:cubicBezTo>
                    <a:pt x="32" y="25"/>
                    <a:pt x="32" y="25"/>
                    <a:pt x="32" y="25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2" y="2"/>
                    <a:pt x="30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24"/>
                  </a:lnTo>
                  <a:close/>
                </a:path>
              </a:pathLst>
            </a:custGeom>
            <a:solidFill>
              <a:srgbClr val="BD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98" name="Freeform 94"/>
            <p:cNvSpPr>
              <a:spLocks noEditPoints="1"/>
            </p:cNvSpPr>
            <p:nvPr/>
          </p:nvSpPr>
          <p:spPr bwMode="auto">
            <a:xfrm>
              <a:off x="2178" y="667"/>
              <a:ext cx="67" cy="51"/>
            </a:xfrm>
            <a:custGeom>
              <a:avLst/>
              <a:gdLst>
                <a:gd name="T0" fmla="*/ 0 w 34"/>
                <a:gd name="T1" fmla="*/ 8 h 26"/>
                <a:gd name="T2" fmla="*/ 0 w 34"/>
                <a:gd name="T3" fmla="*/ 41 h 26"/>
                <a:gd name="T4" fmla="*/ 8 w 34"/>
                <a:gd name="T5" fmla="*/ 51 h 26"/>
                <a:gd name="T6" fmla="*/ 59 w 34"/>
                <a:gd name="T7" fmla="*/ 51 h 26"/>
                <a:gd name="T8" fmla="*/ 67 w 34"/>
                <a:gd name="T9" fmla="*/ 43 h 26"/>
                <a:gd name="T10" fmla="*/ 67 w 34"/>
                <a:gd name="T11" fmla="*/ 8 h 26"/>
                <a:gd name="T12" fmla="*/ 61 w 34"/>
                <a:gd name="T13" fmla="*/ 0 h 26"/>
                <a:gd name="T14" fmla="*/ 8 w 34"/>
                <a:gd name="T15" fmla="*/ 0 h 26"/>
                <a:gd name="T16" fmla="*/ 0 w 34"/>
                <a:gd name="T17" fmla="*/ 8 h 26"/>
                <a:gd name="T18" fmla="*/ 63 w 34"/>
                <a:gd name="T19" fmla="*/ 12 h 26"/>
                <a:gd name="T20" fmla="*/ 63 w 34"/>
                <a:gd name="T21" fmla="*/ 39 h 26"/>
                <a:gd name="T22" fmla="*/ 57 w 34"/>
                <a:gd name="T23" fmla="*/ 49 h 26"/>
                <a:gd name="T24" fmla="*/ 12 w 34"/>
                <a:gd name="T25" fmla="*/ 49 h 26"/>
                <a:gd name="T26" fmla="*/ 6 w 34"/>
                <a:gd name="T27" fmla="*/ 39 h 26"/>
                <a:gd name="T28" fmla="*/ 6 w 34"/>
                <a:gd name="T29" fmla="*/ 12 h 26"/>
                <a:gd name="T30" fmla="*/ 14 w 34"/>
                <a:gd name="T31" fmla="*/ 4 h 26"/>
                <a:gd name="T32" fmla="*/ 57 w 34"/>
                <a:gd name="T33" fmla="*/ 4 h 26"/>
                <a:gd name="T34" fmla="*/ 63 w 34"/>
                <a:gd name="T35" fmla="*/ 12 h 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4" h="26">
                  <a:moveTo>
                    <a:pt x="0" y="4"/>
                  </a:moveTo>
                  <a:cubicBezTo>
                    <a:pt x="0" y="21"/>
                    <a:pt x="0" y="21"/>
                    <a:pt x="0" y="21"/>
                  </a:cubicBezTo>
                  <a:cubicBezTo>
                    <a:pt x="0" y="24"/>
                    <a:pt x="1" y="26"/>
                    <a:pt x="4" y="26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3" y="26"/>
                    <a:pt x="34" y="24"/>
                    <a:pt x="34" y="22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4" y="2"/>
                    <a:pt x="33" y="0"/>
                    <a:pt x="31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lose/>
                  <a:moveTo>
                    <a:pt x="32" y="6"/>
                  </a:moveTo>
                  <a:cubicBezTo>
                    <a:pt x="32" y="20"/>
                    <a:pt x="32" y="20"/>
                    <a:pt x="32" y="20"/>
                  </a:cubicBezTo>
                  <a:cubicBezTo>
                    <a:pt x="32" y="23"/>
                    <a:pt x="31" y="25"/>
                    <a:pt x="29" y="25"/>
                  </a:cubicBezTo>
                  <a:cubicBezTo>
                    <a:pt x="6" y="25"/>
                    <a:pt x="6" y="25"/>
                    <a:pt x="6" y="25"/>
                  </a:cubicBezTo>
                  <a:cubicBezTo>
                    <a:pt x="4" y="25"/>
                    <a:pt x="3" y="23"/>
                    <a:pt x="3" y="20"/>
                  </a:cubicBezTo>
                  <a:cubicBezTo>
                    <a:pt x="3" y="6"/>
                    <a:pt x="3" y="6"/>
                    <a:pt x="3" y="6"/>
                  </a:cubicBezTo>
                  <a:cubicBezTo>
                    <a:pt x="3" y="4"/>
                    <a:pt x="4" y="2"/>
                    <a:pt x="7" y="2"/>
                  </a:cubicBezTo>
                  <a:cubicBezTo>
                    <a:pt x="29" y="2"/>
                    <a:pt x="29" y="2"/>
                    <a:pt x="29" y="2"/>
                  </a:cubicBezTo>
                  <a:cubicBezTo>
                    <a:pt x="31" y="2"/>
                    <a:pt x="32" y="4"/>
                    <a:pt x="32" y="6"/>
                  </a:cubicBezTo>
                  <a:close/>
                </a:path>
              </a:pathLst>
            </a:custGeom>
            <a:solidFill>
              <a:srgbClr val="8781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99" name="Freeform 95"/>
            <p:cNvSpPr>
              <a:spLocks/>
            </p:cNvSpPr>
            <p:nvPr/>
          </p:nvSpPr>
          <p:spPr bwMode="auto">
            <a:xfrm>
              <a:off x="2097" y="667"/>
              <a:ext cx="65" cy="49"/>
            </a:xfrm>
            <a:custGeom>
              <a:avLst/>
              <a:gdLst>
                <a:gd name="T0" fmla="*/ 0 w 33"/>
                <a:gd name="T1" fmla="*/ 49 h 25"/>
                <a:gd name="T2" fmla="*/ 65 w 33"/>
                <a:gd name="T3" fmla="*/ 49 h 25"/>
                <a:gd name="T4" fmla="*/ 65 w 33"/>
                <a:gd name="T5" fmla="*/ 12 h 25"/>
                <a:gd name="T6" fmla="*/ 53 w 33"/>
                <a:gd name="T7" fmla="*/ 0 h 25"/>
                <a:gd name="T8" fmla="*/ 2 w 33"/>
                <a:gd name="T9" fmla="*/ 0 h 25"/>
                <a:gd name="T10" fmla="*/ 0 w 33"/>
                <a:gd name="T11" fmla="*/ 49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3" h="25">
                  <a:moveTo>
                    <a:pt x="0" y="25"/>
                  </a:moveTo>
                  <a:cubicBezTo>
                    <a:pt x="33" y="25"/>
                    <a:pt x="33" y="25"/>
                    <a:pt x="33" y="25"/>
                  </a:cubicBezTo>
                  <a:cubicBezTo>
                    <a:pt x="33" y="6"/>
                    <a:pt x="33" y="6"/>
                    <a:pt x="33" y="6"/>
                  </a:cubicBezTo>
                  <a:cubicBezTo>
                    <a:pt x="33" y="3"/>
                    <a:pt x="30" y="1"/>
                    <a:pt x="27" y="0"/>
                  </a:cubicBezTo>
                  <a:cubicBezTo>
                    <a:pt x="1" y="0"/>
                    <a:pt x="1" y="0"/>
                    <a:pt x="1" y="0"/>
                  </a:cubicBezTo>
                  <a:lnTo>
                    <a:pt x="0" y="25"/>
                  </a:lnTo>
                  <a:close/>
                </a:path>
              </a:pathLst>
            </a:custGeom>
            <a:solidFill>
              <a:srgbClr val="BD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100" name="Freeform 96"/>
            <p:cNvSpPr>
              <a:spLocks noEditPoints="1"/>
            </p:cNvSpPr>
            <p:nvPr/>
          </p:nvSpPr>
          <p:spPr bwMode="auto">
            <a:xfrm>
              <a:off x="2095" y="665"/>
              <a:ext cx="69" cy="53"/>
            </a:xfrm>
            <a:custGeom>
              <a:avLst/>
              <a:gdLst>
                <a:gd name="T0" fmla="*/ 0 w 35"/>
                <a:gd name="T1" fmla="*/ 10 h 27"/>
                <a:gd name="T2" fmla="*/ 0 w 35"/>
                <a:gd name="T3" fmla="*/ 43 h 27"/>
                <a:gd name="T4" fmla="*/ 8 w 35"/>
                <a:gd name="T5" fmla="*/ 53 h 27"/>
                <a:gd name="T6" fmla="*/ 61 w 35"/>
                <a:gd name="T7" fmla="*/ 53 h 27"/>
                <a:gd name="T8" fmla="*/ 69 w 35"/>
                <a:gd name="T9" fmla="*/ 43 h 27"/>
                <a:gd name="T10" fmla="*/ 69 w 35"/>
                <a:gd name="T11" fmla="*/ 10 h 27"/>
                <a:gd name="T12" fmla="*/ 61 w 35"/>
                <a:gd name="T13" fmla="*/ 0 h 27"/>
                <a:gd name="T14" fmla="*/ 8 w 35"/>
                <a:gd name="T15" fmla="*/ 0 h 27"/>
                <a:gd name="T16" fmla="*/ 0 w 35"/>
                <a:gd name="T17" fmla="*/ 10 h 27"/>
                <a:gd name="T18" fmla="*/ 65 w 35"/>
                <a:gd name="T19" fmla="*/ 14 h 27"/>
                <a:gd name="T20" fmla="*/ 65 w 35"/>
                <a:gd name="T21" fmla="*/ 41 h 27"/>
                <a:gd name="T22" fmla="*/ 57 w 35"/>
                <a:gd name="T23" fmla="*/ 49 h 27"/>
                <a:gd name="T24" fmla="*/ 14 w 35"/>
                <a:gd name="T25" fmla="*/ 49 h 27"/>
                <a:gd name="T26" fmla="*/ 6 w 35"/>
                <a:gd name="T27" fmla="*/ 41 h 27"/>
                <a:gd name="T28" fmla="*/ 6 w 35"/>
                <a:gd name="T29" fmla="*/ 14 h 27"/>
                <a:gd name="T30" fmla="*/ 14 w 35"/>
                <a:gd name="T31" fmla="*/ 4 h 27"/>
                <a:gd name="T32" fmla="*/ 57 w 35"/>
                <a:gd name="T33" fmla="*/ 6 h 27"/>
                <a:gd name="T34" fmla="*/ 65 w 35"/>
                <a:gd name="T35" fmla="*/ 14 h 2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5" h="27">
                  <a:moveTo>
                    <a:pt x="0" y="5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0" y="25"/>
                    <a:pt x="2" y="27"/>
                    <a:pt x="4" y="27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3" y="27"/>
                    <a:pt x="35" y="25"/>
                    <a:pt x="35" y="22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5" y="2"/>
                    <a:pt x="33" y="0"/>
                    <a:pt x="31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5"/>
                  </a:cubicBezTo>
                  <a:close/>
                  <a:moveTo>
                    <a:pt x="33" y="7"/>
                  </a:moveTo>
                  <a:cubicBezTo>
                    <a:pt x="33" y="21"/>
                    <a:pt x="33" y="21"/>
                    <a:pt x="33" y="21"/>
                  </a:cubicBezTo>
                  <a:cubicBezTo>
                    <a:pt x="33" y="23"/>
                    <a:pt x="31" y="25"/>
                    <a:pt x="29" y="25"/>
                  </a:cubicBezTo>
                  <a:cubicBezTo>
                    <a:pt x="7" y="25"/>
                    <a:pt x="7" y="25"/>
                    <a:pt x="7" y="25"/>
                  </a:cubicBezTo>
                  <a:cubicBezTo>
                    <a:pt x="5" y="25"/>
                    <a:pt x="3" y="23"/>
                    <a:pt x="3" y="21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4"/>
                    <a:pt x="5" y="2"/>
                    <a:pt x="7" y="2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31" y="3"/>
                    <a:pt x="33" y="5"/>
                    <a:pt x="33" y="7"/>
                  </a:cubicBezTo>
                  <a:close/>
                </a:path>
              </a:pathLst>
            </a:custGeom>
            <a:solidFill>
              <a:srgbClr val="8781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101" name="Freeform 97"/>
            <p:cNvSpPr>
              <a:spLocks/>
            </p:cNvSpPr>
            <p:nvPr/>
          </p:nvSpPr>
          <p:spPr bwMode="auto">
            <a:xfrm>
              <a:off x="2001" y="667"/>
              <a:ext cx="82" cy="49"/>
            </a:xfrm>
            <a:custGeom>
              <a:avLst/>
              <a:gdLst>
                <a:gd name="T0" fmla="*/ 0 w 41"/>
                <a:gd name="T1" fmla="*/ 49 h 25"/>
                <a:gd name="T2" fmla="*/ 82 w 41"/>
                <a:gd name="T3" fmla="*/ 49 h 25"/>
                <a:gd name="T4" fmla="*/ 82 w 41"/>
                <a:gd name="T5" fmla="*/ 12 h 25"/>
                <a:gd name="T6" fmla="*/ 70 w 41"/>
                <a:gd name="T7" fmla="*/ 0 h 25"/>
                <a:gd name="T8" fmla="*/ 0 w 41"/>
                <a:gd name="T9" fmla="*/ 0 h 25"/>
                <a:gd name="T10" fmla="*/ 0 w 41"/>
                <a:gd name="T11" fmla="*/ 49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1" h="25">
                  <a:moveTo>
                    <a:pt x="0" y="25"/>
                  </a:moveTo>
                  <a:cubicBezTo>
                    <a:pt x="41" y="25"/>
                    <a:pt x="41" y="25"/>
                    <a:pt x="41" y="25"/>
                  </a:cubicBezTo>
                  <a:cubicBezTo>
                    <a:pt x="41" y="6"/>
                    <a:pt x="41" y="6"/>
                    <a:pt x="41" y="6"/>
                  </a:cubicBezTo>
                  <a:cubicBezTo>
                    <a:pt x="41" y="3"/>
                    <a:pt x="38" y="0"/>
                    <a:pt x="35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25"/>
                  </a:lnTo>
                  <a:close/>
                </a:path>
              </a:pathLst>
            </a:custGeom>
            <a:solidFill>
              <a:srgbClr val="BD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102" name="Freeform 98"/>
            <p:cNvSpPr>
              <a:spLocks noEditPoints="1"/>
            </p:cNvSpPr>
            <p:nvPr/>
          </p:nvSpPr>
          <p:spPr bwMode="auto">
            <a:xfrm>
              <a:off x="1998" y="665"/>
              <a:ext cx="87" cy="53"/>
            </a:xfrm>
            <a:custGeom>
              <a:avLst/>
              <a:gdLst>
                <a:gd name="T0" fmla="*/ 2 w 44"/>
                <a:gd name="T1" fmla="*/ 8 h 27"/>
                <a:gd name="T2" fmla="*/ 2 w 44"/>
                <a:gd name="T3" fmla="*/ 43 h 27"/>
                <a:gd name="T4" fmla="*/ 8 w 44"/>
                <a:gd name="T5" fmla="*/ 51 h 27"/>
                <a:gd name="T6" fmla="*/ 79 w 44"/>
                <a:gd name="T7" fmla="*/ 53 h 27"/>
                <a:gd name="T8" fmla="*/ 87 w 44"/>
                <a:gd name="T9" fmla="*/ 43 h 27"/>
                <a:gd name="T10" fmla="*/ 87 w 44"/>
                <a:gd name="T11" fmla="*/ 10 h 27"/>
                <a:gd name="T12" fmla="*/ 79 w 44"/>
                <a:gd name="T13" fmla="*/ 0 h 27"/>
                <a:gd name="T14" fmla="*/ 8 w 44"/>
                <a:gd name="T15" fmla="*/ 0 h 27"/>
                <a:gd name="T16" fmla="*/ 2 w 44"/>
                <a:gd name="T17" fmla="*/ 8 h 27"/>
                <a:gd name="T18" fmla="*/ 83 w 44"/>
                <a:gd name="T19" fmla="*/ 14 h 27"/>
                <a:gd name="T20" fmla="*/ 83 w 44"/>
                <a:gd name="T21" fmla="*/ 41 h 27"/>
                <a:gd name="T22" fmla="*/ 75 w 44"/>
                <a:gd name="T23" fmla="*/ 49 h 27"/>
                <a:gd name="T24" fmla="*/ 14 w 44"/>
                <a:gd name="T25" fmla="*/ 49 h 27"/>
                <a:gd name="T26" fmla="*/ 6 w 44"/>
                <a:gd name="T27" fmla="*/ 39 h 27"/>
                <a:gd name="T28" fmla="*/ 6 w 44"/>
                <a:gd name="T29" fmla="*/ 14 h 27"/>
                <a:gd name="T30" fmla="*/ 14 w 44"/>
                <a:gd name="T31" fmla="*/ 4 h 27"/>
                <a:gd name="T32" fmla="*/ 75 w 44"/>
                <a:gd name="T33" fmla="*/ 4 h 27"/>
                <a:gd name="T34" fmla="*/ 83 w 44"/>
                <a:gd name="T35" fmla="*/ 14 h 2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44" h="27">
                  <a:moveTo>
                    <a:pt x="1" y="4"/>
                  </a:moveTo>
                  <a:cubicBezTo>
                    <a:pt x="1" y="22"/>
                    <a:pt x="1" y="22"/>
                    <a:pt x="1" y="22"/>
                  </a:cubicBezTo>
                  <a:cubicBezTo>
                    <a:pt x="0" y="24"/>
                    <a:pt x="2" y="26"/>
                    <a:pt x="4" y="26"/>
                  </a:cubicBezTo>
                  <a:cubicBezTo>
                    <a:pt x="40" y="27"/>
                    <a:pt x="40" y="27"/>
                    <a:pt x="40" y="27"/>
                  </a:cubicBezTo>
                  <a:cubicBezTo>
                    <a:pt x="42" y="27"/>
                    <a:pt x="44" y="25"/>
                    <a:pt x="44" y="22"/>
                  </a:cubicBezTo>
                  <a:cubicBezTo>
                    <a:pt x="44" y="5"/>
                    <a:pt x="44" y="5"/>
                    <a:pt x="44" y="5"/>
                  </a:cubicBezTo>
                  <a:cubicBezTo>
                    <a:pt x="44" y="2"/>
                    <a:pt x="42" y="0"/>
                    <a:pt x="4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1" y="2"/>
                    <a:pt x="1" y="4"/>
                  </a:cubicBezTo>
                  <a:close/>
                  <a:moveTo>
                    <a:pt x="42" y="7"/>
                  </a:moveTo>
                  <a:cubicBezTo>
                    <a:pt x="42" y="21"/>
                    <a:pt x="42" y="21"/>
                    <a:pt x="42" y="21"/>
                  </a:cubicBezTo>
                  <a:cubicBezTo>
                    <a:pt x="42" y="23"/>
                    <a:pt x="40" y="25"/>
                    <a:pt x="38" y="25"/>
                  </a:cubicBezTo>
                  <a:cubicBezTo>
                    <a:pt x="7" y="25"/>
                    <a:pt x="7" y="25"/>
                    <a:pt x="7" y="25"/>
                  </a:cubicBezTo>
                  <a:cubicBezTo>
                    <a:pt x="5" y="25"/>
                    <a:pt x="3" y="23"/>
                    <a:pt x="3" y="20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4"/>
                    <a:pt x="5" y="2"/>
                    <a:pt x="7" y="2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40" y="2"/>
                    <a:pt x="42" y="4"/>
                    <a:pt x="42" y="7"/>
                  </a:cubicBezTo>
                  <a:close/>
                </a:path>
              </a:pathLst>
            </a:custGeom>
            <a:solidFill>
              <a:srgbClr val="8781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103" name="Freeform 99"/>
            <p:cNvSpPr>
              <a:spLocks/>
            </p:cNvSpPr>
            <p:nvPr/>
          </p:nvSpPr>
          <p:spPr bwMode="auto">
            <a:xfrm>
              <a:off x="2001" y="468"/>
              <a:ext cx="60" cy="38"/>
            </a:xfrm>
            <a:custGeom>
              <a:avLst/>
              <a:gdLst>
                <a:gd name="T0" fmla="*/ 60 w 30"/>
                <a:gd name="T1" fmla="*/ 38 h 19"/>
                <a:gd name="T2" fmla="*/ 0 w 30"/>
                <a:gd name="T3" fmla="*/ 38 h 19"/>
                <a:gd name="T4" fmla="*/ 0 w 30"/>
                <a:gd name="T5" fmla="*/ 12 h 19"/>
                <a:gd name="T6" fmla="*/ 12 w 30"/>
                <a:gd name="T7" fmla="*/ 0 h 19"/>
                <a:gd name="T8" fmla="*/ 60 w 30"/>
                <a:gd name="T9" fmla="*/ 0 h 19"/>
                <a:gd name="T10" fmla="*/ 60 w 30"/>
                <a:gd name="T11" fmla="*/ 38 h 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0" h="19">
                  <a:moveTo>
                    <a:pt x="30" y="19"/>
                  </a:moveTo>
                  <a:cubicBezTo>
                    <a:pt x="0" y="19"/>
                    <a:pt x="0" y="19"/>
                    <a:pt x="0" y="19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30" y="0"/>
                    <a:pt x="30" y="0"/>
                    <a:pt x="30" y="0"/>
                  </a:cubicBezTo>
                  <a:lnTo>
                    <a:pt x="30" y="19"/>
                  </a:lnTo>
                  <a:close/>
                </a:path>
              </a:pathLst>
            </a:custGeom>
            <a:solidFill>
              <a:srgbClr val="BD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104" name="Freeform 100"/>
            <p:cNvSpPr>
              <a:spLocks noEditPoints="1"/>
            </p:cNvSpPr>
            <p:nvPr/>
          </p:nvSpPr>
          <p:spPr bwMode="auto">
            <a:xfrm>
              <a:off x="1999" y="467"/>
              <a:ext cx="64" cy="41"/>
            </a:xfrm>
            <a:custGeom>
              <a:avLst/>
              <a:gdLst>
                <a:gd name="T0" fmla="*/ 58 w 32"/>
                <a:gd name="T1" fmla="*/ 0 h 21"/>
                <a:gd name="T2" fmla="*/ 8 w 32"/>
                <a:gd name="T3" fmla="*/ 0 h 21"/>
                <a:gd name="T4" fmla="*/ 0 w 32"/>
                <a:gd name="T5" fmla="*/ 8 h 21"/>
                <a:gd name="T6" fmla="*/ 0 w 32"/>
                <a:gd name="T7" fmla="*/ 33 h 21"/>
                <a:gd name="T8" fmla="*/ 8 w 32"/>
                <a:gd name="T9" fmla="*/ 39 h 21"/>
                <a:gd name="T10" fmla="*/ 56 w 32"/>
                <a:gd name="T11" fmla="*/ 41 h 21"/>
                <a:gd name="T12" fmla="*/ 64 w 32"/>
                <a:gd name="T13" fmla="*/ 33 h 21"/>
                <a:gd name="T14" fmla="*/ 64 w 32"/>
                <a:gd name="T15" fmla="*/ 8 h 21"/>
                <a:gd name="T16" fmla="*/ 58 w 32"/>
                <a:gd name="T17" fmla="*/ 0 h 21"/>
                <a:gd name="T18" fmla="*/ 12 w 32"/>
                <a:gd name="T19" fmla="*/ 4 h 21"/>
                <a:gd name="T20" fmla="*/ 52 w 32"/>
                <a:gd name="T21" fmla="*/ 4 h 21"/>
                <a:gd name="T22" fmla="*/ 58 w 32"/>
                <a:gd name="T23" fmla="*/ 10 h 21"/>
                <a:gd name="T24" fmla="*/ 58 w 32"/>
                <a:gd name="T25" fmla="*/ 31 h 21"/>
                <a:gd name="T26" fmla="*/ 52 w 32"/>
                <a:gd name="T27" fmla="*/ 37 h 21"/>
                <a:gd name="T28" fmla="*/ 12 w 32"/>
                <a:gd name="T29" fmla="*/ 37 h 21"/>
                <a:gd name="T30" fmla="*/ 4 w 32"/>
                <a:gd name="T31" fmla="*/ 31 h 21"/>
                <a:gd name="T32" fmla="*/ 4 w 32"/>
                <a:gd name="T33" fmla="*/ 10 h 21"/>
                <a:gd name="T34" fmla="*/ 12 w 32"/>
                <a:gd name="T35" fmla="*/ 4 h 2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2" h="21">
                  <a:moveTo>
                    <a:pt x="29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1" y="2"/>
                    <a:pt x="0" y="4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9"/>
                    <a:pt x="2" y="20"/>
                    <a:pt x="4" y="20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30" y="21"/>
                    <a:pt x="32" y="19"/>
                    <a:pt x="32" y="17"/>
                  </a:cubicBezTo>
                  <a:cubicBezTo>
                    <a:pt x="32" y="4"/>
                    <a:pt x="32" y="4"/>
                    <a:pt x="32" y="4"/>
                  </a:cubicBezTo>
                  <a:cubicBezTo>
                    <a:pt x="32" y="2"/>
                    <a:pt x="31" y="0"/>
                    <a:pt x="29" y="0"/>
                  </a:cubicBezTo>
                  <a:close/>
                  <a:moveTo>
                    <a:pt x="6" y="2"/>
                  </a:moveTo>
                  <a:cubicBezTo>
                    <a:pt x="26" y="2"/>
                    <a:pt x="26" y="2"/>
                    <a:pt x="26" y="2"/>
                  </a:cubicBezTo>
                  <a:cubicBezTo>
                    <a:pt x="28" y="2"/>
                    <a:pt x="29" y="4"/>
                    <a:pt x="29" y="5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8"/>
                    <a:pt x="28" y="20"/>
                    <a:pt x="26" y="19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4" y="19"/>
                    <a:pt x="2" y="18"/>
                    <a:pt x="2" y="16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3"/>
                    <a:pt x="4" y="2"/>
                    <a:pt x="6" y="2"/>
                  </a:cubicBezTo>
                  <a:close/>
                </a:path>
              </a:pathLst>
            </a:custGeom>
            <a:solidFill>
              <a:srgbClr val="8781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105" name="Freeform 101"/>
            <p:cNvSpPr>
              <a:spLocks/>
            </p:cNvSpPr>
            <p:nvPr/>
          </p:nvSpPr>
          <p:spPr bwMode="auto">
            <a:xfrm>
              <a:off x="2085" y="468"/>
              <a:ext cx="49" cy="38"/>
            </a:xfrm>
            <a:custGeom>
              <a:avLst/>
              <a:gdLst>
                <a:gd name="T0" fmla="*/ 47 w 25"/>
                <a:gd name="T1" fmla="*/ 38 h 19"/>
                <a:gd name="T2" fmla="*/ 0 w 25"/>
                <a:gd name="T3" fmla="*/ 38 h 19"/>
                <a:gd name="T4" fmla="*/ 0 w 25"/>
                <a:gd name="T5" fmla="*/ 12 h 19"/>
                <a:gd name="T6" fmla="*/ 12 w 25"/>
                <a:gd name="T7" fmla="*/ 0 h 19"/>
                <a:gd name="T8" fmla="*/ 49 w 25"/>
                <a:gd name="T9" fmla="*/ 2 h 19"/>
                <a:gd name="T10" fmla="*/ 47 w 25"/>
                <a:gd name="T11" fmla="*/ 38 h 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19">
                  <a:moveTo>
                    <a:pt x="24" y="19"/>
                  </a:moveTo>
                  <a:cubicBezTo>
                    <a:pt x="0" y="19"/>
                    <a:pt x="0" y="19"/>
                    <a:pt x="0" y="19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25" y="1"/>
                    <a:pt x="25" y="1"/>
                    <a:pt x="25" y="1"/>
                  </a:cubicBezTo>
                  <a:lnTo>
                    <a:pt x="24" y="19"/>
                  </a:lnTo>
                  <a:close/>
                </a:path>
              </a:pathLst>
            </a:custGeom>
            <a:solidFill>
              <a:srgbClr val="BD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106" name="Freeform 102"/>
            <p:cNvSpPr>
              <a:spLocks noEditPoints="1"/>
            </p:cNvSpPr>
            <p:nvPr/>
          </p:nvSpPr>
          <p:spPr bwMode="auto">
            <a:xfrm>
              <a:off x="2083" y="467"/>
              <a:ext cx="53" cy="41"/>
            </a:xfrm>
            <a:custGeom>
              <a:avLst/>
              <a:gdLst>
                <a:gd name="T0" fmla="*/ 47 w 27"/>
                <a:gd name="T1" fmla="*/ 2 h 21"/>
                <a:gd name="T2" fmla="*/ 6 w 27"/>
                <a:gd name="T3" fmla="*/ 0 h 21"/>
                <a:gd name="T4" fmla="*/ 0 w 27"/>
                <a:gd name="T5" fmla="*/ 8 h 21"/>
                <a:gd name="T6" fmla="*/ 0 w 27"/>
                <a:gd name="T7" fmla="*/ 33 h 21"/>
                <a:gd name="T8" fmla="*/ 6 w 27"/>
                <a:gd name="T9" fmla="*/ 41 h 21"/>
                <a:gd name="T10" fmla="*/ 47 w 27"/>
                <a:gd name="T11" fmla="*/ 41 h 21"/>
                <a:gd name="T12" fmla="*/ 53 w 27"/>
                <a:gd name="T13" fmla="*/ 33 h 21"/>
                <a:gd name="T14" fmla="*/ 53 w 27"/>
                <a:gd name="T15" fmla="*/ 8 h 21"/>
                <a:gd name="T16" fmla="*/ 47 w 27"/>
                <a:gd name="T17" fmla="*/ 2 h 21"/>
                <a:gd name="T18" fmla="*/ 10 w 27"/>
                <a:gd name="T19" fmla="*/ 4 h 21"/>
                <a:gd name="T20" fmla="*/ 43 w 27"/>
                <a:gd name="T21" fmla="*/ 4 h 21"/>
                <a:gd name="T22" fmla="*/ 47 w 27"/>
                <a:gd name="T23" fmla="*/ 12 h 21"/>
                <a:gd name="T24" fmla="*/ 47 w 27"/>
                <a:gd name="T25" fmla="*/ 31 h 21"/>
                <a:gd name="T26" fmla="*/ 41 w 27"/>
                <a:gd name="T27" fmla="*/ 39 h 21"/>
                <a:gd name="T28" fmla="*/ 8 w 27"/>
                <a:gd name="T29" fmla="*/ 39 h 21"/>
                <a:gd name="T30" fmla="*/ 4 w 27"/>
                <a:gd name="T31" fmla="*/ 31 h 21"/>
                <a:gd name="T32" fmla="*/ 4 w 27"/>
                <a:gd name="T33" fmla="*/ 12 h 21"/>
                <a:gd name="T34" fmla="*/ 10 w 27"/>
                <a:gd name="T35" fmla="*/ 4 h 2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7" h="21">
                  <a:moveTo>
                    <a:pt x="24" y="1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9"/>
                    <a:pt x="1" y="21"/>
                    <a:pt x="3" y="21"/>
                  </a:cubicBezTo>
                  <a:cubicBezTo>
                    <a:pt x="24" y="21"/>
                    <a:pt x="24" y="21"/>
                    <a:pt x="24" y="21"/>
                  </a:cubicBezTo>
                  <a:cubicBezTo>
                    <a:pt x="25" y="21"/>
                    <a:pt x="27" y="19"/>
                    <a:pt x="27" y="17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27" y="2"/>
                    <a:pt x="25" y="1"/>
                    <a:pt x="24" y="1"/>
                  </a:cubicBezTo>
                  <a:close/>
                  <a:moveTo>
                    <a:pt x="5" y="2"/>
                  </a:moveTo>
                  <a:cubicBezTo>
                    <a:pt x="22" y="2"/>
                    <a:pt x="22" y="2"/>
                    <a:pt x="22" y="2"/>
                  </a:cubicBezTo>
                  <a:cubicBezTo>
                    <a:pt x="23" y="2"/>
                    <a:pt x="24" y="4"/>
                    <a:pt x="24" y="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8"/>
                    <a:pt x="23" y="20"/>
                    <a:pt x="21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3" y="20"/>
                    <a:pt x="2" y="18"/>
                    <a:pt x="2" y="1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4"/>
                    <a:pt x="3" y="2"/>
                    <a:pt x="5" y="2"/>
                  </a:cubicBezTo>
                  <a:close/>
                </a:path>
              </a:pathLst>
            </a:custGeom>
            <a:solidFill>
              <a:srgbClr val="8781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107" name="Freeform 103"/>
            <p:cNvSpPr>
              <a:spLocks/>
            </p:cNvSpPr>
            <p:nvPr/>
          </p:nvSpPr>
          <p:spPr bwMode="auto">
            <a:xfrm>
              <a:off x="2160" y="470"/>
              <a:ext cx="48" cy="38"/>
            </a:xfrm>
            <a:custGeom>
              <a:avLst/>
              <a:gdLst>
                <a:gd name="T0" fmla="*/ 48 w 24"/>
                <a:gd name="T1" fmla="*/ 38 h 19"/>
                <a:gd name="T2" fmla="*/ 0 w 24"/>
                <a:gd name="T3" fmla="*/ 36 h 19"/>
                <a:gd name="T4" fmla="*/ 0 w 24"/>
                <a:gd name="T5" fmla="*/ 10 h 19"/>
                <a:gd name="T6" fmla="*/ 12 w 24"/>
                <a:gd name="T7" fmla="*/ 0 h 19"/>
                <a:gd name="T8" fmla="*/ 48 w 24"/>
                <a:gd name="T9" fmla="*/ 0 h 19"/>
                <a:gd name="T10" fmla="*/ 48 w 24"/>
                <a:gd name="T11" fmla="*/ 38 h 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" h="19">
                  <a:moveTo>
                    <a:pt x="24" y="19"/>
                  </a:moveTo>
                  <a:cubicBezTo>
                    <a:pt x="0" y="18"/>
                    <a:pt x="0" y="18"/>
                    <a:pt x="0" y="18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"/>
                    <a:pt x="2" y="0"/>
                    <a:pt x="6" y="0"/>
                  </a:cubicBezTo>
                  <a:cubicBezTo>
                    <a:pt x="24" y="0"/>
                    <a:pt x="24" y="0"/>
                    <a:pt x="24" y="0"/>
                  </a:cubicBezTo>
                  <a:lnTo>
                    <a:pt x="24" y="19"/>
                  </a:lnTo>
                  <a:close/>
                </a:path>
              </a:pathLst>
            </a:custGeom>
            <a:solidFill>
              <a:srgbClr val="BD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108" name="Freeform 104"/>
            <p:cNvSpPr>
              <a:spLocks noEditPoints="1"/>
            </p:cNvSpPr>
            <p:nvPr/>
          </p:nvSpPr>
          <p:spPr bwMode="auto">
            <a:xfrm>
              <a:off x="2158" y="468"/>
              <a:ext cx="52" cy="40"/>
            </a:xfrm>
            <a:custGeom>
              <a:avLst/>
              <a:gdLst>
                <a:gd name="T0" fmla="*/ 48 w 26"/>
                <a:gd name="T1" fmla="*/ 0 h 20"/>
                <a:gd name="T2" fmla="*/ 6 w 26"/>
                <a:gd name="T3" fmla="*/ 0 h 20"/>
                <a:gd name="T4" fmla="*/ 0 w 26"/>
                <a:gd name="T5" fmla="*/ 6 h 20"/>
                <a:gd name="T6" fmla="*/ 0 w 26"/>
                <a:gd name="T7" fmla="*/ 34 h 20"/>
                <a:gd name="T8" fmla="*/ 6 w 26"/>
                <a:gd name="T9" fmla="*/ 40 h 20"/>
                <a:gd name="T10" fmla="*/ 46 w 26"/>
                <a:gd name="T11" fmla="*/ 40 h 20"/>
                <a:gd name="T12" fmla="*/ 52 w 26"/>
                <a:gd name="T13" fmla="*/ 34 h 20"/>
                <a:gd name="T14" fmla="*/ 52 w 26"/>
                <a:gd name="T15" fmla="*/ 6 h 20"/>
                <a:gd name="T16" fmla="*/ 48 w 26"/>
                <a:gd name="T17" fmla="*/ 0 h 20"/>
                <a:gd name="T18" fmla="*/ 8 w 26"/>
                <a:gd name="T19" fmla="*/ 2 h 20"/>
                <a:gd name="T20" fmla="*/ 42 w 26"/>
                <a:gd name="T21" fmla="*/ 4 h 20"/>
                <a:gd name="T22" fmla="*/ 48 w 26"/>
                <a:gd name="T23" fmla="*/ 10 h 20"/>
                <a:gd name="T24" fmla="*/ 48 w 26"/>
                <a:gd name="T25" fmla="*/ 32 h 20"/>
                <a:gd name="T26" fmla="*/ 42 w 26"/>
                <a:gd name="T27" fmla="*/ 38 h 20"/>
                <a:gd name="T28" fmla="*/ 8 w 26"/>
                <a:gd name="T29" fmla="*/ 38 h 20"/>
                <a:gd name="T30" fmla="*/ 2 w 26"/>
                <a:gd name="T31" fmla="*/ 30 h 20"/>
                <a:gd name="T32" fmla="*/ 4 w 26"/>
                <a:gd name="T33" fmla="*/ 10 h 20"/>
                <a:gd name="T34" fmla="*/ 8 w 26"/>
                <a:gd name="T35" fmla="*/ 2 h 2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6" h="20">
                  <a:moveTo>
                    <a:pt x="24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8"/>
                    <a:pt x="1" y="20"/>
                    <a:pt x="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5" y="20"/>
                    <a:pt x="26" y="19"/>
                    <a:pt x="26" y="17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6" y="2"/>
                    <a:pt x="25" y="0"/>
                    <a:pt x="24" y="0"/>
                  </a:cubicBezTo>
                  <a:close/>
                  <a:moveTo>
                    <a:pt x="4" y="1"/>
                  </a:moveTo>
                  <a:cubicBezTo>
                    <a:pt x="21" y="2"/>
                    <a:pt x="21" y="2"/>
                    <a:pt x="21" y="2"/>
                  </a:cubicBezTo>
                  <a:cubicBezTo>
                    <a:pt x="23" y="2"/>
                    <a:pt x="24" y="3"/>
                    <a:pt x="24" y="5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8"/>
                    <a:pt x="23" y="19"/>
                    <a:pt x="21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3" y="19"/>
                    <a:pt x="1" y="17"/>
                    <a:pt x="1" y="1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3"/>
                    <a:pt x="3" y="1"/>
                    <a:pt x="4" y="1"/>
                  </a:cubicBezTo>
                  <a:close/>
                </a:path>
              </a:pathLst>
            </a:custGeom>
            <a:solidFill>
              <a:srgbClr val="8781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109" name="Freeform 105"/>
            <p:cNvSpPr>
              <a:spLocks/>
            </p:cNvSpPr>
            <p:nvPr/>
          </p:nvSpPr>
          <p:spPr bwMode="auto">
            <a:xfrm>
              <a:off x="2235" y="470"/>
              <a:ext cx="48" cy="38"/>
            </a:xfrm>
            <a:custGeom>
              <a:avLst/>
              <a:gdLst>
                <a:gd name="T0" fmla="*/ 48 w 24"/>
                <a:gd name="T1" fmla="*/ 38 h 19"/>
                <a:gd name="T2" fmla="*/ 0 w 24"/>
                <a:gd name="T3" fmla="*/ 38 h 19"/>
                <a:gd name="T4" fmla="*/ 0 w 24"/>
                <a:gd name="T5" fmla="*/ 12 h 19"/>
                <a:gd name="T6" fmla="*/ 12 w 24"/>
                <a:gd name="T7" fmla="*/ 0 h 19"/>
                <a:gd name="T8" fmla="*/ 48 w 24"/>
                <a:gd name="T9" fmla="*/ 0 h 19"/>
                <a:gd name="T10" fmla="*/ 48 w 24"/>
                <a:gd name="T11" fmla="*/ 38 h 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" h="19">
                  <a:moveTo>
                    <a:pt x="24" y="19"/>
                  </a:moveTo>
                  <a:cubicBezTo>
                    <a:pt x="0" y="19"/>
                    <a:pt x="0" y="19"/>
                    <a:pt x="0" y="19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24" y="0"/>
                    <a:pt x="24" y="0"/>
                    <a:pt x="24" y="0"/>
                  </a:cubicBezTo>
                  <a:lnTo>
                    <a:pt x="24" y="19"/>
                  </a:lnTo>
                  <a:close/>
                </a:path>
              </a:pathLst>
            </a:custGeom>
            <a:solidFill>
              <a:srgbClr val="BD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110" name="Freeform 106"/>
            <p:cNvSpPr>
              <a:spLocks noEditPoints="1"/>
            </p:cNvSpPr>
            <p:nvPr/>
          </p:nvSpPr>
          <p:spPr bwMode="auto">
            <a:xfrm>
              <a:off x="2233" y="468"/>
              <a:ext cx="52" cy="42"/>
            </a:xfrm>
            <a:custGeom>
              <a:avLst/>
              <a:gdLst>
                <a:gd name="T0" fmla="*/ 46 w 26"/>
                <a:gd name="T1" fmla="*/ 0 h 21"/>
                <a:gd name="T2" fmla="*/ 6 w 26"/>
                <a:gd name="T3" fmla="*/ 0 h 21"/>
                <a:gd name="T4" fmla="*/ 0 w 26"/>
                <a:gd name="T5" fmla="*/ 8 h 21"/>
                <a:gd name="T6" fmla="*/ 0 w 26"/>
                <a:gd name="T7" fmla="*/ 34 h 21"/>
                <a:gd name="T8" fmla="*/ 6 w 26"/>
                <a:gd name="T9" fmla="*/ 40 h 21"/>
                <a:gd name="T10" fmla="*/ 46 w 26"/>
                <a:gd name="T11" fmla="*/ 42 h 21"/>
                <a:gd name="T12" fmla="*/ 52 w 26"/>
                <a:gd name="T13" fmla="*/ 34 h 21"/>
                <a:gd name="T14" fmla="*/ 52 w 26"/>
                <a:gd name="T15" fmla="*/ 8 h 21"/>
                <a:gd name="T16" fmla="*/ 46 w 26"/>
                <a:gd name="T17" fmla="*/ 0 h 21"/>
                <a:gd name="T18" fmla="*/ 8 w 26"/>
                <a:gd name="T19" fmla="*/ 4 h 21"/>
                <a:gd name="T20" fmla="*/ 42 w 26"/>
                <a:gd name="T21" fmla="*/ 4 h 21"/>
                <a:gd name="T22" fmla="*/ 48 w 26"/>
                <a:gd name="T23" fmla="*/ 10 h 21"/>
                <a:gd name="T24" fmla="*/ 48 w 26"/>
                <a:gd name="T25" fmla="*/ 32 h 21"/>
                <a:gd name="T26" fmla="*/ 42 w 26"/>
                <a:gd name="T27" fmla="*/ 38 h 21"/>
                <a:gd name="T28" fmla="*/ 8 w 26"/>
                <a:gd name="T29" fmla="*/ 38 h 21"/>
                <a:gd name="T30" fmla="*/ 2 w 26"/>
                <a:gd name="T31" fmla="*/ 32 h 21"/>
                <a:gd name="T32" fmla="*/ 2 w 26"/>
                <a:gd name="T33" fmla="*/ 10 h 21"/>
                <a:gd name="T34" fmla="*/ 8 w 26"/>
                <a:gd name="T35" fmla="*/ 4 h 2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6" h="21">
                  <a:moveTo>
                    <a:pt x="23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2"/>
                    <a:pt x="0" y="4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9"/>
                    <a:pt x="1" y="20"/>
                    <a:pt x="3" y="20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5" y="21"/>
                    <a:pt x="26" y="19"/>
                    <a:pt x="26" y="17"/>
                  </a:cubicBezTo>
                  <a:cubicBezTo>
                    <a:pt x="26" y="4"/>
                    <a:pt x="26" y="4"/>
                    <a:pt x="26" y="4"/>
                  </a:cubicBezTo>
                  <a:cubicBezTo>
                    <a:pt x="26" y="2"/>
                    <a:pt x="25" y="0"/>
                    <a:pt x="23" y="0"/>
                  </a:cubicBezTo>
                  <a:close/>
                  <a:moveTo>
                    <a:pt x="4" y="2"/>
                  </a:moveTo>
                  <a:cubicBezTo>
                    <a:pt x="21" y="2"/>
                    <a:pt x="21" y="2"/>
                    <a:pt x="21" y="2"/>
                  </a:cubicBezTo>
                  <a:cubicBezTo>
                    <a:pt x="23" y="2"/>
                    <a:pt x="24" y="3"/>
                    <a:pt x="24" y="5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8"/>
                    <a:pt x="23" y="19"/>
                    <a:pt x="21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3" y="19"/>
                    <a:pt x="1" y="18"/>
                    <a:pt x="1" y="16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3"/>
                    <a:pt x="3" y="2"/>
                    <a:pt x="4" y="2"/>
                  </a:cubicBezTo>
                  <a:close/>
                </a:path>
              </a:pathLst>
            </a:custGeom>
            <a:solidFill>
              <a:srgbClr val="8781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111" name="Freeform 107"/>
            <p:cNvSpPr>
              <a:spLocks/>
            </p:cNvSpPr>
            <p:nvPr/>
          </p:nvSpPr>
          <p:spPr bwMode="auto">
            <a:xfrm>
              <a:off x="2309" y="470"/>
              <a:ext cx="49" cy="38"/>
            </a:xfrm>
            <a:custGeom>
              <a:avLst/>
              <a:gdLst>
                <a:gd name="T0" fmla="*/ 49 w 25"/>
                <a:gd name="T1" fmla="*/ 38 h 19"/>
                <a:gd name="T2" fmla="*/ 0 w 25"/>
                <a:gd name="T3" fmla="*/ 38 h 19"/>
                <a:gd name="T4" fmla="*/ 2 w 25"/>
                <a:gd name="T5" fmla="*/ 12 h 19"/>
                <a:gd name="T6" fmla="*/ 12 w 25"/>
                <a:gd name="T7" fmla="*/ 0 h 19"/>
                <a:gd name="T8" fmla="*/ 49 w 25"/>
                <a:gd name="T9" fmla="*/ 0 h 19"/>
                <a:gd name="T10" fmla="*/ 49 w 25"/>
                <a:gd name="T11" fmla="*/ 38 h 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19">
                  <a:moveTo>
                    <a:pt x="25" y="19"/>
                  </a:moveTo>
                  <a:cubicBezTo>
                    <a:pt x="0" y="19"/>
                    <a:pt x="0" y="19"/>
                    <a:pt x="0" y="19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3"/>
                    <a:pt x="3" y="0"/>
                    <a:pt x="6" y="0"/>
                  </a:cubicBezTo>
                  <a:cubicBezTo>
                    <a:pt x="25" y="0"/>
                    <a:pt x="25" y="0"/>
                    <a:pt x="25" y="0"/>
                  </a:cubicBezTo>
                  <a:lnTo>
                    <a:pt x="25" y="19"/>
                  </a:lnTo>
                  <a:close/>
                </a:path>
              </a:pathLst>
            </a:custGeom>
            <a:solidFill>
              <a:srgbClr val="BD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112" name="Freeform 108"/>
            <p:cNvSpPr>
              <a:spLocks noEditPoints="1"/>
            </p:cNvSpPr>
            <p:nvPr/>
          </p:nvSpPr>
          <p:spPr bwMode="auto">
            <a:xfrm>
              <a:off x="2309" y="468"/>
              <a:ext cx="51" cy="42"/>
            </a:xfrm>
            <a:custGeom>
              <a:avLst/>
              <a:gdLst>
                <a:gd name="T0" fmla="*/ 45 w 26"/>
                <a:gd name="T1" fmla="*/ 2 h 21"/>
                <a:gd name="T2" fmla="*/ 6 w 26"/>
                <a:gd name="T3" fmla="*/ 0 h 21"/>
                <a:gd name="T4" fmla="*/ 0 w 26"/>
                <a:gd name="T5" fmla="*/ 8 h 21"/>
                <a:gd name="T6" fmla="*/ 0 w 26"/>
                <a:gd name="T7" fmla="*/ 34 h 21"/>
                <a:gd name="T8" fmla="*/ 6 w 26"/>
                <a:gd name="T9" fmla="*/ 42 h 21"/>
                <a:gd name="T10" fmla="*/ 45 w 26"/>
                <a:gd name="T11" fmla="*/ 42 h 21"/>
                <a:gd name="T12" fmla="*/ 51 w 26"/>
                <a:gd name="T13" fmla="*/ 34 h 21"/>
                <a:gd name="T14" fmla="*/ 51 w 26"/>
                <a:gd name="T15" fmla="*/ 8 h 21"/>
                <a:gd name="T16" fmla="*/ 45 w 26"/>
                <a:gd name="T17" fmla="*/ 2 h 21"/>
                <a:gd name="T18" fmla="*/ 8 w 26"/>
                <a:gd name="T19" fmla="*/ 4 h 21"/>
                <a:gd name="T20" fmla="*/ 41 w 26"/>
                <a:gd name="T21" fmla="*/ 4 h 21"/>
                <a:gd name="T22" fmla="*/ 47 w 26"/>
                <a:gd name="T23" fmla="*/ 12 h 21"/>
                <a:gd name="T24" fmla="*/ 47 w 26"/>
                <a:gd name="T25" fmla="*/ 32 h 21"/>
                <a:gd name="T26" fmla="*/ 41 w 26"/>
                <a:gd name="T27" fmla="*/ 40 h 21"/>
                <a:gd name="T28" fmla="*/ 8 w 26"/>
                <a:gd name="T29" fmla="*/ 40 h 21"/>
                <a:gd name="T30" fmla="*/ 2 w 26"/>
                <a:gd name="T31" fmla="*/ 32 h 21"/>
                <a:gd name="T32" fmla="*/ 2 w 26"/>
                <a:gd name="T33" fmla="*/ 12 h 21"/>
                <a:gd name="T34" fmla="*/ 8 w 26"/>
                <a:gd name="T35" fmla="*/ 4 h 2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6" h="21">
                  <a:moveTo>
                    <a:pt x="23" y="1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2"/>
                    <a:pt x="0" y="4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9"/>
                    <a:pt x="1" y="21"/>
                    <a:pt x="3" y="21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5" y="21"/>
                    <a:pt x="26" y="19"/>
                    <a:pt x="26" y="17"/>
                  </a:cubicBezTo>
                  <a:cubicBezTo>
                    <a:pt x="26" y="4"/>
                    <a:pt x="26" y="4"/>
                    <a:pt x="26" y="4"/>
                  </a:cubicBezTo>
                  <a:cubicBezTo>
                    <a:pt x="26" y="2"/>
                    <a:pt x="25" y="1"/>
                    <a:pt x="23" y="1"/>
                  </a:cubicBezTo>
                  <a:close/>
                  <a:moveTo>
                    <a:pt x="4" y="2"/>
                  </a:moveTo>
                  <a:cubicBezTo>
                    <a:pt x="21" y="2"/>
                    <a:pt x="21" y="2"/>
                    <a:pt x="21" y="2"/>
                  </a:cubicBezTo>
                  <a:cubicBezTo>
                    <a:pt x="23" y="2"/>
                    <a:pt x="24" y="4"/>
                    <a:pt x="24" y="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8"/>
                    <a:pt x="23" y="20"/>
                    <a:pt x="21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2" y="20"/>
                    <a:pt x="1" y="18"/>
                    <a:pt x="1" y="1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4"/>
                    <a:pt x="3" y="2"/>
                    <a:pt x="4" y="2"/>
                  </a:cubicBezTo>
                  <a:close/>
                </a:path>
              </a:pathLst>
            </a:custGeom>
            <a:solidFill>
              <a:srgbClr val="8781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113" name="Freeform 109"/>
            <p:cNvSpPr>
              <a:spLocks/>
            </p:cNvSpPr>
            <p:nvPr/>
          </p:nvSpPr>
          <p:spPr bwMode="auto">
            <a:xfrm>
              <a:off x="2384" y="472"/>
              <a:ext cx="50" cy="38"/>
            </a:xfrm>
            <a:custGeom>
              <a:avLst/>
              <a:gdLst>
                <a:gd name="T0" fmla="*/ 50 w 25"/>
                <a:gd name="T1" fmla="*/ 38 h 19"/>
                <a:gd name="T2" fmla="*/ 0 w 25"/>
                <a:gd name="T3" fmla="*/ 36 h 19"/>
                <a:gd name="T4" fmla="*/ 0 w 25"/>
                <a:gd name="T5" fmla="*/ 10 h 19"/>
                <a:gd name="T6" fmla="*/ 12 w 25"/>
                <a:gd name="T7" fmla="*/ 0 h 19"/>
                <a:gd name="T8" fmla="*/ 50 w 25"/>
                <a:gd name="T9" fmla="*/ 0 h 19"/>
                <a:gd name="T10" fmla="*/ 50 w 25"/>
                <a:gd name="T11" fmla="*/ 38 h 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19">
                  <a:moveTo>
                    <a:pt x="25" y="19"/>
                  </a:moveTo>
                  <a:cubicBezTo>
                    <a:pt x="0" y="18"/>
                    <a:pt x="0" y="18"/>
                    <a:pt x="0" y="18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25" y="0"/>
                    <a:pt x="25" y="0"/>
                    <a:pt x="25" y="0"/>
                  </a:cubicBezTo>
                  <a:lnTo>
                    <a:pt x="25" y="19"/>
                  </a:lnTo>
                  <a:close/>
                </a:path>
              </a:pathLst>
            </a:custGeom>
            <a:solidFill>
              <a:srgbClr val="BD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114" name="Freeform 110"/>
            <p:cNvSpPr>
              <a:spLocks noEditPoints="1"/>
            </p:cNvSpPr>
            <p:nvPr/>
          </p:nvSpPr>
          <p:spPr bwMode="auto">
            <a:xfrm>
              <a:off x="2384" y="470"/>
              <a:ext cx="52" cy="40"/>
            </a:xfrm>
            <a:custGeom>
              <a:avLst/>
              <a:gdLst>
                <a:gd name="T0" fmla="*/ 46 w 26"/>
                <a:gd name="T1" fmla="*/ 0 h 20"/>
                <a:gd name="T2" fmla="*/ 6 w 26"/>
                <a:gd name="T3" fmla="*/ 0 h 20"/>
                <a:gd name="T4" fmla="*/ 0 w 26"/>
                <a:gd name="T5" fmla="*/ 6 h 20"/>
                <a:gd name="T6" fmla="*/ 0 w 26"/>
                <a:gd name="T7" fmla="*/ 32 h 20"/>
                <a:gd name="T8" fmla="*/ 4 w 26"/>
                <a:gd name="T9" fmla="*/ 40 h 20"/>
                <a:gd name="T10" fmla="*/ 46 w 26"/>
                <a:gd name="T11" fmla="*/ 40 h 20"/>
                <a:gd name="T12" fmla="*/ 52 w 26"/>
                <a:gd name="T13" fmla="*/ 34 h 20"/>
                <a:gd name="T14" fmla="*/ 52 w 26"/>
                <a:gd name="T15" fmla="*/ 6 h 20"/>
                <a:gd name="T16" fmla="*/ 46 w 26"/>
                <a:gd name="T17" fmla="*/ 0 h 20"/>
                <a:gd name="T18" fmla="*/ 8 w 26"/>
                <a:gd name="T19" fmla="*/ 2 h 20"/>
                <a:gd name="T20" fmla="*/ 42 w 26"/>
                <a:gd name="T21" fmla="*/ 4 h 20"/>
                <a:gd name="T22" fmla="*/ 48 w 26"/>
                <a:gd name="T23" fmla="*/ 10 h 20"/>
                <a:gd name="T24" fmla="*/ 48 w 26"/>
                <a:gd name="T25" fmla="*/ 32 h 20"/>
                <a:gd name="T26" fmla="*/ 42 w 26"/>
                <a:gd name="T27" fmla="*/ 38 h 20"/>
                <a:gd name="T28" fmla="*/ 8 w 26"/>
                <a:gd name="T29" fmla="*/ 38 h 20"/>
                <a:gd name="T30" fmla="*/ 2 w 26"/>
                <a:gd name="T31" fmla="*/ 30 h 20"/>
                <a:gd name="T32" fmla="*/ 2 w 26"/>
                <a:gd name="T33" fmla="*/ 10 h 20"/>
                <a:gd name="T34" fmla="*/ 8 w 26"/>
                <a:gd name="T35" fmla="*/ 2 h 2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6" h="20">
                  <a:moveTo>
                    <a:pt x="23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8"/>
                    <a:pt x="1" y="20"/>
                    <a:pt x="2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5" y="20"/>
                    <a:pt x="26" y="19"/>
                    <a:pt x="26" y="17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6" y="1"/>
                    <a:pt x="25" y="0"/>
                    <a:pt x="23" y="0"/>
                  </a:cubicBezTo>
                  <a:close/>
                  <a:moveTo>
                    <a:pt x="4" y="1"/>
                  </a:moveTo>
                  <a:cubicBezTo>
                    <a:pt x="21" y="2"/>
                    <a:pt x="21" y="2"/>
                    <a:pt x="21" y="2"/>
                  </a:cubicBezTo>
                  <a:cubicBezTo>
                    <a:pt x="23" y="2"/>
                    <a:pt x="24" y="3"/>
                    <a:pt x="24" y="5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7"/>
                    <a:pt x="22" y="19"/>
                    <a:pt x="21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2" y="19"/>
                    <a:pt x="1" y="17"/>
                    <a:pt x="1" y="1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3"/>
                    <a:pt x="2" y="1"/>
                    <a:pt x="4" y="1"/>
                  </a:cubicBezTo>
                  <a:close/>
                </a:path>
              </a:pathLst>
            </a:custGeom>
            <a:solidFill>
              <a:srgbClr val="8781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115" name="Freeform 111"/>
            <p:cNvSpPr>
              <a:spLocks/>
            </p:cNvSpPr>
            <p:nvPr/>
          </p:nvSpPr>
          <p:spPr bwMode="auto">
            <a:xfrm>
              <a:off x="2459" y="472"/>
              <a:ext cx="50" cy="38"/>
            </a:xfrm>
            <a:custGeom>
              <a:avLst/>
              <a:gdLst>
                <a:gd name="T0" fmla="*/ 50 w 25"/>
                <a:gd name="T1" fmla="*/ 38 h 19"/>
                <a:gd name="T2" fmla="*/ 0 w 25"/>
                <a:gd name="T3" fmla="*/ 38 h 19"/>
                <a:gd name="T4" fmla="*/ 0 w 25"/>
                <a:gd name="T5" fmla="*/ 12 h 19"/>
                <a:gd name="T6" fmla="*/ 12 w 25"/>
                <a:gd name="T7" fmla="*/ 0 h 19"/>
                <a:gd name="T8" fmla="*/ 50 w 25"/>
                <a:gd name="T9" fmla="*/ 0 h 19"/>
                <a:gd name="T10" fmla="*/ 50 w 25"/>
                <a:gd name="T11" fmla="*/ 38 h 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19">
                  <a:moveTo>
                    <a:pt x="25" y="19"/>
                  </a:moveTo>
                  <a:cubicBezTo>
                    <a:pt x="0" y="19"/>
                    <a:pt x="0" y="19"/>
                    <a:pt x="0" y="19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25" y="0"/>
                    <a:pt x="25" y="0"/>
                    <a:pt x="25" y="0"/>
                  </a:cubicBezTo>
                  <a:lnTo>
                    <a:pt x="25" y="19"/>
                  </a:lnTo>
                  <a:close/>
                </a:path>
              </a:pathLst>
            </a:custGeom>
            <a:solidFill>
              <a:srgbClr val="BD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116" name="Freeform 112"/>
            <p:cNvSpPr>
              <a:spLocks noEditPoints="1"/>
            </p:cNvSpPr>
            <p:nvPr/>
          </p:nvSpPr>
          <p:spPr bwMode="auto">
            <a:xfrm>
              <a:off x="2457" y="470"/>
              <a:ext cx="54" cy="40"/>
            </a:xfrm>
            <a:custGeom>
              <a:avLst/>
              <a:gdLst>
                <a:gd name="T0" fmla="*/ 48 w 27"/>
                <a:gd name="T1" fmla="*/ 0 h 20"/>
                <a:gd name="T2" fmla="*/ 6 w 27"/>
                <a:gd name="T3" fmla="*/ 0 h 20"/>
                <a:gd name="T4" fmla="*/ 2 w 27"/>
                <a:gd name="T5" fmla="*/ 6 h 20"/>
                <a:gd name="T6" fmla="*/ 0 w 27"/>
                <a:gd name="T7" fmla="*/ 34 h 20"/>
                <a:gd name="T8" fmla="*/ 6 w 27"/>
                <a:gd name="T9" fmla="*/ 40 h 20"/>
                <a:gd name="T10" fmla="*/ 48 w 27"/>
                <a:gd name="T11" fmla="*/ 40 h 20"/>
                <a:gd name="T12" fmla="*/ 54 w 27"/>
                <a:gd name="T13" fmla="*/ 34 h 20"/>
                <a:gd name="T14" fmla="*/ 54 w 27"/>
                <a:gd name="T15" fmla="*/ 8 h 20"/>
                <a:gd name="T16" fmla="*/ 48 w 27"/>
                <a:gd name="T17" fmla="*/ 0 h 20"/>
                <a:gd name="T18" fmla="*/ 10 w 27"/>
                <a:gd name="T19" fmla="*/ 4 h 20"/>
                <a:gd name="T20" fmla="*/ 44 w 27"/>
                <a:gd name="T21" fmla="*/ 4 h 20"/>
                <a:gd name="T22" fmla="*/ 50 w 27"/>
                <a:gd name="T23" fmla="*/ 10 h 20"/>
                <a:gd name="T24" fmla="*/ 50 w 27"/>
                <a:gd name="T25" fmla="*/ 32 h 20"/>
                <a:gd name="T26" fmla="*/ 44 w 27"/>
                <a:gd name="T27" fmla="*/ 38 h 20"/>
                <a:gd name="T28" fmla="*/ 10 w 27"/>
                <a:gd name="T29" fmla="*/ 38 h 20"/>
                <a:gd name="T30" fmla="*/ 4 w 27"/>
                <a:gd name="T31" fmla="*/ 32 h 20"/>
                <a:gd name="T32" fmla="*/ 4 w 27"/>
                <a:gd name="T33" fmla="*/ 10 h 20"/>
                <a:gd name="T34" fmla="*/ 10 w 27"/>
                <a:gd name="T35" fmla="*/ 4 h 2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7" h="20">
                  <a:moveTo>
                    <a:pt x="24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1" y="2"/>
                    <a:pt x="1" y="3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9"/>
                    <a:pt x="2" y="20"/>
                    <a:pt x="3" y="20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5" y="20"/>
                    <a:pt x="27" y="19"/>
                    <a:pt x="27" y="17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27" y="2"/>
                    <a:pt x="26" y="0"/>
                    <a:pt x="24" y="0"/>
                  </a:cubicBezTo>
                  <a:close/>
                  <a:moveTo>
                    <a:pt x="5" y="2"/>
                  </a:moveTo>
                  <a:cubicBezTo>
                    <a:pt x="22" y="2"/>
                    <a:pt x="22" y="2"/>
                    <a:pt x="22" y="2"/>
                  </a:cubicBezTo>
                  <a:cubicBezTo>
                    <a:pt x="23" y="2"/>
                    <a:pt x="25" y="3"/>
                    <a:pt x="25" y="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8"/>
                    <a:pt x="23" y="19"/>
                    <a:pt x="22" y="19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3" y="19"/>
                    <a:pt x="2" y="18"/>
                    <a:pt x="2" y="16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3"/>
                    <a:pt x="3" y="2"/>
                    <a:pt x="5" y="2"/>
                  </a:cubicBezTo>
                  <a:close/>
                </a:path>
              </a:pathLst>
            </a:custGeom>
            <a:solidFill>
              <a:srgbClr val="8781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117" name="Freeform 113"/>
            <p:cNvSpPr>
              <a:spLocks/>
            </p:cNvSpPr>
            <p:nvPr/>
          </p:nvSpPr>
          <p:spPr bwMode="auto">
            <a:xfrm>
              <a:off x="2535" y="472"/>
              <a:ext cx="49" cy="38"/>
            </a:xfrm>
            <a:custGeom>
              <a:avLst/>
              <a:gdLst>
                <a:gd name="T0" fmla="*/ 47 w 25"/>
                <a:gd name="T1" fmla="*/ 38 h 19"/>
                <a:gd name="T2" fmla="*/ 0 w 25"/>
                <a:gd name="T3" fmla="*/ 38 h 19"/>
                <a:gd name="T4" fmla="*/ 0 w 25"/>
                <a:gd name="T5" fmla="*/ 12 h 19"/>
                <a:gd name="T6" fmla="*/ 12 w 25"/>
                <a:gd name="T7" fmla="*/ 0 h 19"/>
                <a:gd name="T8" fmla="*/ 49 w 25"/>
                <a:gd name="T9" fmla="*/ 0 h 19"/>
                <a:gd name="T10" fmla="*/ 47 w 25"/>
                <a:gd name="T11" fmla="*/ 38 h 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19">
                  <a:moveTo>
                    <a:pt x="24" y="19"/>
                  </a:moveTo>
                  <a:cubicBezTo>
                    <a:pt x="0" y="19"/>
                    <a:pt x="0" y="19"/>
                    <a:pt x="0" y="19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25" y="0"/>
                    <a:pt x="25" y="0"/>
                    <a:pt x="25" y="0"/>
                  </a:cubicBezTo>
                  <a:lnTo>
                    <a:pt x="24" y="19"/>
                  </a:lnTo>
                  <a:close/>
                </a:path>
              </a:pathLst>
            </a:custGeom>
            <a:solidFill>
              <a:srgbClr val="BD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118" name="Freeform 114"/>
            <p:cNvSpPr>
              <a:spLocks noEditPoints="1"/>
            </p:cNvSpPr>
            <p:nvPr/>
          </p:nvSpPr>
          <p:spPr bwMode="auto">
            <a:xfrm>
              <a:off x="2533" y="470"/>
              <a:ext cx="53" cy="42"/>
            </a:xfrm>
            <a:custGeom>
              <a:avLst/>
              <a:gdLst>
                <a:gd name="T0" fmla="*/ 47 w 27"/>
                <a:gd name="T1" fmla="*/ 0 h 21"/>
                <a:gd name="T2" fmla="*/ 6 w 27"/>
                <a:gd name="T3" fmla="*/ 0 h 21"/>
                <a:gd name="T4" fmla="*/ 0 w 27"/>
                <a:gd name="T5" fmla="*/ 8 h 21"/>
                <a:gd name="T6" fmla="*/ 0 w 27"/>
                <a:gd name="T7" fmla="*/ 34 h 21"/>
                <a:gd name="T8" fmla="*/ 6 w 27"/>
                <a:gd name="T9" fmla="*/ 42 h 21"/>
                <a:gd name="T10" fmla="*/ 47 w 27"/>
                <a:gd name="T11" fmla="*/ 42 h 21"/>
                <a:gd name="T12" fmla="*/ 53 w 27"/>
                <a:gd name="T13" fmla="*/ 34 h 21"/>
                <a:gd name="T14" fmla="*/ 53 w 27"/>
                <a:gd name="T15" fmla="*/ 8 h 21"/>
                <a:gd name="T16" fmla="*/ 47 w 27"/>
                <a:gd name="T17" fmla="*/ 0 h 21"/>
                <a:gd name="T18" fmla="*/ 10 w 27"/>
                <a:gd name="T19" fmla="*/ 4 h 21"/>
                <a:gd name="T20" fmla="*/ 43 w 27"/>
                <a:gd name="T21" fmla="*/ 4 h 21"/>
                <a:gd name="T22" fmla="*/ 47 w 27"/>
                <a:gd name="T23" fmla="*/ 12 h 21"/>
                <a:gd name="T24" fmla="*/ 47 w 27"/>
                <a:gd name="T25" fmla="*/ 32 h 21"/>
                <a:gd name="T26" fmla="*/ 43 w 27"/>
                <a:gd name="T27" fmla="*/ 40 h 21"/>
                <a:gd name="T28" fmla="*/ 10 w 27"/>
                <a:gd name="T29" fmla="*/ 38 h 21"/>
                <a:gd name="T30" fmla="*/ 4 w 27"/>
                <a:gd name="T31" fmla="*/ 32 h 21"/>
                <a:gd name="T32" fmla="*/ 4 w 27"/>
                <a:gd name="T33" fmla="*/ 10 h 21"/>
                <a:gd name="T34" fmla="*/ 10 w 27"/>
                <a:gd name="T35" fmla="*/ 4 h 2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7" h="21">
                  <a:moveTo>
                    <a:pt x="24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9"/>
                    <a:pt x="1" y="21"/>
                    <a:pt x="3" y="21"/>
                  </a:cubicBezTo>
                  <a:cubicBezTo>
                    <a:pt x="24" y="21"/>
                    <a:pt x="24" y="21"/>
                    <a:pt x="24" y="21"/>
                  </a:cubicBezTo>
                  <a:cubicBezTo>
                    <a:pt x="25" y="21"/>
                    <a:pt x="27" y="19"/>
                    <a:pt x="27" y="17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27" y="2"/>
                    <a:pt x="25" y="1"/>
                    <a:pt x="24" y="0"/>
                  </a:cubicBezTo>
                  <a:close/>
                  <a:moveTo>
                    <a:pt x="5" y="2"/>
                  </a:moveTo>
                  <a:cubicBezTo>
                    <a:pt x="22" y="2"/>
                    <a:pt x="22" y="2"/>
                    <a:pt x="22" y="2"/>
                  </a:cubicBezTo>
                  <a:cubicBezTo>
                    <a:pt x="23" y="2"/>
                    <a:pt x="25" y="4"/>
                    <a:pt x="24" y="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8"/>
                    <a:pt x="23" y="20"/>
                    <a:pt x="22" y="20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3" y="19"/>
                    <a:pt x="2" y="18"/>
                    <a:pt x="2" y="16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4"/>
                    <a:pt x="3" y="2"/>
                    <a:pt x="5" y="2"/>
                  </a:cubicBezTo>
                  <a:close/>
                </a:path>
              </a:pathLst>
            </a:custGeom>
            <a:solidFill>
              <a:srgbClr val="8781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119" name="Freeform 115"/>
            <p:cNvSpPr>
              <a:spLocks/>
            </p:cNvSpPr>
            <p:nvPr/>
          </p:nvSpPr>
          <p:spPr bwMode="auto">
            <a:xfrm>
              <a:off x="2610" y="472"/>
              <a:ext cx="48" cy="40"/>
            </a:xfrm>
            <a:custGeom>
              <a:avLst/>
              <a:gdLst>
                <a:gd name="T0" fmla="*/ 48 w 24"/>
                <a:gd name="T1" fmla="*/ 40 h 20"/>
                <a:gd name="T2" fmla="*/ 0 w 24"/>
                <a:gd name="T3" fmla="*/ 38 h 20"/>
                <a:gd name="T4" fmla="*/ 0 w 24"/>
                <a:gd name="T5" fmla="*/ 12 h 20"/>
                <a:gd name="T6" fmla="*/ 12 w 24"/>
                <a:gd name="T7" fmla="*/ 0 h 20"/>
                <a:gd name="T8" fmla="*/ 48 w 24"/>
                <a:gd name="T9" fmla="*/ 2 h 20"/>
                <a:gd name="T10" fmla="*/ 48 w 24"/>
                <a:gd name="T11" fmla="*/ 40 h 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" h="20">
                  <a:moveTo>
                    <a:pt x="24" y="20"/>
                  </a:moveTo>
                  <a:cubicBezTo>
                    <a:pt x="0" y="19"/>
                    <a:pt x="0" y="19"/>
                    <a:pt x="0" y="19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24" y="1"/>
                    <a:pt x="24" y="1"/>
                    <a:pt x="24" y="1"/>
                  </a:cubicBezTo>
                  <a:lnTo>
                    <a:pt x="24" y="20"/>
                  </a:lnTo>
                  <a:close/>
                </a:path>
              </a:pathLst>
            </a:custGeom>
            <a:solidFill>
              <a:srgbClr val="BD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120" name="Freeform 116"/>
            <p:cNvSpPr>
              <a:spLocks noEditPoints="1"/>
            </p:cNvSpPr>
            <p:nvPr/>
          </p:nvSpPr>
          <p:spPr bwMode="auto">
            <a:xfrm>
              <a:off x="2608" y="472"/>
              <a:ext cx="54" cy="40"/>
            </a:xfrm>
            <a:custGeom>
              <a:avLst/>
              <a:gdLst>
                <a:gd name="T0" fmla="*/ 48 w 27"/>
                <a:gd name="T1" fmla="*/ 0 h 20"/>
                <a:gd name="T2" fmla="*/ 6 w 27"/>
                <a:gd name="T3" fmla="*/ 0 h 20"/>
                <a:gd name="T4" fmla="*/ 0 w 27"/>
                <a:gd name="T5" fmla="*/ 6 h 20"/>
                <a:gd name="T6" fmla="*/ 0 w 27"/>
                <a:gd name="T7" fmla="*/ 32 h 20"/>
                <a:gd name="T8" fmla="*/ 6 w 27"/>
                <a:gd name="T9" fmla="*/ 40 h 20"/>
                <a:gd name="T10" fmla="*/ 46 w 27"/>
                <a:gd name="T11" fmla="*/ 40 h 20"/>
                <a:gd name="T12" fmla="*/ 52 w 27"/>
                <a:gd name="T13" fmla="*/ 34 h 20"/>
                <a:gd name="T14" fmla="*/ 52 w 27"/>
                <a:gd name="T15" fmla="*/ 6 h 20"/>
                <a:gd name="T16" fmla="*/ 48 w 27"/>
                <a:gd name="T17" fmla="*/ 0 h 20"/>
                <a:gd name="T18" fmla="*/ 10 w 27"/>
                <a:gd name="T19" fmla="*/ 2 h 20"/>
                <a:gd name="T20" fmla="*/ 42 w 27"/>
                <a:gd name="T21" fmla="*/ 2 h 20"/>
                <a:gd name="T22" fmla="*/ 48 w 27"/>
                <a:gd name="T23" fmla="*/ 10 h 20"/>
                <a:gd name="T24" fmla="*/ 48 w 27"/>
                <a:gd name="T25" fmla="*/ 30 h 20"/>
                <a:gd name="T26" fmla="*/ 42 w 27"/>
                <a:gd name="T27" fmla="*/ 38 h 20"/>
                <a:gd name="T28" fmla="*/ 8 w 27"/>
                <a:gd name="T29" fmla="*/ 38 h 20"/>
                <a:gd name="T30" fmla="*/ 4 w 27"/>
                <a:gd name="T31" fmla="*/ 30 h 20"/>
                <a:gd name="T32" fmla="*/ 4 w 27"/>
                <a:gd name="T33" fmla="*/ 10 h 20"/>
                <a:gd name="T34" fmla="*/ 10 w 27"/>
                <a:gd name="T35" fmla="*/ 2 h 2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7" h="20">
                  <a:moveTo>
                    <a:pt x="24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8"/>
                    <a:pt x="1" y="20"/>
                    <a:pt x="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5" y="20"/>
                    <a:pt x="26" y="19"/>
                    <a:pt x="26" y="17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7" y="1"/>
                    <a:pt x="25" y="0"/>
                    <a:pt x="24" y="0"/>
                  </a:cubicBezTo>
                  <a:close/>
                  <a:moveTo>
                    <a:pt x="5" y="1"/>
                  </a:moveTo>
                  <a:cubicBezTo>
                    <a:pt x="21" y="1"/>
                    <a:pt x="21" y="1"/>
                    <a:pt x="21" y="1"/>
                  </a:cubicBezTo>
                  <a:cubicBezTo>
                    <a:pt x="23" y="1"/>
                    <a:pt x="24" y="3"/>
                    <a:pt x="24" y="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7"/>
                    <a:pt x="23" y="19"/>
                    <a:pt x="21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3" y="19"/>
                    <a:pt x="1" y="17"/>
                    <a:pt x="2" y="1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3"/>
                    <a:pt x="3" y="1"/>
                    <a:pt x="5" y="1"/>
                  </a:cubicBezTo>
                  <a:close/>
                </a:path>
              </a:pathLst>
            </a:custGeom>
            <a:solidFill>
              <a:srgbClr val="8781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121" name="Freeform 117"/>
            <p:cNvSpPr>
              <a:spLocks/>
            </p:cNvSpPr>
            <p:nvPr/>
          </p:nvSpPr>
          <p:spPr bwMode="auto">
            <a:xfrm>
              <a:off x="2685" y="474"/>
              <a:ext cx="48" cy="38"/>
            </a:xfrm>
            <a:custGeom>
              <a:avLst/>
              <a:gdLst>
                <a:gd name="T0" fmla="*/ 48 w 24"/>
                <a:gd name="T1" fmla="*/ 38 h 19"/>
                <a:gd name="T2" fmla="*/ 0 w 24"/>
                <a:gd name="T3" fmla="*/ 38 h 19"/>
                <a:gd name="T4" fmla="*/ 0 w 24"/>
                <a:gd name="T5" fmla="*/ 12 h 19"/>
                <a:gd name="T6" fmla="*/ 12 w 24"/>
                <a:gd name="T7" fmla="*/ 0 h 19"/>
                <a:gd name="T8" fmla="*/ 48 w 24"/>
                <a:gd name="T9" fmla="*/ 0 h 19"/>
                <a:gd name="T10" fmla="*/ 48 w 24"/>
                <a:gd name="T11" fmla="*/ 38 h 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" h="19">
                  <a:moveTo>
                    <a:pt x="24" y="19"/>
                  </a:moveTo>
                  <a:cubicBezTo>
                    <a:pt x="0" y="19"/>
                    <a:pt x="0" y="19"/>
                    <a:pt x="0" y="19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2" y="0"/>
                    <a:pt x="6" y="0"/>
                  </a:cubicBezTo>
                  <a:cubicBezTo>
                    <a:pt x="24" y="0"/>
                    <a:pt x="24" y="0"/>
                    <a:pt x="24" y="0"/>
                  </a:cubicBezTo>
                  <a:lnTo>
                    <a:pt x="24" y="19"/>
                  </a:lnTo>
                  <a:close/>
                </a:path>
              </a:pathLst>
            </a:custGeom>
            <a:solidFill>
              <a:srgbClr val="BD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122" name="Freeform 118"/>
            <p:cNvSpPr>
              <a:spLocks noEditPoints="1"/>
            </p:cNvSpPr>
            <p:nvPr/>
          </p:nvSpPr>
          <p:spPr bwMode="auto">
            <a:xfrm>
              <a:off x="2683" y="472"/>
              <a:ext cx="52" cy="40"/>
            </a:xfrm>
            <a:custGeom>
              <a:avLst/>
              <a:gdLst>
                <a:gd name="T0" fmla="*/ 46 w 26"/>
                <a:gd name="T1" fmla="*/ 0 h 20"/>
                <a:gd name="T2" fmla="*/ 6 w 26"/>
                <a:gd name="T3" fmla="*/ 0 h 20"/>
                <a:gd name="T4" fmla="*/ 0 w 26"/>
                <a:gd name="T5" fmla="*/ 6 h 20"/>
                <a:gd name="T6" fmla="*/ 0 w 26"/>
                <a:gd name="T7" fmla="*/ 34 h 20"/>
                <a:gd name="T8" fmla="*/ 6 w 26"/>
                <a:gd name="T9" fmla="*/ 40 h 20"/>
                <a:gd name="T10" fmla="*/ 46 w 26"/>
                <a:gd name="T11" fmla="*/ 40 h 20"/>
                <a:gd name="T12" fmla="*/ 52 w 26"/>
                <a:gd name="T13" fmla="*/ 34 h 20"/>
                <a:gd name="T14" fmla="*/ 52 w 26"/>
                <a:gd name="T15" fmla="*/ 8 h 20"/>
                <a:gd name="T16" fmla="*/ 46 w 26"/>
                <a:gd name="T17" fmla="*/ 0 h 20"/>
                <a:gd name="T18" fmla="*/ 8 w 26"/>
                <a:gd name="T19" fmla="*/ 4 h 20"/>
                <a:gd name="T20" fmla="*/ 42 w 26"/>
                <a:gd name="T21" fmla="*/ 4 h 20"/>
                <a:gd name="T22" fmla="*/ 48 w 26"/>
                <a:gd name="T23" fmla="*/ 10 h 20"/>
                <a:gd name="T24" fmla="*/ 48 w 26"/>
                <a:gd name="T25" fmla="*/ 32 h 20"/>
                <a:gd name="T26" fmla="*/ 42 w 26"/>
                <a:gd name="T27" fmla="*/ 38 h 20"/>
                <a:gd name="T28" fmla="*/ 8 w 26"/>
                <a:gd name="T29" fmla="*/ 38 h 20"/>
                <a:gd name="T30" fmla="*/ 2 w 26"/>
                <a:gd name="T31" fmla="*/ 32 h 20"/>
                <a:gd name="T32" fmla="*/ 2 w 26"/>
                <a:gd name="T33" fmla="*/ 10 h 20"/>
                <a:gd name="T34" fmla="*/ 8 w 26"/>
                <a:gd name="T35" fmla="*/ 4 h 2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6" h="20">
                  <a:moveTo>
                    <a:pt x="23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9"/>
                    <a:pt x="1" y="20"/>
                    <a:pt x="3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5" y="20"/>
                    <a:pt x="26" y="19"/>
                    <a:pt x="26" y="17"/>
                  </a:cubicBezTo>
                  <a:cubicBezTo>
                    <a:pt x="26" y="4"/>
                    <a:pt x="26" y="4"/>
                    <a:pt x="26" y="4"/>
                  </a:cubicBezTo>
                  <a:cubicBezTo>
                    <a:pt x="26" y="2"/>
                    <a:pt x="25" y="0"/>
                    <a:pt x="23" y="0"/>
                  </a:cubicBezTo>
                  <a:close/>
                  <a:moveTo>
                    <a:pt x="4" y="2"/>
                  </a:moveTo>
                  <a:cubicBezTo>
                    <a:pt x="21" y="2"/>
                    <a:pt x="21" y="2"/>
                    <a:pt x="21" y="2"/>
                  </a:cubicBezTo>
                  <a:cubicBezTo>
                    <a:pt x="23" y="2"/>
                    <a:pt x="24" y="3"/>
                    <a:pt x="24" y="5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8"/>
                    <a:pt x="23" y="19"/>
                    <a:pt x="21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3" y="19"/>
                    <a:pt x="1" y="18"/>
                    <a:pt x="1" y="16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3"/>
                    <a:pt x="3" y="2"/>
                    <a:pt x="4" y="2"/>
                  </a:cubicBezTo>
                  <a:close/>
                </a:path>
              </a:pathLst>
            </a:custGeom>
            <a:solidFill>
              <a:srgbClr val="8781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123" name="Freeform 119"/>
            <p:cNvSpPr>
              <a:spLocks/>
            </p:cNvSpPr>
            <p:nvPr/>
          </p:nvSpPr>
          <p:spPr bwMode="auto">
            <a:xfrm>
              <a:off x="2759" y="474"/>
              <a:ext cx="49" cy="38"/>
            </a:xfrm>
            <a:custGeom>
              <a:avLst/>
              <a:gdLst>
                <a:gd name="T0" fmla="*/ 49 w 25"/>
                <a:gd name="T1" fmla="*/ 38 h 19"/>
                <a:gd name="T2" fmla="*/ 0 w 25"/>
                <a:gd name="T3" fmla="*/ 38 h 19"/>
                <a:gd name="T4" fmla="*/ 2 w 25"/>
                <a:gd name="T5" fmla="*/ 12 h 19"/>
                <a:gd name="T6" fmla="*/ 12 w 25"/>
                <a:gd name="T7" fmla="*/ 0 h 19"/>
                <a:gd name="T8" fmla="*/ 49 w 25"/>
                <a:gd name="T9" fmla="*/ 0 h 19"/>
                <a:gd name="T10" fmla="*/ 49 w 25"/>
                <a:gd name="T11" fmla="*/ 38 h 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19">
                  <a:moveTo>
                    <a:pt x="25" y="19"/>
                  </a:moveTo>
                  <a:cubicBezTo>
                    <a:pt x="0" y="19"/>
                    <a:pt x="0" y="19"/>
                    <a:pt x="0" y="19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3"/>
                    <a:pt x="3" y="0"/>
                    <a:pt x="6" y="0"/>
                  </a:cubicBezTo>
                  <a:cubicBezTo>
                    <a:pt x="25" y="0"/>
                    <a:pt x="25" y="0"/>
                    <a:pt x="25" y="0"/>
                  </a:cubicBezTo>
                  <a:lnTo>
                    <a:pt x="25" y="19"/>
                  </a:lnTo>
                  <a:close/>
                </a:path>
              </a:pathLst>
            </a:custGeom>
            <a:solidFill>
              <a:srgbClr val="BD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124" name="Freeform 120"/>
            <p:cNvSpPr>
              <a:spLocks noEditPoints="1"/>
            </p:cNvSpPr>
            <p:nvPr/>
          </p:nvSpPr>
          <p:spPr bwMode="auto">
            <a:xfrm>
              <a:off x="2759" y="472"/>
              <a:ext cx="51" cy="42"/>
            </a:xfrm>
            <a:custGeom>
              <a:avLst/>
              <a:gdLst>
                <a:gd name="T0" fmla="*/ 45 w 26"/>
                <a:gd name="T1" fmla="*/ 0 h 21"/>
                <a:gd name="T2" fmla="*/ 6 w 26"/>
                <a:gd name="T3" fmla="*/ 0 h 21"/>
                <a:gd name="T4" fmla="*/ 0 w 26"/>
                <a:gd name="T5" fmla="*/ 8 h 21"/>
                <a:gd name="T6" fmla="*/ 0 w 26"/>
                <a:gd name="T7" fmla="*/ 34 h 21"/>
                <a:gd name="T8" fmla="*/ 6 w 26"/>
                <a:gd name="T9" fmla="*/ 40 h 21"/>
                <a:gd name="T10" fmla="*/ 45 w 26"/>
                <a:gd name="T11" fmla="*/ 42 h 21"/>
                <a:gd name="T12" fmla="*/ 51 w 26"/>
                <a:gd name="T13" fmla="*/ 34 h 21"/>
                <a:gd name="T14" fmla="*/ 51 w 26"/>
                <a:gd name="T15" fmla="*/ 8 h 21"/>
                <a:gd name="T16" fmla="*/ 45 w 26"/>
                <a:gd name="T17" fmla="*/ 0 h 21"/>
                <a:gd name="T18" fmla="*/ 8 w 26"/>
                <a:gd name="T19" fmla="*/ 4 h 21"/>
                <a:gd name="T20" fmla="*/ 41 w 26"/>
                <a:gd name="T21" fmla="*/ 4 h 21"/>
                <a:gd name="T22" fmla="*/ 47 w 26"/>
                <a:gd name="T23" fmla="*/ 12 h 21"/>
                <a:gd name="T24" fmla="*/ 47 w 26"/>
                <a:gd name="T25" fmla="*/ 32 h 21"/>
                <a:gd name="T26" fmla="*/ 41 w 26"/>
                <a:gd name="T27" fmla="*/ 40 h 21"/>
                <a:gd name="T28" fmla="*/ 8 w 26"/>
                <a:gd name="T29" fmla="*/ 38 h 21"/>
                <a:gd name="T30" fmla="*/ 2 w 26"/>
                <a:gd name="T31" fmla="*/ 32 h 21"/>
                <a:gd name="T32" fmla="*/ 2 w 26"/>
                <a:gd name="T33" fmla="*/ 10 h 21"/>
                <a:gd name="T34" fmla="*/ 8 w 26"/>
                <a:gd name="T35" fmla="*/ 4 h 2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6" h="21">
                  <a:moveTo>
                    <a:pt x="23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2"/>
                    <a:pt x="0" y="4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9"/>
                    <a:pt x="1" y="20"/>
                    <a:pt x="3" y="20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5" y="21"/>
                    <a:pt x="26" y="19"/>
                    <a:pt x="26" y="17"/>
                  </a:cubicBezTo>
                  <a:cubicBezTo>
                    <a:pt x="26" y="4"/>
                    <a:pt x="26" y="4"/>
                    <a:pt x="26" y="4"/>
                  </a:cubicBezTo>
                  <a:cubicBezTo>
                    <a:pt x="26" y="2"/>
                    <a:pt x="25" y="0"/>
                    <a:pt x="23" y="0"/>
                  </a:cubicBezTo>
                  <a:close/>
                  <a:moveTo>
                    <a:pt x="4" y="2"/>
                  </a:moveTo>
                  <a:cubicBezTo>
                    <a:pt x="21" y="2"/>
                    <a:pt x="21" y="2"/>
                    <a:pt x="21" y="2"/>
                  </a:cubicBezTo>
                  <a:cubicBezTo>
                    <a:pt x="23" y="2"/>
                    <a:pt x="24" y="4"/>
                    <a:pt x="24" y="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8"/>
                    <a:pt x="23" y="20"/>
                    <a:pt x="21" y="20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2" y="19"/>
                    <a:pt x="1" y="18"/>
                    <a:pt x="1" y="16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3"/>
                    <a:pt x="3" y="2"/>
                    <a:pt x="4" y="2"/>
                  </a:cubicBezTo>
                  <a:close/>
                </a:path>
              </a:pathLst>
            </a:custGeom>
            <a:solidFill>
              <a:srgbClr val="8781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125" name="Freeform 121"/>
            <p:cNvSpPr>
              <a:spLocks/>
            </p:cNvSpPr>
            <p:nvPr/>
          </p:nvSpPr>
          <p:spPr bwMode="auto">
            <a:xfrm>
              <a:off x="2834" y="474"/>
              <a:ext cx="50" cy="38"/>
            </a:xfrm>
            <a:custGeom>
              <a:avLst/>
              <a:gdLst>
                <a:gd name="T0" fmla="*/ 50 w 25"/>
                <a:gd name="T1" fmla="*/ 38 h 19"/>
                <a:gd name="T2" fmla="*/ 0 w 25"/>
                <a:gd name="T3" fmla="*/ 38 h 19"/>
                <a:gd name="T4" fmla="*/ 0 w 25"/>
                <a:gd name="T5" fmla="*/ 12 h 19"/>
                <a:gd name="T6" fmla="*/ 12 w 25"/>
                <a:gd name="T7" fmla="*/ 0 h 19"/>
                <a:gd name="T8" fmla="*/ 50 w 25"/>
                <a:gd name="T9" fmla="*/ 2 h 19"/>
                <a:gd name="T10" fmla="*/ 50 w 25"/>
                <a:gd name="T11" fmla="*/ 38 h 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19">
                  <a:moveTo>
                    <a:pt x="25" y="19"/>
                  </a:moveTo>
                  <a:cubicBezTo>
                    <a:pt x="0" y="19"/>
                    <a:pt x="0" y="19"/>
                    <a:pt x="0" y="19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25" y="1"/>
                    <a:pt x="25" y="1"/>
                    <a:pt x="25" y="1"/>
                  </a:cubicBezTo>
                  <a:lnTo>
                    <a:pt x="25" y="19"/>
                  </a:lnTo>
                  <a:close/>
                </a:path>
              </a:pathLst>
            </a:custGeom>
            <a:solidFill>
              <a:srgbClr val="BD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126" name="Freeform 122"/>
            <p:cNvSpPr>
              <a:spLocks noEditPoints="1"/>
            </p:cNvSpPr>
            <p:nvPr/>
          </p:nvSpPr>
          <p:spPr bwMode="auto">
            <a:xfrm>
              <a:off x="2834" y="474"/>
              <a:ext cx="52" cy="40"/>
            </a:xfrm>
            <a:custGeom>
              <a:avLst/>
              <a:gdLst>
                <a:gd name="T0" fmla="*/ 46 w 26"/>
                <a:gd name="T1" fmla="*/ 0 h 20"/>
                <a:gd name="T2" fmla="*/ 6 w 26"/>
                <a:gd name="T3" fmla="*/ 0 h 20"/>
                <a:gd name="T4" fmla="*/ 0 w 26"/>
                <a:gd name="T5" fmla="*/ 6 h 20"/>
                <a:gd name="T6" fmla="*/ 0 w 26"/>
                <a:gd name="T7" fmla="*/ 32 h 20"/>
                <a:gd name="T8" fmla="*/ 4 w 26"/>
                <a:gd name="T9" fmla="*/ 40 h 20"/>
                <a:gd name="T10" fmla="*/ 46 w 26"/>
                <a:gd name="T11" fmla="*/ 40 h 20"/>
                <a:gd name="T12" fmla="*/ 52 w 26"/>
                <a:gd name="T13" fmla="*/ 34 h 20"/>
                <a:gd name="T14" fmla="*/ 52 w 26"/>
                <a:gd name="T15" fmla="*/ 6 h 20"/>
                <a:gd name="T16" fmla="*/ 46 w 26"/>
                <a:gd name="T17" fmla="*/ 0 h 20"/>
                <a:gd name="T18" fmla="*/ 8 w 26"/>
                <a:gd name="T19" fmla="*/ 2 h 20"/>
                <a:gd name="T20" fmla="*/ 42 w 26"/>
                <a:gd name="T21" fmla="*/ 2 h 20"/>
                <a:gd name="T22" fmla="*/ 48 w 26"/>
                <a:gd name="T23" fmla="*/ 10 h 20"/>
                <a:gd name="T24" fmla="*/ 48 w 26"/>
                <a:gd name="T25" fmla="*/ 30 h 20"/>
                <a:gd name="T26" fmla="*/ 42 w 26"/>
                <a:gd name="T27" fmla="*/ 38 h 20"/>
                <a:gd name="T28" fmla="*/ 8 w 26"/>
                <a:gd name="T29" fmla="*/ 38 h 20"/>
                <a:gd name="T30" fmla="*/ 2 w 26"/>
                <a:gd name="T31" fmla="*/ 30 h 20"/>
                <a:gd name="T32" fmla="*/ 2 w 26"/>
                <a:gd name="T33" fmla="*/ 10 h 20"/>
                <a:gd name="T34" fmla="*/ 8 w 26"/>
                <a:gd name="T35" fmla="*/ 2 h 2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6" h="20">
                  <a:moveTo>
                    <a:pt x="23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8"/>
                    <a:pt x="1" y="20"/>
                    <a:pt x="2" y="20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5" y="20"/>
                    <a:pt x="26" y="18"/>
                    <a:pt x="26" y="17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6" y="1"/>
                    <a:pt x="25" y="0"/>
                    <a:pt x="23" y="0"/>
                  </a:cubicBezTo>
                  <a:close/>
                  <a:moveTo>
                    <a:pt x="4" y="1"/>
                  </a:moveTo>
                  <a:cubicBezTo>
                    <a:pt x="21" y="1"/>
                    <a:pt x="21" y="1"/>
                    <a:pt x="21" y="1"/>
                  </a:cubicBezTo>
                  <a:cubicBezTo>
                    <a:pt x="23" y="1"/>
                    <a:pt x="24" y="3"/>
                    <a:pt x="24" y="5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4" y="17"/>
                    <a:pt x="22" y="19"/>
                    <a:pt x="21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2" y="19"/>
                    <a:pt x="1" y="17"/>
                    <a:pt x="1" y="1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3"/>
                    <a:pt x="2" y="1"/>
                    <a:pt x="4" y="1"/>
                  </a:cubicBezTo>
                  <a:close/>
                </a:path>
              </a:pathLst>
            </a:custGeom>
            <a:solidFill>
              <a:srgbClr val="8781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127" name="Freeform 123"/>
            <p:cNvSpPr>
              <a:spLocks/>
            </p:cNvSpPr>
            <p:nvPr/>
          </p:nvSpPr>
          <p:spPr bwMode="auto">
            <a:xfrm>
              <a:off x="2909" y="476"/>
              <a:ext cx="50" cy="38"/>
            </a:xfrm>
            <a:custGeom>
              <a:avLst/>
              <a:gdLst>
                <a:gd name="T0" fmla="*/ 50 w 25"/>
                <a:gd name="T1" fmla="*/ 38 h 19"/>
                <a:gd name="T2" fmla="*/ 0 w 25"/>
                <a:gd name="T3" fmla="*/ 38 h 19"/>
                <a:gd name="T4" fmla="*/ 0 w 25"/>
                <a:gd name="T5" fmla="*/ 10 h 19"/>
                <a:gd name="T6" fmla="*/ 12 w 25"/>
                <a:gd name="T7" fmla="*/ 0 h 19"/>
                <a:gd name="T8" fmla="*/ 50 w 25"/>
                <a:gd name="T9" fmla="*/ 0 h 19"/>
                <a:gd name="T10" fmla="*/ 50 w 25"/>
                <a:gd name="T11" fmla="*/ 38 h 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19">
                  <a:moveTo>
                    <a:pt x="25" y="19"/>
                  </a:moveTo>
                  <a:cubicBezTo>
                    <a:pt x="0" y="19"/>
                    <a:pt x="0" y="19"/>
                    <a:pt x="0" y="19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25" y="0"/>
                    <a:pt x="25" y="0"/>
                    <a:pt x="25" y="0"/>
                  </a:cubicBezTo>
                  <a:lnTo>
                    <a:pt x="25" y="19"/>
                  </a:lnTo>
                  <a:close/>
                </a:path>
              </a:pathLst>
            </a:custGeom>
            <a:solidFill>
              <a:srgbClr val="BD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128" name="Freeform 124"/>
            <p:cNvSpPr>
              <a:spLocks noEditPoints="1"/>
            </p:cNvSpPr>
            <p:nvPr/>
          </p:nvSpPr>
          <p:spPr bwMode="auto">
            <a:xfrm>
              <a:off x="2907" y="474"/>
              <a:ext cx="54" cy="40"/>
            </a:xfrm>
            <a:custGeom>
              <a:avLst/>
              <a:gdLst>
                <a:gd name="T0" fmla="*/ 48 w 27"/>
                <a:gd name="T1" fmla="*/ 0 h 20"/>
                <a:gd name="T2" fmla="*/ 6 w 27"/>
                <a:gd name="T3" fmla="*/ 0 h 20"/>
                <a:gd name="T4" fmla="*/ 2 w 27"/>
                <a:gd name="T5" fmla="*/ 6 h 20"/>
                <a:gd name="T6" fmla="*/ 0 w 27"/>
                <a:gd name="T7" fmla="*/ 34 h 20"/>
                <a:gd name="T8" fmla="*/ 6 w 27"/>
                <a:gd name="T9" fmla="*/ 40 h 20"/>
                <a:gd name="T10" fmla="*/ 48 w 27"/>
                <a:gd name="T11" fmla="*/ 40 h 20"/>
                <a:gd name="T12" fmla="*/ 54 w 27"/>
                <a:gd name="T13" fmla="*/ 34 h 20"/>
                <a:gd name="T14" fmla="*/ 54 w 27"/>
                <a:gd name="T15" fmla="*/ 6 h 20"/>
                <a:gd name="T16" fmla="*/ 48 w 27"/>
                <a:gd name="T17" fmla="*/ 0 h 20"/>
                <a:gd name="T18" fmla="*/ 10 w 27"/>
                <a:gd name="T19" fmla="*/ 4 h 20"/>
                <a:gd name="T20" fmla="*/ 44 w 27"/>
                <a:gd name="T21" fmla="*/ 4 h 20"/>
                <a:gd name="T22" fmla="*/ 50 w 27"/>
                <a:gd name="T23" fmla="*/ 10 h 20"/>
                <a:gd name="T24" fmla="*/ 50 w 27"/>
                <a:gd name="T25" fmla="*/ 32 h 20"/>
                <a:gd name="T26" fmla="*/ 44 w 27"/>
                <a:gd name="T27" fmla="*/ 38 h 20"/>
                <a:gd name="T28" fmla="*/ 10 w 27"/>
                <a:gd name="T29" fmla="*/ 38 h 20"/>
                <a:gd name="T30" fmla="*/ 4 w 27"/>
                <a:gd name="T31" fmla="*/ 32 h 20"/>
                <a:gd name="T32" fmla="*/ 4 w 27"/>
                <a:gd name="T33" fmla="*/ 10 h 20"/>
                <a:gd name="T34" fmla="*/ 10 w 27"/>
                <a:gd name="T35" fmla="*/ 4 h 2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7" h="20">
                  <a:moveTo>
                    <a:pt x="24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1" y="1"/>
                    <a:pt x="1" y="3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9"/>
                    <a:pt x="2" y="20"/>
                    <a:pt x="3" y="20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5" y="20"/>
                    <a:pt x="27" y="19"/>
                    <a:pt x="27" y="17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7" y="2"/>
                    <a:pt x="26" y="0"/>
                    <a:pt x="24" y="0"/>
                  </a:cubicBezTo>
                  <a:close/>
                  <a:moveTo>
                    <a:pt x="5" y="2"/>
                  </a:moveTo>
                  <a:cubicBezTo>
                    <a:pt x="22" y="2"/>
                    <a:pt x="22" y="2"/>
                    <a:pt x="22" y="2"/>
                  </a:cubicBezTo>
                  <a:cubicBezTo>
                    <a:pt x="23" y="2"/>
                    <a:pt x="25" y="3"/>
                    <a:pt x="25" y="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8"/>
                    <a:pt x="23" y="19"/>
                    <a:pt x="22" y="19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3" y="19"/>
                    <a:pt x="2" y="17"/>
                    <a:pt x="2" y="16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3"/>
                    <a:pt x="3" y="1"/>
                    <a:pt x="5" y="2"/>
                  </a:cubicBezTo>
                  <a:close/>
                </a:path>
              </a:pathLst>
            </a:custGeom>
            <a:solidFill>
              <a:srgbClr val="8781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129" name="Freeform 125"/>
            <p:cNvSpPr>
              <a:spLocks/>
            </p:cNvSpPr>
            <p:nvPr/>
          </p:nvSpPr>
          <p:spPr bwMode="auto">
            <a:xfrm>
              <a:off x="2985" y="476"/>
              <a:ext cx="49" cy="38"/>
            </a:xfrm>
            <a:custGeom>
              <a:avLst/>
              <a:gdLst>
                <a:gd name="T0" fmla="*/ 47 w 25"/>
                <a:gd name="T1" fmla="*/ 38 h 19"/>
                <a:gd name="T2" fmla="*/ 0 w 25"/>
                <a:gd name="T3" fmla="*/ 38 h 19"/>
                <a:gd name="T4" fmla="*/ 0 w 25"/>
                <a:gd name="T5" fmla="*/ 12 h 19"/>
                <a:gd name="T6" fmla="*/ 12 w 25"/>
                <a:gd name="T7" fmla="*/ 0 h 19"/>
                <a:gd name="T8" fmla="*/ 49 w 25"/>
                <a:gd name="T9" fmla="*/ 0 h 19"/>
                <a:gd name="T10" fmla="*/ 47 w 25"/>
                <a:gd name="T11" fmla="*/ 38 h 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19">
                  <a:moveTo>
                    <a:pt x="24" y="19"/>
                  </a:moveTo>
                  <a:cubicBezTo>
                    <a:pt x="0" y="19"/>
                    <a:pt x="0" y="19"/>
                    <a:pt x="0" y="19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25" y="0"/>
                    <a:pt x="25" y="0"/>
                    <a:pt x="25" y="0"/>
                  </a:cubicBezTo>
                  <a:lnTo>
                    <a:pt x="24" y="19"/>
                  </a:lnTo>
                  <a:close/>
                </a:path>
              </a:pathLst>
            </a:custGeom>
            <a:solidFill>
              <a:srgbClr val="BD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130" name="Freeform 126"/>
            <p:cNvSpPr>
              <a:spLocks noEditPoints="1"/>
            </p:cNvSpPr>
            <p:nvPr/>
          </p:nvSpPr>
          <p:spPr bwMode="auto">
            <a:xfrm>
              <a:off x="2983" y="474"/>
              <a:ext cx="53" cy="42"/>
            </a:xfrm>
            <a:custGeom>
              <a:avLst/>
              <a:gdLst>
                <a:gd name="T0" fmla="*/ 47 w 27"/>
                <a:gd name="T1" fmla="*/ 0 h 21"/>
                <a:gd name="T2" fmla="*/ 6 w 27"/>
                <a:gd name="T3" fmla="*/ 0 h 21"/>
                <a:gd name="T4" fmla="*/ 0 w 27"/>
                <a:gd name="T5" fmla="*/ 8 h 21"/>
                <a:gd name="T6" fmla="*/ 0 w 27"/>
                <a:gd name="T7" fmla="*/ 34 h 21"/>
                <a:gd name="T8" fmla="*/ 6 w 27"/>
                <a:gd name="T9" fmla="*/ 40 h 21"/>
                <a:gd name="T10" fmla="*/ 47 w 27"/>
                <a:gd name="T11" fmla="*/ 42 h 21"/>
                <a:gd name="T12" fmla="*/ 53 w 27"/>
                <a:gd name="T13" fmla="*/ 34 h 21"/>
                <a:gd name="T14" fmla="*/ 53 w 27"/>
                <a:gd name="T15" fmla="*/ 8 h 21"/>
                <a:gd name="T16" fmla="*/ 47 w 27"/>
                <a:gd name="T17" fmla="*/ 0 h 21"/>
                <a:gd name="T18" fmla="*/ 10 w 27"/>
                <a:gd name="T19" fmla="*/ 4 h 21"/>
                <a:gd name="T20" fmla="*/ 43 w 27"/>
                <a:gd name="T21" fmla="*/ 4 h 21"/>
                <a:gd name="T22" fmla="*/ 49 w 27"/>
                <a:gd name="T23" fmla="*/ 10 h 21"/>
                <a:gd name="T24" fmla="*/ 47 w 27"/>
                <a:gd name="T25" fmla="*/ 32 h 21"/>
                <a:gd name="T26" fmla="*/ 43 w 27"/>
                <a:gd name="T27" fmla="*/ 38 h 21"/>
                <a:gd name="T28" fmla="*/ 10 w 27"/>
                <a:gd name="T29" fmla="*/ 38 h 21"/>
                <a:gd name="T30" fmla="*/ 4 w 27"/>
                <a:gd name="T31" fmla="*/ 32 h 21"/>
                <a:gd name="T32" fmla="*/ 4 w 27"/>
                <a:gd name="T33" fmla="*/ 10 h 21"/>
                <a:gd name="T34" fmla="*/ 10 w 27"/>
                <a:gd name="T35" fmla="*/ 4 h 2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7" h="21">
                  <a:moveTo>
                    <a:pt x="24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9"/>
                    <a:pt x="2" y="20"/>
                    <a:pt x="3" y="20"/>
                  </a:cubicBezTo>
                  <a:cubicBezTo>
                    <a:pt x="24" y="21"/>
                    <a:pt x="24" y="21"/>
                    <a:pt x="24" y="21"/>
                  </a:cubicBezTo>
                  <a:cubicBezTo>
                    <a:pt x="25" y="21"/>
                    <a:pt x="27" y="19"/>
                    <a:pt x="27" y="17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27" y="2"/>
                    <a:pt x="25" y="0"/>
                    <a:pt x="24" y="0"/>
                  </a:cubicBezTo>
                  <a:close/>
                  <a:moveTo>
                    <a:pt x="5" y="2"/>
                  </a:moveTo>
                  <a:cubicBezTo>
                    <a:pt x="22" y="2"/>
                    <a:pt x="22" y="2"/>
                    <a:pt x="22" y="2"/>
                  </a:cubicBezTo>
                  <a:cubicBezTo>
                    <a:pt x="23" y="2"/>
                    <a:pt x="25" y="4"/>
                    <a:pt x="25" y="5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18"/>
                    <a:pt x="23" y="19"/>
                    <a:pt x="22" y="19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3" y="19"/>
                    <a:pt x="2" y="18"/>
                    <a:pt x="2" y="16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3"/>
                    <a:pt x="3" y="2"/>
                    <a:pt x="5" y="2"/>
                  </a:cubicBezTo>
                  <a:close/>
                </a:path>
              </a:pathLst>
            </a:custGeom>
            <a:solidFill>
              <a:srgbClr val="8781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131" name="Freeform 159"/>
            <p:cNvSpPr>
              <a:spLocks noEditPoints="1"/>
            </p:cNvSpPr>
            <p:nvPr/>
          </p:nvSpPr>
          <p:spPr bwMode="auto">
            <a:xfrm>
              <a:off x="2628" y="597"/>
              <a:ext cx="32" cy="4"/>
            </a:xfrm>
            <a:custGeom>
              <a:avLst/>
              <a:gdLst>
                <a:gd name="T0" fmla="*/ 0 w 16"/>
                <a:gd name="T1" fmla="*/ 0 h 2"/>
                <a:gd name="T2" fmla="*/ 0 w 16"/>
                <a:gd name="T3" fmla="*/ 0 h 2"/>
                <a:gd name="T4" fmla="*/ 0 w 16"/>
                <a:gd name="T5" fmla="*/ 2 h 2"/>
                <a:gd name="T6" fmla="*/ 0 w 16"/>
                <a:gd name="T7" fmla="*/ 0 h 2"/>
                <a:gd name="T8" fmla="*/ 32 w 16"/>
                <a:gd name="T9" fmla="*/ 0 h 2"/>
                <a:gd name="T10" fmla="*/ 32 w 16"/>
                <a:gd name="T11" fmla="*/ 0 h 2"/>
                <a:gd name="T12" fmla="*/ 32 w 16"/>
                <a:gd name="T13" fmla="*/ 2 h 2"/>
                <a:gd name="T14" fmla="*/ 0 w 16"/>
                <a:gd name="T15" fmla="*/ 2 h 2"/>
                <a:gd name="T16" fmla="*/ 0 w 16"/>
                <a:gd name="T17" fmla="*/ 4 h 2"/>
                <a:gd name="T18" fmla="*/ 32 w 16"/>
                <a:gd name="T19" fmla="*/ 4 h 2"/>
                <a:gd name="T20" fmla="*/ 32 w 16"/>
                <a:gd name="T21" fmla="*/ 0 h 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6" h="2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16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6" y="0"/>
                    <a:pt x="16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6" y="0"/>
                    <a:pt x="16" y="0"/>
                    <a:pt x="16" y="0"/>
                  </a:cubicBezTo>
                </a:path>
              </a:pathLst>
            </a:custGeom>
            <a:solidFill>
              <a:srgbClr val="FCBD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132" name="Freeform 160"/>
            <p:cNvSpPr>
              <a:spLocks/>
            </p:cNvSpPr>
            <p:nvPr/>
          </p:nvSpPr>
          <p:spPr bwMode="auto">
            <a:xfrm>
              <a:off x="2628" y="597"/>
              <a:ext cx="32" cy="2"/>
            </a:xfrm>
            <a:custGeom>
              <a:avLst/>
              <a:gdLst>
                <a:gd name="T0" fmla="*/ 32 w 16"/>
                <a:gd name="T1" fmla="*/ 0 h 1"/>
                <a:gd name="T2" fmla="*/ 0 w 16"/>
                <a:gd name="T3" fmla="*/ 0 h 1"/>
                <a:gd name="T4" fmla="*/ 0 w 16"/>
                <a:gd name="T5" fmla="*/ 2 h 1"/>
                <a:gd name="T6" fmla="*/ 0 w 16"/>
                <a:gd name="T7" fmla="*/ 2 h 1"/>
                <a:gd name="T8" fmla="*/ 32 w 16"/>
                <a:gd name="T9" fmla="*/ 2 h 1"/>
                <a:gd name="T10" fmla="*/ 32 w 16"/>
                <a:gd name="T11" fmla="*/ 0 h 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0"/>
                    <a:pt x="16" y="0"/>
                    <a:pt x="16" y="0"/>
                  </a:cubicBezTo>
                </a:path>
              </a:pathLst>
            </a:custGeom>
            <a:solidFill>
              <a:srgbClr val="F9DA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33" name="Group 199"/>
          <p:cNvGrpSpPr>
            <a:grpSpLocks/>
          </p:cNvGrpSpPr>
          <p:nvPr userDrawn="1"/>
        </p:nvGrpSpPr>
        <p:grpSpPr bwMode="auto">
          <a:xfrm rot="10800000">
            <a:off x="2675467" y="2007659"/>
            <a:ext cx="670984" cy="1892300"/>
            <a:chOff x="2200" y="531"/>
            <a:chExt cx="317" cy="894"/>
          </a:xfrm>
        </p:grpSpPr>
        <p:grpSp>
          <p:nvGrpSpPr>
            <p:cNvPr id="134" name="Group 178"/>
            <p:cNvGrpSpPr>
              <a:grpSpLocks/>
            </p:cNvGrpSpPr>
            <p:nvPr/>
          </p:nvGrpSpPr>
          <p:grpSpPr bwMode="auto">
            <a:xfrm>
              <a:off x="2200" y="531"/>
              <a:ext cx="317" cy="894"/>
              <a:chOff x="2196" y="530"/>
              <a:chExt cx="317" cy="894"/>
            </a:xfrm>
          </p:grpSpPr>
          <p:sp>
            <p:nvSpPr>
              <p:cNvPr id="144" name="Freeform 10"/>
              <p:cNvSpPr>
                <a:spLocks/>
              </p:cNvSpPr>
              <p:nvPr/>
            </p:nvSpPr>
            <p:spPr bwMode="auto">
              <a:xfrm>
                <a:off x="2210" y="1049"/>
                <a:ext cx="188" cy="375"/>
              </a:xfrm>
              <a:custGeom>
                <a:avLst/>
                <a:gdLst>
                  <a:gd name="T0" fmla="*/ 8 w 95"/>
                  <a:gd name="T1" fmla="*/ 0 h 189"/>
                  <a:gd name="T2" fmla="*/ 0 w 95"/>
                  <a:gd name="T3" fmla="*/ 300 h 189"/>
                  <a:gd name="T4" fmla="*/ 178 w 95"/>
                  <a:gd name="T5" fmla="*/ 375 h 189"/>
                  <a:gd name="T6" fmla="*/ 188 w 95"/>
                  <a:gd name="T7" fmla="*/ 6 h 189"/>
                  <a:gd name="T8" fmla="*/ 8 w 95"/>
                  <a:gd name="T9" fmla="*/ 0 h 1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5" h="189">
                    <a:moveTo>
                      <a:pt x="4" y="0"/>
                    </a:moveTo>
                    <a:cubicBezTo>
                      <a:pt x="0" y="151"/>
                      <a:pt x="0" y="151"/>
                      <a:pt x="0" y="151"/>
                    </a:cubicBezTo>
                    <a:cubicBezTo>
                      <a:pt x="28" y="168"/>
                      <a:pt x="58" y="181"/>
                      <a:pt x="90" y="189"/>
                    </a:cubicBezTo>
                    <a:cubicBezTo>
                      <a:pt x="95" y="3"/>
                      <a:pt x="95" y="3"/>
                      <a:pt x="95" y="3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914400"/>
                <a:endParaRPr lang="zh-CN" altLang="en-US" sz="2400">
                  <a:solidFill>
                    <a:prstClr val="black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45" name="Freeform 12"/>
              <p:cNvSpPr>
                <a:spLocks/>
              </p:cNvSpPr>
              <p:nvPr/>
            </p:nvSpPr>
            <p:spPr bwMode="auto">
              <a:xfrm>
                <a:off x="2299" y="1053"/>
                <a:ext cx="99" cy="371"/>
              </a:xfrm>
              <a:custGeom>
                <a:avLst/>
                <a:gdLst>
                  <a:gd name="T0" fmla="*/ 10 w 50"/>
                  <a:gd name="T1" fmla="*/ 0 h 187"/>
                  <a:gd name="T2" fmla="*/ 0 w 50"/>
                  <a:gd name="T3" fmla="*/ 341 h 187"/>
                  <a:gd name="T4" fmla="*/ 89 w 50"/>
                  <a:gd name="T5" fmla="*/ 371 h 187"/>
                  <a:gd name="T6" fmla="*/ 99 w 50"/>
                  <a:gd name="T7" fmla="*/ 2 h 187"/>
                  <a:gd name="T8" fmla="*/ 10 w 50"/>
                  <a:gd name="T9" fmla="*/ 0 h 18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0" h="187">
                    <a:moveTo>
                      <a:pt x="5" y="0"/>
                    </a:moveTo>
                    <a:cubicBezTo>
                      <a:pt x="0" y="172"/>
                      <a:pt x="0" y="172"/>
                      <a:pt x="0" y="172"/>
                    </a:cubicBezTo>
                    <a:cubicBezTo>
                      <a:pt x="14" y="178"/>
                      <a:pt x="29" y="183"/>
                      <a:pt x="45" y="187"/>
                    </a:cubicBezTo>
                    <a:cubicBezTo>
                      <a:pt x="50" y="1"/>
                      <a:pt x="50" y="1"/>
                      <a:pt x="50" y="1"/>
                    </a:cubicBezTo>
                    <a:lnTo>
                      <a:pt x="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914400"/>
                <a:endParaRPr lang="zh-CN" altLang="en-US" sz="2400">
                  <a:solidFill>
                    <a:prstClr val="black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46" name="Freeform 127"/>
              <p:cNvSpPr>
                <a:spLocks/>
              </p:cNvSpPr>
              <p:nvPr/>
            </p:nvSpPr>
            <p:spPr bwMode="auto">
              <a:xfrm>
                <a:off x="2352" y="754"/>
                <a:ext cx="161" cy="210"/>
              </a:xfrm>
              <a:custGeom>
                <a:avLst/>
                <a:gdLst>
                  <a:gd name="T0" fmla="*/ 149 w 81"/>
                  <a:gd name="T1" fmla="*/ 16 h 106"/>
                  <a:gd name="T2" fmla="*/ 147 w 81"/>
                  <a:gd name="T3" fmla="*/ 57 h 106"/>
                  <a:gd name="T4" fmla="*/ 74 w 81"/>
                  <a:gd name="T5" fmla="*/ 178 h 106"/>
                  <a:gd name="T6" fmla="*/ 28 w 81"/>
                  <a:gd name="T7" fmla="*/ 200 h 106"/>
                  <a:gd name="T8" fmla="*/ 0 w 81"/>
                  <a:gd name="T9" fmla="*/ 182 h 106"/>
                  <a:gd name="T10" fmla="*/ 99 w 81"/>
                  <a:gd name="T11" fmla="*/ 24 h 106"/>
                  <a:gd name="T12" fmla="*/ 139 w 81"/>
                  <a:gd name="T13" fmla="*/ 8 h 106"/>
                  <a:gd name="T14" fmla="*/ 149 w 81"/>
                  <a:gd name="T15" fmla="*/ 16 h 10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1" h="106">
                    <a:moveTo>
                      <a:pt x="75" y="8"/>
                    </a:moveTo>
                    <a:cubicBezTo>
                      <a:pt x="81" y="12"/>
                      <a:pt x="78" y="22"/>
                      <a:pt x="74" y="29"/>
                    </a:cubicBezTo>
                    <a:cubicBezTo>
                      <a:pt x="37" y="90"/>
                      <a:pt x="37" y="90"/>
                      <a:pt x="37" y="90"/>
                    </a:cubicBezTo>
                    <a:cubicBezTo>
                      <a:pt x="31" y="100"/>
                      <a:pt x="22" y="106"/>
                      <a:pt x="14" y="101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50" y="12"/>
                      <a:pt x="50" y="12"/>
                      <a:pt x="50" y="12"/>
                    </a:cubicBezTo>
                    <a:cubicBezTo>
                      <a:pt x="54" y="5"/>
                      <a:pt x="64" y="0"/>
                      <a:pt x="70" y="4"/>
                    </a:cubicBezTo>
                    <a:lnTo>
                      <a:pt x="75" y="8"/>
                    </a:lnTo>
                    <a:close/>
                  </a:path>
                </a:pathLst>
              </a:custGeom>
              <a:solidFill>
                <a:srgbClr val="FFAB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914400"/>
                <a:endParaRPr lang="zh-CN" altLang="en-US" sz="2400">
                  <a:solidFill>
                    <a:prstClr val="black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47" name="Freeform 128"/>
              <p:cNvSpPr>
                <a:spLocks/>
              </p:cNvSpPr>
              <p:nvPr/>
            </p:nvSpPr>
            <p:spPr bwMode="auto">
              <a:xfrm>
                <a:off x="2233" y="952"/>
                <a:ext cx="149" cy="103"/>
              </a:xfrm>
              <a:custGeom>
                <a:avLst/>
                <a:gdLst>
                  <a:gd name="T0" fmla="*/ 2 w 149"/>
                  <a:gd name="T1" fmla="*/ 0 h 103"/>
                  <a:gd name="T2" fmla="*/ 149 w 149"/>
                  <a:gd name="T3" fmla="*/ 6 h 103"/>
                  <a:gd name="T4" fmla="*/ 147 w 149"/>
                  <a:gd name="T5" fmla="*/ 103 h 103"/>
                  <a:gd name="T6" fmla="*/ 0 w 149"/>
                  <a:gd name="T7" fmla="*/ 99 h 103"/>
                  <a:gd name="T8" fmla="*/ 2 w 149"/>
                  <a:gd name="T9" fmla="*/ 0 h 10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9" h="103">
                    <a:moveTo>
                      <a:pt x="2" y="0"/>
                    </a:moveTo>
                    <a:lnTo>
                      <a:pt x="149" y="6"/>
                    </a:lnTo>
                    <a:lnTo>
                      <a:pt x="147" y="103"/>
                    </a:lnTo>
                    <a:lnTo>
                      <a:pt x="0" y="99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FFCC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914400"/>
                <a:endParaRPr lang="zh-CN" altLang="en-US" sz="2400">
                  <a:solidFill>
                    <a:prstClr val="black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48" name="Freeform 129"/>
              <p:cNvSpPr>
                <a:spLocks/>
              </p:cNvSpPr>
              <p:nvPr/>
            </p:nvSpPr>
            <p:spPr bwMode="auto">
              <a:xfrm>
                <a:off x="2307" y="954"/>
                <a:ext cx="75" cy="101"/>
              </a:xfrm>
              <a:custGeom>
                <a:avLst/>
                <a:gdLst>
                  <a:gd name="T0" fmla="*/ 4 w 75"/>
                  <a:gd name="T1" fmla="*/ 0 h 101"/>
                  <a:gd name="T2" fmla="*/ 75 w 75"/>
                  <a:gd name="T3" fmla="*/ 4 h 101"/>
                  <a:gd name="T4" fmla="*/ 73 w 75"/>
                  <a:gd name="T5" fmla="*/ 101 h 101"/>
                  <a:gd name="T6" fmla="*/ 0 w 75"/>
                  <a:gd name="T7" fmla="*/ 99 h 101"/>
                  <a:gd name="T8" fmla="*/ 4 w 75"/>
                  <a:gd name="T9" fmla="*/ 0 h 10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5" h="101">
                    <a:moveTo>
                      <a:pt x="4" y="0"/>
                    </a:moveTo>
                    <a:lnTo>
                      <a:pt x="75" y="4"/>
                    </a:lnTo>
                    <a:lnTo>
                      <a:pt x="73" y="101"/>
                    </a:lnTo>
                    <a:lnTo>
                      <a:pt x="0" y="99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FFAB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914400"/>
                <a:endParaRPr lang="zh-CN" altLang="en-US" sz="2400">
                  <a:solidFill>
                    <a:prstClr val="black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49" name="Freeform 130"/>
              <p:cNvSpPr>
                <a:spLocks/>
              </p:cNvSpPr>
              <p:nvPr/>
            </p:nvSpPr>
            <p:spPr bwMode="auto">
              <a:xfrm>
                <a:off x="2196" y="720"/>
                <a:ext cx="238" cy="238"/>
              </a:xfrm>
              <a:custGeom>
                <a:avLst/>
                <a:gdLst>
                  <a:gd name="T0" fmla="*/ 40 w 120"/>
                  <a:gd name="T1" fmla="*/ 232 h 120"/>
                  <a:gd name="T2" fmla="*/ 190 w 120"/>
                  <a:gd name="T3" fmla="*/ 238 h 120"/>
                  <a:gd name="T4" fmla="*/ 232 w 120"/>
                  <a:gd name="T5" fmla="*/ 198 h 120"/>
                  <a:gd name="T6" fmla="*/ 238 w 120"/>
                  <a:gd name="T7" fmla="*/ 8 h 120"/>
                  <a:gd name="T8" fmla="*/ 8 w 120"/>
                  <a:gd name="T9" fmla="*/ 0 h 120"/>
                  <a:gd name="T10" fmla="*/ 2 w 120"/>
                  <a:gd name="T11" fmla="*/ 190 h 120"/>
                  <a:gd name="T12" fmla="*/ 40 w 120"/>
                  <a:gd name="T13" fmla="*/ 232 h 12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20" h="120">
                    <a:moveTo>
                      <a:pt x="20" y="117"/>
                    </a:moveTo>
                    <a:cubicBezTo>
                      <a:pt x="96" y="120"/>
                      <a:pt x="96" y="120"/>
                      <a:pt x="96" y="120"/>
                    </a:cubicBezTo>
                    <a:cubicBezTo>
                      <a:pt x="107" y="120"/>
                      <a:pt x="117" y="111"/>
                      <a:pt x="117" y="100"/>
                    </a:cubicBezTo>
                    <a:cubicBezTo>
                      <a:pt x="120" y="4"/>
                      <a:pt x="120" y="4"/>
                      <a:pt x="120" y="4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1" y="96"/>
                      <a:pt x="1" y="96"/>
                      <a:pt x="1" y="96"/>
                    </a:cubicBezTo>
                    <a:cubicBezTo>
                      <a:pt x="0" y="107"/>
                      <a:pt x="9" y="117"/>
                      <a:pt x="20" y="117"/>
                    </a:cubicBezTo>
                    <a:close/>
                  </a:path>
                </a:pathLst>
              </a:custGeom>
              <a:solidFill>
                <a:srgbClr val="FFCC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914400"/>
                <a:endParaRPr lang="zh-CN" altLang="en-US" sz="2400">
                  <a:solidFill>
                    <a:prstClr val="black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50" name="Freeform 131"/>
              <p:cNvSpPr>
                <a:spLocks/>
              </p:cNvSpPr>
              <p:nvPr/>
            </p:nvSpPr>
            <p:spPr bwMode="auto">
              <a:xfrm>
                <a:off x="2325" y="530"/>
                <a:ext cx="55" cy="196"/>
              </a:xfrm>
              <a:custGeom>
                <a:avLst/>
                <a:gdLst>
                  <a:gd name="T0" fmla="*/ 26 w 28"/>
                  <a:gd name="T1" fmla="*/ 0 h 99"/>
                  <a:gd name="T2" fmla="*/ 35 w 28"/>
                  <a:gd name="T3" fmla="*/ 0 h 99"/>
                  <a:gd name="T4" fmla="*/ 55 w 28"/>
                  <a:gd name="T5" fmla="*/ 22 h 99"/>
                  <a:gd name="T6" fmla="*/ 49 w 28"/>
                  <a:gd name="T7" fmla="*/ 196 h 99"/>
                  <a:gd name="T8" fmla="*/ 0 w 28"/>
                  <a:gd name="T9" fmla="*/ 194 h 99"/>
                  <a:gd name="T10" fmla="*/ 4 w 28"/>
                  <a:gd name="T11" fmla="*/ 20 h 99"/>
                  <a:gd name="T12" fmla="*/ 26 w 28"/>
                  <a:gd name="T13" fmla="*/ 0 h 9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8" h="99">
                    <a:moveTo>
                      <a:pt x="13" y="0"/>
                    </a:moveTo>
                    <a:cubicBezTo>
                      <a:pt x="18" y="0"/>
                      <a:pt x="18" y="0"/>
                      <a:pt x="18" y="0"/>
                    </a:cubicBezTo>
                    <a:cubicBezTo>
                      <a:pt x="24" y="0"/>
                      <a:pt x="28" y="5"/>
                      <a:pt x="28" y="11"/>
                    </a:cubicBezTo>
                    <a:cubicBezTo>
                      <a:pt x="25" y="99"/>
                      <a:pt x="25" y="99"/>
                      <a:pt x="25" y="99"/>
                    </a:cubicBezTo>
                    <a:cubicBezTo>
                      <a:pt x="0" y="98"/>
                      <a:pt x="0" y="98"/>
                      <a:pt x="0" y="98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3" y="4"/>
                      <a:pt x="7" y="0"/>
                      <a:pt x="13" y="0"/>
                    </a:cubicBezTo>
                  </a:path>
                </a:pathLst>
              </a:custGeom>
              <a:solidFill>
                <a:srgbClr val="FFCC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914400"/>
                <a:endParaRPr lang="zh-CN" altLang="en-US" sz="2400">
                  <a:solidFill>
                    <a:prstClr val="black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51" name="Freeform 132"/>
              <p:cNvSpPr>
                <a:spLocks/>
              </p:cNvSpPr>
              <p:nvPr/>
            </p:nvSpPr>
            <p:spPr bwMode="auto">
              <a:xfrm>
                <a:off x="2263" y="548"/>
                <a:ext cx="56" cy="176"/>
              </a:xfrm>
              <a:custGeom>
                <a:avLst/>
                <a:gdLst>
                  <a:gd name="T0" fmla="*/ 26 w 28"/>
                  <a:gd name="T1" fmla="*/ 0 h 89"/>
                  <a:gd name="T2" fmla="*/ 36 w 28"/>
                  <a:gd name="T3" fmla="*/ 0 h 89"/>
                  <a:gd name="T4" fmla="*/ 56 w 28"/>
                  <a:gd name="T5" fmla="*/ 22 h 89"/>
                  <a:gd name="T6" fmla="*/ 52 w 28"/>
                  <a:gd name="T7" fmla="*/ 176 h 89"/>
                  <a:gd name="T8" fmla="*/ 0 w 28"/>
                  <a:gd name="T9" fmla="*/ 174 h 89"/>
                  <a:gd name="T10" fmla="*/ 6 w 28"/>
                  <a:gd name="T11" fmla="*/ 20 h 89"/>
                  <a:gd name="T12" fmla="*/ 26 w 28"/>
                  <a:gd name="T13" fmla="*/ 0 h 8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8" h="89">
                    <a:moveTo>
                      <a:pt x="13" y="0"/>
                    </a:moveTo>
                    <a:cubicBezTo>
                      <a:pt x="18" y="0"/>
                      <a:pt x="18" y="0"/>
                      <a:pt x="18" y="0"/>
                    </a:cubicBezTo>
                    <a:cubicBezTo>
                      <a:pt x="24" y="0"/>
                      <a:pt x="28" y="5"/>
                      <a:pt x="28" y="11"/>
                    </a:cubicBezTo>
                    <a:cubicBezTo>
                      <a:pt x="26" y="89"/>
                      <a:pt x="26" y="89"/>
                      <a:pt x="26" y="89"/>
                    </a:cubicBezTo>
                    <a:cubicBezTo>
                      <a:pt x="0" y="88"/>
                      <a:pt x="0" y="88"/>
                      <a:pt x="0" y="88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3" y="4"/>
                      <a:pt x="8" y="0"/>
                      <a:pt x="13" y="0"/>
                    </a:cubicBezTo>
                  </a:path>
                </a:pathLst>
              </a:custGeom>
              <a:solidFill>
                <a:srgbClr val="FFCC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914400"/>
                <a:endParaRPr lang="zh-CN" altLang="en-US" sz="2400">
                  <a:solidFill>
                    <a:prstClr val="black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52" name="Freeform 133"/>
              <p:cNvSpPr>
                <a:spLocks/>
              </p:cNvSpPr>
              <p:nvPr/>
            </p:nvSpPr>
            <p:spPr bwMode="auto">
              <a:xfrm>
                <a:off x="2204" y="585"/>
                <a:ext cx="53" cy="137"/>
              </a:xfrm>
              <a:custGeom>
                <a:avLst/>
                <a:gdLst>
                  <a:gd name="T0" fmla="*/ 24 w 27"/>
                  <a:gd name="T1" fmla="*/ 0 h 69"/>
                  <a:gd name="T2" fmla="*/ 33 w 27"/>
                  <a:gd name="T3" fmla="*/ 0 h 69"/>
                  <a:gd name="T4" fmla="*/ 53 w 27"/>
                  <a:gd name="T5" fmla="*/ 22 h 69"/>
                  <a:gd name="T6" fmla="*/ 49 w 27"/>
                  <a:gd name="T7" fmla="*/ 137 h 69"/>
                  <a:gd name="T8" fmla="*/ 0 w 27"/>
                  <a:gd name="T9" fmla="*/ 135 h 69"/>
                  <a:gd name="T10" fmla="*/ 4 w 27"/>
                  <a:gd name="T11" fmla="*/ 20 h 69"/>
                  <a:gd name="T12" fmla="*/ 24 w 27"/>
                  <a:gd name="T13" fmla="*/ 0 h 6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7" h="69">
                    <a:moveTo>
                      <a:pt x="12" y="0"/>
                    </a:moveTo>
                    <a:cubicBezTo>
                      <a:pt x="17" y="0"/>
                      <a:pt x="17" y="0"/>
                      <a:pt x="17" y="0"/>
                    </a:cubicBezTo>
                    <a:cubicBezTo>
                      <a:pt x="23" y="1"/>
                      <a:pt x="27" y="5"/>
                      <a:pt x="27" y="11"/>
                    </a:cubicBezTo>
                    <a:cubicBezTo>
                      <a:pt x="25" y="69"/>
                      <a:pt x="25" y="69"/>
                      <a:pt x="25" y="69"/>
                    </a:cubicBezTo>
                    <a:cubicBezTo>
                      <a:pt x="0" y="68"/>
                      <a:pt x="0" y="68"/>
                      <a:pt x="0" y="68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2" y="5"/>
                      <a:pt x="7" y="0"/>
                      <a:pt x="12" y="0"/>
                    </a:cubicBezTo>
                  </a:path>
                </a:pathLst>
              </a:custGeom>
              <a:solidFill>
                <a:srgbClr val="FFCC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914400"/>
                <a:endParaRPr lang="zh-CN" altLang="en-US" sz="2400">
                  <a:solidFill>
                    <a:prstClr val="black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53" name="Freeform 134"/>
              <p:cNvSpPr>
                <a:spLocks/>
              </p:cNvSpPr>
              <p:nvPr/>
            </p:nvSpPr>
            <p:spPr bwMode="auto">
              <a:xfrm>
                <a:off x="2384" y="572"/>
                <a:ext cx="56" cy="156"/>
              </a:xfrm>
              <a:custGeom>
                <a:avLst/>
                <a:gdLst>
                  <a:gd name="T0" fmla="*/ 26 w 28"/>
                  <a:gd name="T1" fmla="*/ 0 h 79"/>
                  <a:gd name="T2" fmla="*/ 36 w 28"/>
                  <a:gd name="T3" fmla="*/ 0 h 79"/>
                  <a:gd name="T4" fmla="*/ 54 w 28"/>
                  <a:gd name="T5" fmla="*/ 22 h 79"/>
                  <a:gd name="T6" fmla="*/ 50 w 28"/>
                  <a:gd name="T7" fmla="*/ 156 h 79"/>
                  <a:gd name="T8" fmla="*/ 0 w 28"/>
                  <a:gd name="T9" fmla="*/ 154 h 79"/>
                  <a:gd name="T10" fmla="*/ 4 w 28"/>
                  <a:gd name="T11" fmla="*/ 20 h 79"/>
                  <a:gd name="T12" fmla="*/ 26 w 28"/>
                  <a:gd name="T13" fmla="*/ 0 h 7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8" h="79">
                    <a:moveTo>
                      <a:pt x="13" y="0"/>
                    </a:moveTo>
                    <a:cubicBezTo>
                      <a:pt x="18" y="0"/>
                      <a:pt x="18" y="0"/>
                      <a:pt x="18" y="0"/>
                    </a:cubicBezTo>
                    <a:cubicBezTo>
                      <a:pt x="23" y="0"/>
                      <a:pt x="28" y="5"/>
                      <a:pt x="27" y="11"/>
                    </a:cubicBezTo>
                    <a:cubicBezTo>
                      <a:pt x="25" y="79"/>
                      <a:pt x="25" y="79"/>
                      <a:pt x="25" y="79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2" y="4"/>
                      <a:pt x="7" y="0"/>
                      <a:pt x="13" y="0"/>
                    </a:cubicBezTo>
                  </a:path>
                </a:pathLst>
              </a:custGeom>
              <a:solidFill>
                <a:srgbClr val="FFCC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914400"/>
                <a:endParaRPr lang="zh-CN" altLang="en-US" sz="2400">
                  <a:solidFill>
                    <a:prstClr val="black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54" name="Freeform 135"/>
              <p:cNvSpPr>
                <a:spLocks/>
              </p:cNvSpPr>
              <p:nvPr/>
            </p:nvSpPr>
            <p:spPr bwMode="auto">
              <a:xfrm>
                <a:off x="2362" y="1111"/>
                <a:ext cx="18" cy="18"/>
              </a:xfrm>
              <a:custGeom>
                <a:avLst/>
                <a:gdLst>
                  <a:gd name="T0" fmla="*/ 0 w 9"/>
                  <a:gd name="T1" fmla="*/ 10 h 9"/>
                  <a:gd name="T2" fmla="*/ 8 w 9"/>
                  <a:gd name="T3" fmla="*/ 18 h 9"/>
                  <a:gd name="T4" fmla="*/ 18 w 9"/>
                  <a:gd name="T5" fmla="*/ 10 h 9"/>
                  <a:gd name="T6" fmla="*/ 10 w 9"/>
                  <a:gd name="T7" fmla="*/ 0 h 9"/>
                  <a:gd name="T8" fmla="*/ 0 w 9"/>
                  <a:gd name="T9" fmla="*/ 1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9">
                    <a:moveTo>
                      <a:pt x="0" y="5"/>
                    </a:moveTo>
                    <a:cubicBezTo>
                      <a:pt x="0" y="7"/>
                      <a:pt x="2" y="9"/>
                      <a:pt x="4" y="9"/>
                    </a:cubicBezTo>
                    <a:cubicBezTo>
                      <a:pt x="7" y="9"/>
                      <a:pt x="9" y="7"/>
                      <a:pt x="9" y="5"/>
                    </a:cubicBezTo>
                    <a:cubicBezTo>
                      <a:pt x="9" y="2"/>
                      <a:pt x="7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914400"/>
                <a:endParaRPr lang="zh-CN" altLang="en-US" sz="2400">
                  <a:solidFill>
                    <a:prstClr val="black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55" name="Freeform 136"/>
              <p:cNvSpPr>
                <a:spLocks/>
              </p:cNvSpPr>
              <p:nvPr/>
            </p:nvSpPr>
            <p:spPr bwMode="auto">
              <a:xfrm>
                <a:off x="2364" y="1083"/>
                <a:ext cx="20" cy="20"/>
              </a:xfrm>
              <a:custGeom>
                <a:avLst/>
                <a:gdLst>
                  <a:gd name="T0" fmla="*/ 0 w 10"/>
                  <a:gd name="T1" fmla="*/ 10 h 10"/>
                  <a:gd name="T2" fmla="*/ 10 w 10"/>
                  <a:gd name="T3" fmla="*/ 20 h 10"/>
                  <a:gd name="T4" fmla="*/ 20 w 10"/>
                  <a:gd name="T5" fmla="*/ 10 h 10"/>
                  <a:gd name="T6" fmla="*/ 10 w 10"/>
                  <a:gd name="T7" fmla="*/ 2 h 10"/>
                  <a:gd name="T8" fmla="*/ 0 w 10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0">
                    <a:moveTo>
                      <a:pt x="0" y="5"/>
                    </a:moveTo>
                    <a:cubicBezTo>
                      <a:pt x="0" y="7"/>
                      <a:pt x="2" y="10"/>
                      <a:pt x="5" y="10"/>
                    </a:cubicBezTo>
                    <a:cubicBezTo>
                      <a:pt x="7" y="10"/>
                      <a:pt x="10" y="8"/>
                      <a:pt x="10" y="5"/>
                    </a:cubicBezTo>
                    <a:cubicBezTo>
                      <a:pt x="10" y="3"/>
                      <a:pt x="8" y="1"/>
                      <a:pt x="5" y="1"/>
                    </a:cubicBezTo>
                    <a:cubicBezTo>
                      <a:pt x="3" y="0"/>
                      <a:pt x="1" y="2"/>
                      <a:pt x="0" y="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914400"/>
                <a:endParaRPr lang="zh-CN" altLang="en-US" sz="2400">
                  <a:solidFill>
                    <a:prstClr val="black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56" name="Freeform 137"/>
              <p:cNvSpPr>
                <a:spLocks/>
              </p:cNvSpPr>
              <p:nvPr/>
            </p:nvSpPr>
            <p:spPr bwMode="auto">
              <a:xfrm>
                <a:off x="2360" y="1137"/>
                <a:ext cx="20" cy="19"/>
              </a:xfrm>
              <a:custGeom>
                <a:avLst/>
                <a:gdLst>
                  <a:gd name="T0" fmla="*/ 2 w 10"/>
                  <a:gd name="T1" fmla="*/ 10 h 10"/>
                  <a:gd name="T2" fmla="*/ 10 w 10"/>
                  <a:gd name="T3" fmla="*/ 17 h 10"/>
                  <a:gd name="T4" fmla="*/ 20 w 10"/>
                  <a:gd name="T5" fmla="*/ 10 h 10"/>
                  <a:gd name="T6" fmla="*/ 10 w 10"/>
                  <a:gd name="T7" fmla="*/ 0 h 10"/>
                  <a:gd name="T8" fmla="*/ 2 w 10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0">
                    <a:moveTo>
                      <a:pt x="1" y="5"/>
                    </a:moveTo>
                    <a:cubicBezTo>
                      <a:pt x="0" y="7"/>
                      <a:pt x="2" y="9"/>
                      <a:pt x="5" y="9"/>
                    </a:cubicBezTo>
                    <a:cubicBezTo>
                      <a:pt x="7" y="10"/>
                      <a:pt x="10" y="8"/>
                      <a:pt x="10" y="5"/>
                    </a:cubicBezTo>
                    <a:cubicBezTo>
                      <a:pt x="10" y="3"/>
                      <a:pt x="8" y="0"/>
                      <a:pt x="5" y="0"/>
                    </a:cubicBezTo>
                    <a:cubicBezTo>
                      <a:pt x="3" y="0"/>
                      <a:pt x="1" y="2"/>
                      <a:pt x="1" y="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914400"/>
                <a:endParaRPr lang="zh-CN" altLang="en-US" sz="2400">
                  <a:solidFill>
                    <a:prstClr val="black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57" name="Freeform 149"/>
              <p:cNvSpPr>
                <a:spLocks/>
              </p:cNvSpPr>
              <p:nvPr/>
            </p:nvSpPr>
            <p:spPr bwMode="auto">
              <a:xfrm>
                <a:off x="2216" y="599"/>
                <a:ext cx="33" cy="18"/>
              </a:xfrm>
              <a:custGeom>
                <a:avLst/>
                <a:gdLst>
                  <a:gd name="T0" fmla="*/ 16 w 17"/>
                  <a:gd name="T1" fmla="*/ 0 h 9"/>
                  <a:gd name="T2" fmla="*/ 33 w 17"/>
                  <a:gd name="T3" fmla="*/ 18 h 9"/>
                  <a:gd name="T4" fmla="*/ 0 w 17"/>
                  <a:gd name="T5" fmla="*/ 18 h 9"/>
                  <a:gd name="T6" fmla="*/ 16 w 17"/>
                  <a:gd name="T7" fmla="*/ 0 h 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" h="9">
                    <a:moveTo>
                      <a:pt x="8" y="0"/>
                    </a:moveTo>
                    <a:cubicBezTo>
                      <a:pt x="13" y="0"/>
                      <a:pt x="17" y="4"/>
                      <a:pt x="17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4"/>
                      <a:pt x="4" y="0"/>
                      <a:pt x="8" y="0"/>
                    </a:cubicBezTo>
                  </a:path>
                </a:pathLst>
              </a:custGeom>
              <a:solidFill>
                <a:srgbClr val="FCEC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914400"/>
                <a:endParaRPr lang="zh-CN" altLang="en-US" sz="2400">
                  <a:solidFill>
                    <a:prstClr val="black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58" name="Freeform 152"/>
              <p:cNvSpPr>
                <a:spLocks/>
              </p:cNvSpPr>
              <p:nvPr/>
            </p:nvSpPr>
            <p:spPr bwMode="auto">
              <a:xfrm>
                <a:off x="2275" y="560"/>
                <a:ext cx="34" cy="16"/>
              </a:xfrm>
              <a:custGeom>
                <a:avLst/>
                <a:gdLst>
                  <a:gd name="T0" fmla="*/ 18 w 17"/>
                  <a:gd name="T1" fmla="*/ 0 h 8"/>
                  <a:gd name="T2" fmla="*/ 34 w 17"/>
                  <a:gd name="T3" fmla="*/ 16 h 8"/>
                  <a:gd name="T4" fmla="*/ 0 w 17"/>
                  <a:gd name="T5" fmla="*/ 16 h 8"/>
                  <a:gd name="T6" fmla="*/ 18 w 17"/>
                  <a:gd name="T7" fmla="*/ 0 h 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" h="8">
                    <a:moveTo>
                      <a:pt x="9" y="0"/>
                    </a:moveTo>
                    <a:cubicBezTo>
                      <a:pt x="14" y="0"/>
                      <a:pt x="17" y="3"/>
                      <a:pt x="17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3"/>
                      <a:pt x="4" y="0"/>
                      <a:pt x="9" y="0"/>
                    </a:cubicBezTo>
                  </a:path>
                </a:pathLst>
              </a:custGeom>
              <a:solidFill>
                <a:srgbClr val="FCEC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914400"/>
                <a:endParaRPr lang="zh-CN" altLang="en-US" sz="2400">
                  <a:solidFill>
                    <a:prstClr val="black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59" name="Freeform 155"/>
              <p:cNvSpPr>
                <a:spLocks/>
              </p:cNvSpPr>
              <p:nvPr/>
            </p:nvSpPr>
            <p:spPr bwMode="auto">
              <a:xfrm>
                <a:off x="2338" y="544"/>
                <a:ext cx="34" cy="16"/>
              </a:xfrm>
              <a:custGeom>
                <a:avLst/>
                <a:gdLst>
                  <a:gd name="T0" fmla="*/ 16 w 17"/>
                  <a:gd name="T1" fmla="*/ 0 h 8"/>
                  <a:gd name="T2" fmla="*/ 34 w 17"/>
                  <a:gd name="T3" fmla="*/ 16 h 8"/>
                  <a:gd name="T4" fmla="*/ 0 w 17"/>
                  <a:gd name="T5" fmla="*/ 16 h 8"/>
                  <a:gd name="T6" fmla="*/ 16 w 17"/>
                  <a:gd name="T7" fmla="*/ 0 h 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" h="8">
                    <a:moveTo>
                      <a:pt x="8" y="0"/>
                    </a:moveTo>
                    <a:cubicBezTo>
                      <a:pt x="13" y="0"/>
                      <a:pt x="17" y="3"/>
                      <a:pt x="17" y="8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3"/>
                      <a:pt x="4" y="0"/>
                      <a:pt x="8" y="0"/>
                    </a:cubicBezTo>
                  </a:path>
                </a:pathLst>
              </a:custGeom>
              <a:solidFill>
                <a:srgbClr val="FCEC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914400"/>
                <a:endParaRPr lang="zh-CN" altLang="en-US" sz="2400">
                  <a:solidFill>
                    <a:prstClr val="black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60" name="Freeform 170"/>
              <p:cNvSpPr>
                <a:spLocks/>
              </p:cNvSpPr>
              <p:nvPr/>
            </p:nvSpPr>
            <p:spPr bwMode="auto">
              <a:xfrm>
                <a:off x="2396" y="583"/>
                <a:ext cx="34" cy="18"/>
              </a:xfrm>
              <a:custGeom>
                <a:avLst/>
                <a:gdLst>
                  <a:gd name="T0" fmla="*/ 16 w 17"/>
                  <a:gd name="T1" fmla="*/ 0 h 9"/>
                  <a:gd name="T2" fmla="*/ 34 w 17"/>
                  <a:gd name="T3" fmla="*/ 18 h 9"/>
                  <a:gd name="T4" fmla="*/ 0 w 17"/>
                  <a:gd name="T5" fmla="*/ 18 h 9"/>
                  <a:gd name="T6" fmla="*/ 16 w 17"/>
                  <a:gd name="T7" fmla="*/ 0 h 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" h="9">
                    <a:moveTo>
                      <a:pt x="8" y="0"/>
                    </a:moveTo>
                    <a:cubicBezTo>
                      <a:pt x="13" y="0"/>
                      <a:pt x="17" y="4"/>
                      <a:pt x="17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4"/>
                      <a:pt x="4" y="0"/>
                      <a:pt x="8" y="0"/>
                    </a:cubicBezTo>
                  </a:path>
                </a:pathLst>
              </a:custGeom>
              <a:solidFill>
                <a:srgbClr val="FCECE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914400"/>
                <a:endParaRPr lang="zh-CN" altLang="en-US" sz="2400">
                  <a:solidFill>
                    <a:prstClr val="black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135" name="Group 198"/>
            <p:cNvGrpSpPr>
              <a:grpSpLocks/>
            </p:cNvGrpSpPr>
            <p:nvPr/>
          </p:nvGrpSpPr>
          <p:grpSpPr bwMode="auto">
            <a:xfrm>
              <a:off x="2216" y="558"/>
              <a:ext cx="214" cy="61"/>
              <a:chOff x="2216" y="558"/>
              <a:chExt cx="214" cy="61"/>
            </a:xfrm>
          </p:grpSpPr>
          <p:sp>
            <p:nvSpPr>
              <p:cNvPr id="136" name="Freeform 150"/>
              <p:cNvSpPr>
                <a:spLocks noEditPoints="1"/>
              </p:cNvSpPr>
              <p:nvPr/>
            </p:nvSpPr>
            <p:spPr bwMode="auto">
              <a:xfrm>
                <a:off x="2216" y="613"/>
                <a:ext cx="33" cy="6"/>
              </a:xfrm>
              <a:custGeom>
                <a:avLst/>
                <a:gdLst>
                  <a:gd name="T0" fmla="*/ 0 w 17"/>
                  <a:gd name="T1" fmla="*/ 0 h 3"/>
                  <a:gd name="T2" fmla="*/ 0 w 17"/>
                  <a:gd name="T3" fmla="*/ 0 h 3"/>
                  <a:gd name="T4" fmla="*/ 0 w 17"/>
                  <a:gd name="T5" fmla="*/ 4 h 3"/>
                  <a:gd name="T6" fmla="*/ 0 w 17"/>
                  <a:gd name="T7" fmla="*/ 0 h 3"/>
                  <a:gd name="T8" fmla="*/ 33 w 17"/>
                  <a:gd name="T9" fmla="*/ 0 h 3"/>
                  <a:gd name="T10" fmla="*/ 33 w 17"/>
                  <a:gd name="T11" fmla="*/ 0 h 3"/>
                  <a:gd name="T12" fmla="*/ 33 w 17"/>
                  <a:gd name="T13" fmla="*/ 4 h 3"/>
                  <a:gd name="T14" fmla="*/ 0 w 17"/>
                  <a:gd name="T15" fmla="*/ 4 h 3"/>
                  <a:gd name="T16" fmla="*/ 0 w 17"/>
                  <a:gd name="T17" fmla="*/ 6 h 3"/>
                  <a:gd name="T18" fmla="*/ 33 w 17"/>
                  <a:gd name="T19" fmla="*/ 6 h 3"/>
                  <a:gd name="T20" fmla="*/ 33 w 17"/>
                  <a:gd name="T21" fmla="*/ 0 h 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7" h="3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0"/>
                    </a:cubicBezTo>
                    <a:moveTo>
                      <a:pt x="17" y="0"/>
                    </a:moveTo>
                    <a:cubicBezTo>
                      <a:pt x="17" y="0"/>
                      <a:pt x="17" y="0"/>
                      <a:pt x="17" y="0"/>
                    </a:cubicBezTo>
                    <a:cubicBezTo>
                      <a:pt x="17" y="1"/>
                      <a:pt x="17" y="1"/>
                      <a:pt x="17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7" y="0"/>
                      <a:pt x="17" y="0"/>
                      <a:pt x="17" y="0"/>
                    </a:cubicBezTo>
                  </a:path>
                </a:pathLst>
              </a:custGeom>
              <a:solidFill>
                <a:srgbClr val="FCBDA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914400"/>
                <a:endParaRPr lang="zh-CN" altLang="en-US" sz="2400">
                  <a:solidFill>
                    <a:prstClr val="black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37" name="Freeform 151"/>
              <p:cNvSpPr>
                <a:spLocks/>
              </p:cNvSpPr>
              <p:nvPr/>
            </p:nvSpPr>
            <p:spPr bwMode="auto">
              <a:xfrm>
                <a:off x="2216" y="613"/>
                <a:ext cx="33" cy="4"/>
              </a:xfrm>
              <a:custGeom>
                <a:avLst/>
                <a:gdLst>
                  <a:gd name="T0" fmla="*/ 33 w 17"/>
                  <a:gd name="T1" fmla="*/ 0 h 2"/>
                  <a:gd name="T2" fmla="*/ 0 w 17"/>
                  <a:gd name="T3" fmla="*/ 0 h 2"/>
                  <a:gd name="T4" fmla="*/ 0 w 17"/>
                  <a:gd name="T5" fmla="*/ 4 h 2"/>
                  <a:gd name="T6" fmla="*/ 0 w 17"/>
                  <a:gd name="T7" fmla="*/ 4 h 2"/>
                  <a:gd name="T8" fmla="*/ 33 w 17"/>
                  <a:gd name="T9" fmla="*/ 4 h 2"/>
                  <a:gd name="T10" fmla="*/ 33 w 17"/>
                  <a:gd name="T11" fmla="*/ 0 h 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" h="2">
                    <a:moveTo>
                      <a:pt x="17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17" y="1"/>
                      <a:pt x="17" y="1"/>
                      <a:pt x="17" y="0"/>
                    </a:cubicBezTo>
                  </a:path>
                </a:pathLst>
              </a:custGeom>
              <a:solidFill>
                <a:srgbClr val="F9DAC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914400"/>
                <a:endParaRPr lang="zh-CN" altLang="en-US" sz="2400">
                  <a:solidFill>
                    <a:prstClr val="black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38" name="Freeform 153"/>
              <p:cNvSpPr>
                <a:spLocks noEditPoints="1"/>
              </p:cNvSpPr>
              <p:nvPr/>
            </p:nvSpPr>
            <p:spPr bwMode="auto">
              <a:xfrm>
                <a:off x="2275" y="574"/>
                <a:ext cx="34" cy="4"/>
              </a:xfrm>
              <a:custGeom>
                <a:avLst/>
                <a:gdLst>
                  <a:gd name="T0" fmla="*/ 2 w 17"/>
                  <a:gd name="T1" fmla="*/ 0 h 2"/>
                  <a:gd name="T2" fmla="*/ 0 w 17"/>
                  <a:gd name="T3" fmla="*/ 0 h 2"/>
                  <a:gd name="T4" fmla="*/ 0 w 17"/>
                  <a:gd name="T5" fmla="*/ 2 h 2"/>
                  <a:gd name="T6" fmla="*/ 2 w 17"/>
                  <a:gd name="T7" fmla="*/ 0 h 2"/>
                  <a:gd name="T8" fmla="*/ 34 w 17"/>
                  <a:gd name="T9" fmla="*/ 0 h 2"/>
                  <a:gd name="T10" fmla="*/ 34 w 17"/>
                  <a:gd name="T11" fmla="*/ 0 h 2"/>
                  <a:gd name="T12" fmla="*/ 34 w 17"/>
                  <a:gd name="T13" fmla="*/ 2 h 2"/>
                  <a:gd name="T14" fmla="*/ 0 w 17"/>
                  <a:gd name="T15" fmla="*/ 2 h 2"/>
                  <a:gd name="T16" fmla="*/ 0 w 17"/>
                  <a:gd name="T17" fmla="*/ 4 h 2"/>
                  <a:gd name="T18" fmla="*/ 34 w 17"/>
                  <a:gd name="T19" fmla="*/ 4 h 2"/>
                  <a:gd name="T20" fmla="*/ 34 w 17"/>
                  <a:gd name="T21" fmla="*/ 0 h 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7" h="2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moveTo>
                      <a:pt x="17" y="0"/>
                    </a:moveTo>
                    <a:cubicBezTo>
                      <a:pt x="17" y="0"/>
                      <a:pt x="17" y="0"/>
                      <a:pt x="17" y="0"/>
                    </a:cubicBezTo>
                    <a:cubicBezTo>
                      <a:pt x="17" y="0"/>
                      <a:pt x="17" y="1"/>
                      <a:pt x="17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17" y="0"/>
                      <a:pt x="17" y="0"/>
                      <a:pt x="17" y="0"/>
                    </a:cubicBezTo>
                  </a:path>
                </a:pathLst>
              </a:custGeom>
              <a:solidFill>
                <a:srgbClr val="FCBDA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914400"/>
                <a:endParaRPr lang="zh-CN" altLang="en-US" sz="2400">
                  <a:solidFill>
                    <a:prstClr val="black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39" name="Freeform 154"/>
              <p:cNvSpPr>
                <a:spLocks/>
              </p:cNvSpPr>
              <p:nvPr/>
            </p:nvSpPr>
            <p:spPr bwMode="auto">
              <a:xfrm>
                <a:off x="2275" y="574"/>
                <a:ext cx="34" cy="2"/>
              </a:xfrm>
              <a:custGeom>
                <a:avLst/>
                <a:gdLst>
                  <a:gd name="T0" fmla="*/ 34 w 17"/>
                  <a:gd name="T1" fmla="*/ 0 h 1"/>
                  <a:gd name="T2" fmla="*/ 2 w 17"/>
                  <a:gd name="T3" fmla="*/ 0 h 1"/>
                  <a:gd name="T4" fmla="*/ 0 w 17"/>
                  <a:gd name="T5" fmla="*/ 2 h 1"/>
                  <a:gd name="T6" fmla="*/ 0 w 17"/>
                  <a:gd name="T7" fmla="*/ 2 h 1"/>
                  <a:gd name="T8" fmla="*/ 34 w 17"/>
                  <a:gd name="T9" fmla="*/ 2 h 1"/>
                  <a:gd name="T10" fmla="*/ 34 w 17"/>
                  <a:gd name="T11" fmla="*/ 0 h 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" h="1">
                    <a:moveTo>
                      <a:pt x="17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7" y="1"/>
                      <a:pt x="17" y="1"/>
                      <a:pt x="17" y="1"/>
                    </a:cubicBezTo>
                    <a:cubicBezTo>
                      <a:pt x="17" y="1"/>
                      <a:pt x="17" y="0"/>
                      <a:pt x="17" y="0"/>
                    </a:cubicBezTo>
                  </a:path>
                </a:pathLst>
              </a:custGeom>
              <a:solidFill>
                <a:srgbClr val="F9DAC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914400"/>
                <a:endParaRPr lang="zh-CN" altLang="en-US" sz="2400">
                  <a:solidFill>
                    <a:prstClr val="black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40" name="Freeform 156"/>
              <p:cNvSpPr>
                <a:spLocks noEditPoints="1"/>
              </p:cNvSpPr>
              <p:nvPr/>
            </p:nvSpPr>
            <p:spPr bwMode="auto">
              <a:xfrm>
                <a:off x="2338" y="558"/>
                <a:ext cx="34" cy="4"/>
              </a:xfrm>
              <a:custGeom>
                <a:avLst/>
                <a:gdLst>
                  <a:gd name="T0" fmla="*/ 0 w 17"/>
                  <a:gd name="T1" fmla="*/ 0 h 2"/>
                  <a:gd name="T2" fmla="*/ 0 w 17"/>
                  <a:gd name="T3" fmla="*/ 0 h 2"/>
                  <a:gd name="T4" fmla="*/ 0 w 17"/>
                  <a:gd name="T5" fmla="*/ 2 h 2"/>
                  <a:gd name="T6" fmla="*/ 0 w 17"/>
                  <a:gd name="T7" fmla="*/ 0 h 2"/>
                  <a:gd name="T8" fmla="*/ 34 w 17"/>
                  <a:gd name="T9" fmla="*/ 0 h 2"/>
                  <a:gd name="T10" fmla="*/ 34 w 17"/>
                  <a:gd name="T11" fmla="*/ 0 h 2"/>
                  <a:gd name="T12" fmla="*/ 34 w 17"/>
                  <a:gd name="T13" fmla="*/ 2 h 2"/>
                  <a:gd name="T14" fmla="*/ 0 w 17"/>
                  <a:gd name="T15" fmla="*/ 2 h 2"/>
                  <a:gd name="T16" fmla="*/ 0 w 17"/>
                  <a:gd name="T17" fmla="*/ 4 h 2"/>
                  <a:gd name="T18" fmla="*/ 34 w 17"/>
                  <a:gd name="T19" fmla="*/ 4 h 2"/>
                  <a:gd name="T20" fmla="*/ 34 w 17"/>
                  <a:gd name="T21" fmla="*/ 0 h 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7" h="2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moveTo>
                      <a:pt x="17" y="0"/>
                    </a:moveTo>
                    <a:cubicBezTo>
                      <a:pt x="17" y="0"/>
                      <a:pt x="17" y="0"/>
                      <a:pt x="17" y="0"/>
                    </a:cubicBezTo>
                    <a:cubicBezTo>
                      <a:pt x="17" y="0"/>
                      <a:pt x="17" y="1"/>
                      <a:pt x="17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17" y="0"/>
                      <a:pt x="17" y="0"/>
                      <a:pt x="17" y="0"/>
                    </a:cubicBezTo>
                  </a:path>
                </a:pathLst>
              </a:custGeom>
              <a:solidFill>
                <a:srgbClr val="FCBDA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914400"/>
                <a:endParaRPr lang="zh-CN" altLang="en-US" sz="2400">
                  <a:solidFill>
                    <a:prstClr val="black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41" name="Freeform 157"/>
              <p:cNvSpPr>
                <a:spLocks/>
              </p:cNvSpPr>
              <p:nvPr/>
            </p:nvSpPr>
            <p:spPr bwMode="auto">
              <a:xfrm>
                <a:off x="2338" y="558"/>
                <a:ext cx="34" cy="2"/>
              </a:xfrm>
              <a:custGeom>
                <a:avLst/>
                <a:gdLst>
                  <a:gd name="T0" fmla="*/ 34 w 17"/>
                  <a:gd name="T1" fmla="*/ 0 h 1"/>
                  <a:gd name="T2" fmla="*/ 0 w 17"/>
                  <a:gd name="T3" fmla="*/ 0 h 1"/>
                  <a:gd name="T4" fmla="*/ 0 w 17"/>
                  <a:gd name="T5" fmla="*/ 2 h 1"/>
                  <a:gd name="T6" fmla="*/ 0 w 17"/>
                  <a:gd name="T7" fmla="*/ 2 h 1"/>
                  <a:gd name="T8" fmla="*/ 34 w 17"/>
                  <a:gd name="T9" fmla="*/ 2 h 1"/>
                  <a:gd name="T10" fmla="*/ 34 w 17"/>
                  <a:gd name="T11" fmla="*/ 0 h 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" h="1">
                    <a:moveTo>
                      <a:pt x="17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7" y="1"/>
                      <a:pt x="17" y="1"/>
                      <a:pt x="17" y="1"/>
                    </a:cubicBezTo>
                    <a:cubicBezTo>
                      <a:pt x="17" y="1"/>
                      <a:pt x="17" y="0"/>
                      <a:pt x="17" y="0"/>
                    </a:cubicBezTo>
                  </a:path>
                </a:pathLst>
              </a:custGeom>
              <a:solidFill>
                <a:srgbClr val="F9DAC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914400"/>
                <a:endParaRPr lang="zh-CN" altLang="en-US" sz="2400">
                  <a:solidFill>
                    <a:prstClr val="black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42" name="Freeform 171"/>
              <p:cNvSpPr>
                <a:spLocks noEditPoints="1"/>
              </p:cNvSpPr>
              <p:nvPr/>
            </p:nvSpPr>
            <p:spPr bwMode="auto">
              <a:xfrm>
                <a:off x="2396" y="597"/>
                <a:ext cx="34" cy="6"/>
              </a:xfrm>
              <a:custGeom>
                <a:avLst/>
                <a:gdLst>
                  <a:gd name="T0" fmla="*/ 0 w 17"/>
                  <a:gd name="T1" fmla="*/ 0 h 3"/>
                  <a:gd name="T2" fmla="*/ 0 w 17"/>
                  <a:gd name="T3" fmla="*/ 0 h 3"/>
                  <a:gd name="T4" fmla="*/ 0 w 17"/>
                  <a:gd name="T5" fmla="*/ 4 h 3"/>
                  <a:gd name="T6" fmla="*/ 0 w 17"/>
                  <a:gd name="T7" fmla="*/ 0 h 3"/>
                  <a:gd name="T8" fmla="*/ 34 w 17"/>
                  <a:gd name="T9" fmla="*/ 0 h 3"/>
                  <a:gd name="T10" fmla="*/ 32 w 17"/>
                  <a:gd name="T11" fmla="*/ 0 h 3"/>
                  <a:gd name="T12" fmla="*/ 34 w 17"/>
                  <a:gd name="T13" fmla="*/ 4 h 3"/>
                  <a:gd name="T14" fmla="*/ 0 w 17"/>
                  <a:gd name="T15" fmla="*/ 4 h 3"/>
                  <a:gd name="T16" fmla="*/ 0 w 17"/>
                  <a:gd name="T17" fmla="*/ 6 h 3"/>
                  <a:gd name="T18" fmla="*/ 34 w 17"/>
                  <a:gd name="T19" fmla="*/ 6 h 3"/>
                  <a:gd name="T20" fmla="*/ 34 w 17"/>
                  <a:gd name="T21" fmla="*/ 0 h 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7" h="3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0"/>
                    </a:cubicBezTo>
                    <a:moveTo>
                      <a:pt x="17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17" y="1"/>
                      <a:pt x="17" y="1"/>
                      <a:pt x="17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7" y="3"/>
                      <a:pt x="17" y="3"/>
                      <a:pt x="17" y="3"/>
                    </a:cubicBezTo>
                    <a:cubicBezTo>
                      <a:pt x="17" y="0"/>
                      <a:pt x="17" y="0"/>
                      <a:pt x="17" y="0"/>
                    </a:cubicBezTo>
                  </a:path>
                </a:pathLst>
              </a:custGeom>
              <a:solidFill>
                <a:srgbClr val="FCBDA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914400"/>
                <a:endParaRPr lang="zh-CN" altLang="en-US" sz="2400">
                  <a:solidFill>
                    <a:prstClr val="black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43" name="Freeform 172"/>
              <p:cNvSpPr>
                <a:spLocks/>
              </p:cNvSpPr>
              <p:nvPr/>
            </p:nvSpPr>
            <p:spPr bwMode="auto">
              <a:xfrm>
                <a:off x="2396" y="597"/>
                <a:ext cx="34" cy="4"/>
              </a:xfrm>
              <a:custGeom>
                <a:avLst/>
                <a:gdLst>
                  <a:gd name="T0" fmla="*/ 32 w 17"/>
                  <a:gd name="T1" fmla="*/ 0 h 2"/>
                  <a:gd name="T2" fmla="*/ 0 w 17"/>
                  <a:gd name="T3" fmla="*/ 0 h 2"/>
                  <a:gd name="T4" fmla="*/ 0 w 17"/>
                  <a:gd name="T5" fmla="*/ 4 h 2"/>
                  <a:gd name="T6" fmla="*/ 0 w 17"/>
                  <a:gd name="T7" fmla="*/ 4 h 2"/>
                  <a:gd name="T8" fmla="*/ 34 w 17"/>
                  <a:gd name="T9" fmla="*/ 4 h 2"/>
                  <a:gd name="T10" fmla="*/ 32 w 17"/>
                  <a:gd name="T11" fmla="*/ 0 h 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" h="2">
                    <a:moveTo>
                      <a:pt x="16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7" y="2"/>
                      <a:pt x="17" y="2"/>
                      <a:pt x="17" y="2"/>
                    </a:cubicBezTo>
                    <a:cubicBezTo>
                      <a:pt x="17" y="1"/>
                      <a:pt x="17" y="1"/>
                      <a:pt x="16" y="0"/>
                    </a:cubicBezTo>
                  </a:path>
                </a:pathLst>
              </a:custGeom>
              <a:solidFill>
                <a:srgbClr val="F9DAC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914400"/>
                <a:endParaRPr lang="zh-CN" altLang="en-US" sz="2400">
                  <a:solidFill>
                    <a:prstClr val="black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61" name="Group 201"/>
          <p:cNvGrpSpPr>
            <a:grpSpLocks/>
          </p:cNvGrpSpPr>
          <p:nvPr userDrawn="1"/>
        </p:nvGrpSpPr>
        <p:grpSpPr bwMode="auto">
          <a:xfrm rot="10800000">
            <a:off x="927101" y="2437343"/>
            <a:ext cx="615951" cy="393700"/>
            <a:chOff x="2967" y="1087"/>
            <a:chExt cx="291" cy="186"/>
          </a:xfrm>
        </p:grpSpPr>
        <p:sp>
          <p:nvSpPr>
            <p:cNvPr id="162" name="Freeform 173"/>
            <p:cNvSpPr>
              <a:spLocks/>
            </p:cNvSpPr>
            <p:nvPr/>
          </p:nvSpPr>
          <p:spPr bwMode="auto">
            <a:xfrm>
              <a:off x="2967" y="1087"/>
              <a:ext cx="270" cy="186"/>
            </a:xfrm>
            <a:custGeom>
              <a:avLst/>
              <a:gdLst>
                <a:gd name="T0" fmla="*/ 0 w 136"/>
                <a:gd name="T1" fmla="*/ 99 h 94"/>
                <a:gd name="T2" fmla="*/ 0 w 136"/>
                <a:gd name="T3" fmla="*/ 87 h 94"/>
                <a:gd name="T4" fmla="*/ 87 w 136"/>
                <a:gd name="T5" fmla="*/ 0 h 94"/>
                <a:gd name="T6" fmla="*/ 183 w 136"/>
                <a:gd name="T7" fmla="*/ 0 h 94"/>
                <a:gd name="T8" fmla="*/ 270 w 136"/>
                <a:gd name="T9" fmla="*/ 87 h 94"/>
                <a:gd name="T10" fmla="*/ 270 w 136"/>
                <a:gd name="T11" fmla="*/ 99 h 94"/>
                <a:gd name="T12" fmla="*/ 183 w 136"/>
                <a:gd name="T13" fmla="*/ 186 h 94"/>
                <a:gd name="T14" fmla="*/ 87 w 136"/>
                <a:gd name="T15" fmla="*/ 186 h 94"/>
                <a:gd name="T16" fmla="*/ 0 w 136"/>
                <a:gd name="T17" fmla="*/ 99 h 9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36" h="94">
                  <a:moveTo>
                    <a:pt x="0" y="50"/>
                  </a:moveTo>
                  <a:cubicBezTo>
                    <a:pt x="0" y="44"/>
                    <a:pt x="0" y="44"/>
                    <a:pt x="0" y="44"/>
                  </a:cubicBezTo>
                  <a:cubicBezTo>
                    <a:pt x="0" y="20"/>
                    <a:pt x="20" y="0"/>
                    <a:pt x="44" y="0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116" y="0"/>
                    <a:pt x="136" y="20"/>
                    <a:pt x="136" y="44"/>
                  </a:cubicBezTo>
                  <a:cubicBezTo>
                    <a:pt x="136" y="50"/>
                    <a:pt x="136" y="50"/>
                    <a:pt x="136" y="50"/>
                  </a:cubicBezTo>
                  <a:cubicBezTo>
                    <a:pt x="136" y="74"/>
                    <a:pt x="116" y="94"/>
                    <a:pt x="92" y="94"/>
                  </a:cubicBezTo>
                  <a:cubicBezTo>
                    <a:pt x="44" y="94"/>
                    <a:pt x="44" y="94"/>
                    <a:pt x="44" y="94"/>
                  </a:cubicBezTo>
                  <a:cubicBezTo>
                    <a:pt x="20" y="94"/>
                    <a:pt x="0" y="74"/>
                    <a:pt x="0" y="50"/>
                  </a:cubicBezTo>
                  <a:close/>
                </a:path>
              </a:pathLst>
            </a:custGeom>
            <a:solidFill>
              <a:srgbClr val="EBE1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163" name="Freeform 175"/>
            <p:cNvSpPr>
              <a:spLocks/>
            </p:cNvSpPr>
            <p:nvPr/>
          </p:nvSpPr>
          <p:spPr bwMode="auto">
            <a:xfrm>
              <a:off x="3237" y="1176"/>
              <a:ext cx="0" cy="14"/>
            </a:xfrm>
            <a:custGeom>
              <a:avLst/>
              <a:gdLst>
                <a:gd name="T0" fmla="*/ 14 h 14"/>
                <a:gd name="T1" fmla="*/ 0 h 14"/>
                <a:gd name="T2" fmla="*/ 14 h 14"/>
                <a:gd name="T3" fmla="*/ 0 60000 65536"/>
                <a:gd name="T4" fmla="*/ 0 60000 65536"/>
                <a:gd name="T5" fmla="*/ 0 60000 65536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0" r="r" b="b"/>
              <a:pathLst>
                <a:path h="14">
                  <a:moveTo>
                    <a:pt x="0" y="14"/>
                  </a:moveTo>
                  <a:lnTo>
                    <a:pt x="0" y="0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164" name="Rectangle 176"/>
            <p:cNvSpPr>
              <a:spLocks noChangeArrowheads="1"/>
            </p:cNvSpPr>
            <p:nvPr/>
          </p:nvSpPr>
          <p:spPr bwMode="auto">
            <a:xfrm>
              <a:off x="3235" y="1162"/>
              <a:ext cx="23" cy="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defTabSz="914400" eaLnBrk="1" hangingPunct="1"/>
              <a:endParaRPr lang="zh-CN" altLang="en-US" sz="1600">
                <a:latin typeface="Century Gothic" panose="020F0502020204030204"/>
                <a:ea typeface="微软雅黑"/>
                <a:cs typeface="+mn-ea"/>
                <a:sym typeface="+mn-lt"/>
              </a:endParaRPr>
            </a:p>
          </p:txBody>
        </p:sp>
      </p:grpSp>
      <p:sp>
        <p:nvSpPr>
          <p:cNvPr id="165" name="Freeform 177"/>
          <p:cNvSpPr>
            <a:spLocks/>
          </p:cNvSpPr>
          <p:nvPr userDrawn="1"/>
        </p:nvSpPr>
        <p:spPr bwMode="auto">
          <a:xfrm rot="10800000">
            <a:off x="802218" y="2613026"/>
            <a:ext cx="436033" cy="1312333"/>
          </a:xfrm>
          <a:custGeom>
            <a:avLst/>
            <a:gdLst>
              <a:gd name="T0" fmla="*/ 248413 w 104"/>
              <a:gd name="T1" fmla="*/ 984250 h 313"/>
              <a:gd name="T2" fmla="*/ 213824 w 104"/>
              <a:gd name="T3" fmla="*/ 984250 h 313"/>
              <a:gd name="T4" fmla="*/ 213824 w 104"/>
              <a:gd name="T5" fmla="*/ 955949 h 313"/>
              <a:gd name="T6" fmla="*/ 248413 w 104"/>
              <a:gd name="T7" fmla="*/ 955949 h 313"/>
              <a:gd name="T8" fmla="*/ 295580 w 104"/>
              <a:gd name="T9" fmla="*/ 908780 h 313"/>
              <a:gd name="T10" fmla="*/ 295580 w 104"/>
              <a:gd name="T11" fmla="*/ 764130 h 313"/>
              <a:gd name="T12" fmla="*/ 248413 w 104"/>
              <a:gd name="T13" fmla="*/ 716962 h 313"/>
              <a:gd name="T14" fmla="*/ 201246 w 104"/>
              <a:gd name="T15" fmla="*/ 716962 h 313"/>
              <a:gd name="T16" fmla="*/ 122634 w 104"/>
              <a:gd name="T17" fmla="*/ 638347 h 313"/>
              <a:gd name="T18" fmla="*/ 122634 w 104"/>
              <a:gd name="T19" fmla="*/ 78614 h 313"/>
              <a:gd name="T20" fmla="*/ 75467 w 104"/>
              <a:gd name="T21" fmla="*/ 31446 h 313"/>
              <a:gd name="T22" fmla="*/ 0 w 104"/>
              <a:gd name="T23" fmla="*/ 31446 h 313"/>
              <a:gd name="T24" fmla="*/ 0 w 104"/>
              <a:gd name="T25" fmla="*/ 0 h 313"/>
              <a:gd name="T26" fmla="*/ 75467 w 104"/>
              <a:gd name="T27" fmla="*/ 0 h 313"/>
              <a:gd name="T28" fmla="*/ 154079 w 104"/>
              <a:gd name="T29" fmla="*/ 78614 h 313"/>
              <a:gd name="T30" fmla="*/ 154079 w 104"/>
              <a:gd name="T31" fmla="*/ 638347 h 313"/>
              <a:gd name="T32" fmla="*/ 201246 w 104"/>
              <a:gd name="T33" fmla="*/ 685516 h 313"/>
              <a:gd name="T34" fmla="*/ 248413 w 104"/>
              <a:gd name="T35" fmla="*/ 685516 h 313"/>
              <a:gd name="T36" fmla="*/ 327025 w 104"/>
              <a:gd name="T37" fmla="*/ 764130 h 313"/>
              <a:gd name="T38" fmla="*/ 327025 w 104"/>
              <a:gd name="T39" fmla="*/ 908780 h 313"/>
              <a:gd name="T40" fmla="*/ 248413 w 104"/>
              <a:gd name="T41" fmla="*/ 984250 h 313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104" h="313">
                <a:moveTo>
                  <a:pt x="79" y="313"/>
                </a:moveTo>
                <a:cubicBezTo>
                  <a:pt x="68" y="313"/>
                  <a:pt x="68" y="313"/>
                  <a:pt x="68" y="313"/>
                </a:cubicBezTo>
                <a:cubicBezTo>
                  <a:pt x="68" y="304"/>
                  <a:pt x="68" y="304"/>
                  <a:pt x="68" y="304"/>
                </a:cubicBezTo>
                <a:cubicBezTo>
                  <a:pt x="79" y="304"/>
                  <a:pt x="79" y="304"/>
                  <a:pt x="79" y="304"/>
                </a:cubicBezTo>
                <a:cubicBezTo>
                  <a:pt x="88" y="304"/>
                  <a:pt x="94" y="297"/>
                  <a:pt x="94" y="289"/>
                </a:cubicBezTo>
                <a:cubicBezTo>
                  <a:pt x="94" y="243"/>
                  <a:pt x="94" y="243"/>
                  <a:pt x="94" y="243"/>
                </a:cubicBezTo>
                <a:cubicBezTo>
                  <a:pt x="94" y="235"/>
                  <a:pt x="88" y="228"/>
                  <a:pt x="79" y="228"/>
                </a:cubicBezTo>
                <a:cubicBezTo>
                  <a:pt x="64" y="228"/>
                  <a:pt x="64" y="228"/>
                  <a:pt x="64" y="228"/>
                </a:cubicBezTo>
                <a:cubicBezTo>
                  <a:pt x="50" y="228"/>
                  <a:pt x="39" y="217"/>
                  <a:pt x="39" y="203"/>
                </a:cubicBezTo>
                <a:cubicBezTo>
                  <a:pt x="39" y="25"/>
                  <a:pt x="39" y="25"/>
                  <a:pt x="39" y="25"/>
                </a:cubicBezTo>
                <a:cubicBezTo>
                  <a:pt x="39" y="17"/>
                  <a:pt x="32" y="10"/>
                  <a:pt x="24" y="10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0"/>
                  <a:pt x="0" y="0"/>
                  <a:pt x="0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38" y="0"/>
                  <a:pt x="49" y="12"/>
                  <a:pt x="49" y="25"/>
                </a:cubicBezTo>
                <a:cubicBezTo>
                  <a:pt x="49" y="203"/>
                  <a:pt x="49" y="203"/>
                  <a:pt x="49" y="203"/>
                </a:cubicBezTo>
                <a:cubicBezTo>
                  <a:pt x="49" y="212"/>
                  <a:pt x="55" y="218"/>
                  <a:pt x="64" y="218"/>
                </a:cubicBezTo>
                <a:cubicBezTo>
                  <a:pt x="79" y="218"/>
                  <a:pt x="79" y="218"/>
                  <a:pt x="79" y="218"/>
                </a:cubicBezTo>
                <a:cubicBezTo>
                  <a:pt x="93" y="218"/>
                  <a:pt x="104" y="229"/>
                  <a:pt x="104" y="243"/>
                </a:cubicBezTo>
                <a:cubicBezTo>
                  <a:pt x="104" y="289"/>
                  <a:pt x="104" y="289"/>
                  <a:pt x="104" y="289"/>
                </a:cubicBezTo>
                <a:cubicBezTo>
                  <a:pt x="104" y="302"/>
                  <a:pt x="93" y="313"/>
                  <a:pt x="79" y="31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914400"/>
            <a:endParaRPr lang="zh-CN" altLang="en-US" sz="2400">
              <a:solidFill>
                <a:prstClr val="black"/>
              </a:solidFill>
              <a:cs typeface="+mn-ea"/>
              <a:sym typeface="+mn-lt"/>
            </a:endParaRPr>
          </a:p>
        </p:txBody>
      </p:sp>
      <p:grpSp>
        <p:nvGrpSpPr>
          <p:cNvPr id="166" name="Group 179"/>
          <p:cNvGrpSpPr>
            <a:grpSpLocks/>
          </p:cNvGrpSpPr>
          <p:nvPr userDrawn="1"/>
        </p:nvGrpSpPr>
        <p:grpSpPr bwMode="auto">
          <a:xfrm rot="10800000" flipH="1">
            <a:off x="1769534" y="2009777"/>
            <a:ext cx="715433" cy="1892300"/>
            <a:chOff x="2196" y="530"/>
            <a:chExt cx="317" cy="894"/>
          </a:xfrm>
        </p:grpSpPr>
        <p:sp>
          <p:nvSpPr>
            <p:cNvPr id="167" name="Freeform 180"/>
            <p:cNvSpPr>
              <a:spLocks/>
            </p:cNvSpPr>
            <p:nvPr/>
          </p:nvSpPr>
          <p:spPr bwMode="auto">
            <a:xfrm>
              <a:off x="2210" y="1049"/>
              <a:ext cx="188" cy="375"/>
            </a:xfrm>
            <a:custGeom>
              <a:avLst/>
              <a:gdLst>
                <a:gd name="T0" fmla="*/ 8 w 95"/>
                <a:gd name="T1" fmla="*/ 0 h 189"/>
                <a:gd name="T2" fmla="*/ 0 w 95"/>
                <a:gd name="T3" fmla="*/ 300 h 189"/>
                <a:gd name="T4" fmla="*/ 178 w 95"/>
                <a:gd name="T5" fmla="*/ 375 h 189"/>
                <a:gd name="T6" fmla="*/ 188 w 95"/>
                <a:gd name="T7" fmla="*/ 6 h 189"/>
                <a:gd name="T8" fmla="*/ 8 w 95"/>
                <a:gd name="T9" fmla="*/ 0 h 1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5" h="189">
                  <a:moveTo>
                    <a:pt x="4" y="0"/>
                  </a:moveTo>
                  <a:cubicBezTo>
                    <a:pt x="0" y="151"/>
                    <a:pt x="0" y="151"/>
                    <a:pt x="0" y="151"/>
                  </a:cubicBezTo>
                  <a:cubicBezTo>
                    <a:pt x="28" y="168"/>
                    <a:pt x="58" y="181"/>
                    <a:pt x="90" y="189"/>
                  </a:cubicBezTo>
                  <a:cubicBezTo>
                    <a:pt x="95" y="3"/>
                    <a:pt x="95" y="3"/>
                    <a:pt x="95" y="3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168" name="Freeform 181"/>
            <p:cNvSpPr>
              <a:spLocks/>
            </p:cNvSpPr>
            <p:nvPr/>
          </p:nvSpPr>
          <p:spPr bwMode="auto">
            <a:xfrm>
              <a:off x="2299" y="1053"/>
              <a:ext cx="99" cy="371"/>
            </a:xfrm>
            <a:custGeom>
              <a:avLst/>
              <a:gdLst>
                <a:gd name="T0" fmla="*/ 10 w 50"/>
                <a:gd name="T1" fmla="*/ 0 h 187"/>
                <a:gd name="T2" fmla="*/ 0 w 50"/>
                <a:gd name="T3" fmla="*/ 341 h 187"/>
                <a:gd name="T4" fmla="*/ 89 w 50"/>
                <a:gd name="T5" fmla="*/ 371 h 187"/>
                <a:gd name="T6" fmla="*/ 99 w 50"/>
                <a:gd name="T7" fmla="*/ 2 h 187"/>
                <a:gd name="T8" fmla="*/ 10 w 50"/>
                <a:gd name="T9" fmla="*/ 0 h 18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0" h="187">
                  <a:moveTo>
                    <a:pt x="5" y="0"/>
                  </a:moveTo>
                  <a:cubicBezTo>
                    <a:pt x="0" y="172"/>
                    <a:pt x="0" y="172"/>
                    <a:pt x="0" y="172"/>
                  </a:cubicBezTo>
                  <a:cubicBezTo>
                    <a:pt x="14" y="178"/>
                    <a:pt x="29" y="183"/>
                    <a:pt x="45" y="187"/>
                  </a:cubicBezTo>
                  <a:cubicBezTo>
                    <a:pt x="50" y="1"/>
                    <a:pt x="50" y="1"/>
                    <a:pt x="50" y="1"/>
                  </a:cubicBezTo>
                  <a:lnTo>
                    <a:pt x="5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169" name="Freeform 182"/>
            <p:cNvSpPr>
              <a:spLocks/>
            </p:cNvSpPr>
            <p:nvPr/>
          </p:nvSpPr>
          <p:spPr bwMode="auto">
            <a:xfrm>
              <a:off x="2352" y="754"/>
              <a:ext cx="161" cy="210"/>
            </a:xfrm>
            <a:custGeom>
              <a:avLst/>
              <a:gdLst>
                <a:gd name="T0" fmla="*/ 149 w 81"/>
                <a:gd name="T1" fmla="*/ 16 h 106"/>
                <a:gd name="T2" fmla="*/ 147 w 81"/>
                <a:gd name="T3" fmla="*/ 57 h 106"/>
                <a:gd name="T4" fmla="*/ 74 w 81"/>
                <a:gd name="T5" fmla="*/ 178 h 106"/>
                <a:gd name="T6" fmla="*/ 28 w 81"/>
                <a:gd name="T7" fmla="*/ 200 h 106"/>
                <a:gd name="T8" fmla="*/ 0 w 81"/>
                <a:gd name="T9" fmla="*/ 182 h 106"/>
                <a:gd name="T10" fmla="*/ 99 w 81"/>
                <a:gd name="T11" fmla="*/ 24 h 106"/>
                <a:gd name="T12" fmla="*/ 139 w 81"/>
                <a:gd name="T13" fmla="*/ 8 h 106"/>
                <a:gd name="T14" fmla="*/ 149 w 81"/>
                <a:gd name="T15" fmla="*/ 16 h 10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1" h="106">
                  <a:moveTo>
                    <a:pt x="75" y="8"/>
                  </a:moveTo>
                  <a:cubicBezTo>
                    <a:pt x="81" y="12"/>
                    <a:pt x="78" y="22"/>
                    <a:pt x="74" y="29"/>
                  </a:cubicBezTo>
                  <a:cubicBezTo>
                    <a:pt x="37" y="90"/>
                    <a:pt x="37" y="90"/>
                    <a:pt x="37" y="90"/>
                  </a:cubicBezTo>
                  <a:cubicBezTo>
                    <a:pt x="31" y="100"/>
                    <a:pt x="22" y="106"/>
                    <a:pt x="14" y="101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50" y="12"/>
                    <a:pt x="50" y="12"/>
                    <a:pt x="50" y="12"/>
                  </a:cubicBezTo>
                  <a:cubicBezTo>
                    <a:pt x="54" y="5"/>
                    <a:pt x="64" y="0"/>
                    <a:pt x="70" y="4"/>
                  </a:cubicBezTo>
                  <a:lnTo>
                    <a:pt x="75" y="8"/>
                  </a:lnTo>
                  <a:close/>
                </a:path>
              </a:pathLst>
            </a:custGeom>
            <a:solidFill>
              <a:srgbClr val="FFAB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170" name="Freeform 183"/>
            <p:cNvSpPr>
              <a:spLocks/>
            </p:cNvSpPr>
            <p:nvPr/>
          </p:nvSpPr>
          <p:spPr bwMode="auto">
            <a:xfrm>
              <a:off x="2233" y="952"/>
              <a:ext cx="149" cy="103"/>
            </a:xfrm>
            <a:custGeom>
              <a:avLst/>
              <a:gdLst>
                <a:gd name="T0" fmla="*/ 2 w 149"/>
                <a:gd name="T1" fmla="*/ 0 h 103"/>
                <a:gd name="T2" fmla="*/ 149 w 149"/>
                <a:gd name="T3" fmla="*/ 6 h 103"/>
                <a:gd name="T4" fmla="*/ 147 w 149"/>
                <a:gd name="T5" fmla="*/ 103 h 103"/>
                <a:gd name="T6" fmla="*/ 0 w 149"/>
                <a:gd name="T7" fmla="*/ 99 h 103"/>
                <a:gd name="T8" fmla="*/ 2 w 149"/>
                <a:gd name="T9" fmla="*/ 0 h 1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9" h="103">
                  <a:moveTo>
                    <a:pt x="2" y="0"/>
                  </a:moveTo>
                  <a:lnTo>
                    <a:pt x="149" y="6"/>
                  </a:lnTo>
                  <a:lnTo>
                    <a:pt x="147" y="103"/>
                  </a:lnTo>
                  <a:lnTo>
                    <a:pt x="0" y="99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FFCC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171" name="Freeform 184"/>
            <p:cNvSpPr>
              <a:spLocks/>
            </p:cNvSpPr>
            <p:nvPr/>
          </p:nvSpPr>
          <p:spPr bwMode="auto">
            <a:xfrm>
              <a:off x="2307" y="954"/>
              <a:ext cx="75" cy="101"/>
            </a:xfrm>
            <a:custGeom>
              <a:avLst/>
              <a:gdLst>
                <a:gd name="T0" fmla="*/ 4 w 75"/>
                <a:gd name="T1" fmla="*/ 0 h 101"/>
                <a:gd name="T2" fmla="*/ 75 w 75"/>
                <a:gd name="T3" fmla="*/ 4 h 101"/>
                <a:gd name="T4" fmla="*/ 73 w 75"/>
                <a:gd name="T5" fmla="*/ 101 h 101"/>
                <a:gd name="T6" fmla="*/ 0 w 75"/>
                <a:gd name="T7" fmla="*/ 99 h 101"/>
                <a:gd name="T8" fmla="*/ 4 w 75"/>
                <a:gd name="T9" fmla="*/ 0 h 10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5" h="101">
                  <a:moveTo>
                    <a:pt x="4" y="0"/>
                  </a:moveTo>
                  <a:lnTo>
                    <a:pt x="75" y="4"/>
                  </a:lnTo>
                  <a:lnTo>
                    <a:pt x="73" y="101"/>
                  </a:lnTo>
                  <a:lnTo>
                    <a:pt x="0" y="99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FFAB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172" name="Freeform 185"/>
            <p:cNvSpPr>
              <a:spLocks/>
            </p:cNvSpPr>
            <p:nvPr/>
          </p:nvSpPr>
          <p:spPr bwMode="auto">
            <a:xfrm>
              <a:off x="2196" y="720"/>
              <a:ext cx="238" cy="238"/>
            </a:xfrm>
            <a:custGeom>
              <a:avLst/>
              <a:gdLst>
                <a:gd name="T0" fmla="*/ 40 w 120"/>
                <a:gd name="T1" fmla="*/ 232 h 120"/>
                <a:gd name="T2" fmla="*/ 190 w 120"/>
                <a:gd name="T3" fmla="*/ 238 h 120"/>
                <a:gd name="T4" fmla="*/ 232 w 120"/>
                <a:gd name="T5" fmla="*/ 198 h 120"/>
                <a:gd name="T6" fmla="*/ 238 w 120"/>
                <a:gd name="T7" fmla="*/ 8 h 120"/>
                <a:gd name="T8" fmla="*/ 8 w 120"/>
                <a:gd name="T9" fmla="*/ 0 h 120"/>
                <a:gd name="T10" fmla="*/ 2 w 120"/>
                <a:gd name="T11" fmla="*/ 190 h 120"/>
                <a:gd name="T12" fmla="*/ 40 w 120"/>
                <a:gd name="T13" fmla="*/ 232 h 1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0" h="120">
                  <a:moveTo>
                    <a:pt x="20" y="117"/>
                  </a:moveTo>
                  <a:cubicBezTo>
                    <a:pt x="96" y="120"/>
                    <a:pt x="96" y="120"/>
                    <a:pt x="96" y="120"/>
                  </a:cubicBezTo>
                  <a:cubicBezTo>
                    <a:pt x="107" y="120"/>
                    <a:pt x="117" y="111"/>
                    <a:pt x="117" y="100"/>
                  </a:cubicBezTo>
                  <a:cubicBezTo>
                    <a:pt x="120" y="4"/>
                    <a:pt x="120" y="4"/>
                    <a:pt x="120" y="4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1" y="96"/>
                    <a:pt x="1" y="96"/>
                    <a:pt x="1" y="96"/>
                  </a:cubicBezTo>
                  <a:cubicBezTo>
                    <a:pt x="0" y="107"/>
                    <a:pt x="9" y="117"/>
                    <a:pt x="20" y="117"/>
                  </a:cubicBezTo>
                  <a:close/>
                </a:path>
              </a:pathLst>
            </a:custGeom>
            <a:solidFill>
              <a:srgbClr val="FFCC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173" name="Freeform 186"/>
            <p:cNvSpPr>
              <a:spLocks/>
            </p:cNvSpPr>
            <p:nvPr/>
          </p:nvSpPr>
          <p:spPr bwMode="auto">
            <a:xfrm>
              <a:off x="2325" y="530"/>
              <a:ext cx="55" cy="196"/>
            </a:xfrm>
            <a:custGeom>
              <a:avLst/>
              <a:gdLst>
                <a:gd name="T0" fmla="*/ 26 w 28"/>
                <a:gd name="T1" fmla="*/ 0 h 99"/>
                <a:gd name="T2" fmla="*/ 35 w 28"/>
                <a:gd name="T3" fmla="*/ 0 h 99"/>
                <a:gd name="T4" fmla="*/ 55 w 28"/>
                <a:gd name="T5" fmla="*/ 22 h 99"/>
                <a:gd name="T6" fmla="*/ 49 w 28"/>
                <a:gd name="T7" fmla="*/ 196 h 99"/>
                <a:gd name="T8" fmla="*/ 0 w 28"/>
                <a:gd name="T9" fmla="*/ 194 h 99"/>
                <a:gd name="T10" fmla="*/ 4 w 28"/>
                <a:gd name="T11" fmla="*/ 20 h 99"/>
                <a:gd name="T12" fmla="*/ 26 w 28"/>
                <a:gd name="T13" fmla="*/ 0 h 9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" h="99">
                  <a:moveTo>
                    <a:pt x="13" y="0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24" y="0"/>
                    <a:pt x="28" y="5"/>
                    <a:pt x="28" y="11"/>
                  </a:cubicBezTo>
                  <a:cubicBezTo>
                    <a:pt x="25" y="99"/>
                    <a:pt x="25" y="99"/>
                    <a:pt x="25" y="99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3" y="4"/>
                    <a:pt x="7" y="0"/>
                    <a:pt x="13" y="0"/>
                  </a:cubicBezTo>
                </a:path>
              </a:pathLst>
            </a:custGeom>
            <a:solidFill>
              <a:srgbClr val="FFCC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174" name="Freeform 187"/>
            <p:cNvSpPr>
              <a:spLocks/>
            </p:cNvSpPr>
            <p:nvPr/>
          </p:nvSpPr>
          <p:spPr bwMode="auto">
            <a:xfrm>
              <a:off x="2263" y="548"/>
              <a:ext cx="56" cy="176"/>
            </a:xfrm>
            <a:custGeom>
              <a:avLst/>
              <a:gdLst>
                <a:gd name="T0" fmla="*/ 26 w 28"/>
                <a:gd name="T1" fmla="*/ 0 h 89"/>
                <a:gd name="T2" fmla="*/ 36 w 28"/>
                <a:gd name="T3" fmla="*/ 0 h 89"/>
                <a:gd name="T4" fmla="*/ 56 w 28"/>
                <a:gd name="T5" fmla="*/ 22 h 89"/>
                <a:gd name="T6" fmla="*/ 52 w 28"/>
                <a:gd name="T7" fmla="*/ 176 h 89"/>
                <a:gd name="T8" fmla="*/ 0 w 28"/>
                <a:gd name="T9" fmla="*/ 174 h 89"/>
                <a:gd name="T10" fmla="*/ 6 w 28"/>
                <a:gd name="T11" fmla="*/ 20 h 89"/>
                <a:gd name="T12" fmla="*/ 26 w 28"/>
                <a:gd name="T13" fmla="*/ 0 h 8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" h="89">
                  <a:moveTo>
                    <a:pt x="13" y="0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24" y="0"/>
                    <a:pt x="28" y="5"/>
                    <a:pt x="28" y="11"/>
                  </a:cubicBezTo>
                  <a:cubicBezTo>
                    <a:pt x="26" y="89"/>
                    <a:pt x="26" y="89"/>
                    <a:pt x="26" y="89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3" y="4"/>
                    <a:pt x="8" y="0"/>
                    <a:pt x="13" y="0"/>
                  </a:cubicBezTo>
                </a:path>
              </a:pathLst>
            </a:custGeom>
            <a:solidFill>
              <a:srgbClr val="FFCC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175" name="Freeform 188"/>
            <p:cNvSpPr>
              <a:spLocks/>
            </p:cNvSpPr>
            <p:nvPr/>
          </p:nvSpPr>
          <p:spPr bwMode="auto">
            <a:xfrm>
              <a:off x="2204" y="585"/>
              <a:ext cx="53" cy="137"/>
            </a:xfrm>
            <a:custGeom>
              <a:avLst/>
              <a:gdLst>
                <a:gd name="T0" fmla="*/ 24 w 27"/>
                <a:gd name="T1" fmla="*/ 0 h 69"/>
                <a:gd name="T2" fmla="*/ 33 w 27"/>
                <a:gd name="T3" fmla="*/ 0 h 69"/>
                <a:gd name="T4" fmla="*/ 53 w 27"/>
                <a:gd name="T5" fmla="*/ 22 h 69"/>
                <a:gd name="T6" fmla="*/ 49 w 27"/>
                <a:gd name="T7" fmla="*/ 137 h 69"/>
                <a:gd name="T8" fmla="*/ 0 w 27"/>
                <a:gd name="T9" fmla="*/ 135 h 69"/>
                <a:gd name="T10" fmla="*/ 4 w 27"/>
                <a:gd name="T11" fmla="*/ 20 h 69"/>
                <a:gd name="T12" fmla="*/ 24 w 27"/>
                <a:gd name="T13" fmla="*/ 0 h 6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69">
                  <a:moveTo>
                    <a:pt x="12" y="0"/>
                  </a:moveTo>
                  <a:cubicBezTo>
                    <a:pt x="17" y="0"/>
                    <a:pt x="17" y="0"/>
                    <a:pt x="17" y="0"/>
                  </a:cubicBezTo>
                  <a:cubicBezTo>
                    <a:pt x="23" y="1"/>
                    <a:pt x="27" y="5"/>
                    <a:pt x="27" y="11"/>
                  </a:cubicBezTo>
                  <a:cubicBezTo>
                    <a:pt x="25" y="69"/>
                    <a:pt x="25" y="69"/>
                    <a:pt x="25" y="69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5"/>
                    <a:pt x="7" y="0"/>
                    <a:pt x="12" y="0"/>
                  </a:cubicBezTo>
                </a:path>
              </a:pathLst>
            </a:custGeom>
            <a:solidFill>
              <a:srgbClr val="FFCC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176" name="Freeform 189"/>
            <p:cNvSpPr>
              <a:spLocks/>
            </p:cNvSpPr>
            <p:nvPr/>
          </p:nvSpPr>
          <p:spPr bwMode="auto">
            <a:xfrm>
              <a:off x="2384" y="572"/>
              <a:ext cx="56" cy="156"/>
            </a:xfrm>
            <a:custGeom>
              <a:avLst/>
              <a:gdLst>
                <a:gd name="T0" fmla="*/ 26 w 28"/>
                <a:gd name="T1" fmla="*/ 0 h 79"/>
                <a:gd name="T2" fmla="*/ 36 w 28"/>
                <a:gd name="T3" fmla="*/ 0 h 79"/>
                <a:gd name="T4" fmla="*/ 54 w 28"/>
                <a:gd name="T5" fmla="*/ 22 h 79"/>
                <a:gd name="T6" fmla="*/ 50 w 28"/>
                <a:gd name="T7" fmla="*/ 156 h 79"/>
                <a:gd name="T8" fmla="*/ 0 w 28"/>
                <a:gd name="T9" fmla="*/ 154 h 79"/>
                <a:gd name="T10" fmla="*/ 4 w 28"/>
                <a:gd name="T11" fmla="*/ 20 h 79"/>
                <a:gd name="T12" fmla="*/ 26 w 28"/>
                <a:gd name="T13" fmla="*/ 0 h 7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" h="79">
                  <a:moveTo>
                    <a:pt x="13" y="0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23" y="0"/>
                    <a:pt x="28" y="5"/>
                    <a:pt x="27" y="11"/>
                  </a:cubicBezTo>
                  <a:cubicBezTo>
                    <a:pt x="25" y="79"/>
                    <a:pt x="25" y="79"/>
                    <a:pt x="25" y="79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4"/>
                    <a:pt x="7" y="0"/>
                    <a:pt x="13" y="0"/>
                  </a:cubicBezTo>
                </a:path>
              </a:pathLst>
            </a:custGeom>
            <a:solidFill>
              <a:srgbClr val="FFCC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177" name="Freeform 190"/>
            <p:cNvSpPr>
              <a:spLocks/>
            </p:cNvSpPr>
            <p:nvPr/>
          </p:nvSpPr>
          <p:spPr bwMode="auto">
            <a:xfrm>
              <a:off x="2362" y="1111"/>
              <a:ext cx="18" cy="18"/>
            </a:xfrm>
            <a:custGeom>
              <a:avLst/>
              <a:gdLst>
                <a:gd name="T0" fmla="*/ 0 w 9"/>
                <a:gd name="T1" fmla="*/ 10 h 9"/>
                <a:gd name="T2" fmla="*/ 8 w 9"/>
                <a:gd name="T3" fmla="*/ 18 h 9"/>
                <a:gd name="T4" fmla="*/ 18 w 9"/>
                <a:gd name="T5" fmla="*/ 10 h 9"/>
                <a:gd name="T6" fmla="*/ 10 w 9"/>
                <a:gd name="T7" fmla="*/ 0 h 9"/>
                <a:gd name="T8" fmla="*/ 0 w 9"/>
                <a:gd name="T9" fmla="*/ 1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9">
                  <a:moveTo>
                    <a:pt x="0" y="5"/>
                  </a:moveTo>
                  <a:cubicBezTo>
                    <a:pt x="0" y="7"/>
                    <a:pt x="2" y="9"/>
                    <a:pt x="4" y="9"/>
                  </a:cubicBezTo>
                  <a:cubicBezTo>
                    <a:pt x="7" y="9"/>
                    <a:pt x="9" y="7"/>
                    <a:pt x="9" y="5"/>
                  </a:cubicBezTo>
                  <a:cubicBezTo>
                    <a:pt x="9" y="2"/>
                    <a:pt x="7" y="0"/>
                    <a:pt x="5" y="0"/>
                  </a:cubicBezTo>
                  <a:cubicBezTo>
                    <a:pt x="2" y="0"/>
                    <a:pt x="0" y="2"/>
                    <a:pt x="0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178" name="Freeform 191"/>
            <p:cNvSpPr>
              <a:spLocks/>
            </p:cNvSpPr>
            <p:nvPr/>
          </p:nvSpPr>
          <p:spPr bwMode="auto">
            <a:xfrm>
              <a:off x="2364" y="1083"/>
              <a:ext cx="20" cy="20"/>
            </a:xfrm>
            <a:custGeom>
              <a:avLst/>
              <a:gdLst>
                <a:gd name="T0" fmla="*/ 0 w 10"/>
                <a:gd name="T1" fmla="*/ 10 h 10"/>
                <a:gd name="T2" fmla="*/ 10 w 10"/>
                <a:gd name="T3" fmla="*/ 20 h 10"/>
                <a:gd name="T4" fmla="*/ 20 w 10"/>
                <a:gd name="T5" fmla="*/ 10 h 10"/>
                <a:gd name="T6" fmla="*/ 10 w 10"/>
                <a:gd name="T7" fmla="*/ 2 h 10"/>
                <a:gd name="T8" fmla="*/ 0 w 10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0">
                  <a:moveTo>
                    <a:pt x="0" y="5"/>
                  </a:moveTo>
                  <a:cubicBezTo>
                    <a:pt x="0" y="7"/>
                    <a:pt x="2" y="10"/>
                    <a:pt x="5" y="10"/>
                  </a:cubicBezTo>
                  <a:cubicBezTo>
                    <a:pt x="7" y="10"/>
                    <a:pt x="10" y="8"/>
                    <a:pt x="10" y="5"/>
                  </a:cubicBezTo>
                  <a:cubicBezTo>
                    <a:pt x="10" y="3"/>
                    <a:pt x="8" y="1"/>
                    <a:pt x="5" y="1"/>
                  </a:cubicBezTo>
                  <a:cubicBezTo>
                    <a:pt x="3" y="0"/>
                    <a:pt x="1" y="2"/>
                    <a:pt x="0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179" name="Freeform 192"/>
            <p:cNvSpPr>
              <a:spLocks/>
            </p:cNvSpPr>
            <p:nvPr/>
          </p:nvSpPr>
          <p:spPr bwMode="auto">
            <a:xfrm>
              <a:off x="2360" y="1137"/>
              <a:ext cx="20" cy="19"/>
            </a:xfrm>
            <a:custGeom>
              <a:avLst/>
              <a:gdLst>
                <a:gd name="T0" fmla="*/ 2 w 10"/>
                <a:gd name="T1" fmla="*/ 10 h 10"/>
                <a:gd name="T2" fmla="*/ 10 w 10"/>
                <a:gd name="T3" fmla="*/ 17 h 10"/>
                <a:gd name="T4" fmla="*/ 20 w 10"/>
                <a:gd name="T5" fmla="*/ 10 h 10"/>
                <a:gd name="T6" fmla="*/ 10 w 10"/>
                <a:gd name="T7" fmla="*/ 0 h 10"/>
                <a:gd name="T8" fmla="*/ 2 w 10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0">
                  <a:moveTo>
                    <a:pt x="1" y="5"/>
                  </a:moveTo>
                  <a:cubicBezTo>
                    <a:pt x="0" y="7"/>
                    <a:pt x="2" y="9"/>
                    <a:pt x="5" y="9"/>
                  </a:cubicBezTo>
                  <a:cubicBezTo>
                    <a:pt x="7" y="10"/>
                    <a:pt x="10" y="8"/>
                    <a:pt x="10" y="5"/>
                  </a:cubicBezTo>
                  <a:cubicBezTo>
                    <a:pt x="10" y="3"/>
                    <a:pt x="8" y="0"/>
                    <a:pt x="5" y="0"/>
                  </a:cubicBezTo>
                  <a:cubicBezTo>
                    <a:pt x="3" y="0"/>
                    <a:pt x="1" y="2"/>
                    <a:pt x="1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180" name="Freeform 193"/>
            <p:cNvSpPr>
              <a:spLocks/>
            </p:cNvSpPr>
            <p:nvPr/>
          </p:nvSpPr>
          <p:spPr bwMode="auto">
            <a:xfrm>
              <a:off x="2216" y="599"/>
              <a:ext cx="33" cy="18"/>
            </a:xfrm>
            <a:custGeom>
              <a:avLst/>
              <a:gdLst>
                <a:gd name="T0" fmla="*/ 16 w 17"/>
                <a:gd name="T1" fmla="*/ 0 h 9"/>
                <a:gd name="T2" fmla="*/ 33 w 17"/>
                <a:gd name="T3" fmla="*/ 18 h 9"/>
                <a:gd name="T4" fmla="*/ 0 w 17"/>
                <a:gd name="T5" fmla="*/ 18 h 9"/>
                <a:gd name="T6" fmla="*/ 16 w 17"/>
                <a:gd name="T7" fmla="*/ 0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9">
                  <a:moveTo>
                    <a:pt x="8" y="0"/>
                  </a:moveTo>
                  <a:cubicBezTo>
                    <a:pt x="13" y="0"/>
                    <a:pt x="17" y="4"/>
                    <a:pt x="17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8" y="0"/>
                  </a:cubicBezTo>
                </a:path>
              </a:pathLst>
            </a:custGeom>
            <a:solidFill>
              <a:srgbClr val="FCEC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181" name="Freeform 194"/>
            <p:cNvSpPr>
              <a:spLocks/>
            </p:cNvSpPr>
            <p:nvPr/>
          </p:nvSpPr>
          <p:spPr bwMode="auto">
            <a:xfrm>
              <a:off x="2275" y="560"/>
              <a:ext cx="34" cy="16"/>
            </a:xfrm>
            <a:custGeom>
              <a:avLst/>
              <a:gdLst>
                <a:gd name="T0" fmla="*/ 18 w 17"/>
                <a:gd name="T1" fmla="*/ 0 h 8"/>
                <a:gd name="T2" fmla="*/ 34 w 17"/>
                <a:gd name="T3" fmla="*/ 16 h 8"/>
                <a:gd name="T4" fmla="*/ 0 w 17"/>
                <a:gd name="T5" fmla="*/ 16 h 8"/>
                <a:gd name="T6" fmla="*/ 18 w 17"/>
                <a:gd name="T7" fmla="*/ 0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8">
                  <a:moveTo>
                    <a:pt x="9" y="0"/>
                  </a:moveTo>
                  <a:cubicBezTo>
                    <a:pt x="14" y="0"/>
                    <a:pt x="17" y="3"/>
                    <a:pt x="17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3"/>
                    <a:pt x="4" y="0"/>
                    <a:pt x="9" y="0"/>
                  </a:cubicBezTo>
                </a:path>
              </a:pathLst>
            </a:custGeom>
            <a:solidFill>
              <a:srgbClr val="FCEC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182" name="Freeform 195"/>
            <p:cNvSpPr>
              <a:spLocks/>
            </p:cNvSpPr>
            <p:nvPr/>
          </p:nvSpPr>
          <p:spPr bwMode="auto">
            <a:xfrm>
              <a:off x="2338" y="544"/>
              <a:ext cx="34" cy="16"/>
            </a:xfrm>
            <a:custGeom>
              <a:avLst/>
              <a:gdLst>
                <a:gd name="T0" fmla="*/ 16 w 17"/>
                <a:gd name="T1" fmla="*/ 0 h 8"/>
                <a:gd name="T2" fmla="*/ 34 w 17"/>
                <a:gd name="T3" fmla="*/ 16 h 8"/>
                <a:gd name="T4" fmla="*/ 0 w 17"/>
                <a:gd name="T5" fmla="*/ 16 h 8"/>
                <a:gd name="T6" fmla="*/ 16 w 17"/>
                <a:gd name="T7" fmla="*/ 0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8">
                  <a:moveTo>
                    <a:pt x="8" y="0"/>
                  </a:moveTo>
                  <a:cubicBezTo>
                    <a:pt x="13" y="0"/>
                    <a:pt x="17" y="3"/>
                    <a:pt x="17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3"/>
                    <a:pt x="4" y="0"/>
                    <a:pt x="8" y="0"/>
                  </a:cubicBezTo>
                </a:path>
              </a:pathLst>
            </a:custGeom>
            <a:solidFill>
              <a:srgbClr val="FCEC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183" name="Freeform 196"/>
            <p:cNvSpPr>
              <a:spLocks/>
            </p:cNvSpPr>
            <p:nvPr/>
          </p:nvSpPr>
          <p:spPr bwMode="auto">
            <a:xfrm>
              <a:off x="2396" y="583"/>
              <a:ext cx="34" cy="18"/>
            </a:xfrm>
            <a:custGeom>
              <a:avLst/>
              <a:gdLst>
                <a:gd name="T0" fmla="*/ 16 w 17"/>
                <a:gd name="T1" fmla="*/ 0 h 9"/>
                <a:gd name="T2" fmla="*/ 34 w 17"/>
                <a:gd name="T3" fmla="*/ 18 h 9"/>
                <a:gd name="T4" fmla="*/ 0 w 17"/>
                <a:gd name="T5" fmla="*/ 18 h 9"/>
                <a:gd name="T6" fmla="*/ 16 w 17"/>
                <a:gd name="T7" fmla="*/ 0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9">
                  <a:moveTo>
                    <a:pt x="8" y="0"/>
                  </a:moveTo>
                  <a:cubicBezTo>
                    <a:pt x="13" y="0"/>
                    <a:pt x="17" y="4"/>
                    <a:pt x="17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8" y="0"/>
                  </a:cubicBezTo>
                </a:path>
              </a:pathLst>
            </a:custGeom>
            <a:solidFill>
              <a:srgbClr val="FCEC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914400"/>
              <a:endParaRPr lang="zh-CN" altLang="en-US" sz="240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85" name="Rectangle 329"/>
          <p:cNvSpPr>
            <a:spLocks noChangeArrowheads="1"/>
          </p:cNvSpPr>
          <p:nvPr userDrawn="1"/>
        </p:nvSpPr>
        <p:spPr bwMode="auto">
          <a:xfrm>
            <a:off x="0" y="1059"/>
            <a:ext cx="12192000" cy="21971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/>
        </p:spPr>
        <p:txBody>
          <a:bodyPr wrap="none" anchor="ctr"/>
          <a:lstStyle>
            <a:lvl1pPr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defTabSz="914400" eaLnBrk="1" hangingPunct="1"/>
            <a:endParaRPr lang="zh-CN" altLang="en-US" sz="1600">
              <a:latin typeface="Century Gothic" panose="020F0502020204030204"/>
              <a:ea typeface="微软雅黑"/>
              <a:cs typeface="+mn-ea"/>
              <a:sym typeface="+mn-lt"/>
            </a:endParaRPr>
          </a:p>
        </p:txBody>
      </p:sp>
      <p:sp>
        <p:nvSpPr>
          <p:cNvPr id="186" name="Rectangle 331"/>
          <p:cNvSpPr>
            <a:spLocks noChangeArrowheads="1"/>
          </p:cNvSpPr>
          <p:nvPr userDrawn="1"/>
        </p:nvSpPr>
        <p:spPr bwMode="auto">
          <a:xfrm>
            <a:off x="0" y="4659843"/>
            <a:ext cx="12192000" cy="21971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/>
        </p:spPr>
        <p:txBody>
          <a:bodyPr wrap="none" anchor="ctr"/>
          <a:lstStyle>
            <a:lvl1pPr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defTabSz="914400" eaLnBrk="1" hangingPunct="1"/>
            <a:endParaRPr lang="zh-CN" altLang="en-US" sz="1600">
              <a:latin typeface="Century Gothic" panose="020F0502020204030204"/>
              <a:ea typeface="微软雅黑"/>
              <a:cs typeface="+mn-ea"/>
              <a:sym typeface="+mn-lt"/>
            </a:endParaRPr>
          </a:p>
        </p:txBody>
      </p:sp>
      <p:sp>
        <p:nvSpPr>
          <p:cNvPr id="188" name="Line 334"/>
          <p:cNvSpPr>
            <a:spLocks noChangeShapeType="1"/>
          </p:cNvSpPr>
          <p:nvPr userDrawn="1"/>
        </p:nvSpPr>
        <p:spPr bwMode="auto">
          <a:xfrm>
            <a:off x="0" y="4564592"/>
            <a:ext cx="19729451" cy="0"/>
          </a:xfrm>
          <a:prstGeom prst="line">
            <a:avLst/>
          </a:prstGeom>
          <a:noFill/>
          <a:ln w="25400">
            <a:solidFill>
              <a:srgbClr val="EDE8C7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914400"/>
            <a:endParaRPr lang="zh-CN" altLang="en-US" sz="2400">
              <a:solidFill>
                <a:prstClr val="black"/>
              </a:solidFill>
              <a:cs typeface="+mn-ea"/>
              <a:sym typeface="+mn-lt"/>
            </a:endParaRPr>
          </a:p>
        </p:txBody>
      </p:sp>
      <p:sp>
        <p:nvSpPr>
          <p:cNvPr id="189" name="文本占位符 188"/>
          <p:cNvSpPr>
            <a:spLocks noGrp="1"/>
          </p:cNvSpPr>
          <p:nvPr>
            <p:ph type="body" sz="quarter" idx="11" hasCustomPrompt="1"/>
          </p:nvPr>
        </p:nvSpPr>
        <p:spPr>
          <a:xfrm>
            <a:off x="6604000" y="3211899"/>
            <a:ext cx="1282700" cy="90794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3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90" name="文本占位符 188"/>
          <p:cNvSpPr>
            <a:spLocks noGrp="1"/>
          </p:cNvSpPr>
          <p:nvPr>
            <p:ph type="body" sz="quarter" idx="12" hasCustomPrompt="1"/>
          </p:nvPr>
        </p:nvSpPr>
        <p:spPr>
          <a:xfrm>
            <a:off x="7886700" y="3440413"/>
            <a:ext cx="2855381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单击添加标题文本</a:t>
            </a:r>
          </a:p>
        </p:txBody>
      </p:sp>
    </p:spTree>
    <p:extLst>
      <p:ext uri="{BB962C8B-B14F-4D97-AF65-F5344CB8AC3E}">
        <p14:creationId xmlns:p14="http://schemas.microsoft.com/office/powerpoint/2010/main" val="110004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5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3" presetClass="entr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6" presetClass="emph" presetSubtype="0" autoRev="1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30" dur="150" fill="hold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3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3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6" presetClass="emph" presetSubtype="0" autoRev="1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animScale>
                                      <p:cBhvr>
                                        <p:cTn id="39" dur="150" fill="hold"/>
                                        <p:tgtEl>
                                          <p:spTgt spid="161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2" presetClass="entr" presetSubtype="1" decel="5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1" decel="5000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0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08 -0.00247 L -0.50208 -0.00216 " pathEditMode="relative" ptsTypes="AA">
                                      <p:cBhvr>
                                        <p:cTn id="49" dur="30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" grpId="0" animBg="1"/>
      <p:bldP spid="188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 userDrawn="1"/>
        </p:nvGrpSpPr>
        <p:grpSpPr bwMode="auto">
          <a:xfrm>
            <a:off x="222251" y="551392"/>
            <a:ext cx="4146549" cy="626533"/>
            <a:chOff x="105" y="304"/>
            <a:chExt cx="1511" cy="262"/>
          </a:xfrm>
        </p:grpSpPr>
        <p:sp>
          <p:nvSpPr>
            <p:cNvPr id="3" name="Freeform 3"/>
            <p:cNvSpPr>
              <a:spLocks/>
            </p:cNvSpPr>
            <p:nvPr/>
          </p:nvSpPr>
          <p:spPr bwMode="auto">
            <a:xfrm>
              <a:off x="105" y="304"/>
              <a:ext cx="1511" cy="262"/>
            </a:xfrm>
            <a:custGeom>
              <a:avLst/>
              <a:gdLst>
                <a:gd name="T0" fmla="*/ 1511 w 2161"/>
                <a:gd name="T1" fmla="*/ 262 h 378"/>
                <a:gd name="T2" fmla="*/ 0 w 2161"/>
                <a:gd name="T3" fmla="*/ 262 h 378"/>
                <a:gd name="T4" fmla="*/ 0 w 2161"/>
                <a:gd name="T5" fmla="*/ 0 h 378"/>
                <a:gd name="T6" fmla="*/ 1511 w 2161"/>
                <a:gd name="T7" fmla="*/ 0 h 378"/>
                <a:gd name="T8" fmla="*/ 1410 w 2161"/>
                <a:gd name="T9" fmla="*/ 131 h 378"/>
                <a:gd name="T10" fmla="*/ 1511 w 2161"/>
                <a:gd name="T11" fmla="*/ 262 h 37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61" h="378">
                  <a:moveTo>
                    <a:pt x="2161" y="378"/>
                  </a:moveTo>
                  <a:lnTo>
                    <a:pt x="0" y="378"/>
                  </a:lnTo>
                  <a:lnTo>
                    <a:pt x="0" y="0"/>
                  </a:lnTo>
                  <a:lnTo>
                    <a:pt x="2161" y="0"/>
                  </a:lnTo>
                  <a:lnTo>
                    <a:pt x="2017" y="189"/>
                  </a:lnTo>
                  <a:lnTo>
                    <a:pt x="2161" y="37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4" name="Freeform 4"/>
            <p:cNvSpPr>
              <a:spLocks/>
            </p:cNvSpPr>
            <p:nvPr/>
          </p:nvSpPr>
          <p:spPr bwMode="auto">
            <a:xfrm>
              <a:off x="107" y="332"/>
              <a:ext cx="1444" cy="206"/>
            </a:xfrm>
            <a:custGeom>
              <a:avLst/>
              <a:gdLst>
                <a:gd name="T0" fmla="*/ 0 w 2081"/>
                <a:gd name="T1" fmla="*/ 0 h 298"/>
                <a:gd name="T2" fmla="*/ 1444 w 2081"/>
                <a:gd name="T3" fmla="*/ 0 h 298"/>
                <a:gd name="T4" fmla="*/ 1365 w 2081"/>
                <a:gd name="T5" fmla="*/ 103 h 298"/>
                <a:gd name="T6" fmla="*/ 1444 w 2081"/>
                <a:gd name="T7" fmla="*/ 206 h 298"/>
                <a:gd name="T8" fmla="*/ 0 w 2081"/>
                <a:gd name="T9" fmla="*/ 206 h 2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1" h="298">
                  <a:moveTo>
                    <a:pt x="0" y="0"/>
                  </a:moveTo>
                  <a:lnTo>
                    <a:pt x="2081" y="0"/>
                  </a:lnTo>
                  <a:lnTo>
                    <a:pt x="1967" y="149"/>
                  </a:lnTo>
                  <a:lnTo>
                    <a:pt x="2081" y="298"/>
                  </a:lnTo>
                  <a:lnTo>
                    <a:pt x="0" y="298"/>
                  </a:lnTo>
                </a:path>
              </a:pathLst>
            </a:custGeom>
            <a:noFill/>
            <a:ln w="12700" cap="flat">
              <a:solidFill>
                <a:schemeClr val="accent2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</p:grpSp>
      <p:sp>
        <p:nvSpPr>
          <p:cNvPr id="6" name="文本占位符 188"/>
          <p:cNvSpPr>
            <a:spLocks noGrp="1"/>
          </p:cNvSpPr>
          <p:nvPr>
            <p:ph type="body" sz="quarter" idx="12" hasCustomPrompt="1"/>
          </p:nvPr>
        </p:nvSpPr>
        <p:spPr>
          <a:xfrm>
            <a:off x="227739" y="656909"/>
            <a:ext cx="4037256" cy="41549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dirty="0"/>
              <a:t>PART/01 </a:t>
            </a:r>
            <a:r>
              <a:rPr lang="zh-CN" altLang="en-US" dirty="0"/>
              <a:t>单击添加标题文本</a:t>
            </a:r>
          </a:p>
        </p:txBody>
      </p:sp>
    </p:spTree>
    <p:extLst>
      <p:ext uri="{BB962C8B-B14F-4D97-AF65-F5344CB8AC3E}">
        <p14:creationId xmlns:p14="http://schemas.microsoft.com/office/powerpoint/2010/main" val="3618545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 userDrawn="1"/>
        </p:nvGrpSpPr>
        <p:grpSpPr bwMode="auto">
          <a:xfrm>
            <a:off x="222251" y="551392"/>
            <a:ext cx="4146549" cy="626533"/>
            <a:chOff x="105" y="304"/>
            <a:chExt cx="1511" cy="262"/>
          </a:xfrm>
        </p:grpSpPr>
        <p:sp>
          <p:nvSpPr>
            <p:cNvPr id="3" name="Freeform 3"/>
            <p:cNvSpPr>
              <a:spLocks/>
            </p:cNvSpPr>
            <p:nvPr/>
          </p:nvSpPr>
          <p:spPr bwMode="auto">
            <a:xfrm>
              <a:off x="105" y="304"/>
              <a:ext cx="1511" cy="262"/>
            </a:xfrm>
            <a:custGeom>
              <a:avLst/>
              <a:gdLst>
                <a:gd name="T0" fmla="*/ 1511 w 2161"/>
                <a:gd name="T1" fmla="*/ 262 h 378"/>
                <a:gd name="T2" fmla="*/ 0 w 2161"/>
                <a:gd name="T3" fmla="*/ 262 h 378"/>
                <a:gd name="T4" fmla="*/ 0 w 2161"/>
                <a:gd name="T5" fmla="*/ 0 h 378"/>
                <a:gd name="T6" fmla="*/ 1511 w 2161"/>
                <a:gd name="T7" fmla="*/ 0 h 378"/>
                <a:gd name="T8" fmla="*/ 1410 w 2161"/>
                <a:gd name="T9" fmla="*/ 131 h 378"/>
                <a:gd name="T10" fmla="*/ 1511 w 2161"/>
                <a:gd name="T11" fmla="*/ 262 h 37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61" h="378">
                  <a:moveTo>
                    <a:pt x="2161" y="378"/>
                  </a:moveTo>
                  <a:lnTo>
                    <a:pt x="0" y="378"/>
                  </a:lnTo>
                  <a:lnTo>
                    <a:pt x="0" y="0"/>
                  </a:lnTo>
                  <a:lnTo>
                    <a:pt x="2161" y="0"/>
                  </a:lnTo>
                  <a:lnTo>
                    <a:pt x="2017" y="189"/>
                  </a:lnTo>
                  <a:lnTo>
                    <a:pt x="2161" y="37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4" name="Freeform 4"/>
            <p:cNvSpPr>
              <a:spLocks/>
            </p:cNvSpPr>
            <p:nvPr/>
          </p:nvSpPr>
          <p:spPr bwMode="auto">
            <a:xfrm>
              <a:off x="107" y="332"/>
              <a:ext cx="1444" cy="206"/>
            </a:xfrm>
            <a:custGeom>
              <a:avLst/>
              <a:gdLst>
                <a:gd name="T0" fmla="*/ 0 w 2081"/>
                <a:gd name="T1" fmla="*/ 0 h 298"/>
                <a:gd name="T2" fmla="*/ 1444 w 2081"/>
                <a:gd name="T3" fmla="*/ 0 h 298"/>
                <a:gd name="T4" fmla="*/ 1365 w 2081"/>
                <a:gd name="T5" fmla="*/ 103 h 298"/>
                <a:gd name="T6" fmla="*/ 1444 w 2081"/>
                <a:gd name="T7" fmla="*/ 206 h 298"/>
                <a:gd name="T8" fmla="*/ 0 w 2081"/>
                <a:gd name="T9" fmla="*/ 206 h 2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1" h="298">
                  <a:moveTo>
                    <a:pt x="0" y="0"/>
                  </a:moveTo>
                  <a:lnTo>
                    <a:pt x="2081" y="0"/>
                  </a:lnTo>
                  <a:lnTo>
                    <a:pt x="1967" y="149"/>
                  </a:lnTo>
                  <a:lnTo>
                    <a:pt x="2081" y="298"/>
                  </a:lnTo>
                  <a:lnTo>
                    <a:pt x="0" y="298"/>
                  </a:lnTo>
                </a:path>
              </a:pathLst>
            </a:custGeom>
            <a:noFill/>
            <a:ln w="12700" cap="flat">
              <a:solidFill>
                <a:schemeClr val="accent2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</p:grpSp>
      <p:sp>
        <p:nvSpPr>
          <p:cNvPr id="6" name="文本占位符 188"/>
          <p:cNvSpPr>
            <a:spLocks noGrp="1"/>
          </p:cNvSpPr>
          <p:nvPr>
            <p:ph type="body" sz="quarter" idx="12" hasCustomPrompt="1"/>
          </p:nvPr>
        </p:nvSpPr>
        <p:spPr>
          <a:xfrm>
            <a:off x="227739" y="656909"/>
            <a:ext cx="4037256" cy="41549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dirty="0"/>
              <a:t>PART/01 </a:t>
            </a:r>
            <a:r>
              <a:rPr lang="zh-CN" altLang="en-US" dirty="0"/>
              <a:t>单击添加标题文本</a:t>
            </a:r>
          </a:p>
        </p:txBody>
      </p:sp>
      <p:sp>
        <p:nvSpPr>
          <p:cNvPr id="7" name="圆角矩形 6"/>
          <p:cNvSpPr/>
          <p:nvPr userDrawn="1"/>
        </p:nvSpPr>
        <p:spPr>
          <a:xfrm>
            <a:off x="-86109" y="1"/>
            <a:ext cx="12364218" cy="6828062"/>
          </a:xfrm>
          <a:prstGeom prst="roundRect">
            <a:avLst>
              <a:gd name="adj" fmla="val 3161"/>
            </a:avLst>
          </a:prstGeom>
          <a:noFill/>
          <a:ln w="2159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18501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41154"/>
          <p:cNvGrpSpPr>
            <a:grpSpLocks/>
          </p:cNvGrpSpPr>
          <p:nvPr userDrawn="1"/>
        </p:nvGrpSpPr>
        <p:grpSpPr bwMode="auto">
          <a:xfrm>
            <a:off x="9472085" y="5091643"/>
            <a:ext cx="1602316" cy="99483"/>
            <a:chOff x="4477" y="2290"/>
            <a:chExt cx="757" cy="47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" name="Rectangle 41001"/>
            <p:cNvSpPr>
              <a:spLocks noChangeArrowheads="1"/>
            </p:cNvSpPr>
            <p:nvPr/>
          </p:nvSpPr>
          <p:spPr bwMode="auto">
            <a:xfrm>
              <a:off x="4477" y="2290"/>
              <a:ext cx="176" cy="4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 sz="160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5" name="Rectangle 41003"/>
            <p:cNvSpPr>
              <a:spLocks noChangeArrowheads="1"/>
            </p:cNvSpPr>
            <p:nvPr/>
          </p:nvSpPr>
          <p:spPr bwMode="auto">
            <a:xfrm>
              <a:off x="4710" y="2290"/>
              <a:ext cx="524" cy="4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 sz="1600"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6" name="Group 41153"/>
          <p:cNvGrpSpPr>
            <a:grpSpLocks/>
          </p:cNvGrpSpPr>
          <p:nvPr userDrawn="1"/>
        </p:nvGrpSpPr>
        <p:grpSpPr bwMode="auto">
          <a:xfrm>
            <a:off x="7607300" y="4594226"/>
            <a:ext cx="1602317" cy="99484"/>
            <a:chOff x="3596" y="2055"/>
            <a:chExt cx="757" cy="47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7" name="Rectangle 41005"/>
            <p:cNvSpPr>
              <a:spLocks noChangeArrowheads="1"/>
            </p:cNvSpPr>
            <p:nvPr/>
          </p:nvSpPr>
          <p:spPr bwMode="auto">
            <a:xfrm>
              <a:off x="4178" y="2055"/>
              <a:ext cx="175" cy="4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 sz="160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8" name="Rectangle 41007"/>
            <p:cNvSpPr>
              <a:spLocks noChangeArrowheads="1"/>
            </p:cNvSpPr>
            <p:nvPr/>
          </p:nvSpPr>
          <p:spPr bwMode="auto">
            <a:xfrm>
              <a:off x="3596" y="2055"/>
              <a:ext cx="524" cy="4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 sz="1600"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9" name="Group 41152"/>
          <p:cNvGrpSpPr>
            <a:grpSpLocks/>
          </p:cNvGrpSpPr>
          <p:nvPr userDrawn="1"/>
        </p:nvGrpSpPr>
        <p:grpSpPr bwMode="auto">
          <a:xfrm>
            <a:off x="10337801" y="4346576"/>
            <a:ext cx="1606551" cy="99483"/>
            <a:chOff x="4886" y="1938"/>
            <a:chExt cx="759" cy="47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0" name="Rectangle 41009"/>
            <p:cNvSpPr>
              <a:spLocks noChangeArrowheads="1"/>
            </p:cNvSpPr>
            <p:nvPr/>
          </p:nvSpPr>
          <p:spPr bwMode="auto">
            <a:xfrm>
              <a:off x="5468" y="1938"/>
              <a:ext cx="177" cy="4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 sz="160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Rectangle 41011"/>
            <p:cNvSpPr>
              <a:spLocks noChangeArrowheads="1"/>
            </p:cNvSpPr>
            <p:nvPr/>
          </p:nvSpPr>
          <p:spPr bwMode="auto">
            <a:xfrm>
              <a:off x="4886" y="1938"/>
              <a:ext cx="524" cy="4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 sz="1600"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2" name="Group 41151"/>
          <p:cNvGrpSpPr>
            <a:grpSpLocks/>
          </p:cNvGrpSpPr>
          <p:nvPr userDrawn="1"/>
        </p:nvGrpSpPr>
        <p:grpSpPr bwMode="auto">
          <a:xfrm>
            <a:off x="10068985" y="3927477"/>
            <a:ext cx="1602316" cy="95249"/>
            <a:chOff x="4759" y="1740"/>
            <a:chExt cx="757" cy="45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3" name="Rectangle 41013"/>
            <p:cNvSpPr>
              <a:spLocks noChangeArrowheads="1"/>
            </p:cNvSpPr>
            <p:nvPr/>
          </p:nvSpPr>
          <p:spPr bwMode="auto">
            <a:xfrm>
              <a:off x="5339" y="1740"/>
              <a:ext cx="177" cy="4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 sz="160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Rectangle 41015"/>
            <p:cNvSpPr>
              <a:spLocks noChangeArrowheads="1"/>
            </p:cNvSpPr>
            <p:nvPr/>
          </p:nvSpPr>
          <p:spPr bwMode="auto">
            <a:xfrm>
              <a:off x="4759" y="1740"/>
              <a:ext cx="522" cy="4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 sz="1600"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15" name="Oval 41109"/>
          <p:cNvSpPr>
            <a:spLocks noChangeArrowheads="1"/>
          </p:cNvSpPr>
          <p:nvPr userDrawn="1"/>
        </p:nvSpPr>
        <p:spPr bwMode="auto">
          <a:xfrm>
            <a:off x="6250518" y="3713692"/>
            <a:ext cx="1181100" cy="1178984"/>
          </a:xfrm>
          <a:prstGeom prst="ellipse">
            <a:avLst/>
          </a:prstGeom>
          <a:solidFill>
            <a:schemeClr val="accent1">
              <a:alpha val="40000"/>
            </a:schemeClr>
          </a:solidFill>
          <a:ln>
            <a:noFill/>
          </a:ln>
          <a:extLst/>
        </p:spPr>
        <p:txBody>
          <a:bodyPr/>
          <a:lstStyle>
            <a:lvl1pPr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600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16" name="Group 41155"/>
          <p:cNvGrpSpPr>
            <a:grpSpLocks/>
          </p:cNvGrpSpPr>
          <p:nvPr userDrawn="1"/>
        </p:nvGrpSpPr>
        <p:grpSpPr bwMode="auto">
          <a:xfrm>
            <a:off x="6472767" y="3868210"/>
            <a:ext cx="821267" cy="747183"/>
            <a:chOff x="3060" y="1712"/>
            <a:chExt cx="388" cy="353"/>
          </a:xfrm>
        </p:grpSpPr>
        <p:sp>
          <p:nvSpPr>
            <p:cNvPr id="17" name="Freeform 41110"/>
            <p:cNvSpPr>
              <a:spLocks/>
            </p:cNvSpPr>
            <p:nvPr/>
          </p:nvSpPr>
          <p:spPr bwMode="auto">
            <a:xfrm>
              <a:off x="3163" y="1712"/>
              <a:ext cx="155" cy="139"/>
            </a:xfrm>
            <a:custGeom>
              <a:avLst/>
              <a:gdLst>
                <a:gd name="T0" fmla="*/ 113 w 89"/>
                <a:gd name="T1" fmla="*/ 130 h 80"/>
                <a:gd name="T2" fmla="*/ 42 w 89"/>
                <a:gd name="T3" fmla="*/ 139 h 80"/>
                <a:gd name="T4" fmla="*/ 5 w 89"/>
                <a:gd name="T5" fmla="*/ 36 h 80"/>
                <a:gd name="T6" fmla="*/ 33 w 89"/>
                <a:gd name="T7" fmla="*/ 19 h 80"/>
                <a:gd name="T8" fmla="*/ 24 w 89"/>
                <a:gd name="T9" fmla="*/ 45 h 80"/>
                <a:gd name="T10" fmla="*/ 52 w 89"/>
                <a:gd name="T11" fmla="*/ 14 h 80"/>
                <a:gd name="T12" fmla="*/ 117 w 89"/>
                <a:gd name="T13" fmla="*/ 5 h 80"/>
                <a:gd name="T14" fmla="*/ 150 w 89"/>
                <a:gd name="T15" fmla="*/ 47 h 80"/>
                <a:gd name="T16" fmla="*/ 113 w 89"/>
                <a:gd name="T17" fmla="*/ 130 h 8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9" h="80">
                  <a:moveTo>
                    <a:pt x="65" y="75"/>
                  </a:moveTo>
                  <a:cubicBezTo>
                    <a:pt x="51" y="79"/>
                    <a:pt x="38" y="74"/>
                    <a:pt x="24" y="80"/>
                  </a:cubicBezTo>
                  <a:cubicBezTo>
                    <a:pt x="24" y="61"/>
                    <a:pt x="12" y="41"/>
                    <a:pt x="3" y="21"/>
                  </a:cubicBezTo>
                  <a:cubicBezTo>
                    <a:pt x="0" y="20"/>
                    <a:pt x="7" y="11"/>
                    <a:pt x="19" y="11"/>
                  </a:cubicBezTo>
                  <a:cubicBezTo>
                    <a:pt x="20" y="12"/>
                    <a:pt x="14" y="26"/>
                    <a:pt x="14" y="26"/>
                  </a:cubicBezTo>
                  <a:cubicBezTo>
                    <a:pt x="14" y="26"/>
                    <a:pt x="29" y="8"/>
                    <a:pt x="30" y="8"/>
                  </a:cubicBezTo>
                  <a:cubicBezTo>
                    <a:pt x="44" y="0"/>
                    <a:pt x="53" y="0"/>
                    <a:pt x="67" y="3"/>
                  </a:cubicBezTo>
                  <a:cubicBezTo>
                    <a:pt x="80" y="6"/>
                    <a:pt x="89" y="18"/>
                    <a:pt x="86" y="27"/>
                  </a:cubicBezTo>
                  <a:cubicBezTo>
                    <a:pt x="77" y="40"/>
                    <a:pt x="65" y="61"/>
                    <a:pt x="65" y="75"/>
                  </a:cubicBezTo>
                  <a:close/>
                </a:path>
              </a:pathLst>
            </a:custGeom>
            <a:solidFill>
              <a:srgbClr val="474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8" name="Freeform 41111"/>
            <p:cNvSpPr>
              <a:spLocks/>
            </p:cNvSpPr>
            <p:nvPr/>
          </p:nvSpPr>
          <p:spPr bwMode="auto">
            <a:xfrm>
              <a:off x="3063" y="1894"/>
              <a:ext cx="385" cy="171"/>
            </a:xfrm>
            <a:custGeom>
              <a:avLst/>
              <a:gdLst>
                <a:gd name="T0" fmla="*/ 0 w 221"/>
                <a:gd name="T1" fmla="*/ 72 h 98"/>
                <a:gd name="T2" fmla="*/ 82 w 221"/>
                <a:gd name="T3" fmla="*/ 171 h 98"/>
                <a:gd name="T4" fmla="*/ 279 w 221"/>
                <a:gd name="T5" fmla="*/ 171 h 98"/>
                <a:gd name="T6" fmla="*/ 347 w 221"/>
                <a:gd name="T7" fmla="*/ 0 h 98"/>
                <a:gd name="T8" fmla="*/ 103 w 221"/>
                <a:gd name="T9" fmla="*/ 86 h 98"/>
                <a:gd name="T10" fmla="*/ 0 w 221"/>
                <a:gd name="T11" fmla="*/ 72 h 9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1" h="98">
                  <a:moveTo>
                    <a:pt x="0" y="41"/>
                  </a:moveTo>
                  <a:cubicBezTo>
                    <a:pt x="3" y="69"/>
                    <a:pt x="21" y="98"/>
                    <a:pt x="47" y="98"/>
                  </a:cubicBezTo>
                  <a:cubicBezTo>
                    <a:pt x="160" y="98"/>
                    <a:pt x="160" y="98"/>
                    <a:pt x="160" y="98"/>
                  </a:cubicBezTo>
                  <a:cubicBezTo>
                    <a:pt x="199" y="98"/>
                    <a:pt x="221" y="32"/>
                    <a:pt x="199" y="0"/>
                  </a:cubicBezTo>
                  <a:cubicBezTo>
                    <a:pt x="160" y="30"/>
                    <a:pt x="112" y="49"/>
                    <a:pt x="59" y="49"/>
                  </a:cubicBezTo>
                  <a:cubicBezTo>
                    <a:pt x="39" y="49"/>
                    <a:pt x="19" y="46"/>
                    <a:pt x="0" y="41"/>
                  </a:cubicBezTo>
                  <a:close/>
                </a:path>
              </a:pathLst>
            </a:custGeom>
            <a:solidFill>
              <a:srgbClr val="474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9" name="Freeform 41112"/>
            <p:cNvSpPr>
              <a:spLocks/>
            </p:cNvSpPr>
            <p:nvPr/>
          </p:nvSpPr>
          <p:spPr bwMode="auto">
            <a:xfrm>
              <a:off x="3060" y="1793"/>
              <a:ext cx="348" cy="185"/>
            </a:xfrm>
            <a:custGeom>
              <a:avLst/>
              <a:gdLst>
                <a:gd name="T0" fmla="*/ 183 w 200"/>
                <a:gd name="T1" fmla="*/ 0 h 106"/>
                <a:gd name="T2" fmla="*/ 21 w 200"/>
                <a:gd name="T3" fmla="*/ 98 h 106"/>
                <a:gd name="T4" fmla="*/ 3 w 200"/>
                <a:gd name="T5" fmla="*/ 169 h 106"/>
                <a:gd name="T6" fmla="*/ 106 w 200"/>
                <a:gd name="T7" fmla="*/ 185 h 106"/>
                <a:gd name="T8" fmla="*/ 348 w 200"/>
                <a:gd name="T9" fmla="*/ 99 h 106"/>
                <a:gd name="T10" fmla="*/ 346 w 200"/>
                <a:gd name="T11" fmla="*/ 98 h 106"/>
                <a:gd name="T12" fmla="*/ 183 w 200"/>
                <a:gd name="T13" fmla="*/ 0 h 10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0" h="106">
                  <a:moveTo>
                    <a:pt x="105" y="0"/>
                  </a:moveTo>
                  <a:cubicBezTo>
                    <a:pt x="68" y="0"/>
                    <a:pt x="34" y="29"/>
                    <a:pt x="12" y="56"/>
                  </a:cubicBezTo>
                  <a:cubicBezTo>
                    <a:pt x="3" y="66"/>
                    <a:pt x="0" y="82"/>
                    <a:pt x="2" y="97"/>
                  </a:cubicBezTo>
                  <a:cubicBezTo>
                    <a:pt x="21" y="103"/>
                    <a:pt x="41" y="106"/>
                    <a:pt x="61" y="106"/>
                  </a:cubicBezTo>
                  <a:cubicBezTo>
                    <a:pt x="114" y="106"/>
                    <a:pt x="162" y="87"/>
                    <a:pt x="200" y="57"/>
                  </a:cubicBezTo>
                  <a:cubicBezTo>
                    <a:pt x="200" y="57"/>
                    <a:pt x="199" y="56"/>
                    <a:pt x="199" y="56"/>
                  </a:cubicBezTo>
                  <a:cubicBezTo>
                    <a:pt x="177" y="29"/>
                    <a:pt x="143" y="0"/>
                    <a:pt x="105" y="0"/>
                  </a:cubicBezTo>
                  <a:close/>
                </a:path>
              </a:pathLst>
            </a:custGeom>
            <a:solidFill>
              <a:srgbClr val="636C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0" name="Freeform 41113"/>
            <p:cNvSpPr>
              <a:spLocks/>
            </p:cNvSpPr>
            <p:nvPr/>
          </p:nvSpPr>
          <p:spPr bwMode="auto">
            <a:xfrm>
              <a:off x="3063" y="1894"/>
              <a:ext cx="347" cy="86"/>
            </a:xfrm>
            <a:custGeom>
              <a:avLst/>
              <a:gdLst>
                <a:gd name="T0" fmla="*/ 103 w 199"/>
                <a:gd name="T1" fmla="*/ 84 h 49"/>
                <a:gd name="T2" fmla="*/ 0 w 199"/>
                <a:gd name="T3" fmla="*/ 70 h 49"/>
                <a:gd name="T4" fmla="*/ 0 w 199"/>
                <a:gd name="T5" fmla="*/ 72 h 49"/>
                <a:gd name="T6" fmla="*/ 103 w 199"/>
                <a:gd name="T7" fmla="*/ 86 h 49"/>
                <a:gd name="T8" fmla="*/ 347 w 199"/>
                <a:gd name="T9" fmla="*/ 0 h 49"/>
                <a:gd name="T10" fmla="*/ 345 w 199"/>
                <a:gd name="T11" fmla="*/ 0 h 49"/>
                <a:gd name="T12" fmla="*/ 103 w 199"/>
                <a:gd name="T13" fmla="*/ 84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9" h="49">
                  <a:moveTo>
                    <a:pt x="59" y="48"/>
                  </a:moveTo>
                  <a:cubicBezTo>
                    <a:pt x="39" y="48"/>
                    <a:pt x="19" y="45"/>
                    <a:pt x="0" y="40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19" y="46"/>
                    <a:pt x="39" y="49"/>
                    <a:pt x="59" y="49"/>
                  </a:cubicBezTo>
                  <a:cubicBezTo>
                    <a:pt x="112" y="49"/>
                    <a:pt x="160" y="30"/>
                    <a:pt x="199" y="0"/>
                  </a:cubicBezTo>
                  <a:cubicBezTo>
                    <a:pt x="198" y="0"/>
                    <a:pt x="198" y="0"/>
                    <a:pt x="198" y="0"/>
                  </a:cubicBezTo>
                  <a:cubicBezTo>
                    <a:pt x="160" y="30"/>
                    <a:pt x="112" y="48"/>
                    <a:pt x="59" y="48"/>
                  </a:cubicBezTo>
                  <a:close/>
                </a:path>
              </a:pathLst>
            </a:custGeom>
            <a:solidFill>
              <a:srgbClr val="474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1" name="Freeform 41114"/>
            <p:cNvSpPr>
              <a:spLocks/>
            </p:cNvSpPr>
            <p:nvPr/>
          </p:nvSpPr>
          <p:spPr bwMode="auto">
            <a:xfrm>
              <a:off x="3063" y="1893"/>
              <a:ext cx="345" cy="85"/>
            </a:xfrm>
            <a:custGeom>
              <a:avLst/>
              <a:gdLst>
                <a:gd name="T0" fmla="*/ 345 w 198"/>
                <a:gd name="T1" fmla="*/ 2 h 49"/>
                <a:gd name="T2" fmla="*/ 345 w 198"/>
                <a:gd name="T3" fmla="*/ 0 h 49"/>
                <a:gd name="T4" fmla="*/ 103 w 198"/>
                <a:gd name="T5" fmla="*/ 85 h 49"/>
                <a:gd name="T6" fmla="*/ 0 w 198"/>
                <a:gd name="T7" fmla="*/ 69 h 49"/>
                <a:gd name="T8" fmla="*/ 0 w 198"/>
                <a:gd name="T9" fmla="*/ 71 h 49"/>
                <a:gd name="T10" fmla="*/ 103 w 198"/>
                <a:gd name="T11" fmla="*/ 85 h 49"/>
                <a:gd name="T12" fmla="*/ 345 w 198"/>
                <a:gd name="T13" fmla="*/ 2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8" h="49">
                  <a:moveTo>
                    <a:pt x="198" y="1"/>
                  </a:moveTo>
                  <a:cubicBezTo>
                    <a:pt x="198" y="0"/>
                    <a:pt x="198" y="0"/>
                    <a:pt x="198" y="0"/>
                  </a:cubicBezTo>
                  <a:cubicBezTo>
                    <a:pt x="160" y="30"/>
                    <a:pt x="112" y="49"/>
                    <a:pt x="59" y="49"/>
                  </a:cubicBezTo>
                  <a:cubicBezTo>
                    <a:pt x="39" y="49"/>
                    <a:pt x="19" y="46"/>
                    <a:pt x="0" y="40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19" y="46"/>
                    <a:pt x="39" y="49"/>
                    <a:pt x="59" y="49"/>
                  </a:cubicBezTo>
                  <a:cubicBezTo>
                    <a:pt x="112" y="49"/>
                    <a:pt x="160" y="31"/>
                    <a:pt x="198" y="1"/>
                  </a:cubicBezTo>
                  <a:close/>
                </a:path>
              </a:pathLst>
            </a:custGeom>
            <a:solidFill>
              <a:srgbClr val="474E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2" name="Freeform 41115"/>
            <p:cNvSpPr>
              <a:spLocks/>
            </p:cNvSpPr>
            <p:nvPr/>
          </p:nvSpPr>
          <p:spPr bwMode="auto">
            <a:xfrm>
              <a:off x="3213" y="1868"/>
              <a:ext cx="61" cy="120"/>
            </a:xfrm>
            <a:custGeom>
              <a:avLst/>
              <a:gdLst>
                <a:gd name="T0" fmla="*/ 26 w 35"/>
                <a:gd name="T1" fmla="*/ 106 h 69"/>
                <a:gd name="T2" fmla="*/ 26 w 35"/>
                <a:gd name="T3" fmla="*/ 106 h 69"/>
                <a:gd name="T4" fmla="*/ 17 w 35"/>
                <a:gd name="T5" fmla="*/ 106 h 69"/>
                <a:gd name="T6" fmla="*/ 12 w 35"/>
                <a:gd name="T7" fmla="*/ 104 h 69"/>
                <a:gd name="T8" fmla="*/ 7 w 35"/>
                <a:gd name="T9" fmla="*/ 104 h 69"/>
                <a:gd name="T10" fmla="*/ 0 w 35"/>
                <a:gd name="T11" fmla="*/ 101 h 69"/>
                <a:gd name="T12" fmla="*/ 2 w 35"/>
                <a:gd name="T13" fmla="*/ 94 h 69"/>
                <a:gd name="T14" fmla="*/ 3 w 35"/>
                <a:gd name="T15" fmla="*/ 87 h 69"/>
                <a:gd name="T16" fmla="*/ 14 w 35"/>
                <a:gd name="T17" fmla="*/ 89 h 69"/>
                <a:gd name="T18" fmla="*/ 24 w 35"/>
                <a:gd name="T19" fmla="*/ 90 h 69"/>
                <a:gd name="T20" fmla="*/ 37 w 35"/>
                <a:gd name="T21" fmla="*/ 87 h 69"/>
                <a:gd name="T22" fmla="*/ 40 w 35"/>
                <a:gd name="T23" fmla="*/ 78 h 69"/>
                <a:gd name="T24" fmla="*/ 38 w 35"/>
                <a:gd name="T25" fmla="*/ 75 h 69"/>
                <a:gd name="T26" fmla="*/ 37 w 35"/>
                <a:gd name="T27" fmla="*/ 71 h 69"/>
                <a:gd name="T28" fmla="*/ 31 w 35"/>
                <a:gd name="T29" fmla="*/ 68 h 69"/>
                <a:gd name="T30" fmla="*/ 28 w 35"/>
                <a:gd name="T31" fmla="*/ 66 h 69"/>
                <a:gd name="T32" fmla="*/ 21 w 35"/>
                <a:gd name="T33" fmla="*/ 64 h 69"/>
                <a:gd name="T34" fmla="*/ 14 w 35"/>
                <a:gd name="T35" fmla="*/ 61 h 69"/>
                <a:gd name="T36" fmla="*/ 7 w 35"/>
                <a:gd name="T37" fmla="*/ 56 h 69"/>
                <a:gd name="T38" fmla="*/ 3 w 35"/>
                <a:gd name="T39" fmla="*/ 49 h 69"/>
                <a:gd name="T40" fmla="*/ 2 w 35"/>
                <a:gd name="T41" fmla="*/ 40 h 69"/>
                <a:gd name="T42" fmla="*/ 9 w 35"/>
                <a:gd name="T43" fmla="*/ 23 h 69"/>
                <a:gd name="T44" fmla="*/ 26 w 35"/>
                <a:gd name="T45" fmla="*/ 14 h 69"/>
                <a:gd name="T46" fmla="*/ 26 w 35"/>
                <a:gd name="T47" fmla="*/ 2 h 69"/>
                <a:gd name="T48" fmla="*/ 31 w 35"/>
                <a:gd name="T49" fmla="*/ 0 h 69"/>
                <a:gd name="T50" fmla="*/ 38 w 35"/>
                <a:gd name="T51" fmla="*/ 2 h 69"/>
                <a:gd name="T52" fmla="*/ 38 w 35"/>
                <a:gd name="T53" fmla="*/ 14 h 69"/>
                <a:gd name="T54" fmla="*/ 47 w 35"/>
                <a:gd name="T55" fmla="*/ 16 h 69"/>
                <a:gd name="T56" fmla="*/ 58 w 35"/>
                <a:gd name="T57" fmla="*/ 19 h 69"/>
                <a:gd name="T58" fmla="*/ 52 w 35"/>
                <a:gd name="T59" fmla="*/ 33 h 69"/>
                <a:gd name="T60" fmla="*/ 49 w 35"/>
                <a:gd name="T61" fmla="*/ 31 h 69"/>
                <a:gd name="T62" fmla="*/ 45 w 35"/>
                <a:gd name="T63" fmla="*/ 30 h 69"/>
                <a:gd name="T64" fmla="*/ 40 w 35"/>
                <a:gd name="T65" fmla="*/ 30 h 69"/>
                <a:gd name="T66" fmla="*/ 33 w 35"/>
                <a:gd name="T67" fmla="*/ 30 h 69"/>
                <a:gd name="T68" fmla="*/ 30 w 35"/>
                <a:gd name="T69" fmla="*/ 30 h 69"/>
                <a:gd name="T70" fmla="*/ 26 w 35"/>
                <a:gd name="T71" fmla="*/ 31 h 69"/>
                <a:gd name="T72" fmla="*/ 23 w 35"/>
                <a:gd name="T73" fmla="*/ 33 h 69"/>
                <a:gd name="T74" fmla="*/ 21 w 35"/>
                <a:gd name="T75" fmla="*/ 38 h 69"/>
                <a:gd name="T76" fmla="*/ 23 w 35"/>
                <a:gd name="T77" fmla="*/ 42 h 69"/>
                <a:gd name="T78" fmla="*/ 24 w 35"/>
                <a:gd name="T79" fmla="*/ 45 h 69"/>
                <a:gd name="T80" fmla="*/ 28 w 35"/>
                <a:gd name="T81" fmla="*/ 47 h 69"/>
                <a:gd name="T82" fmla="*/ 31 w 35"/>
                <a:gd name="T83" fmla="*/ 49 h 69"/>
                <a:gd name="T84" fmla="*/ 40 w 35"/>
                <a:gd name="T85" fmla="*/ 52 h 69"/>
                <a:gd name="T86" fmla="*/ 49 w 35"/>
                <a:gd name="T87" fmla="*/ 56 h 69"/>
                <a:gd name="T88" fmla="*/ 54 w 35"/>
                <a:gd name="T89" fmla="*/ 61 h 69"/>
                <a:gd name="T90" fmla="*/ 59 w 35"/>
                <a:gd name="T91" fmla="*/ 68 h 69"/>
                <a:gd name="T92" fmla="*/ 61 w 35"/>
                <a:gd name="T93" fmla="*/ 78 h 69"/>
                <a:gd name="T94" fmla="*/ 54 w 35"/>
                <a:gd name="T95" fmla="*/ 96 h 69"/>
                <a:gd name="T96" fmla="*/ 38 w 35"/>
                <a:gd name="T97" fmla="*/ 104 h 69"/>
                <a:gd name="T98" fmla="*/ 38 w 35"/>
                <a:gd name="T99" fmla="*/ 120 h 69"/>
                <a:gd name="T100" fmla="*/ 31 w 35"/>
                <a:gd name="T101" fmla="*/ 120 h 69"/>
                <a:gd name="T102" fmla="*/ 26 w 35"/>
                <a:gd name="T103" fmla="*/ 120 h 69"/>
                <a:gd name="T104" fmla="*/ 26 w 35"/>
                <a:gd name="T105" fmla="*/ 106 h 69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35" h="69">
                  <a:moveTo>
                    <a:pt x="15" y="61"/>
                  </a:moveTo>
                  <a:cubicBezTo>
                    <a:pt x="15" y="61"/>
                    <a:pt x="15" y="61"/>
                    <a:pt x="15" y="61"/>
                  </a:cubicBezTo>
                  <a:cubicBezTo>
                    <a:pt x="13" y="61"/>
                    <a:pt x="12" y="61"/>
                    <a:pt x="10" y="61"/>
                  </a:cubicBezTo>
                  <a:cubicBezTo>
                    <a:pt x="9" y="61"/>
                    <a:pt x="8" y="61"/>
                    <a:pt x="7" y="60"/>
                  </a:cubicBezTo>
                  <a:cubicBezTo>
                    <a:pt x="6" y="60"/>
                    <a:pt x="5" y="60"/>
                    <a:pt x="4" y="60"/>
                  </a:cubicBezTo>
                  <a:cubicBezTo>
                    <a:pt x="2" y="59"/>
                    <a:pt x="1" y="59"/>
                    <a:pt x="0" y="58"/>
                  </a:cubicBezTo>
                  <a:cubicBezTo>
                    <a:pt x="0" y="57"/>
                    <a:pt x="0" y="56"/>
                    <a:pt x="1" y="54"/>
                  </a:cubicBezTo>
                  <a:cubicBezTo>
                    <a:pt x="1" y="53"/>
                    <a:pt x="2" y="51"/>
                    <a:pt x="2" y="50"/>
                  </a:cubicBezTo>
                  <a:cubicBezTo>
                    <a:pt x="4" y="51"/>
                    <a:pt x="6" y="51"/>
                    <a:pt x="8" y="51"/>
                  </a:cubicBezTo>
                  <a:cubicBezTo>
                    <a:pt x="10" y="52"/>
                    <a:pt x="12" y="52"/>
                    <a:pt x="14" y="52"/>
                  </a:cubicBezTo>
                  <a:cubicBezTo>
                    <a:pt x="17" y="52"/>
                    <a:pt x="19" y="51"/>
                    <a:pt x="21" y="50"/>
                  </a:cubicBezTo>
                  <a:cubicBezTo>
                    <a:pt x="22" y="49"/>
                    <a:pt x="23" y="48"/>
                    <a:pt x="23" y="45"/>
                  </a:cubicBezTo>
                  <a:cubicBezTo>
                    <a:pt x="23" y="44"/>
                    <a:pt x="23" y="43"/>
                    <a:pt x="22" y="43"/>
                  </a:cubicBezTo>
                  <a:cubicBezTo>
                    <a:pt x="22" y="42"/>
                    <a:pt x="21" y="41"/>
                    <a:pt x="21" y="41"/>
                  </a:cubicBezTo>
                  <a:cubicBezTo>
                    <a:pt x="20" y="40"/>
                    <a:pt x="19" y="40"/>
                    <a:pt x="18" y="39"/>
                  </a:cubicBezTo>
                  <a:cubicBezTo>
                    <a:pt x="17" y="39"/>
                    <a:pt x="17" y="39"/>
                    <a:pt x="16" y="38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0" y="36"/>
                    <a:pt x="9" y="35"/>
                    <a:pt x="8" y="35"/>
                  </a:cubicBezTo>
                  <a:cubicBezTo>
                    <a:pt x="6" y="34"/>
                    <a:pt x="5" y="33"/>
                    <a:pt x="4" y="32"/>
                  </a:cubicBezTo>
                  <a:cubicBezTo>
                    <a:pt x="3" y="31"/>
                    <a:pt x="3" y="30"/>
                    <a:pt x="2" y="28"/>
                  </a:cubicBezTo>
                  <a:cubicBezTo>
                    <a:pt x="2" y="27"/>
                    <a:pt x="1" y="25"/>
                    <a:pt x="1" y="23"/>
                  </a:cubicBezTo>
                  <a:cubicBezTo>
                    <a:pt x="1" y="19"/>
                    <a:pt x="3" y="15"/>
                    <a:pt x="5" y="13"/>
                  </a:cubicBezTo>
                  <a:cubicBezTo>
                    <a:pt x="8" y="10"/>
                    <a:pt x="11" y="9"/>
                    <a:pt x="15" y="8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6" y="0"/>
                    <a:pt x="17" y="0"/>
                    <a:pt x="18" y="0"/>
                  </a:cubicBezTo>
                  <a:cubicBezTo>
                    <a:pt x="19" y="0"/>
                    <a:pt x="20" y="0"/>
                    <a:pt x="22" y="1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3" y="8"/>
                    <a:pt x="25" y="9"/>
                    <a:pt x="27" y="9"/>
                  </a:cubicBezTo>
                  <a:cubicBezTo>
                    <a:pt x="29" y="9"/>
                    <a:pt x="31" y="10"/>
                    <a:pt x="33" y="11"/>
                  </a:cubicBezTo>
                  <a:cubicBezTo>
                    <a:pt x="32" y="13"/>
                    <a:pt x="32" y="16"/>
                    <a:pt x="30" y="19"/>
                  </a:cubicBezTo>
                  <a:cubicBezTo>
                    <a:pt x="30" y="19"/>
                    <a:pt x="29" y="18"/>
                    <a:pt x="28" y="18"/>
                  </a:cubicBezTo>
                  <a:cubicBezTo>
                    <a:pt x="27" y="18"/>
                    <a:pt x="27" y="17"/>
                    <a:pt x="26" y="17"/>
                  </a:cubicBezTo>
                  <a:cubicBezTo>
                    <a:pt x="25" y="17"/>
                    <a:pt x="24" y="17"/>
                    <a:pt x="23" y="17"/>
                  </a:cubicBezTo>
                  <a:cubicBezTo>
                    <a:pt x="22" y="17"/>
                    <a:pt x="21" y="17"/>
                    <a:pt x="19" y="17"/>
                  </a:cubicBezTo>
                  <a:cubicBezTo>
                    <a:pt x="19" y="17"/>
                    <a:pt x="18" y="17"/>
                    <a:pt x="17" y="17"/>
                  </a:cubicBezTo>
                  <a:cubicBezTo>
                    <a:pt x="16" y="17"/>
                    <a:pt x="15" y="17"/>
                    <a:pt x="15" y="18"/>
                  </a:cubicBezTo>
                  <a:cubicBezTo>
                    <a:pt x="14" y="18"/>
                    <a:pt x="13" y="18"/>
                    <a:pt x="13" y="19"/>
                  </a:cubicBezTo>
                  <a:cubicBezTo>
                    <a:pt x="13" y="20"/>
                    <a:pt x="12" y="21"/>
                    <a:pt x="12" y="22"/>
                  </a:cubicBezTo>
                  <a:cubicBezTo>
                    <a:pt x="12" y="23"/>
                    <a:pt x="12" y="24"/>
                    <a:pt x="13" y="24"/>
                  </a:cubicBezTo>
                  <a:cubicBezTo>
                    <a:pt x="13" y="25"/>
                    <a:pt x="14" y="26"/>
                    <a:pt x="14" y="26"/>
                  </a:cubicBezTo>
                  <a:cubicBezTo>
                    <a:pt x="15" y="26"/>
                    <a:pt x="15" y="27"/>
                    <a:pt x="16" y="27"/>
                  </a:cubicBezTo>
                  <a:cubicBezTo>
                    <a:pt x="17" y="28"/>
                    <a:pt x="18" y="28"/>
                    <a:pt x="18" y="28"/>
                  </a:cubicBezTo>
                  <a:cubicBezTo>
                    <a:pt x="23" y="30"/>
                    <a:pt x="23" y="30"/>
                    <a:pt x="23" y="30"/>
                  </a:cubicBezTo>
                  <a:cubicBezTo>
                    <a:pt x="24" y="31"/>
                    <a:pt x="26" y="31"/>
                    <a:pt x="28" y="32"/>
                  </a:cubicBezTo>
                  <a:cubicBezTo>
                    <a:pt x="29" y="33"/>
                    <a:pt x="30" y="34"/>
                    <a:pt x="31" y="35"/>
                  </a:cubicBezTo>
                  <a:cubicBezTo>
                    <a:pt x="32" y="36"/>
                    <a:pt x="33" y="37"/>
                    <a:pt x="34" y="39"/>
                  </a:cubicBezTo>
                  <a:cubicBezTo>
                    <a:pt x="34" y="41"/>
                    <a:pt x="35" y="42"/>
                    <a:pt x="35" y="45"/>
                  </a:cubicBezTo>
                  <a:cubicBezTo>
                    <a:pt x="35" y="49"/>
                    <a:pt x="34" y="52"/>
                    <a:pt x="31" y="55"/>
                  </a:cubicBezTo>
                  <a:cubicBezTo>
                    <a:pt x="29" y="58"/>
                    <a:pt x="26" y="59"/>
                    <a:pt x="22" y="60"/>
                  </a:cubicBezTo>
                  <a:cubicBezTo>
                    <a:pt x="22" y="69"/>
                    <a:pt x="22" y="69"/>
                    <a:pt x="22" y="69"/>
                  </a:cubicBezTo>
                  <a:cubicBezTo>
                    <a:pt x="21" y="69"/>
                    <a:pt x="19" y="69"/>
                    <a:pt x="18" y="69"/>
                  </a:cubicBezTo>
                  <a:cubicBezTo>
                    <a:pt x="17" y="69"/>
                    <a:pt x="16" y="69"/>
                    <a:pt x="15" y="69"/>
                  </a:cubicBezTo>
                  <a:lnTo>
                    <a:pt x="15" y="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3" name="Freeform 41116"/>
            <p:cNvSpPr>
              <a:spLocks/>
            </p:cNvSpPr>
            <p:nvPr/>
          </p:nvSpPr>
          <p:spPr bwMode="auto">
            <a:xfrm>
              <a:off x="3187" y="1778"/>
              <a:ext cx="106" cy="24"/>
            </a:xfrm>
            <a:custGeom>
              <a:avLst/>
              <a:gdLst>
                <a:gd name="T0" fmla="*/ 7 w 61"/>
                <a:gd name="T1" fmla="*/ 24 h 14"/>
                <a:gd name="T2" fmla="*/ 2 w 61"/>
                <a:gd name="T3" fmla="*/ 21 h 14"/>
                <a:gd name="T4" fmla="*/ 5 w 61"/>
                <a:gd name="T5" fmla="*/ 14 h 14"/>
                <a:gd name="T6" fmla="*/ 101 w 61"/>
                <a:gd name="T7" fmla="*/ 12 h 14"/>
                <a:gd name="T8" fmla="*/ 106 w 61"/>
                <a:gd name="T9" fmla="*/ 19 h 14"/>
                <a:gd name="T10" fmla="*/ 99 w 61"/>
                <a:gd name="T11" fmla="*/ 22 h 14"/>
                <a:gd name="T12" fmla="*/ 9 w 61"/>
                <a:gd name="T13" fmla="*/ 24 h 14"/>
                <a:gd name="T14" fmla="*/ 7 w 61"/>
                <a:gd name="T15" fmla="*/ 24 h 1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14">
                  <a:moveTo>
                    <a:pt x="4" y="14"/>
                  </a:moveTo>
                  <a:cubicBezTo>
                    <a:pt x="2" y="14"/>
                    <a:pt x="1" y="13"/>
                    <a:pt x="1" y="12"/>
                  </a:cubicBezTo>
                  <a:cubicBezTo>
                    <a:pt x="0" y="11"/>
                    <a:pt x="1" y="9"/>
                    <a:pt x="3" y="8"/>
                  </a:cubicBezTo>
                  <a:cubicBezTo>
                    <a:pt x="4" y="8"/>
                    <a:pt x="27" y="0"/>
                    <a:pt x="58" y="7"/>
                  </a:cubicBezTo>
                  <a:cubicBezTo>
                    <a:pt x="60" y="7"/>
                    <a:pt x="61" y="9"/>
                    <a:pt x="61" y="11"/>
                  </a:cubicBezTo>
                  <a:cubicBezTo>
                    <a:pt x="60" y="12"/>
                    <a:pt x="59" y="13"/>
                    <a:pt x="57" y="13"/>
                  </a:cubicBezTo>
                  <a:cubicBezTo>
                    <a:pt x="28" y="6"/>
                    <a:pt x="5" y="14"/>
                    <a:pt x="5" y="14"/>
                  </a:cubicBezTo>
                  <a:lnTo>
                    <a:pt x="4" y="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24" name="Group 41148"/>
          <p:cNvGrpSpPr>
            <a:grpSpLocks/>
          </p:cNvGrpSpPr>
          <p:nvPr userDrawn="1"/>
        </p:nvGrpSpPr>
        <p:grpSpPr bwMode="auto">
          <a:xfrm>
            <a:off x="6989234" y="2481792"/>
            <a:ext cx="5202767" cy="349251"/>
            <a:chOff x="3304" y="1057"/>
            <a:chExt cx="2458" cy="165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25" name="Rectangle 41017"/>
            <p:cNvSpPr>
              <a:spLocks noChangeArrowheads="1"/>
            </p:cNvSpPr>
            <p:nvPr/>
          </p:nvSpPr>
          <p:spPr bwMode="auto">
            <a:xfrm>
              <a:off x="5586" y="1175"/>
              <a:ext cx="176" cy="4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 sz="160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6" name="Rectangle 41019"/>
            <p:cNvSpPr>
              <a:spLocks noChangeArrowheads="1"/>
            </p:cNvSpPr>
            <p:nvPr/>
          </p:nvSpPr>
          <p:spPr bwMode="auto">
            <a:xfrm>
              <a:off x="5005" y="1175"/>
              <a:ext cx="524" cy="4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 sz="160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7" name="Freeform 41120"/>
            <p:cNvSpPr>
              <a:spLocks/>
            </p:cNvSpPr>
            <p:nvPr/>
          </p:nvSpPr>
          <p:spPr bwMode="auto">
            <a:xfrm>
              <a:off x="3304" y="1057"/>
              <a:ext cx="365" cy="47"/>
            </a:xfrm>
            <a:custGeom>
              <a:avLst/>
              <a:gdLst>
                <a:gd name="T0" fmla="*/ 365 w 210"/>
                <a:gd name="T1" fmla="*/ 0 h 27"/>
                <a:gd name="T2" fmla="*/ 0 w 210"/>
                <a:gd name="T3" fmla="*/ 0 h 27"/>
                <a:gd name="T4" fmla="*/ 0 w 210"/>
                <a:gd name="T5" fmla="*/ 47 h 27"/>
                <a:gd name="T6" fmla="*/ 351 w 210"/>
                <a:gd name="T7" fmla="*/ 47 h 27"/>
                <a:gd name="T8" fmla="*/ 365 w 210"/>
                <a:gd name="T9" fmla="*/ 0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0" h="27">
                  <a:moveTo>
                    <a:pt x="21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202" y="27"/>
                    <a:pt x="202" y="27"/>
                    <a:pt x="202" y="27"/>
                  </a:cubicBezTo>
                  <a:cubicBezTo>
                    <a:pt x="204" y="18"/>
                    <a:pt x="207" y="9"/>
                    <a:pt x="21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28" name="Group 41147"/>
          <p:cNvGrpSpPr>
            <a:grpSpLocks/>
          </p:cNvGrpSpPr>
          <p:nvPr userDrawn="1"/>
        </p:nvGrpSpPr>
        <p:grpSpPr bwMode="auto">
          <a:xfrm>
            <a:off x="7711017" y="1893359"/>
            <a:ext cx="1761067" cy="1761067"/>
            <a:chOff x="3645" y="779"/>
            <a:chExt cx="832" cy="832"/>
          </a:xfrm>
        </p:grpSpPr>
        <p:sp>
          <p:nvSpPr>
            <p:cNvPr id="29" name="Oval 41021"/>
            <p:cNvSpPr>
              <a:spLocks noChangeArrowheads="1"/>
            </p:cNvSpPr>
            <p:nvPr/>
          </p:nvSpPr>
          <p:spPr bwMode="auto">
            <a:xfrm>
              <a:off x="3645" y="779"/>
              <a:ext cx="832" cy="832"/>
            </a:xfrm>
            <a:prstGeom prst="ellipse">
              <a:avLst/>
            </a:pr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 sz="160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" name="Oval 41022"/>
            <p:cNvSpPr>
              <a:spLocks noChangeArrowheads="1"/>
            </p:cNvSpPr>
            <p:nvPr/>
          </p:nvSpPr>
          <p:spPr bwMode="auto">
            <a:xfrm>
              <a:off x="3645" y="779"/>
              <a:ext cx="832" cy="83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 sz="160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1" name="Freeform 41023"/>
            <p:cNvSpPr>
              <a:spLocks/>
            </p:cNvSpPr>
            <p:nvPr/>
          </p:nvSpPr>
          <p:spPr bwMode="auto">
            <a:xfrm>
              <a:off x="4146" y="1047"/>
              <a:ext cx="6" cy="5"/>
            </a:xfrm>
            <a:custGeom>
              <a:avLst/>
              <a:gdLst>
                <a:gd name="T0" fmla="*/ 0 w 3"/>
                <a:gd name="T1" fmla="*/ 0 h 3"/>
                <a:gd name="T2" fmla="*/ 0 w 3"/>
                <a:gd name="T3" fmla="*/ 2 h 3"/>
                <a:gd name="T4" fmla="*/ 4 w 3"/>
                <a:gd name="T5" fmla="*/ 2 h 3"/>
                <a:gd name="T6" fmla="*/ 4 w 3"/>
                <a:gd name="T7" fmla="*/ 5 h 3"/>
                <a:gd name="T8" fmla="*/ 6 w 3"/>
                <a:gd name="T9" fmla="*/ 5 h 3"/>
                <a:gd name="T10" fmla="*/ 6 w 3"/>
                <a:gd name="T11" fmla="*/ 2 h 3"/>
                <a:gd name="T12" fmla="*/ 6 w 3"/>
                <a:gd name="T13" fmla="*/ 0 h 3"/>
                <a:gd name="T14" fmla="*/ 4 w 3"/>
                <a:gd name="T15" fmla="*/ 0 h 3"/>
                <a:gd name="T16" fmla="*/ 0 w 3"/>
                <a:gd name="T17" fmla="*/ 0 h 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cubicBezTo>
                    <a:pt x="0" y="0"/>
                    <a:pt x="0" y="1"/>
                    <a:pt x="0" y="1"/>
                  </a:cubicBezTo>
                  <a:cubicBezTo>
                    <a:pt x="1" y="1"/>
                    <a:pt x="1" y="1"/>
                    <a:pt x="2" y="1"/>
                  </a:cubicBezTo>
                  <a:cubicBezTo>
                    <a:pt x="2" y="2"/>
                    <a:pt x="2" y="3"/>
                    <a:pt x="2" y="3"/>
                  </a:cubicBezTo>
                  <a:cubicBezTo>
                    <a:pt x="2" y="3"/>
                    <a:pt x="3" y="3"/>
                    <a:pt x="3" y="3"/>
                  </a:cubicBezTo>
                  <a:cubicBezTo>
                    <a:pt x="3" y="3"/>
                    <a:pt x="3" y="2"/>
                    <a:pt x="3" y="1"/>
                  </a:cubicBezTo>
                  <a:cubicBezTo>
                    <a:pt x="3" y="1"/>
                    <a:pt x="3" y="0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32" name="Freeform 41024"/>
            <p:cNvSpPr>
              <a:spLocks/>
            </p:cNvSpPr>
            <p:nvPr/>
          </p:nvSpPr>
          <p:spPr bwMode="auto">
            <a:xfrm>
              <a:off x="4152" y="1029"/>
              <a:ext cx="13" cy="5"/>
            </a:xfrm>
            <a:custGeom>
              <a:avLst/>
              <a:gdLst>
                <a:gd name="T0" fmla="*/ 7 w 8"/>
                <a:gd name="T1" fmla="*/ 5 h 3"/>
                <a:gd name="T2" fmla="*/ 8 w 8"/>
                <a:gd name="T3" fmla="*/ 5 h 3"/>
                <a:gd name="T4" fmla="*/ 11 w 8"/>
                <a:gd name="T5" fmla="*/ 5 h 3"/>
                <a:gd name="T6" fmla="*/ 13 w 8"/>
                <a:gd name="T7" fmla="*/ 5 h 3"/>
                <a:gd name="T8" fmla="*/ 13 w 8"/>
                <a:gd name="T9" fmla="*/ 3 h 3"/>
                <a:gd name="T10" fmla="*/ 11 w 8"/>
                <a:gd name="T11" fmla="*/ 3 h 3"/>
                <a:gd name="T12" fmla="*/ 11 w 8"/>
                <a:gd name="T13" fmla="*/ 0 h 3"/>
                <a:gd name="T14" fmla="*/ 8 w 8"/>
                <a:gd name="T15" fmla="*/ 0 h 3"/>
                <a:gd name="T16" fmla="*/ 8 w 8"/>
                <a:gd name="T17" fmla="*/ 3 h 3"/>
                <a:gd name="T18" fmla="*/ 7 w 8"/>
                <a:gd name="T19" fmla="*/ 3 h 3"/>
                <a:gd name="T20" fmla="*/ 3 w 8"/>
                <a:gd name="T21" fmla="*/ 3 h 3"/>
                <a:gd name="T22" fmla="*/ 0 w 8"/>
                <a:gd name="T23" fmla="*/ 3 h 3"/>
                <a:gd name="T24" fmla="*/ 0 w 8"/>
                <a:gd name="T25" fmla="*/ 5 h 3"/>
                <a:gd name="T26" fmla="*/ 3 w 8"/>
                <a:gd name="T27" fmla="*/ 5 h 3"/>
                <a:gd name="T28" fmla="*/ 7 w 8"/>
                <a:gd name="T29" fmla="*/ 5 h 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8" h="3">
                  <a:moveTo>
                    <a:pt x="4" y="3"/>
                  </a:moveTo>
                  <a:cubicBezTo>
                    <a:pt x="4" y="3"/>
                    <a:pt x="5" y="3"/>
                    <a:pt x="5" y="3"/>
                  </a:cubicBezTo>
                  <a:cubicBezTo>
                    <a:pt x="6" y="3"/>
                    <a:pt x="6" y="3"/>
                    <a:pt x="7" y="3"/>
                  </a:cubicBezTo>
                  <a:cubicBezTo>
                    <a:pt x="7" y="3"/>
                    <a:pt x="8" y="3"/>
                    <a:pt x="8" y="3"/>
                  </a:cubicBezTo>
                  <a:cubicBezTo>
                    <a:pt x="8" y="3"/>
                    <a:pt x="8" y="2"/>
                    <a:pt x="8" y="2"/>
                  </a:cubicBezTo>
                  <a:cubicBezTo>
                    <a:pt x="8" y="2"/>
                    <a:pt x="7" y="2"/>
                    <a:pt x="7" y="2"/>
                  </a:cubicBezTo>
                  <a:cubicBezTo>
                    <a:pt x="7" y="1"/>
                    <a:pt x="7" y="1"/>
                    <a:pt x="7" y="0"/>
                  </a:cubicBezTo>
                  <a:cubicBezTo>
                    <a:pt x="6" y="0"/>
                    <a:pt x="6" y="0"/>
                    <a:pt x="5" y="0"/>
                  </a:cubicBezTo>
                  <a:cubicBezTo>
                    <a:pt x="5" y="1"/>
                    <a:pt x="5" y="1"/>
                    <a:pt x="5" y="2"/>
                  </a:cubicBezTo>
                  <a:cubicBezTo>
                    <a:pt x="5" y="2"/>
                    <a:pt x="4" y="2"/>
                    <a:pt x="4" y="2"/>
                  </a:cubicBezTo>
                  <a:cubicBezTo>
                    <a:pt x="3" y="2"/>
                    <a:pt x="3" y="2"/>
                    <a:pt x="2" y="2"/>
                  </a:cubicBezTo>
                  <a:cubicBezTo>
                    <a:pt x="2" y="2"/>
                    <a:pt x="1" y="2"/>
                    <a:pt x="0" y="2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1" y="3"/>
                    <a:pt x="2" y="3"/>
                    <a:pt x="2" y="3"/>
                  </a:cubicBezTo>
                  <a:cubicBezTo>
                    <a:pt x="3" y="3"/>
                    <a:pt x="3" y="3"/>
                    <a:pt x="4" y="3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33" name="Freeform 41025"/>
            <p:cNvSpPr>
              <a:spLocks/>
            </p:cNvSpPr>
            <p:nvPr/>
          </p:nvSpPr>
          <p:spPr bwMode="auto">
            <a:xfrm>
              <a:off x="4179" y="991"/>
              <a:ext cx="20" cy="14"/>
            </a:xfrm>
            <a:custGeom>
              <a:avLst/>
              <a:gdLst>
                <a:gd name="T0" fmla="*/ 4 w 11"/>
                <a:gd name="T1" fmla="*/ 5 h 8"/>
                <a:gd name="T2" fmla="*/ 4 w 11"/>
                <a:gd name="T3" fmla="*/ 7 h 8"/>
                <a:gd name="T4" fmla="*/ 4 w 11"/>
                <a:gd name="T5" fmla="*/ 11 h 8"/>
                <a:gd name="T6" fmla="*/ 5 w 11"/>
                <a:gd name="T7" fmla="*/ 11 h 8"/>
                <a:gd name="T8" fmla="*/ 5 w 11"/>
                <a:gd name="T9" fmla="*/ 14 h 8"/>
                <a:gd name="T10" fmla="*/ 9 w 11"/>
                <a:gd name="T11" fmla="*/ 14 h 8"/>
                <a:gd name="T12" fmla="*/ 11 w 11"/>
                <a:gd name="T13" fmla="*/ 14 h 8"/>
                <a:gd name="T14" fmla="*/ 11 w 11"/>
                <a:gd name="T15" fmla="*/ 11 h 8"/>
                <a:gd name="T16" fmla="*/ 9 w 11"/>
                <a:gd name="T17" fmla="*/ 11 h 8"/>
                <a:gd name="T18" fmla="*/ 9 w 11"/>
                <a:gd name="T19" fmla="*/ 7 h 8"/>
                <a:gd name="T20" fmla="*/ 9 w 11"/>
                <a:gd name="T21" fmla="*/ 5 h 8"/>
                <a:gd name="T22" fmla="*/ 11 w 11"/>
                <a:gd name="T23" fmla="*/ 5 h 8"/>
                <a:gd name="T24" fmla="*/ 15 w 11"/>
                <a:gd name="T25" fmla="*/ 5 h 8"/>
                <a:gd name="T26" fmla="*/ 15 w 11"/>
                <a:gd name="T27" fmla="*/ 7 h 8"/>
                <a:gd name="T28" fmla="*/ 18 w 11"/>
                <a:gd name="T29" fmla="*/ 7 h 8"/>
                <a:gd name="T30" fmla="*/ 20 w 11"/>
                <a:gd name="T31" fmla="*/ 7 h 8"/>
                <a:gd name="T32" fmla="*/ 20 w 11"/>
                <a:gd name="T33" fmla="*/ 5 h 8"/>
                <a:gd name="T34" fmla="*/ 20 w 11"/>
                <a:gd name="T35" fmla="*/ 2 h 8"/>
                <a:gd name="T36" fmla="*/ 18 w 11"/>
                <a:gd name="T37" fmla="*/ 2 h 8"/>
                <a:gd name="T38" fmla="*/ 15 w 11"/>
                <a:gd name="T39" fmla="*/ 2 h 8"/>
                <a:gd name="T40" fmla="*/ 11 w 11"/>
                <a:gd name="T41" fmla="*/ 2 h 8"/>
                <a:gd name="T42" fmla="*/ 9 w 11"/>
                <a:gd name="T43" fmla="*/ 2 h 8"/>
                <a:gd name="T44" fmla="*/ 5 w 11"/>
                <a:gd name="T45" fmla="*/ 2 h 8"/>
                <a:gd name="T46" fmla="*/ 5 w 11"/>
                <a:gd name="T47" fmla="*/ 0 h 8"/>
                <a:gd name="T48" fmla="*/ 4 w 11"/>
                <a:gd name="T49" fmla="*/ 0 h 8"/>
                <a:gd name="T50" fmla="*/ 0 w 11"/>
                <a:gd name="T51" fmla="*/ 0 h 8"/>
                <a:gd name="T52" fmla="*/ 0 w 11"/>
                <a:gd name="T53" fmla="*/ 2 h 8"/>
                <a:gd name="T54" fmla="*/ 4 w 11"/>
                <a:gd name="T55" fmla="*/ 2 h 8"/>
                <a:gd name="T56" fmla="*/ 4 w 11"/>
                <a:gd name="T57" fmla="*/ 5 h 8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1" h="8">
                  <a:moveTo>
                    <a:pt x="2" y="3"/>
                  </a:moveTo>
                  <a:cubicBezTo>
                    <a:pt x="2" y="3"/>
                    <a:pt x="2" y="4"/>
                    <a:pt x="2" y="4"/>
                  </a:cubicBezTo>
                  <a:cubicBezTo>
                    <a:pt x="2" y="5"/>
                    <a:pt x="2" y="6"/>
                    <a:pt x="2" y="6"/>
                  </a:cubicBezTo>
                  <a:cubicBezTo>
                    <a:pt x="2" y="6"/>
                    <a:pt x="3" y="6"/>
                    <a:pt x="3" y="6"/>
                  </a:cubicBezTo>
                  <a:cubicBezTo>
                    <a:pt x="3" y="7"/>
                    <a:pt x="3" y="7"/>
                    <a:pt x="3" y="8"/>
                  </a:cubicBezTo>
                  <a:cubicBezTo>
                    <a:pt x="4" y="8"/>
                    <a:pt x="4" y="8"/>
                    <a:pt x="5" y="8"/>
                  </a:cubicBezTo>
                  <a:cubicBezTo>
                    <a:pt x="5" y="8"/>
                    <a:pt x="6" y="8"/>
                    <a:pt x="6" y="8"/>
                  </a:cubicBezTo>
                  <a:cubicBezTo>
                    <a:pt x="6" y="7"/>
                    <a:pt x="6" y="7"/>
                    <a:pt x="6" y="6"/>
                  </a:cubicBezTo>
                  <a:cubicBezTo>
                    <a:pt x="6" y="6"/>
                    <a:pt x="5" y="6"/>
                    <a:pt x="5" y="6"/>
                  </a:cubicBezTo>
                  <a:cubicBezTo>
                    <a:pt x="5" y="6"/>
                    <a:pt x="5" y="5"/>
                    <a:pt x="5" y="4"/>
                  </a:cubicBezTo>
                  <a:cubicBezTo>
                    <a:pt x="5" y="4"/>
                    <a:pt x="5" y="3"/>
                    <a:pt x="5" y="3"/>
                  </a:cubicBezTo>
                  <a:cubicBezTo>
                    <a:pt x="5" y="3"/>
                    <a:pt x="6" y="3"/>
                    <a:pt x="6" y="3"/>
                  </a:cubicBezTo>
                  <a:cubicBezTo>
                    <a:pt x="7" y="3"/>
                    <a:pt x="7" y="3"/>
                    <a:pt x="8" y="3"/>
                  </a:cubicBezTo>
                  <a:cubicBezTo>
                    <a:pt x="8" y="3"/>
                    <a:pt x="8" y="4"/>
                    <a:pt x="8" y="4"/>
                  </a:cubicBezTo>
                  <a:cubicBezTo>
                    <a:pt x="8" y="4"/>
                    <a:pt x="9" y="4"/>
                    <a:pt x="10" y="4"/>
                  </a:cubicBezTo>
                  <a:cubicBezTo>
                    <a:pt x="10" y="4"/>
                    <a:pt x="11" y="4"/>
                    <a:pt x="11" y="4"/>
                  </a:cubicBezTo>
                  <a:cubicBezTo>
                    <a:pt x="11" y="4"/>
                    <a:pt x="11" y="3"/>
                    <a:pt x="11" y="3"/>
                  </a:cubicBezTo>
                  <a:cubicBezTo>
                    <a:pt x="11" y="2"/>
                    <a:pt x="11" y="2"/>
                    <a:pt x="11" y="1"/>
                  </a:cubicBezTo>
                  <a:cubicBezTo>
                    <a:pt x="11" y="1"/>
                    <a:pt x="10" y="1"/>
                    <a:pt x="10" y="1"/>
                  </a:cubicBezTo>
                  <a:cubicBezTo>
                    <a:pt x="9" y="1"/>
                    <a:pt x="8" y="1"/>
                    <a:pt x="8" y="1"/>
                  </a:cubicBezTo>
                  <a:cubicBezTo>
                    <a:pt x="7" y="1"/>
                    <a:pt x="7" y="1"/>
                    <a:pt x="6" y="1"/>
                  </a:cubicBezTo>
                  <a:cubicBezTo>
                    <a:pt x="6" y="1"/>
                    <a:pt x="5" y="1"/>
                    <a:pt x="5" y="1"/>
                  </a:cubicBezTo>
                  <a:cubicBezTo>
                    <a:pt x="4" y="1"/>
                    <a:pt x="4" y="1"/>
                    <a:pt x="3" y="1"/>
                  </a:cubicBezTo>
                  <a:cubicBezTo>
                    <a:pt x="3" y="1"/>
                    <a:pt x="3" y="0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1" y="1"/>
                    <a:pt x="1" y="1"/>
                    <a:pt x="2" y="1"/>
                  </a:cubicBezTo>
                  <a:cubicBezTo>
                    <a:pt x="2" y="2"/>
                    <a:pt x="2" y="2"/>
                    <a:pt x="2" y="3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34" name="Freeform 41026"/>
            <p:cNvSpPr>
              <a:spLocks/>
            </p:cNvSpPr>
            <p:nvPr/>
          </p:nvSpPr>
          <p:spPr bwMode="auto">
            <a:xfrm>
              <a:off x="4174" y="1111"/>
              <a:ext cx="52" cy="28"/>
            </a:xfrm>
            <a:custGeom>
              <a:avLst/>
              <a:gdLst>
                <a:gd name="T0" fmla="*/ 3 w 30"/>
                <a:gd name="T1" fmla="*/ 28 h 16"/>
                <a:gd name="T2" fmla="*/ 5 w 30"/>
                <a:gd name="T3" fmla="*/ 28 h 16"/>
                <a:gd name="T4" fmla="*/ 9 w 30"/>
                <a:gd name="T5" fmla="*/ 28 h 16"/>
                <a:gd name="T6" fmla="*/ 10 w 30"/>
                <a:gd name="T7" fmla="*/ 28 h 16"/>
                <a:gd name="T8" fmla="*/ 10 w 30"/>
                <a:gd name="T9" fmla="*/ 26 h 16"/>
                <a:gd name="T10" fmla="*/ 14 w 30"/>
                <a:gd name="T11" fmla="*/ 26 h 16"/>
                <a:gd name="T12" fmla="*/ 16 w 30"/>
                <a:gd name="T13" fmla="*/ 26 h 16"/>
                <a:gd name="T14" fmla="*/ 19 w 30"/>
                <a:gd name="T15" fmla="*/ 26 h 16"/>
                <a:gd name="T16" fmla="*/ 19 w 30"/>
                <a:gd name="T17" fmla="*/ 23 h 16"/>
                <a:gd name="T18" fmla="*/ 23 w 30"/>
                <a:gd name="T19" fmla="*/ 23 h 16"/>
                <a:gd name="T20" fmla="*/ 24 w 30"/>
                <a:gd name="T21" fmla="*/ 23 h 16"/>
                <a:gd name="T22" fmla="*/ 28 w 30"/>
                <a:gd name="T23" fmla="*/ 23 h 16"/>
                <a:gd name="T24" fmla="*/ 29 w 30"/>
                <a:gd name="T25" fmla="*/ 23 h 16"/>
                <a:gd name="T26" fmla="*/ 33 w 30"/>
                <a:gd name="T27" fmla="*/ 23 h 16"/>
                <a:gd name="T28" fmla="*/ 33 w 30"/>
                <a:gd name="T29" fmla="*/ 26 h 16"/>
                <a:gd name="T30" fmla="*/ 35 w 30"/>
                <a:gd name="T31" fmla="*/ 26 h 16"/>
                <a:gd name="T32" fmla="*/ 38 w 30"/>
                <a:gd name="T33" fmla="*/ 26 h 16"/>
                <a:gd name="T34" fmla="*/ 40 w 30"/>
                <a:gd name="T35" fmla="*/ 26 h 16"/>
                <a:gd name="T36" fmla="*/ 43 w 30"/>
                <a:gd name="T37" fmla="*/ 26 h 16"/>
                <a:gd name="T38" fmla="*/ 47 w 30"/>
                <a:gd name="T39" fmla="*/ 26 h 16"/>
                <a:gd name="T40" fmla="*/ 49 w 30"/>
                <a:gd name="T41" fmla="*/ 26 h 16"/>
                <a:gd name="T42" fmla="*/ 52 w 30"/>
                <a:gd name="T43" fmla="*/ 26 h 16"/>
                <a:gd name="T44" fmla="*/ 52 w 30"/>
                <a:gd name="T45" fmla="*/ 23 h 16"/>
                <a:gd name="T46" fmla="*/ 49 w 30"/>
                <a:gd name="T47" fmla="*/ 23 h 16"/>
                <a:gd name="T48" fmla="*/ 49 w 30"/>
                <a:gd name="T49" fmla="*/ 19 h 16"/>
                <a:gd name="T50" fmla="*/ 49 w 30"/>
                <a:gd name="T51" fmla="*/ 18 h 16"/>
                <a:gd name="T52" fmla="*/ 47 w 30"/>
                <a:gd name="T53" fmla="*/ 18 h 16"/>
                <a:gd name="T54" fmla="*/ 43 w 30"/>
                <a:gd name="T55" fmla="*/ 18 h 16"/>
                <a:gd name="T56" fmla="*/ 43 w 30"/>
                <a:gd name="T57" fmla="*/ 14 h 16"/>
                <a:gd name="T58" fmla="*/ 40 w 30"/>
                <a:gd name="T59" fmla="*/ 14 h 16"/>
                <a:gd name="T60" fmla="*/ 38 w 30"/>
                <a:gd name="T61" fmla="*/ 14 h 16"/>
                <a:gd name="T62" fmla="*/ 38 w 30"/>
                <a:gd name="T63" fmla="*/ 11 h 16"/>
                <a:gd name="T64" fmla="*/ 35 w 30"/>
                <a:gd name="T65" fmla="*/ 11 h 16"/>
                <a:gd name="T66" fmla="*/ 33 w 30"/>
                <a:gd name="T67" fmla="*/ 11 h 16"/>
                <a:gd name="T68" fmla="*/ 33 w 30"/>
                <a:gd name="T69" fmla="*/ 9 h 16"/>
                <a:gd name="T70" fmla="*/ 29 w 30"/>
                <a:gd name="T71" fmla="*/ 9 h 16"/>
                <a:gd name="T72" fmla="*/ 28 w 30"/>
                <a:gd name="T73" fmla="*/ 9 h 16"/>
                <a:gd name="T74" fmla="*/ 24 w 30"/>
                <a:gd name="T75" fmla="*/ 9 h 16"/>
                <a:gd name="T76" fmla="*/ 24 w 30"/>
                <a:gd name="T77" fmla="*/ 11 h 16"/>
                <a:gd name="T78" fmla="*/ 23 w 30"/>
                <a:gd name="T79" fmla="*/ 11 h 16"/>
                <a:gd name="T80" fmla="*/ 19 w 30"/>
                <a:gd name="T81" fmla="*/ 11 h 16"/>
                <a:gd name="T82" fmla="*/ 16 w 30"/>
                <a:gd name="T83" fmla="*/ 11 h 16"/>
                <a:gd name="T84" fmla="*/ 16 w 30"/>
                <a:gd name="T85" fmla="*/ 9 h 16"/>
                <a:gd name="T86" fmla="*/ 16 w 30"/>
                <a:gd name="T87" fmla="*/ 5 h 16"/>
                <a:gd name="T88" fmla="*/ 14 w 30"/>
                <a:gd name="T89" fmla="*/ 5 h 16"/>
                <a:gd name="T90" fmla="*/ 14 w 30"/>
                <a:gd name="T91" fmla="*/ 4 h 16"/>
                <a:gd name="T92" fmla="*/ 14 w 30"/>
                <a:gd name="T93" fmla="*/ 0 h 16"/>
                <a:gd name="T94" fmla="*/ 10 w 30"/>
                <a:gd name="T95" fmla="*/ 0 h 16"/>
                <a:gd name="T96" fmla="*/ 9 w 30"/>
                <a:gd name="T97" fmla="*/ 0 h 16"/>
                <a:gd name="T98" fmla="*/ 9 w 30"/>
                <a:gd name="T99" fmla="*/ 4 h 16"/>
                <a:gd name="T100" fmla="*/ 9 w 30"/>
                <a:gd name="T101" fmla="*/ 5 h 16"/>
                <a:gd name="T102" fmla="*/ 5 w 30"/>
                <a:gd name="T103" fmla="*/ 5 h 16"/>
                <a:gd name="T104" fmla="*/ 5 w 30"/>
                <a:gd name="T105" fmla="*/ 9 h 16"/>
                <a:gd name="T106" fmla="*/ 5 w 30"/>
                <a:gd name="T107" fmla="*/ 11 h 16"/>
                <a:gd name="T108" fmla="*/ 3 w 30"/>
                <a:gd name="T109" fmla="*/ 11 h 16"/>
                <a:gd name="T110" fmla="*/ 3 w 30"/>
                <a:gd name="T111" fmla="*/ 14 h 16"/>
                <a:gd name="T112" fmla="*/ 3 w 30"/>
                <a:gd name="T113" fmla="*/ 18 h 16"/>
                <a:gd name="T114" fmla="*/ 3 w 30"/>
                <a:gd name="T115" fmla="*/ 19 h 16"/>
                <a:gd name="T116" fmla="*/ 0 w 30"/>
                <a:gd name="T117" fmla="*/ 19 h 16"/>
                <a:gd name="T118" fmla="*/ 0 w 30"/>
                <a:gd name="T119" fmla="*/ 23 h 16"/>
                <a:gd name="T120" fmla="*/ 0 w 30"/>
                <a:gd name="T121" fmla="*/ 26 h 16"/>
                <a:gd name="T122" fmla="*/ 3 w 30"/>
                <a:gd name="T123" fmla="*/ 26 h 16"/>
                <a:gd name="T124" fmla="*/ 3 w 30"/>
                <a:gd name="T125" fmla="*/ 28 h 1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30" h="16">
                  <a:moveTo>
                    <a:pt x="2" y="16"/>
                  </a:moveTo>
                  <a:cubicBezTo>
                    <a:pt x="2" y="16"/>
                    <a:pt x="3" y="16"/>
                    <a:pt x="3" y="16"/>
                  </a:cubicBezTo>
                  <a:cubicBezTo>
                    <a:pt x="4" y="16"/>
                    <a:pt x="4" y="16"/>
                    <a:pt x="5" y="16"/>
                  </a:cubicBezTo>
                  <a:cubicBezTo>
                    <a:pt x="5" y="16"/>
                    <a:pt x="6" y="16"/>
                    <a:pt x="6" y="16"/>
                  </a:cubicBezTo>
                  <a:cubicBezTo>
                    <a:pt x="6" y="16"/>
                    <a:pt x="6" y="15"/>
                    <a:pt x="6" y="15"/>
                  </a:cubicBezTo>
                  <a:cubicBezTo>
                    <a:pt x="7" y="15"/>
                    <a:pt x="7" y="15"/>
                    <a:pt x="8" y="15"/>
                  </a:cubicBezTo>
                  <a:cubicBezTo>
                    <a:pt x="8" y="15"/>
                    <a:pt x="9" y="15"/>
                    <a:pt x="9" y="15"/>
                  </a:cubicBezTo>
                  <a:cubicBezTo>
                    <a:pt x="10" y="15"/>
                    <a:pt x="10" y="15"/>
                    <a:pt x="11" y="15"/>
                  </a:cubicBezTo>
                  <a:cubicBezTo>
                    <a:pt x="11" y="14"/>
                    <a:pt x="11" y="13"/>
                    <a:pt x="11" y="13"/>
                  </a:cubicBezTo>
                  <a:cubicBezTo>
                    <a:pt x="11" y="13"/>
                    <a:pt x="12" y="13"/>
                    <a:pt x="13" y="13"/>
                  </a:cubicBezTo>
                  <a:cubicBezTo>
                    <a:pt x="13" y="13"/>
                    <a:pt x="14" y="13"/>
                    <a:pt x="14" y="13"/>
                  </a:cubicBezTo>
                  <a:cubicBezTo>
                    <a:pt x="15" y="13"/>
                    <a:pt x="15" y="13"/>
                    <a:pt x="16" y="13"/>
                  </a:cubicBezTo>
                  <a:cubicBezTo>
                    <a:pt x="16" y="13"/>
                    <a:pt x="17" y="13"/>
                    <a:pt x="17" y="13"/>
                  </a:cubicBezTo>
                  <a:cubicBezTo>
                    <a:pt x="18" y="13"/>
                    <a:pt x="18" y="13"/>
                    <a:pt x="19" y="13"/>
                  </a:cubicBezTo>
                  <a:cubicBezTo>
                    <a:pt x="19" y="13"/>
                    <a:pt x="19" y="14"/>
                    <a:pt x="19" y="15"/>
                  </a:cubicBezTo>
                  <a:cubicBezTo>
                    <a:pt x="19" y="15"/>
                    <a:pt x="20" y="15"/>
                    <a:pt x="20" y="15"/>
                  </a:cubicBezTo>
                  <a:cubicBezTo>
                    <a:pt x="21" y="15"/>
                    <a:pt x="21" y="15"/>
                    <a:pt x="22" y="15"/>
                  </a:cubicBezTo>
                  <a:cubicBezTo>
                    <a:pt x="22" y="15"/>
                    <a:pt x="23" y="15"/>
                    <a:pt x="23" y="15"/>
                  </a:cubicBezTo>
                  <a:cubicBezTo>
                    <a:pt x="24" y="15"/>
                    <a:pt x="25" y="15"/>
                    <a:pt x="25" y="15"/>
                  </a:cubicBezTo>
                  <a:cubicBezTo>
                    <a:pt x="26" y="15"/>
                    <a:pt x="26" y="15"/>
                    <a:pt x="27" y="15"/>
                  </a:cubicBezTo>
                  <a:cubicBezTo>
                    <a:pt x="27" y="15"/>
                    <a:pt x="28" y="15"/>
                    <a:pt x="28" y="15"/>
                  </a:cubicBezTo>
                  <a:cubicBezTo>
                    <a:pt x="29" y="15"/>
                    <a:pt x="29" y="15"/>
                    <a:pt x="30" y="15"/>
                  </a:cubicBezTo>
                  <a:cubicBezTo>
                    <a:pt x="30" y="14"/>
                    <a:pt x="30" y="13"/>
                    <a:pt x="30" y="13"/>
                  </a:cubicBezTo>
                  <a:cubicBezTo>
                    <a:pt x="29" y="13"/>
                    <a:pt x="29" y="13"/>
                    <a:pt x="28" y="13"/>
                  </a:cubicBezTo>
                  <a:cubicBezTo>
                    <a:pt x="28" y="12"/>
                    <a:pt x="28" y="12"/>
                    <a:pt x="28" y="11"/>
                  </a:cubicBezTo>
                  <a:cubicBezTo>
                    <a:pt x="28" y="11"/>
                    <a:pt x="28" y="10"/>
                    <a:pt x="28" y="10"/>
                  </a:cubicBezTo>
                  <a:cubicBezTo>
                    <a:pt x="28" y="10"/>
                    <a:pt x="27" y="10"/>
                    <a:pt x="27" y="10"/>
                  </a:cubicBezTo>
                  <a:cubicBezTo>
                    <a:pt x="26" y="10"/>
                    <a:pt x="26" y="10"/>
                    <a:pt x="25" y="10"/>
                  </a:cubicBezTo>
                  <a:cubicBezTo>
                    <a:pt x="25" y="9"/>
                    <a:pt x="25" y="8"/>
                    <a:pt x="25" y="8"/>
                  </a:cubicBezTo>
                  <a:cubicBezTo>
                    <a:pt x="25" y="8"/>
                    <a:pt x="24" y="8"/>
                    <a:pt x="23" y="8"/>
                  </a:cubicBezTo>
                  <a:cubicBezTo>
                    <a:pt x="23" y="8"/>
                    <a:pt x="22" y="8"/>
                    <a:pt x="22" y="8"/>
                  </a:cubicBezTo>
                  <a:cubicBezTo>
                    <a:pt x="22" y="7"/>
                    <a:pt x="22" y="7"/>
                    <a:pt x="22" y="6"/>
                  </a:cubicBezTo>
                  <a:cubicBezTo>
                    <a:pt x="21" y="6"/>
                    <a:pt x="21" y="6"/>
                    <a:pt x="20" y="6"/>
                  </a:cubicBezTo>
                  <a:cubicBezTo>
                    <a:pt x="20" y="6"/>
                    <a:pt x="19" y="6"/>
                    <a:pt x="19" y="6"/>
                  </a:cubicBezTo>
                  <a:cubicBezTo>
                    <a:pt x="19" y="6"/>
                    <a:pt x="19" y="5"/>
                    <a:pt x="19" y="5"/>
                  </a:cubicBezTo>
                  <a:cubicBezTo>
                    <a:pt x="18" y="5"/>
                    <a:pt x="18" y="5"/>
                    <a:pt x="17" y="5"/>
                  </a:cubicBezTo>
                  <a:cubicBezTo>
                    <a:pt x="17" y="5"/>
                    <a:pt x="16" y="5"/>
                    <a:pt x="16" y="5"/>
                  </a:cubicBezTo>
                  <a:cubicBezTo>
                    <a:pt x="15" y="5"/>
                    <a:pt x="15" y="5"/>
                    <a:pt x="14" y="5"/>
                  </a:cubicBezTo>
                  <a:cubicBezTo>
                    <a:pt x="14" y="5"/>
                    <a:pt x="14" y="6"/>
                    <a:pt x="14" y="6"/>
                  </a:cubicBezTo>
                  <a:cubicBezTo>
                    <a:pt x="14" y="6"/>
                    <a:pt x="13" y="6"/>
                    <a:pt x="13" y="6"/>
                  </a:cubicBezTo>
                  <a:cubicBezTo>
                    <a:pt x="12" y="6"/>
                    <a:pt x="11" y="6"/>
                    <a:pt x="11" y="6"/>
                  </a:cubicBezTo>
                  <a:cubicBezTo>
                    <a:pt x="10" y="6"/>
                    <a:pt x="10" y="6"/>
                    <a:pt x="9" y="6"/>
                  </a:cubicBezTo>
                  <a:cubicBezTo>
                    <a:pt x="9" y="6"/>
                    <a:pt x="9" y="5"/>
                    <a:pt x="9" y="5"/>
                  </a:cubicBezTo>
                  <a:cubicBezTo>
                    <a:pt x="9" y="4"/>
                    <a:pt x="9" y="4"/>
                    <a:pt x="9" y="3"/>
                  </a:cubicBezTo>
                  <a:cubicBezTo>
                    <a:pt x="9" y="3"/>
                    <a:pt x="8" y="3"/>
                    <a:pt x="8" y="3"/>
                  </a:cubicBezTo>
                  <a:cubicBezTo>
                    <a:pt x="8" y="3"/>
                    <a:pt x="8" y="2"/>
                    <a:pt x="8" y="2"/>
                  </a:cubicBezTo>
                  <a:cubicBezTo>
                    <a:pt x="8" y="1"/>
                    <a:pt x="8" y="0"/>
                    <a:pt x="8" y="0"/>
                  </a:cubicBezTo>
                  <a:cubicBezTo>
                    <a:pt x="7" y="0"/>
                    <a:pt x="7" y="0"/>
                    <a:pt x="6" y="0"/>
                  </a:cubicBezTo>
                  <a:cubicBezTo>
                    <a:pt x="6" y="0"/>
                    <a:pt x="5" y="0"/>
                    <a:pt x="5" y="0"/>
                  </a:cubicBezTo>
                  <a:cubicBezTo>
                    <a:pt x="5" y="0"/>
                    <a:pt x="5" y="1"/>
                    <a:pt x="5" y="2"/>
                  </a:cubicBezTo>
                  <a:cubicBezTo>
                    <a:pt x="5" y="2"/>
                    <a:pt x="5" y="3"/>
                    <a:pt x="5" y="3"/>
                  </a:cubicBezTo>
                  <a:cubicBezTo>
                    <a:pt x="4" y="3"/>
                    <a:pt x="4" y="3"/>
                    <a:pt x="3" y="3"/>
                  </a:cubicBezTo>
                  <a:cubicBezTo>
                    <a:pt x="3" y="4"/>
                    <a:pt x="3" y="4"/>
                    <a:pt x="3" y="5"/>
                  </a:cubicBezTo>
                  <a:cubicBezTo>
                    <a:pt x="3" y="5"/>
                    <a:pt x="3" y="6"/>
                    <a:pt x="3" y="6"/>
                  </a:cubicBezTo>
                  <a:cubicBezTo>
                    <a:pt x="3" y="6"/>
                    <a:pt x="2" y="6"/>
                    <a:pt x="2" y="6"/>
                  </a:cubicBezTo>
                  <a:cubicBezTo>
                    <a:pt x="2" y="7"/>
                    <a:pt x="2" y="7"/>
                    <a:pt x="2" y="8"/>
                  </a:cubicBezTo>
                  <a:cubicBezTo>
                    <a:pt x="2" y="8"/>
                    <a:pt x="2" y="9"/>
                    <a:pt x="2" y="10"/>
                  </a:cubicBezTo>
                  <a:cubicBezTo>
                    <a:pt x="2" y="10"/>
                    <a:pt x="2" y="11"/>
                    <a:pt x="2" y="11"/>
                  </a:cubicBezTo>
                  <a:cubicBezTo>
                    <a:pt x="1" y="11"/>
                    <a:pt x="1" y="11"/>
                    <a:pt x="0" y="11"/>
                  </a:cubicBezTo>
                  <a:cubicBezTo>
                    <a:pt x="0" y="12"/>
                    <a:pt x="0" y="12"/>
                    <a:pt x="0" y="13"/>
                  </a:cubicBezTo>
                  <a:cubicBezTo>
                    <a:pt x="0" y="13"/>
                    <a:pt x="0" y="14"/>
                    <a:pt x="0" y="15"/>
                  </a:cubicBezTo>
                  <a:cubicBezTo>
                    <a:pt x="1" y="15"/>
                    <a:pt x="1" y="15"/>
                    <a:pt x="2" y="15"/>
                  </a:cubicBezTo>
                  <a:cubicBezTo>
                    <a:pt x="2" y="15"/>
                    <a:pt x="2" y="16"/>
                    <a:pt x="2" y="16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35" name="Freeform 41027"/>
            <p:cNvSpPr>
              <a:spLocks noEditPoints="1"/>
            </p:cNvSpPr>
            <p:nvPr/>
          </p:nvSpPr>
          <p:spPr bwMode="auto">
            <a:xfrm>
              <a:off x="4049" y="1120"/>
              <a:ext cx="158" cy="73"/>
            </a:xfrm>
            <a:custGeom>
              <a:avLst/>
              <a:gdLst>
                <a:gd name="T0" fmla="*/ 155 w 91"/>
                <a:gd name="T1" fmla="*/ 45 h 42"/>
                <a:gd name="T2" fmla="*/ 153 w 91"/>
                <a:gd name="T3" fmla="*/ 52 h 42"/>
                <a:gd name="T4" fmla="*/ 148 w 91"/>
                <a:gd name="T5" fmla="*/ 47 h 42"/>
                <a:gd name="T6" fmla="*/ 141 w 91"/>
                <a:gd name="T7" fmla="*/ 42 h 42"/>
                <a:gd name="T8" fmla="*/ 130 w 91"/>
                <a:gd name="T9" fmla="*/ 47 h 42"/>
                <a:gd name="T10" fmla="*/ 120 w 91"/>
                <a:gd name="T11" fmla="*/ 52 h 42"/>
                <a:gd name="T12" fmla="*/ 115 w 91"/>
                <a:gd name="T13" fmla="*/ 47 h 42"/>
                <a:gd name="T14" fmla="*/ 125 w 91"/>
                <a:gd name="T15" fmla="*/ 42 h 42"/>
                <a:gd name="T16" fmla="*/ 120 w 91"/>
                <a:gd name="T17" fmla="*/ 30 h 42"/>
                <a:gd name="T18" fmla="*/ 111 w 91"/>
                <a:gd name="T19" fmla="*/ 28 h 42"/>
                <a:gd name="T20" fmla="*/ 115 w 91"/>
                <a:gd name="T21" fmla="*/ 37 h 42"/>
                <a:gd name="T22" fmla="*/ 106 w 91"/>
                <a:gd name="T23" fmla="*/ 45 h 42"/>
                <a:gd name="T24" fmla="*/ 101 w 91"/>
                <a:gd name="T25" fmla="*/ 33 h 42"/>
                <a:gd name="T26" fmla="*/ 92 w 91"/>
                <a:gd name="T27" fmla="*/ 24 h 42"/>
                <a:gd name="T28" fmla="*/ 87 w 91"/>
                <a:gd name="T29" fmla="*/ 14 h 42"/>
                <a:gd name="T30" fmla="*/ 76 w 91"/>
                <a:gd name="T31" fmla="*/ 9 h 42"/>
                <a:gd name="T32" fmla="*/ 68 w 91"/>
                <a:gd name="T33" fmla="*/ 0 h 42"/>
                <a:gd name="T34" fmla="*/ 71 w 91"/>
                <a:gd name="T35" fmla="*/ 9 h 42"/>
                <a:gd name="T36" fmla="*/ 78 w 91"/>
                <a:gd name="T37" fmla="*/ 17 h 42"/>
                <a:gd name="T38" fmla="*/ 90 w 91"/>
                <a:gd name="T39" fmla="*/ 23 h 42"/>
                <a:gd name="T40" fmla="*/ 87 w 91"/>
                <a:gd name="T41" fmla="*/ 30 h 42"/>
                <a:gd name="T42" fmla="*/ 78 w 91"/>
                <a:gd name="T43" fmla="*/ 38 h 42"/>
                <a:gd name="T44" fmla="*/ 71 w 91"/>
                <a:gd name="T45" fmla="*/ 42 h 42"/>
                <a:gd name="T46" fmla="*/ 71 w 91"/>
                <a:gd name="T47" fmla="*/ 37 h 42"/>
                <a:gd name="T48" fmla="*/ 78 w 91"/>
                <a:gd name="T49" fmla="*/ 28 h 42"/>
                <a:gd name="T50" fmla="*/ 68 w 91"/>
                <a:gd name="T51" fmla="*/ 23 h 42"/>
                <a:gd name="T52" fmla="*/ 59 w 91"/>
                <a:gd name="T53" fmla="*/ 14 h 42"/>
                <a:gd name="T54" fmla="*/ 49 w 91"/>
                <a:gd name="T55" fmla="*/ 9 h 42"/>
                <a:gd name="T56" fmla="*/ 38 w 91"/>
                <a:gd name="T57" fmla="*/ 14 h 42"/>
                <a:gd name="T58" fmla="*/ 33 w 91"/>
                <a:gd name="T59" fmla="*/ 19 h 42"/>
                <a:gd name="T60" fmla="*/ 23 w 91"/>
                <a:gd name="T61" fmla="*/ 24 h 42"/>
                <a:gd name="T62" fmla="*/ 23 w 91"/>
                <a:gd name="T63" fmla="*/ 37 h 42"/>
                <a:gd name="T64" fmla="*/ 14 w 91"/>
                <a:gd name="T65" fmla="*/ 45 h 42"/>
                <a:gd name="T66" fmla="*/ 0 w 91"/>
                <a:gd name="T67" fmla="*/ 47 h 42"/>
                <a:gd name="T68" fmla="*/ 14 w 91"/>
                <a:gd name="T69" fmla="*/ 50 h 42"/>
                <a:gd name="T70" fmla="*/ 24 w 91"/>
                <a:gd name="T71" fmla="*/ 45 h 42"/>
                <a:gd name="T72" fmla="*/ 38 w 91"/>
                <a:gd name="T73" fmla="*/ 42 h 42"/>
                <a:gd name="T74" fmla="*/ 54 w 91"/>
                <a:gd name="T75" fmla="*/ 42 h 42"/>
                <a:gd name="T76" fmla="*/ 59 w 91"/>
                <a:gd name="T77" fmla="*/ 47 h 42"/>
                <a:gd name="T78" fmla="*/ 66 w 91"/>
                <a:gd name="T79" fmla="*/ 59 h 42"/>
                <a:gd name="T80" fmla="*/ 78 w 91"/>
                <a:gd name="T81" fmla="*/ 61 h 42"/>
                <a:gd name="T82" fmla="*/ 87 w 91"/>
                <a:gd name="T83" fmla="*/ 70 h 42"/>
                <a:gd name="T84" fmla="*/ 97 w 91"/>
                <a:gd name="T85" fmla="*/ 70 h 42"/>
                <a:gd name="T86" fmla="*/ 102 w 91"/>
                <a:gd name="T87" fmla="*/ 61 h 42"/>
                <a:gd name="T88" fmla="*/ 116 w 91"/>
                <a:gd name="T89" fmla="*/ 64 h 42"/>
                <a:gd name="T90" fmla="*/ 130 w 91"/>
                <a:gd name="T91" fmla="*/ 68 h 42"/>
                <a:gd name="T92" fmla="*/ 144 w 91"/>
                <a:gd name="T93" fmla="*/ 64 h 42"/>
                <a:gd name="T94" fmla="*/ 155 w 91"/>
                <a:gd name="T95" fmla="*/ 64 h 42"/>
                <a:gd name="T96" fmla="*/ 158 w 91"/>
                <a:gd name="T97" fmla="*/ 50 h 42"/>
                <a:gd name="T98" fmla="*/ 28 w 91"/>
                <a:gd name="T99" fmla="*/ 30 h 42"/>
                <a:gd name="T100" fmla="*/ 57 w 91"/>
                <a:gd name="T101" fmla="*/ 24 h 42"/>
                <a:gd name="T102" fmla="*/ 49 w 91"/>
                <a:gd name="T103" fmla="*/ 33 h 42"/>
                <a:gd name="T104" fmla="*/ 52 w 91"/>
                <a:gd name="T105" fmla="*/ 19 h 42"/>
                <a:gd name="T106" fmla="*/ 54 w 91"/>
                <a:gd name="T107" fmla="*/ 23 h 4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1" h="42">
                  <a:moveTo>
                    <a:pt x="91" y="29"/>
                  </a:moveTo>
                  <a:cubicBezTo>
                    <a:pt x="91" y="28"/>
                    <a:pt x="91" y="28"/>
                    <a:pt x="91" y="27"/>
                  </a:cubicBezTo>
                  <a:cubicBezTo>
                    <a:pt x="91" y="27"/>
                    <a:pt x="91" y="26"/>
                    <a:pt x="91" y="26"/>
                  </a:cubicBezTo>
                  <a:cubicBezTo>
                    <a:pt x="91" y="25"/>
                    <a:pt x="91" y="25"/>
                    <a:pt x="91" y="24"/>
                  </a:cubicBezTo>
                  <a:cubicBezTo>
                    <a:pt x="90" y="24"/>
                    <a:pt x="90" y="24"/>
                    <a:pt x="89" y="24"/>
                  </a:cubicBezTo>
                  <a:cubicBezTo>
                    <a:pt x="89" y="25"/>
                    <a:pt x="89" y="25"/>
                    <a:pt x="89" y="26"/>
                  </a:cubicBezTo>
                  <a:cubicBezTo>
                    <a:pt x="89" y="26"/>
                    <a:pt x="88" y="26"/>
                    <a:pt x="88" y="26"/>
                  </a:cubicBezTo>
                  <a:cubicBezTo>
                    <a:pt x="88" y="26"/>
                    <a:pt x="88" y="27"/>
                    <a:pt x="88" y="27"/>
                  </a:cubicBezTo>
                  <a:cubicBezTo>
                    <a:pt x="88" y="27"/>
                    <a:pt x="89" y="27"/>
                    <a:pt x="89" y="27"/>
                  </a:cubicBezTo>
                  <a:cubicBezTo>
                    <a:pt x="89" y="28"/>
                    <a:pt x="89" y="28"/>
                    <a:pt x="89" y="29"/>
                  </a:cubicBezTo>
                  <a:cubicBezTo>
                    <a:pt x="89" y="29"/>
                    <a:pt x="88" y="29"/>
                    <a:pt x="88" y="29"/>
                  </a:cubicBezTo>
                  <a:cubicBezTo>
                    <a:pt x="88" y="29"/>
                    <a:pt x="88" y="30"/>
                    <a:pt x="88" y="30"/>
                  </a:cubicBezTo>
                  <a:cubicBezTo>
                    <a:pt x="87" y="30"/>
                    <a:pt x="87" y="30"/>
                    <a:pt x="86" y="30"/>
                  </a:cubicBezTo>
                  <a:cubicBezTo>
                    <a:pt x="86" y="30"/>
                    <a:pt x="85" y="30"/>
                    <a:pt x="85" y="30"/>
                  </a:cubicBezTo>
                  <a:cubicBezTo>
                    <a:pt x="84" y="30"/>
                    <a:pt x="83" y="30"/>
                    <a:pt x="83" y="30"/>
                  </a:cubicBezTo>
                  <a:cubicBezTo>
                    <a:pt x="83" y="30"/>
                    <a:pt x="83" y="29"/>
                    <a:pt x="83" y="29"/>
                  </a:cubicBezTo>
                  <a:cubicBezTo>
                    <a:pt x="83" y="28"/>
                    <a:pt x="83" y="28"/>
                    <a:pt x="83" y="27"/>
                  </a:cubicBezTo>
                  <a:cubicBezTo>
                    <a:pt x="83" y="27"/>
                    <a:pt x="84" y="27"/>
                    <a:pt x="85" y="27"/>
                  </a:cubicBezTo>
                  <a:cubicBezTo>
                    <a:pt x="85" y="27"/>
                    <a:pt x="86" y="27"/>
                    <a:pt x="86" y="27"/>
                  </a:cubicBezTo>
                  <a:cubicBezTo>
                    <a:pt x="86" y="27"/>
                    <a:pt x="86" y="26"/>
                    <a:pt x="86" y="26"/>
                  </a:cubicBezTo>
                  <a:cubicBezTo>
                    <a:pt x="86" y="26"/>
                    <a:pt x="85" y="26"/>
                    <a:pt x="85" y="26"/>
                  </a:cubicBezTo>
                  <a:cubicBezTo>
                    <a:pt x="84" y="26"/>
                    <a:pt x="83" y="26"/>
                    <a:pt x="83" y="26"/>
                  </a:cubicBezTo>
                  <a:cubicBezTo>
                    <a:pt x="82" y="26"/>
                    <a:pt x="82" y="26"/>
                    <a:pt x="81" y="26"/>
                  </a:cubicBezTo>
                  <a:cubicBezTo>
                    <a:pt x="81" y="25"/>
                    <a:pt x="81" y="25"/>
                    <a:pt x="81" y="24"/>
                  </a:cubicBezTo>
                  <a:cubicBezTo>
                    <a:pt x="81" y="24"/>
                    <a:pt x="80" y="24"/>
                    <a:pt x="80" y="24"/>
                  </a:cubicBezTo>
                  <a:cubicBezTo>
                    <a:pt x="80" y="25"/>
                    <a:pt x="80" y="25"/>
                    <a:pt x="80" y="26"/>
                  </a:cubicBezTo>
                  <a:cubicBezTo>
                    <a:pt x="79" y="26"/>
                    <a:pt x="79" y="26"/>
                    <a:pt x="78" y="26"/>
                  </a:cubicBezTo>
                  <a:cubicBezTo>
                    <a:pt x="78" y="26"/>
                    <a:pt x="77" y="26"/>
                    <a:pt x="77" y="26"/>
                  </a:cubicBezTo>
                  <a:cubicBezTo>
                    <a:pt x="76" y="26"/>
                    <a:pt x="76" y="26"/>
                    <a:pt x="75" y="26"/>
                  </a:cubicBezTo>
                  <a:cubicBezTo>
                    <a:pt x="75" y="26"/>
                    <a:pt x="75" y="27"/>
                    <a:pt x="75" y="27"/>
                  </a:cubicBezTo>
                  <a:cubicBezTo>
                    <a:pt x="75" y="27"/>
                    <a:pt x="74" y="27"/>
                    <a:pt x="74" y="27"/>
                  </a:cubicBezTo>
                  <a:cubicBezTo>
                    <a:pt x="73" y="27"/>
                    <a:pt x="73" y="27"/>
                    <a:pt x="72" y="27"/>
                  </a:cubicBezTo>
                  <a:cubicBezTo>
                    <a:pt x="72" y="28"/>
                    <a:pt x="72" y="28"/>
                    <a:pt x="72" y="29"/>
                  </a:cubicBezTo>
                  <a:cubicBezTo>
                    <a:pt x="72" y="29"/>
                    <a:pt x="71" y="29"/>
                    <a:pt x="71" y="29"/>
                  </a:cubicBezTo>
                  <a:cubicBezTo>
                    <a:pt x="71" y="29"/>
                    <a:pt x="71" y="30"/>
                    <a:pt x="71" y="30"/>
                  </a:cubicBezTo>
                  <a:cubicBezTo>
                    <a:pt x="70" y="30"/>
                    <a:pt x="69" y="30"/>
                    <a:pt x="69" y="30"/>
                  </a:cubicBezTo>
                  <a:cubicBezTo>
                    <a:pt x="68" y="30"/>
                    <a:pt x="68" y="30"/>
                    <a:pt x="67" y="30"/>
                  </a:cubicBezTo>
                  <a:cubicBezTo>
                    <a:pt x="67" y="30"/>
                    <a:pt x="66" y="30"/>
                    <a:pt x="66" y="30"/>
                  </a:cubicBezTo>
                  <a:cubicBezTo>
                    <a:pt x="65" y="30"/>
                    <a:pt x="65" y="30"/>
                    <a:pt x="64" y="30"/>
                  </a:cubicBezTo>
                  <a:cubicBezTo>
                    <a:pt x="64" y="30"/>
                    <a:pt x="64" y="29"/>
                    <a:pt x="64" y="29"/>
                  </a:cubicBezTo>
                  <a:cubicBezTo>
                    <a:pt x="64" y="28"/>
                    <a:pt x="64" y="28"/>
                    <a:pt x="64" y="27"/>
                  </a:cubicBezTo>
                  <a:cubicBezTo>
                    <a:pt x="65" y="27"/>
                    <a:pt x="65" y="27"/>
                    <a:pt x="66" y="27"/>
                  </a:cubicBezTo>
                  <a:cubicBezTo>
                    <a:pt x="66" y="27"/>
                    <a:pt x="67" y="27"/>
                    <a:pt x="67" y="27"/>
                  </a:cubicBezTo>
                  <a:cubicBezTo>
                    <a:pt x="68" y="27"/>
                    <a:pt x="68" y="27"/>
                    <a:pt x="69" y="27"/>
                  </a:cubicBezTo>
                  <a:cubicBezTo>
                    <a:pt x="69" y="27"/>
                    <a:pt x="70" y="27"/>
                    <a:pt x="71" y="27"/>
                  </a:cubicBezTo>
                  <a:cubicBezTo>
                    <a:pt x="71" y="27"/>
                    <a:pt x="72" y="27"/>
                    <a:pt x="72" y="27"/>
                  </a:cubicBezTo>
                  <a:cubicBezTo>
                    <a:pt x="72" y="27"/>
                    <a:pt x="72" y="26"/>
                    <a:pt x="72" y="26"/>
                  </a:cubicBezTo>
                  <a:cubicBezTo>
                    <a:pt x="72" y="25"/>
                    <a:pt x="72" y="25"/>
                    <a:pt x="72" y="24"/>
                  </a:cubicBezTo>
                  <a:cubicBezTo>
                    <a:pt x="72" y="24"/>
                    <a:pt x="71" y="24"/>
                    <a:pt x="71" y="24"/>
                  </a:cubicBezTo>
                  <a:cubicBezTo>
                    <a:pt x="71" y="23"/>
                    <a:pt x="71" y="23"/>
                    <a:pt x="71" y="22"/>
                  </a:cubicBezTo>
                  <a:cubicBezTo>
                    <a:pt x="71" y="22"/>
                    <a:pt x="71" y="21"/>
                    <a:pt x="71" y="21"/>
                  </a:cubicBezTo>
                  <a:cubicBezTo>
                    <a:pt x="70" y="21"/>
                    <a:pt x="69" y="21"/>
                    <a:pt x="69" y="21"/>
                  </a:cubicBezTo>
                  <a:cubicBezTo>
                    <a:pt x="69" y="20"/>
                    <a:pt x="69" y="20"/>
                    <a:pt x="69" y="19"/>
                  </a:cubicBezTo>
                  <a:cubicBezTo>
                    <a:pt x="69" y="19"/>
                    <a:pt x="69" y="18"/>
                    <a:pt x="69" y="17"/>
                  </a:cubicBezTo>
                  <a:cubicBezTo>
                    <a:pt x="68" y="17"/>
                    <a:pt x="68" y="17"/>
                    <a:pt x="67" y="17"/>
                  </a:cubicBezTo>
                  <a:cubicBezTo>
                    <a:pt x="67" y="17"/>
                    <a:pt x="67" y="16"/>
                    <a:pt x="67" y="16"/>
                  </a:cubicBezTo>
                  <a:cubicBezTo>
                    <a:pt x="67" y="15"/>
                    <a:pt x="67" y="15"/>
                    <a:pt x="67" y="14"/>
                  </a:cubicBezTo>
                  <a:cubicBezTo>
                    <a:pt x="67" y="14"/>
                    <a:pt x="66" y="14"/>
                    <a:pt x="66" y="14"/>
                  </a:cubicBezTo>
                  <a:cubicBezTo>
                    <a:pt x="65" y="14"/>
                    <a:pt x="65" y="14"/>
                    <a:pt x="64" y="14"/>
                  </a:cubicBezTo>
                  <a:cubicBezTo>
                    <a:pt x="64" y="15"/>
                    <a:pt x="64" y="15"/>
                    <a:pt x="64" y="16"/>
                  </a:cubicBezTo>
                  <a:cubicBezTo>
                    <a:pt x="64" y="16"/>
                    <a:pt x="63" y="16"/>
                    <a:pt x="63" y="16"/>
                  </a:cubicBezTo>
                  <a:cubicBezTo>
                    <a:pt x="63" y="16"/>
                    <a:pt x="63" y="17"/>
                    <a:pt x="63" y="17"/>
                  </a:cubicBezTo>
                  <a:cubicBezTo>
                    <a:pt x="63" y="17"/>
                    <a:pt x="64" y="17"/>
                    <a:pt x="64" y="17"/>
                  </a:cubicBezTo>
                  <a:cubicBezTo>
                    <a:pt x="64" y="18"/>
                    <a:pt x="64" y="19"/>
                    <a:pt x="64" y="19"/>
                  </a:cubicBezTo>
                  <a:cubicBezTo>
                    <a:pt x="65" y="19"/>
                    <a:pt x="65" y="19"/>
                    <a:pt x="66" y="19"/>
                  </a:cubicBezTo>
                  <a:cubicBezTo>
                    <a:pt x="66" y="20"/>
                    <a:pt x="66" y="20"/>
                    <a:pt x="66" y="21"/>
                  </a:cubicBezTo>
                  <a:cubicBezTo>
                    <a:pt x="65" y="21"/>
                    <a:pt x="65" y="21"/>
                    <a:pt x="64" y="21"/>
                  </a:cubicBezTo>
                  <a:cubicBezTo>
                    <a:pt x="64" y="21"/>
                    <a:pt x="64" y="22"/>
                    <a:pt x="64" y="22"/>
                  </a:cubicBezTo>
                  <a:cubicBezTo>
                    <a:pt x="64" y="22"/>
                    <a:pt x="63" y="22"/>
                    <a:pt x="63" y="22"/>
                  </a:cubicBezTo>
                  <a:cubicBezTo>
                    <a:pt x="63" y="23"/>
                    <a:pt x="63" y="23"/>
                    <a:pt x="63" y="24"/>
                  </a:cubicBezTo>
                  <a:cubicBezTo>
                    <a:pt x="63" y="25"/>
                    <a:pt x="63" y="25"/>
                    <a:pt x="63" y="26"/>
                  </a:cubicBezTo>
                  <a:cubicBezTo>
                    <a:pt x="62" y="26"/>
                    <a:pt x="62" y="26"/>
                    <a:pt x="61" y="26"/>
                  </a:cubicBezTo>
                  <a:cubicBezTo>
                    <a:pt x="61" y="26"/>
                    <a:pt x="60" y="26"/>
                    <a:pt x="59" y="26"/>
                  </a:cubicBezTo>
                  <a:cubicBezTo>
                    <a:pt x="59" y="25"/>
                    <a:pt x="59" y="25"/>
                    <a:pt x="59" y="24"/>
                  </a:cubicBezTo>
                  <a:cubicBezTo>
                    <a:pt x="59" y="24"/>
                    <a:pt x="58" y="24"/>
                    <a:pt x="58" y="24"/>
                  </a:cubicBezTo>
                  <a:cubicBezTo>
                    <a:pt x="58" y="23"/>
                    <a:pt x="58" y="23"/>
                    <a:pt x="58" y="22"/>
                  </a:cubicBezTo>
                  <a:cubicBezTo>
                    <a:pt x="58" y="22"/>
                    <a:pt x="58" y="21"/>
                    <a:pt x="58" y="21"/>
                  </a:cubicBezTo>
                  <a:cubicBezTo>
                    <a:pt x="58" y="20"/>
                    <a:pt x="58" y="20"/>
                    <a:pt x="58" y="19"/>
                  </a:cubicBezTo>
                  <a:cubicBezTo>
                    <a:pt x="57" y="19"/>
                    <a:pt x="57" y="19"/>
                    <a:pt x="56" y="19"/>
                  </a:cubicBezTo>
                  <a:cubicBezTo>
                    <a:pt x="56" y="19"/>
                    <a:pt x="56" y="18"/>
                    <a:pt x="56" y="17"/>
                  </a:cubicBezTo>
                  <a:cubicBezTo>
                    <a:pt x="56" y="17"/>
                    <a:pt x="55" y="17"/>
                    <a:pt x="55" y="17"/>
                  </a:cubicBezTo>
                  <a:cubicBezTo>
                    <a:pt x="55" y="17"/>
                    <a:pt x="55" y="16"/>
                    <a:pt x="55" y="16"/>
                  </a:cubicBezTo>
                  <a:cubicBezTo>
                    <a:pt x="55" y="15"/>
                    <a:pt x="55" y="15"/>
                    <a:pt x="55" y="14"/>
                  </a:cubicBezTo>
                  <a:cubicBezTo>
                    <a:pt x="54" y="14"/>
                    <a:pt x="54" y="14"/>
                    <a:pt x="53" y="14"/>
                  </a:cubicBezTo>
                  <a:cubicBezTo>
                    <a:pt x="53" y="14"/>
                    <a:pt x="53" y="13"/>
                    <a:pt x="53" y="13"/>
                  </a:cubicBezTo>
                  <a:cubicBezTo>
                    <a:pt x="53" y="12"/>
                    <a:pt x="53" y="12"/>
                    <a:pt x="53" y="11"/>
                  </a:cubicBezTo>
                  <a:cubicBezTo>
                    <a:pt x="53" y="11"/>
                    <a:pt x="53" y="10"/>
                    <a:pt x="53" y="10"/>
                  </a:cubicBezTo>
                  <a:cubicBezTo>
                    <a:pt x="53" y="10"/>
                    <a:pt x="52" y="10"/>
                    <a:pt x="52" y="10"/>
                  </a:cubicBezTo>
                  <a:cubicBezTo>
                    <a:pt x="51" y="10"/>
                    <a:pt x="51" y="10"/>
                    <a:pt x="50" y="10"/>
                  </a:cubicBezTo>
                  <a:cubicBezTo>
                    <a:pt x="50" y="9"/>
                    <a:pt x="50" y="8"/>
                    <a:pt x="50" y="8"/>
                  </a:cubicBezTo>
                  <a:cubicBezTo>
                    <a:pt x="50" y="8"/>
                    <a:pt x="49" y="8"/>
                    <a:pt x="49" y="8"/>
                  </a:cubicBezTo>
                  <a:cubicBezTo>
                    <a:pt x="48" y="8"/>
                    <a:pt x="48" y="8"/>
                    <a:pt x="47" y="8"/>
                  </a:cubicBezTo>
                  <a:cubicBezTo>
                    <a:pt x="46" y="8"/>
                    <a:pt x="46" y="8"/>
                    <a:pt x="45" y="8"/>
                  </a:cubicBezTo>
                  <a:cubicBezTo>
                    <a:pt x="45" y="7"/>
                    <a:pt x="45" y="7"/>
                    <a:pt x="45" y="6"/>
                  </a:cubicBezTo>
                  <a:cubicBezTo>
                    <a:pt x="45" y="6"/>
                    <a:pt x="44" y="6"/>
                    <a:pt x="44" y="6"/>
                  </a:cubicBezTo>
                  <a:cubicBezTo>
                    <a:pt x="44" y="6"/>
                    <a:pt x="44" y="5"/>
                    <a:pt x="44" y="5"/>
                  </a:cubicBezTo>
                  <a:cubicBezTo>
                    <a:pt x="43" y="5"/>
                    <a:pt x="43" y="5"/>
                    <a:pt x="42" y="5"/>
                  </a:cubicBezTo>
                  <a:cubicBezTo>
                    <a:pt x="42" y="4"/>
                    <a:pt x="42" y="3"/>
                    <a:pt x="42" y="3"/>
                  </a:cubicBezTo>
                  <a:cubicBezTo>
                    <a:pt x="42" y="3"/>
                    <a:pt x="41" y="3"/>
                    <a:pt x="41" y="3"/>
                  </a:cubicBezTo>
                  <a:cubicBezTo>
                    <a:pt x="41" y="2"/>
                    <a:pt x="41" y="2"/>
                    <a:pt x="41" y="1"/>
                  </a:cubicBezTo>
                  <a:cubicBezTo>
                    <a:pt x="40" y="1"/>
                    <a:pt x="40" y="1"/>
                    <a:pt x="39" y="1"/>
                  </a:cubicBezTo>
                  <a:cubicBezTo>
                    <a:pt x="39" y="1"/>
                    <a:pt x="39" y="0"/>
                    <a:pt x="39" y="0"/>
                  </a:cubicBezTo>
                  <a:cubicBezTo>
                    <a:pt x="39" y="0"/>
                    <a:pt x="38" y="0"/>
                    <a:pt x="38" y="0"/>
                  </a:cubicBezTo>
                  <a:cubicBezTo>
                    <a:pt x="38" y="0"/>
                    <a:pt x="38" y="1"/>
                    <a:pt x="38" y="1"/>
                  </a:cubicBezTo>
                  <a:cubicBezTo>
                    <a:pt x="38" y="2"/>
                    <a:pt x="38" y="2"/>
                    <a:pt x="38" y="3"/>
                  </a:cubicBezTo>
                  <a:cubicBezTo>
                    <a:pt x="38" y="3"/>
                    <a:pt x="39" y="3"/>
                    <a:pt x="39" y="3"/>
                  </a:cubicBezTo>
                  <a:cubicBezTo>
                    <a:pt x="39" y="3"/>
                    <a:pt x="39" y="4"/>
                    <a:pt x="39" y="5"/>
                  </a:cubicBezTo>
                  <a:cubicBezTo>
                    <a:pt x="40" y="5"/>
                    <a:pt x="40" y="5"/>
                    <a:pt x="41" y="5"/>
                  </a:cubicBezTo>
                  <a:cubicBezTo>
                    <a:pt x="41" y="5"/>
                    <a:pt x="41" y="6"/>
                    <a:pt x="41" y="6"/>
                  </a:cubicBezTo>
                  <a:cubicBezTo>
                    <a:pt x="41" y="6"/>
                    <a:pt x="42" y="6"/>
                    <a:pt x="42" y="6"/>
                  </a:cubicBezTo>
                  <a:cubicBezTo>
                    <a:pt x="42" y="7"/>
                    <a:pt x="42" y="7"/>
                    <a:pt x="42" y="8"/>
                  </a:cubicBezTo>
                  <a:cubicBezTo>
                    <a:pt x="42" y="8"/>
                    <a:pt x="42" y="9"/>
                    <a:pt x="42" y="10"/>
                  </a:cubicBezTo>
                  <a:cubicBezTo>
                    <a:pt x="43" y="10"/>
                    <a:pt x="43" y="10"/>
                    <a:pt x="44" y="10"/>
                  </a:cubicBezTo>
                  <a:cubicBezTo>
                    <a:pt x="44" y="10"/>
                    <a:pt x="45" y="10"/>
                    <a:pt x="45" y="10"/>
                  </a:cubicBezTo>
                  <a:cubicBezTo>
                    <a:pt x="46" y="10"/>
                    <a:pt x="46" y="10"/>
                    <a:pt x="47" y="10"/>
                  </a:cubicBezTo>
                  <a:cubicBezTo>
                    <a:pt x="47" y="10"/>
                    <a:pt x="47" y="11"/>
                    <a:pt x="47" y="11"/>
                  </a:cubicBezTo>
                  <a:cubicBezTo>
                    <a:pt x="48" y="11"/>
                    <a:pt x="48" y="11"/>
                    <a:pt x="49" y="11"/>
                  </a:cubicBezTo>
                  <a:cubicBezTo>
                    <a:pt x="49" y="12"/>
                    <a:pt x="49" y="12"/>
                    <a:pt x="49" y="13"/>
                  </a:cubicBezTo>
                  <a:cubicBezTo>
                    <a:pt x="49" y="13"/>
                    <a:pt x="50" y="13"/>
                    <a:pt x="50" y="13"/>
                  </a:cubicBezTo>
                  <a:cubicBezTo>
                    <a:pt x="51" y="13"/>
                    <a:pt x="51" y="13"/>
                    <a:pt x="52" y="13"/>
                  </a:cubicBezTo>
                  <a:cubicBezTo>
                    <a:pt x="52" y="13"/>
                    <a:pt x="52" y="14"/>
                    <a:pt x="52" y="14"/>
                  </a:cubicBezTo>
                  <a:cubicBezTo>
                    <a:pt x="52" y="15"/>
                    <a:pt x="52" y="15"/>
                    <a:pt x="52" y="16"/>
                  </a:cubicBezTo>
                  <a:cubicBezTo>
                    <a:pt x="51" y="16"/>
                    <a:pt x="51" y="16"/>
                    <a:pt x="50" y="16"/>
                  </a:cubicBezTo>
                  <a:cubicBezTo>
                    <a:pt x="50" y="16"/>
                    <a:pt x="49" y="16"/>
                    <a:pt x="49" y="16"/>
                  </a:cubicBezTo>
                  <a:cubicBezTo>
                    <a:pt x="49" y="16"/>
                    <a:pt x="49" y="17"/>
                    <a:pt x="49" y="17"/>
                  </a:cubicBezTo>
                  <a:cubicBezTo>
                    <a:pt x="49" y="17"/>
                    <a:pt x="50" y="17"/>
                    <a:pt x="50" y="17"/>
                  </a:cubicBezTo>
                  <a:cubicBezTo>
                    <a:pt x="50" y="18"/>
                    <a:pt x="50" y="19"/>
                    <a:pt x="50" y="19"/>
                  </a:cubicBezTo>
                  <a:cubicBezTo>
                    <a:pt x="50" y="19"/>
                    <a:pt x="49" y="19"/>
                    <a:pt x="49" y="19"/>
                  </a:cubicBezTo>
                  <a:cubicBezTo>
                    <a:pt x="49" y="20"/>
                    <a:pt x="49" y="20"/>
                    <a:pt x="49" y="21"/>
                  </a:cubicBezTo>
                  <a:cubicBezTo>
                    <a:pt x="49" y="21"/>
                    <a:pt x="49" y="22"/>
                    <a:pt x="49" y="22"/>
                  </a:cubicBezTo>
                  <a:cubicBezTo>
                    <a:pt x="48" y="22"/>
                    <a:pt x="48" y="22"/>
                    <a:pt x="47" y="22"/>
                  </a:cubicBezTo>
                  <a:cubicBezTo>
                    <a:pt x="46" y="22"/>
                    <a:pt x="46" y="22"/>
                    <a:pt x="45" y="22"/>
                  </a:cubicBezTo>
                  <a:cubicBezTo>
                    <a:pt x="45" y="23"/>
                    <a:pt x="45" y="23"/>
                    <a:pt x="45" y="24"/>
                  </a:cubicBezTo>
                  <a:cubicBezTo>
                    <a:pt x="45" y="25"/>
                    <a:pt x="45" y="25"/>
                    <a:pt x="45" y="26"/>
                  </a:cubicBezTo>
                  <a:cubicBezTo>
                    <a:pt x="45" y="26"/>
                    <a:pt x="44" y="26"/>
                    <a:pt x="44" y="26"/>
                  </a:cubicBezTo>
                  <a:cubicBezTo>
                    <a:pt x="43" y="26"/>
                    <a:pt x="43" y="26"/>
                    <a:pt x="42" y="26"/>
                  </a:cubicBezTo>
                  <a:cubicBezTo>
                    <a:pt x="42" y="25"/>
                    <a:pt x="42" y="25"/>
                    <a:pt x="42" y="24"/>
                  </a:cubicBezTo>
                  <a:cubicBezTo>
                    <a:pt x="42" y="24"/>
                    <a:pt x="41" y="24"/>
                    <a:pt x="41" y="24"/>
                  </a:cubicBezTo>
                  <a:cubicBezTo>
                    <a:pt x="40" y="24"/>
                    <a:pt x="40" y="24"/>
                    <a:pt x="39" y="24"/>
                  </a:cubicBezTo>
                  <a:cubicBezTo>
                    <a:pt x="39" y="23"/>
                    <a:pt x="39" y="23"/>
                    <a:pt x="39" y="22"/>
                  </a:cubicBezTo>
                  <a:cubicBezTo>
                    <a:pt x="39" y="22"/>
                    <a:pt x="38" y="22"/>
                    <a:pt x="38" y="22"/>
                  </a:cubicBezTo>
                  <a:cubicBezTo>
                    <a:pt x="38" y="22"/>
                    <a:pt x="38" y="21"/>
                    <a:pt x="38" y="21"/>
                  </a:cubicBezTo>
                  <a:cubicBezTo>
                    <a:pt x="38" y="21"/>
                    <a:pt x="39" y="21"/>
                    <a:pt x="39" y="21"/>
                  </a:cubicBezTo>
                  <a:cubicBezTo>
                    <a:pt x="40" y="21"/>
                    <a:pt x="40" y="21"/>
                    <a:pt x="41" y="21"/>
                  </a:cubicBezTo>
                  <a:cubicBezTo>
                    <a:pt x="41" y="21"/>
                    <a:pt x="42" y="21"/>
                    <a:pt x="42" y="21"/>
                  </a:cubicBezTo>
                  <a:cubicBezTo>
                    <a:pt x="43" y="21"/>
                    <a:pt x="43" y="21"/>
                    <a:pt x="44" y="21"/>
                  </a:cubicBezTo>
                  <a:cubicBezTo>
                    <a:pt x="44" y="20"/>
                    <a:pt x="44" y="20"/>
                    <a:pt x="44" y="19"/>
                  </a:cubicBezTo>
                  <a:cubicBezTo>
                    <a:pt x="44" y="19"/>
                    <a:pt x="45" y="19"/>
                    <a:pt x="45" y="19"/>
                  </a:cubicBezTo>
                  <a:cubicBezTo>
                    <a:pt x="45" y="19"/>
                    <a:pt x="45" y="18"/>
                    <a:pt x="45" y="17"/>
                  </a:cubicBezTo>
                  <a:cubicBezTo>
                    <a:pt x="45" y="17"/>
                    <a:pt x="45" y="16"/>
                    <a:pt x="45" y="16"/>
                  </a:cubicBezTo>
                  <a:cubicBezTo>
                    <a:pt x="45" y="16"/>
                    <a:pt x="44" y="16"/>
                    <a:pt x="44" y="16"/>
                  </a:cubicBezTo>
                  <a:cubicBezTo>
                    <a:pt x="44" y="15"/>
                    <a:pt x="44" y="15"/>
                    <a:pt x="44" y="14"/>
                  </a:cubicBezTo>
                  <a:cubicBezTo>
                    <a:pt x="43" y="14"/>
                    <a:pt x="43" y="14"/>
                    <a:pt x="42" y="14"/>
                  </a:cubicBezTo>
                  <a:cubicBezTo>
                    <a:pt x="42" y="14"/>
                    <a:pt x="41" y="14"/>
                    <a:pt x="41" y="14"/>
                  </a:cubicBezTo>
                  <a:cubicBezTo>
                    <a:pt x="41" y="14"/>
                    <a:pt x="41" y="13"/>
                    <a:pt x="41" y="13"/>
                  </a:cubicBezTo>
                  <a:cubicBezTo>
                    <a:pt x="40" y="13"/>
                    <a:pt x="40" y="13"/>
                    <a:pt x="39" y="13"/>
                  </a:cubicBezTo>
                  <a:cubicBezTo>
                    <a:pt x="39" y="13"/>
                    <a:pt x="38" y="13"/>
                    <a:pt x="38" y="13"/>
                  </a:cubicBezTo>
                  <a:cubicBezTo>
                    <a:pt x="38" y="12"/>
                    <a:pt x="38" y="12"/>
                    <a:pt x="38" y="11"/>
                  </a:cubicBezTo>
                  <a:cubicBezTo>
                    <a:pt x="37" y="11"/>
                    <a:pt x="37" y="11"/>
                    <a:pt x="36" y="11"/>
                  </a:cubicBezTo>
                  <a:cubicBezTo>
                    <a:pt x="36" y="11"/>
                    <a:pt x="36" y="10"/>
                    <a:pt x="36" y="10"/>
                  </a:cubicBezTo>
                  <a:cubicBezTo>
                    <a:pt x="35" y="10"/>
                    <a:pt x="35" y="10"/>
                    <a:pt x="34" y="10"/>
                  </a:cubicBezTo>
                  <a:cubicBezTo>
                    <a:pt x="34" y="9"/>
                    <a:pt x="34" y="8"/>
                    <a:pt x="34" y="8"/>
                  </a:cubicBezTo>
                  <a:cubicBezTo>
                    <a:pt x="34" y="8"/>
                    <a:pt x="33" y="8"/>
                    <a:pt x="33" y="8"/>
                  </a:cubicBezTo>
                  <a:cubicBezTo>
                    <a:pt x="33" y="7"/>
                    <a:pt x="33" y="7"/>
                    <a:pt x="33" y="6"/>
                  </a:cubicBezTo>
                  <a:cubicBezTo>
                    <a:pt x="32" y="6"/>
                    <a:pt x="32" y="6"/>
                    <a:pt x="31" y="6"/>
                  </a:cubicBezTo>
                  <a:cubicBezTo>
                    <a:pt x="31" y="6"/>
                    <a:pt x="31" y="5"/>
                    <a:pt x="31" y="5"/>
                  </a:cubicBezTo>
                  <a:cubicBezTo>
                    <a:pt x="31" y="5"/>
                    <a:pt x="30" y="5"/>
                    <a:pt x="30" y="5"/>
                  </a:cubicBezTo>
                  <a:cubicBezTo>
                    <a:pt x="29" y="5"/>
                    <a:pt x="29" y="5"/>
                    <a:pt x="28" y="5"/>
                  </a:cubicBezTo>
                  <a:cubicBezTo>
                    <a:pt x="28" y="5"/>
                    <a:pt x="28" y="6"/>
                    <a:pt x="28" y="6"/>
                  </a:cubicBezTo>
                  <a:cubicBezTo>
                    <a:pt x="28" y="6"/>
                    <a:pt x="27" y="6"/>
                    <a:pt x="27" y="6"/>
                  </a:cubicBezTo>
                  <a:cubicBezTo>
                    <a:pt x="27" y="7"/>
                    <a:pt x="27" y="7"/>
                    <a:pt x="27" y="8"/>
                  </a:cubicBezTo>
                  <a:cubicBezTo>
                    <a:pt x="26" y="8"/>
                    <a:pt x="26" y="8"/>
                    <a:pt x="25" y="8"/>
                  </a:cubicBezTo>
                  <a:cubicBezTo>
                    <a:pt x="25" y="8"/>
                    <a:pt x="24" y="8"/>
                    <a:pt x="24" y="8"/>
                  </a:cubicBezTo>
                  <a:cubicBezTo>
                    <a:pt x="23" y="8"/>
                    <a:pt x="22" y="8"/>
                    <a:pt x="22" y="8"/>
                  </a:cubicBezTo>
                  <a:cubicBezTo>
                    <a:pt x="22" y="7"/>
                    <a:pt x="22" y="7"/>
                    <a:pt x="22" y="6"/>
                  </a:cubicBezTo>
                  <a:cubicBezTo>
                    <a:pt x="21" y="6"/>
                    <a:pt x="21" y="6"/>
                    <a:pt x="20" y="6"/>
                  </a:cubicBezTo>
                  <a:cubicBezTo>
                    <a:pt x="20" y="6"/>
                    <a:pt x="19" y="6"/>
                    <a:pt x="19" y="6"/>
                  </a:cubicBezTo>
                  <a:cubicBezTo>
                    <a:pt x="19" y="7"/>
                    <a:pt x="19" y="7"/>
                    <a:pt x="19" y="8"/>
                  </a:cubicBezTo>
                  <a:cubicBezTo>
                    <a:pt x="19" y="8"/>
                    <a:pt x="19" y="9"/>
                    <a:pt x="19" y="10"/>
                  </a:cubicBezTo>
                  <a:cubicBezTo>
                    <a:pt x="19" y="10"/>
                    <a:pt x="19" y="11"/>
                    <a:pt x="19" y="11"/>
                  </a:cubicBezTo>
                  <a:cubicBezTo>
                    <a:pt x="19" y="12"/>
                    <a:pt x="19" y="12"/>
                    <a:pt x="19" y="13"/>
                  </a:cubicBezTo>
                  <a:cubicBezTo>
                    <a:pt x="18" y="13"/>
                    <a:pt x="18" y="13"/>
                    <a:pt x="17" y="13"/>
                  </a:cubicBezTo>
                  <a:cubicBezTo>
                    <a:pt x="17" y="13"/>
                    <a:pt x="16" y="13"/>
                    <a:pt x="16" y="13"/>
                  </a:cubicBezTo>
                  <a:cubicBezTo>
                    <a:pt x="16" y="13"/>
                    <a:pt x="16" y="14"/>
                    <a:pt x="16" y="14"/>
                  </a:cubicBezTo>
                  <a:cubicBezTo>
                    <a:pt x="15" y="14"/>
                    <a:pt x="15" y="14"/>
                    <a:pt x="14" y="14"/>
                  </a:cubicBezTo>
                  <a:cubicBezTo>
                    <a:pt x="14" y="14"/>
                    <a:pt x="13" y="14"/>
                    <a:pt x="13" y="14"/>
                  </a:cubicBezTo>
                  <a:cubicBezTo>
                    <a:pt x="13" y="15"/>
                    <a:pt x="13" y="15"/>
                    <a:pt x="13" y="16"/>
                  </a:cubicBezTo>
                  <a:cubicBezTo>
                    <a:pt x="12" y="16"/>
                    <a:pt x="12" y="16"/>
                    <a:pt x="11" y="16"/>
                  </a:cubicBezTo>
                  <a:cubicBezTo>
                    <a:pt x="11" y="16"/>
                    <a:pt x="11" y="17"/>
                    <a:pt x="11" y="17"/>
                  </a:cubicBezTo>
                  <a:cubicBezTo>
                    <a:pt x="11" y="18"/>
                    <a:pt x="11" y="19"/>
                    <a:pt x="11" y="19"/>
                  </a:cubicBezTo>
                  <a:cubicBezTo>
                    <a:pt x="12" y="19"/>
                    <a:pt x="12" y="19"/>
                    <a:pt x="13" y="19"/>
                  </a:cubicBezTo>
                  <a:cubicBezTo>
                    <a:pt x="13" y="20"/>
                    <a:pt x="13" y="20"/>
                    <a:pt x="13" y="21"/>
                  </a:cubicBezTo>
                  <a:cubicBezTo>
                    <a:pt x="12" y="21"/>
                    <a:pt x="12" y="21"/>
                    <a:pt x="11" y="21"/>
                  </a:cubicBezTo>
                  <a:cubicBezTo>
                    <a:pt x="11" y="21"/>
                    <a:pt x="11" y="22"/>
                    <a:pt x="11" y="22"/>
                  </a:cubicBezTo>
                  <a:cubicBezTo>
                    <a:pt x="11" y="22"/>
                    <a:pt x="10" y="22"/>
                    <a:pt x="10" y="22"/>
                  </a:cubicBezTo>
                  <a:cubicBezTo>
                    <a:pt x="10" y="23"/>
                    <a:pt x="10" y="23"/>
                    <a:pt x="10" y="24"/>
                  </a:cubicBezTo>
                  <a:cubicBezTo>
                    <a:pt x="9" y="24"/>
                    <a:pt x="8" y="24"/>
                    <a:pt x="8" y="24"/>
                  </a:cubicBezTo>
                  <a:cubicBezTo>
                    <a:pt x="8" y="25"/>
                    <a:pt x="8" y="25"/>
                    <a:pt x="8" y="26"/>
                  </a:cubicBezTo>
                  <a:cubicBezTo>
                    <a:pt x="7" y="26"/>
                    <a:pt x="7" y="26"/>
                    <a:pt x="6" y="26"/>
                  </a:cubicBezTo>
                  <a:cubicBezTo>
                    <a:pt x="6" y="26"/>
                    <a:pt x="5" y="26"/>
                    <a:pt x="5" y="26"/>
                  </a:cubicBezTo>
                  <a:cubicBezTo>
                    <a:pt x="5" y="26"/>
                    <a:pt x="5" y="27"/>
                    <a:pt x="5" y="27"/>
                  </a:cubicBezTo>
                  <a:cubicBezTo>
                    <a:pt x="4" y="27"/>
                    <a:pt x="4" y="27"/>
                    <a:pt x="3" y="27"/>
                  </a:cubicBezTo>
                  <a:cubicBezTo>
                    <a:pt x="3" y="27"/>
                    <a:pt x="2" y="27"/>
                    <a:pt x="2" y="27"/>
                  </a:cubicBezTo>
                  <a:cubicBezTo>
                    <a:pt x="1" y="27"/>
                    <a:pt x="1" y="27"/>
                    <a:pt x="0" y="27"/>
                  </a:cubicBezTo>
                  <a:cubicBezTo>
                    <a:pt x="0" y="28"/>
                    <a:pt x="0" y="28"/>
                    <a:pt x="0" y="29"/>
                  </a:cubicBezTo>
                  <a:cubicBezTo>
                    <a:pt x="1" y="29"/>
                    <a:pt x="1" y="29"/>
                    <a:pt x="2" y="29"/>
                  </a:cubicBezTo>
                  <a:cubicBezTo>
                    <a:pt x="2" y="29"/>
                    <a:pt x="3" y="29"/>
                    <a:pt x="3" y="29"/>
                  </a:cubicBezTo>
                  <a:cubicBezTo>
                    <a:pt x="4" y="29"/>
                    <a:pt x="4" y="29"/>
                    <a:pt x="5" y="29"/>
                  </a:cubicBezTo>
                  <a:cubicBezTo>
                    <a:pt x="5" y="29"/>
                    <a:pt x="6" y="29"/>
                    <a:pt x="6" y="29"/>
                  </a:cubicBezTo>
                  <a:cubicBezTo>
                    <a:pt x="7" y="29"/>
                    <a:pt x="7" y="29"/>
                    <a:pt x="8" y="29"/>
                  </a:cubicBezTo>
                  <a:cubicBezTo>
                    <a:pt x="8" y="28"/>
                    <a:pt x="8" y="28"/>
                    <a:pt x="8" y="27"/>
                  </a:cubicBezTo>
                  <a:cubicBezTo>
                    <a:pt x="8" y="27"/>
                    <a:pt x="9" y="27"/>
                    <a:pt x="10" y="27"/>
                  </a:cubicBezTo>
                  <a:cubicBezTo>
                    <a:pt x="10" y="27"/>
                    <a:pt x="11" y="27"/>
                    <a:pt x="11" y="27"/>
                  </a:cubicBezTo>
                  <a:cubicBezTo>
                    <a:pt x="11" y="27"/>
                    <a:pt x="11" y="26"/>
                    <a:pt x="11" y="26"/>
                  </a:cubicBezTo>
                  <a:cubicBezTo>
                    <a:pt x="12" y="26"/>
                    <a:pt x="12" y="26"/>
                    <a:pt x="13" y="26"/>
                  </a:cubicBezTo>
                  <a:cubicBezTo>
                    <a:pt x="13" y="26"/>
                    <a:pt x="14" y="26"/>
                    <a:pt x="14" y="26"/>
                  </a:cubicBezTo>
                  <a:cubicBezTo>
                    <a:pt x="15" y="26"/>
                    <a:pt x="15" y="26"/>
                    <a:pt x="16" y="26"/>
                  </a:cubicBezTo>
                  <a:cubicBezTo>
                    <a:pt x="16" y="26"/>
                    <a:pt x="17" y="26"/>
                    <a:pt x="17" y="26"/>
                  </a:cubicBezTo>
                  <a:cubicBezTo>
                    <a:pt x="18" y="26"/>
                    <a:pt x="18" y="26"/>
                    <a:pt x="19" y="26"/>
                  </a:cubicBezTo>
                  <a:cubicBezTo>
                    <a:pt x="19" y="25"/>
                    <a:pt x="19" y="25"/>
                    <a:pt x="19" y="24"/>
                  </a:cubicBezTo>
                  <a:cubicBezTo>
                    <a:pt x="19" y="24"/>
                    <a:pt x="20" y="24"/>
                    <a:pt x="20" y="24"/>
                  </a:cubicBezTo>
                  <a:cubicBezTo>
                    <a:pt x="21" y="24"/>
                    <a:pt x="21" y="24"/>
                    <a:pt x="22" y="24"/>
                  </a:cubicBezTo>
                  <a:cubicBezTo>
                    <a:pt x="22" y="24"/>
                    <a:pt x="23" y="24"/>
                    <a:pt x="24" y="24"/>
                  </a:cubicBezTo>
                  <a:cubicBezTo>
                    <a:pt x="24" y="24"/>
                    <a:pt x="25" y="24"/>
                    <a:pt x="25" y="24"/>
                  </a:cubicBezTo>
                  <a:cubicBezTo>
                    <a:pt x="26" y="24"/>
                    <a:pt x="26" y="24"/>
                    <a:pt x="27" y="24"/>
                  </a:cubicBezTo>
                  <a:cubicBezTo>
                    <a:pt x="27" y="24"/>
                    <a:pt x="28" y="24"/>
                    <a:pt x="28" y="24"/>
                  </a:cubicBezTo>
                  <a:cubicBezTo>
                    <a:pt x="29" y="24"/>
                    <a:pt x="29" y="24"/>
                    <a:pt x="30" y="24"/>
                  </a:cubicBezTo>
                  <a:cubicBezTo>
                    <a:pt x="30" y="24"/>
                    <a:pt x="31" y="24"/>
                    <a:pt x="31" y="24"/>
                  </a:cubicBezTo>
                  <a:cubicBezTo>
                    <a:pt x="32" y="24"/>
                    <a:pt x="32" y="24"/>
                    <a:pt x="33" y="24"/>
                  </a:cubicBezTo>
                  <a:cubicBezTo>
                    <a:pt x="33" y="24"/>
                    <a:pt x="34" y="24"/>
                    <a:pt x="34" y="24"/>
                  </a:cubicBezTo>
                  <a:cubicBezTo>
                    <a:pt x="35" y="24"/>
                    <a:pt x="35" y="24"/>
                    <a:pt x="36" y="24"/>
                  </a:cubicBezTo>
                  <a:cubicBezTo>
                    <a:pt x="36" y="25"/>
                    <a:pt x="36" y="25"/>
                    <a:pt x="36" y="26"/>
                  </a:cubicBezTo>
                  <a:cubicBezTo>
                    <a:pt x="35" y="26"/>
                    <a:pt x="35" y="26"/>
                    <a:pt x="34" y="26"/>
                  </a:cubicBezTo>
                  <a:cubicBezTo>
                    <a:pt x="34" y="26"/>
                    <a:pt x="34" y="27"/>
                    <a:pt x="34" y="27"/>
                  </a:cubicBezTo>
                  <a:cubicBezTo>
                    <a:pt x="35" y="27"/>
                    <a:pt x="35" y="27"/>
                    <a:pt x="36" y="27"/>
                  </a:cubicBezTo>
                  <a:cubicBezTo>
                    <a:pt x="36" y="28"/>
                    <a:pt x="36" y="28"/>
                    <a:pt x="36" y="29"/>
                  </a:cubicBezTo>
                  <a:cubicBezTo>
                    <a:pt x="36" y="29"/>
                    <a:pt x="36" y="30"/>
                    <a:pt x="36" y="30"/>
                  </a:cubicBezTo>
                  <a:cubicBezTo>
                    <a:pt x="36" y="31"/>
                    <a:pt x="36" y="31"/>
                    <a:pt x="36" y="32"/>
                  </a:cubicBezTo>
                  <a:cubicBezTo>
                    <a:pt x="36" y="33"/>
                    <a:pt x="36" y="33"/>
                    <a:pt x="36" y="34"/>
                  </a:cubicBezTo>
                  <a:cubicBezTo>
                    <a:pt x="37" y="34"/>
                    <a:pt x="37" y="34"/>
                    <a:pt x="38" y="34"/>
                  </a:cubicBezTo>
                  <a:cubicBezTo>
                    <a:pt x="38" y="34"/>
                    <a:pt x="38" y="35"/>
                    <a:pt x="38" y="35"/>
                  </a:cubicBezTo>
                  <a:cubicBezTo>
                    <a:pt x="38" y="35"/>
                    <a:pt x="39" y="35"/>
                    <a:pt x="39" y="35"/>
                  </a:cubicBezTo>
                  <a:cubicBezTo>
                    <a:pt x="40" y="35"/>
                    <a:pt x="40" y="35"/>
                    <a:pt x="41" y="35"/>
                  </a:cubicBezTo>
                  <a:cubicBezTo>
                    <a:pt x="41" y="35"/>
                    <a:pt x="42" y="35"/>
                    <a:pt x="42" y="35"/>
                  </a:cubicBezTo>
                  <a:cubicBezTo>
                    <a:pt x="43" y="35"/>
                    <a:pt x="43" y="35"/>
                    <a:pt x="44" y="35"/>
                  </a:cubicBezTo>
                  <a:cubicBezTo>
                    <a:pt x="44" y="35"/>
                    <a:pt x="45" y="35"/>
                    <a:pt x="45" y="35"/>
                  </a:cubicBezTo>
                  <a:cubicBezTo>
                    <a:pt x="45" y="36"/>
                    <a:pt x="45" y="36"/>
                    <a:pt x="45" y="37"/>
                  </a:cubicBezTo>
                  <a:cubicBezTo>
                    <a:pt x="46" y="37"/>
                    <a:pt x="46" y="37"/>
                    <a:pt x="47" y="37"/>
                  </a:cubicBezTo>
                  <a:cubicBezTo>
                    <a:pt x="47" y="37"/>
                    <a:pt x="47" y="38"/>
                    <a:pt x="47" y="39"/>
                  </a:cubicBezTo>
                  <a:cubicBezTo>
                    <a:pt x="47" y="39"/>
                    <a:pt x="47" y="40"/>
                    <a:pt x="47" y="40"/>
                  </a:cubicBezTo>
                  <a:cubicBezTo>
                    <a:pt x="48" y="40"/>
                    <a:pt x="48" y="40"/>
                    <a:pt x="49" y="40"/>
                  </a:cubicBezTo>
                  <a:cubicBezTo>
                    <a:pt x="49" y="40"/>
                    <a:pt x="50" y="40"/>
                    <a:pt x="50" y="40"/>
                  </a:cubicBezTo>
                  <a:cubicBezTo>
                    <a:pt x="51" y="40"/>
                    <a:pt x="51" y="40"/>
                    <a:pt x="52" y="40"/>
                  </a:cubicBezTo>
                  <a:cubicBezTo>
                    <a:pt x="52" y="40"/>
                    <a:pt x="53" y="40"/>
                    <a:pt x="53" y="40"/>
                  </a:cubicBezTo>
                  <a:cubicBezTo>
                    <a:pt x="53" y="41"/>
                    <a:pt x="53" y="41"/>
                    <a:pt x="53" y="42"/>
                  </a:cubicBezTo>
                  <a:cubicBezTo>
                    <a:pt x="54" y="42"/>
                    <a:pt x="54" y="42"/>
                    <a:pt x="55" y="42"/>
                  </a:cubicBezTo>
                  <a:cubicBezTo>
                    <a:pt x="55" y="41"/>
                    <a:pt x="55" y="41"/>
                    <a:pt x="55" y="40"/>
                  </a:cubicBezTo>
                  <a:cubicBezTo>
                    <a:pt x="55" y="40"/>
                    <a:pt x="56" y="40"/>
                    <a:pt x="56" y="40"/>
                  </a:cubicBezTo>
                  <a:cubicBezTo>
                    <a:pt x="56" y="40"/>
                    <a:pt x="56" y="39"/>
                    <a:pt x="56" y="39"/>
                  </a:cubicBezTo>
                  <a:cubicBezTo>
                    <a:pt x="56" y="38"/>
                    <a:pt x="56" y="37"/>
                    <a:pt x="56" y="37"/>
                  </a:cubicBezTo>
                  <a:cubicBezTo>
                    <a:pt x="56" y="36"/>
                    <a:pt x="56" y="36"/>
                    <a:pt x="56" y="36"/>
                  </a:cubicBezTo>
                  <a:cubicBezTo>
                    <a:pt x="56" y="35"/>
                    <a:pt x="56" y="35"/>
                    <a:pt x="56" y="35"/>
                  </a:cubicBezTo>
                  <a:cubicBezTo>
                    <a:pt x="57" y="35"/>
                    <a:pt x="57" y="35"/>
                    <a:pt x="58" y="35"/>
                  </a:cubicBezTo>
                  <a:cubicBezTo>
                    <a:pt x="58" y="35"/>
                    <a:pt x="59" y="35"/>
                    <a:pt x="59" y="35"/>
                  </a:cubicBezTo>
                  <a:cubicBezTo>
                    <a:pt x="60" y="35"/>
                    <a:pt x="61" y="35"/>
                    <a:pt x="61" y="35"/>
                  </a:cubicBezTo>
                  <a:cubicBezTo>
                    <a:pt x="62" y="35"/>
                    <a:pt x="62" y="35"/>
                    <a:pt x="63" y="35"/>
                  </a:cubicBezTo>
                  <a:cubicBezTo>
                    <a:pt x="63" y="35"/>
                    <a:pt x="64" y="35"/>
                    <a:pt x="64" y="35"/>
                  </a:cubicBezTo>
                  <a:cubicBezTo>
                    <a:pt x="64" y="36"/>
                    <a:pt x="64" y="36"/>
                    <a:pt x="64" y="37"/>
                  </a:cubicBezTo>
                  <a:cubicBezTo>
                    <a:pt x="65" y="37"/>
                    <a:pt x="65" y="37"/>
                    <a:pt x="66" y="37"/>
                  </a:cubicBezTo>
                  <a:cubicBezTo>
                    <a:pt x="66" y="37"/>
                    <a:pt x="67" y="37"/>
                    <a:pt x="67" y="37"/>
                  </a:cubicBezTo>
                  <a:cubicBezTo>
                    <a:pt x="68" y="37"/>
                    <a:pt x="68" y="37"/>
                    <a:pt x="69" y="37"/>
                  </a:cubicBezTo>
                  <a:cubicBezTo>
                    <a:pt x="69" y="37"/>
                    <a:pt x="69" y="38"/>
                    <a:pt x="69" y="39"/>
                  </a:cubicBezTo>
                  <a:cubicBezTo>
                    <a:pt x="69" y="39"/>
                    <a:pt x="70" y="39"/>
                    <a:pt x="71" y="39"/>
                  </a:cubicBezTo>
                  <a:cubicBezTo>
                    <a:pt x="71" y="39"/>
                    <a:pt x="72" y="39"/>
                    <a:pt x="72" y="39"/>
                  </a:cubicBezTo>
                  <a:cubicBezTo>
                    <a:pt x="73" y="39"/>
                    <a:pt x="73" y="39"/>
                    <a:pt x="74" y="39"/>
                  </a:cubicBezTo>
                  <a:cubicBezTo>
                    <a:pt x="74" y="39"/>
                    <a:pt x="75" y="39"/>
                    <a:pt x="75" y="39"/>
                  </a:cubicBezTo>
                  <a:cubicBezTo>
                    <a:pt x="76" y="39"/>
                    <a:pt x="76" y="39"/>
                    <a:pt x="77" y="39"/>
                  </a:cubicBezTo>
                  <a:cubicBezTo>
                    <a:pt x="77" y="39"/>
                    <a:pt x="78" y="39"/>
                    <a:pt x="78" y="39"/>
                  </a:cubicBezTo>
                  <a:cubicBezTo>
                    <a:pt x="79" y="39"/>
                    <a:pt x="79" y="39"/>
                    <a:pt x="80" y="39"/>
                  </a:cubicBezTo>
                  <a:cubicBezTo>
                    <a:pt x="80" y="38"/>
                    <a:pt x="80" y="37"/>
                    <a:pt x="80" y="37"/>
                  </a:cubicBezTo>
                  <a:cubicBezTo>
                    <a:pt x="80" y="37"/>
                    <a:pt x="81" y="37"/>
                    <a:pt x="81" y="37"/>
                  </a:cubicBezTo>
                  <a:cubicBezTo>
                    <a:pt x="82" y="37"/>
                    <a:pt x="82" y="37"/>
                    <a:pt x="83" y="37"/>
                  </a:cubicBezTo>
                  <a:cubicBezTo>
                    <a:pt x="83" y="37"/>
                    <a:pt x="83" y="38"/>
                    <a:pt x="83" y="39"/>
                  </a:cubicBezTo>
                  <a:cubicBezTo>
                    <a:pt x="83" y="39"/>
                    <a:pt x="84" y="39"/>
                    <a:pt x="85" y="39"/>
                  </a:cubicBezTo>
                  <a:cubicBezTo>
                    <a:pt x="85" y="39"/>
                    <a:pt x="86" y="39"/>
                    <a:pt x="86" y="39"/>
                  </a:cubicBezTo>
                  <a:cubicBezTo>
                    <a:pt x="87" y="39"/>
                    <a:pt x="87" y="39"/>
                    <a:pt x="88" y="39"/>
                  </a:cubicBezTo>
                  <a:cubicBezTo>
                    <a:pt x="88" y="38"/>
                    <a:pt x="88" y="37"/>
                    <a:pt x="88" y="37"/>
                  </a:cubicBezTo>
                  <a:cubicBezTo>
                    <a:pt x="88" y="37"/>
                    <a:pt x="89" y="37"/>
                    <a:pt x="89" y="37"/>
                  </a:cubicBezTo>
                  <a:cubicBezTo>
                    <a:pt x="89" y="36"/>
                    <a:pt x="89" y="36"/>
                    <a:pt x="89" y="35"/>
                  </a:cubicBezTo>
                  <a:cubicBezTo>
                    <a:pt x="89" y="35"/>
                    <a:pt x="89" y="34"/>
                    <a:pt x="89" y="34"/>
                  </a:cubicBezTo>
                  <a:cubicBezTo>
                    <a:pt x="89" y="33"/>
                    <a:pt x="89" y="33"/>
                    <a:pt x="89" y="32"/>
                  </a:cubicBezTo>
                  <a:cubicBezTo>
                    <a:pt x="89" y="31"/>
                    <a:pt x="89" y="31"/>
                    <a:pt x="89" y="30"/>
                  </a:cubicBezTo>
                  <a:cubicBezTo>
                    <a:pt x="90" y="30"/>
                    <a:pt x="90" y="30"/>
                    <a:pt x="91" y="30"/>
                  </a:cubicBezTo>
                  <a:cubicBezTo>
                    <a:pt x="91" y="30"/>
                    <a:pt x="91" y="29"/>
                    <a:pt x="91" y="29"/>
                  </a:cubicBezTo>
                  <a:close/>
                  <a:moveTo>
                    <a:pt x="20" y="17"/>
                  </a:moveTo>
                  <a:cubicBezTo>
                    <a:pt x="20" y="17"/>
                    <a:pt x="19" y="17"/>
                    <a:pt x="19" y="17"/>
                  </a:cubicBezTo>
                  <a:cubicBezTo>
                    <a:pt x="19" y="18"/>
                    <a:pt x="19" y="19"/>
                    <a:pt x="19" y="19"/>
                  </a:cubicBezTo>
                  <a:cubicBezTo>
                    <a:pt x="18" y="19"/>
                    <a:pt x="18" y="19"/>
                    <a:pt x="17" y="19"/>
                  </a:cubicBezTo>
                  <a:cubicBezTo>
                    <a:pt x="17" y="19"/>
                    <a:pt x="17" y="18"/>
                    <a:pt x="17" y="17"/>
                  </a:cubicBezTo>
                  <a:cubicBezTo>
                    <a:pt x="17" y="17"/>
                    <a:pt x="16" y="17"/>
                    <a:pt x="16" y="17"/>
                  </a:cubicBezTo>
                  <a:cubicBezTo>
                    <a:pt x="16" y="17"/>
                    <a:pt x="16" y="16"/>
                    <a:pt x="16" y="16"/>
                  </a:cubicBezTo>
                  <a:cubicBezTo>
                    <a:pt x="16" y="16"/>
                    <a:pt x="17" y="16"/>
                    <a:pt x="17" y="16"/>
                  </a:cubicBezTo>
                  <a:cubicBezTo>
                    <a:pt x="18" y="16"/>
                    <a:pt x="18" y="16"/>
                    <a:pt x="19" y="16"/>
                  </a:cubicBezTo>
                  <a:cubicBezTo>
                    <a:pt x="19" y="16"/>
                    <a:pt x="20" y="16"/>
                    <a:pt x="20" y="16"/>
                  </a:cubicBezTo>
                  <a:cubicBezTo>
                    <a:pt x="20" y="16"/>
                    <a:pt x="20" y="17"/>
                    <a:pt x="20" y="17"/>
                  </a:cubicBezTo>
                  <a:close/>
                  <a:moveTo>
                    <a:pt x="33" y="14"/>
                  </a:moveTo>
                  <a:cubicBezTo>
                    <a:pt x="33" y="15"/>
                    <a:pt x="33" y="15"/>
                    <a:pt x="33" y="16"/>
                  </a:cubicBezTo>
                  <a:cubicBezTo>
                    <a:pt x="33" y="16"/>
                    <a:pt x="33" y="17"/>
                    <a:pt x="33" y="17"/>
                  </a:cubicBezTo>
                  <a:cubicBezTo>
                    <a:pt x="33" y="18"/>
                    <a:pt x="33" y="19"/>
                    <a:pt x="33" y="19"/>
                  </a:cubicBezTo>
                  <a:cubicBezTo>
                    <a:pt x="32" y="19"/>
                    <a:pt x="32" y="19"/>
                    <a:pt x="31" y="19"/>
                  </a:cubicBezTo>
                  <a:cubicBezTo>
                    <a:pt x="31" y="19"/>
                    <a:pt x="30" y="19"/>
                    <a:pt x="30" y="19"/>
                  </a:cubicBezTo>
                  <a:cubicBezTo>
                    <a:pt x="29" y="19"/>
                    <a:pt x="29" y="19"/>
                    <a:pt x="28" y="19"/>
                  </a:cubicBezTo>
                  <a:cubicBezTo>
                    <a:pt x="28" y="19"/>
                    <a:pt x="28" y="18"/>
                    <a:pt x="28" y="17"/>
                  </a:cubicBezTo>
                  <a:cubicBezTo>
                    <a:pt x="28" y="17"/>
                    <a:pt x="28" y="16"/>
                    <a:pt x="28" y="16"/>
                  </a:cubicBezTo>
                  <a:cubicBezTo>
                    <a:pt x="28" y="15"/>
                    <a:pt x="28" y="15"/>
                    <a:pt x="28" y="14"/>
                  </a:cubicBezTo>
                  <a:cubicBezTo>
                    <a:pt x="29" y="14"/>
                    <a:pt x="29" y="14"/>
                    <a:pt x="30" y="14"/>
                  </a:cubicBezTo>
                  <a:cubicBezTo>
                    <a:pt x="30" y="14"/>
                    <a:pt x="30" y="13"/>
                    <a:pt x="30" y="13"/>
                  </a:cubicBezTo>
                  <a:cubicBezTo>
                    <a:pt x="30" y="12"/>
                    <a:pt x="30" y="12"/>
                    <a:pt x="30" y="11"/>
                  </a:cubicBezTo>
                  <a:cubicBezTo>
                    <a:pt x="30" y="11"/>
                    <a:pt x="30" y="10"/>
                    <a:pt x="30" y="10"/>
                  </a:cubicBezTo>
                  <a:cubicBezTo>
                    <a:pt x="30" y="9"/>
                    <a:pt x="30" y="8"/>
                    <a:pt x="30" y="8"/>
                  </a:cubicBezTo>
                  <a:cubicBezTo>
                    <a:pt x="30" y="8"/>
                    <a:pt x="31" y="8"/>
                    <a:pt x="31" y="8"/>
                  </a:cubicBezTo>
                  <a:cubicBezTo>
                    <a:pt x="31" y="8"/>
                    <a:pt x="31" y="9"/>
                    <a:pt x="31" y="10"/>
                  </a:cubicBezTo>
                  <a:cubicBezTo>
                    <a:pt x="31" y="10"/>
                    <a:pt x="31" y="11"/>
                    <a:pt x="31" y="11"/>
                  </a:cubicBezTo>
                  <a:cubicBezTo>
                    <a:pt x="31" y="12"/>
                    <a:pt x="31" y="12"/>
                    <a:pt x="31" y="13"/>
                  </a:cubicBezTo>
                  <a:cubicBezTo>
                    <a:pt x="32" y="13"/>
                    <a:pt x="32" y="13"/>
                    <a:pt x="33" y="13"/>
                  </a:cubicBezTo>
                  <a:cubicBezTo>
                    <a:pt x="33" y="13"/>
                    <a:pt x="33" y="14"/>
                    <a:pt x="33" y="14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36" name="Freeform 41028"/>
            <p:cNvSpPr>
              <a:spLocks/>
            </p:cNvSpPr>
            <p:nvPr/>
          </p:nvSpPr>
          <p:spPr bwMode="auto">
            <a:xfrm>
              <a:off x="4199" y="1108"/>
              <a:ext cx="8" cy="7"/>
            </a:xfrm>
            <a:custGeom>
              <a:avLst/>
              <a:gdLst>
                <a:gd name="T0" fmla="*/ 0 w 5"/>
                <a:gd name="T1" fmla="*/ 7 h 4"/>
                <a:gd name="T2" fmla="*/ 3 w 5"/>
                <a:gd name="T3" fmla="*/ 7 h 4"/>
                <a:gd name="T4" fmla="*/ 5 w 5"/>
                <a:gd name="T5" fmla="*/ 7 h 4"/>
                <a:gd name="T6" fmla="*/ 8 w 5"/>
                <a:gd name="T7" fmla="*/ 7 h 4"/>
                <a:gd name="T8" fmla="*/ 8 w 5"/>
                <a:gd name="T9" fmla="*/ 4 h 4"/>
                <a:gd name="T10" fmla="*/ 8 w 5"/>
                <a:gd name="T11" fmla="*/ 0 h 4"/>
                <a:gd name="T12" fmla="*/ 5 w 5"/>
                <a:gd name="T13" fmla="*/ 0 h 4"/>
                <a:gd name="T14" fmla="*/ 3 w 5"/>
                <a:gd name="T15" fmla="*/ 0 h 4"/>
                <a:gd name="T16" fmla="*/ 3 w 5"/>
                <a:gd name="T17" fmla="*/ 4 h 4"/>
                <a:gd name="T18" fmla="*/ 0 w 5"/>
                <a:gd name="T19" fmla="*/ 4 h 4"/>
                <a:gd name="T20" fmla="*/ 0 w 5"/>
                <a:gd name="T21" fmla="*/ 7 h 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" h="4">
                  <a:moveTo>
                    <a:pt x="0" y="4"/>
                  </a:moveTo>
                  <a:cubicBezTo>
                    <a:pt x="1" y="4"/>
                    <a:pt x="1" y="4"/>
                    <a:pt x="2" y="4"/>
                  </a:cubicBezTo>
                  <a:cubicBezTo>
                    <a:pt x="2" y="4"/>
                    <a:pt x="3" y="4"/>
                    <a:pt x="3" y="4"/>
                  </a:cubicBezTo>
                  <a:cubicBezTo>
                    <a:pt x="4" y="4"/>
                    <a:pt x="4" y="4"/>
                    <a:pt x="5" y="4"/>
                  </a:cubicBezTo>
                  <a:cubicBezTo>
                    <a:pt x="5" y="3"/>
                    <a:pt x="5" y="2"/>
                    <a:pt x="5" y="2"/>
                  </a:cubicBezTo>
                  <a:cubicBezTo>
                    <a:pt x="5" y="1"/>
                    <a:pt x="5" y="1"/>
                    <a:pt x="5" y="0"/>
                  </a:cubicBezTo>
                  <a:cubicBezTo>
                    <a:pt x="4" y="0"/>
                    <a:pt x="4" y="0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2" y="1"/>
                    <a:pt x="2" y="1"/>
                    <a:pt x="2" y="2"/>
                  </a:cubicBezTo>
                  <a:cubicBezTo>
                    <a:pt x="1" y="2"/>
                    <a:pt x="1" y="2"/>
                    <a:pt x="0" y="2"/>
                  </a:cubicBezTo>
                  <a:cubicBezTo>
                    <a:pt x="0" y="2"/>
                    <a:pt x="0" y="3"/>
                    <a:pt x="0" y="4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37" name="Freeform 41029"/>
            <p:cNvSpPr>
              <a:spLocks/>
            </p:cNvSpPr>
            <p:nvPr/>
          </p:nvSpPr>
          <p:spPr bwMode="auto">
            <a:xfrm>
              <a:off x="4207" y="1207"/>
              <a:ext cx="39" cy="61"/>
            </a:xfrm>
            <a:custGeom>
              <a:avLst/>
              <a:gdLst>
                <a:gd name="T0" fmla="*/ 39 w 22"/>
                <a:gd name="T1" fmla="*/ 52 h 35"/>
                <a:gd name="T2" fmla="*/ 39 w 22"/>
                <a:gd name="T3" fmla="*/ 47 h 35"/>
                <a:gd name="T4" fmla="*/ 35 w 22"/>
                <a:gd name="T5" fmla="*/ 45 h 35"/>
                <a:gd name="T6" fmla="*/ 34 w 22"/>
                <a:gd name="T7" fmla="*/ 42 h 35"/>
                <a:gd name="T8" fmla="*/ 30 w 22"/>
                <a:gd name="T9" fmla="*/ 38 h 35"/>
                <a:gd name="T10" fmla="*/ 27 w 22"/>
                <a:gd name="T11" fmla="*/ 37 h 35"/>
                <a:gd name="T12" fmla="*/ 25 w 22"/>
                <a:gd name="T13" fmla="*/ 33 h 35"/>
                <a:gd name="T14" fmla="*/ 21 w 22"/>
                <a:gd name="T15" fmla="*/ 31 h 35"/>
                <a:gd name="T16" fmla="*/ 21 w 22"/>
                <a:gd name="T17" fmla="*/ 24 h 35"/>
                <a:gd name="T18" fmla="*/ 20 w 22"/>
                <a:gd name="T19" fmla="*/ 23 h 35"/>
                <a:gd name="T20" fmla="*/ 16 w 22"/>
                <a:gd name="T21" fmla="*/ 19 h 35"/>
                <a:gd name="T22" fmla="*/ 14 w 22"/>
                <a:gd name="T23" fmla="*/ 16 h 35"/>
                <a:gd name="T24" fmla="*/ 11 w 22"/>
                <a:gd name="T25" fmla="*/ 14 h 35"/>
                <a:gd name="T26" fmla="*/ 11 w 22"/>
                <a:gd name="T27" fmla="*/ 9 h 35"/>
                <a:gd name="T28" fmla="*/ 7 w 22"/>
                <a:gd name="T29" fmla="*/ 5 h 35"/>
                <a:gd name="T30" fmla="*/ 5 w 22"/>
                <a:gd name="T31" fmla="*/ 2 h 35"/>
                <a:gd name="T32" fmla="*/ 2 w 22"/>
                <a:gd name="T33" fmla="*/ 0 h 35"/>
                <a:gd name="T34" fmla="*/ 0 w 22"/>
                <a:gd name="T35" fmla="*/ 2 h 35"/>
                <a:gd name="T36" fmla="*/ 2 w 22"/>
                <a:gd name="T37" fmla="*/ 5 h 35"/>
                <a:gd name="T38" fmla="*/ 2 w 22"/>
                <a:gd name="T39" fmla="*/ 10 h 35"/>
                <a:gd name="T40" fmla="*/ 5 w 22"/>
                <a:gd name="T41" fmla="*/ 14 h 35"/>
                <a:gd name="T42" fmla="*/ 7 w 22"/>
                <a:gd name="T43" fmla="*/ 16 h 35"/>
                <a:gd name="T44" fmla="*/ 11 w 22"/>
                <a:gd name="T45" fmla="*/ 19 h 35"/>
                <a:gd name="T46" fmla="*/ 14 w 22"/>
                <a:gd name="T47" fmla="*/ 23 h 35"/>
                <a:gd name="T48" fmla="*/ 14 w 22"/>
                <a:gd name="T49" fmla="*/ 28 h 35"/>
                <a:gd name="T50" fmla="*/ 16 w 22"/>
                <a:gd name="T51" fmla="*/ 31 h 35"/>
                <a:gd name="T52" fmla="*/ 16 w 22"/>
                <a:gd name="T53" fmla="*/ 37 h 35"/>
                <a:gd name="T54" fmla="*/ 20 w 22"/>
                <a:gd name="T55" fmla="*/ 38 h 35"/>
                <a:gd name="T56" fmla="*/ 21 w 22"/>
                <a:gd name="T57" fmla="*/ 42 h 35"/>
                <a:gd name="T58" fmla="*/ 21 w 22"/>
                <a:gd name="T59" fmla="*/ 47 h 35"/>
                <a:gd name="T60" fmla="*/ 25 w 22"/>
                <a:gd name="T61" fmla="*/ 51 h 35"/>
                <a:gd name="T62" fmla="*/ 27 w 22"/>
                <a:gd name="T63" fmla="*/ 52 h 35"/>
                <a:gd name="T64" fmla="*/ 30 w 22"/>
                <a:gd name="T65" fmla="*/ 56 h 35"/>
                <a:gd name="T66" fmla="*/ 34 w 22"/>
                <a:gd name="T67" fmla="*/ 59 h 35"/>
                <a:gd name="T68" fmla="*/ 35 w 22"/>
                <a:gd name="T69" fmla="*/ 61 h 35"/>
                <a:gd name="T70" fmla="*/ 39 w 22"/>
                <a:gd name="T71" fmla="*/ 59 h 35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22" h="35">
                  <a:moveTo>
                    <a:pt x="22" y="32"/>
                  </a:moveTo>
                  <a:cubicBezTo>
                    <a:pt x="22" y="32"/>
                    <a:pt x="22" y="31"/>
                    <a:pt x="22" y="30"/>
                  </a:cubicBezTo>
                  <a:cubicBezTo>
                    <a:pt x="22" y="30"/>
                    <a:pt x="22" y="29"/>
                    <a:pt x="22" y="29"/>
                  </a:cubicBezTo>
                  <a:cubicBezTo>
                    <a:pt x="22" y="28"/>
                    <a:pt x="22" y="28"/>
                    <a:pt x="22" y="27"/>
                  </a:cubicBezTo>
                  <a:cubicBezTo>
                    <a:pt x="21" y="27"/>
                    <a:pt x="21" y="27"/>
                    <a:pt x="20" y="27"/>
                  </a:cubicBezTo>
                  <a:cubicBezTo>
                    <a:pt x="20" y="27"/>
                    <a:pt x="20" y="26"/>
                    <a:pt x="20" y="26"/>
                  </a:cubicBezTo>
                  <a:cubicBezTo>
                    <a:pt x="20" y="26"/>
                    <a:pt x="19" y="26"/>
                    <a:pt x="19" y="26"/>
                  </a:cubicBezTo>
                  <a:cubicBezTo>
                    <a:pt x="19" y="25"/>
                    <a:pt x="19" y="24"/>
                    <a:pt x="19" y="24"/>
                  </a:cubicBezTo>
                  <a:cubicBezTo>
                    <a:pt x="19" y="23"/>
                    <a:pt x="19" y="23"/>
                    <a:pt x="19" y="22"/>
                  </a:cubicBezTo>
                  <a:cubicBezTo>
                    <a:pt x="18" y="22"/>
                    <a:pt x="18" y="22"/>
                    <a:pt x="17" y="22"/>
                  </a:cubicBezTo>
                  <a:cubicBezTo>
                    <a:pt x="17" y="22"/>
                    <a:pt x="17" y="21"/>
                    <a:pt x="17" y="21"/>
                  </a:cubicBezTo>
                  <a:cubicBezTo>
                    <a:pt x="17" y="21"/>
                    <a:pt x="16" y="21"/>
                    <a:pt x="15" y="21"/>
                  </a:cubicBezTo>
                  <a:cubicBezTo>
                    <a:pt x="15" y="20"/>
                    <a:pt x="15" y="20"/>
                    <a:pt x="15" y="19"/>
                  </a:cubicBezTo>
                  <a:cubicBezTo>
                    <a:pt x="15" y="19"/>
                    <a:pt x="14" y="19"/>
                    <a:pt x="14" y="19"/>
                  </a:cubicBezTo>
                  <a:cubicBezTo>
                    <a:pt x="14" y="19"/>
                    <a:pt x="14" y="18"/>
                    <a:pt x="14" y="18"/>
                  </a:cubicBezTo>
                  <a:cubicBezTo>
                    <a:pt x="13" y="18"/>
                    <a:pt x="13" y="18"/>
                    <a:pt x="12" y="18"/>
                  </a:cubicBezTo>
                  <a:cubicBezTo>
                    <a:pt x="12" y="17"/>
                    <a:pt x="12" y="16"/>
                    <a:pt x="12" y="16"/>
                  </a:cubicBezTo>
                  <a:cubicBezTo>
                    <a:pt x="12" y="15"/>
                    <a:pt x="12" y="15"/>
                    <a:pt x="12" y="14"/>
                  </a:cubicBezTo>
                  <a:cubicBezTo>
                    <a:pt x="12" y="14"/>
                    <a:pt x="11" y="14"/>
                    <a:pt x="11" y="14"/>
                  </a:cubicBezTo>
                  <a:cubicBezTo>
                    <a:pt x="11" y="14"/>
                    <a:pt x="11" y="13"/>
                    <a:pt x="11" y="13"/>
                  </a:cubicBezTo>
                  <a:cubicBezTo>
                    <a:pt x="11" y="12"/>
                    <a:pt x="11" y="12"/>
                    <a:pt x="11" y="11"/>
                  </a:cubicBezTo>
                  <a:cubicBezTo>
                    <a:pt x="10" y="11"/>
                    <a:pt x="10" y="11"/>
                    <a:pt x="9" y="11"/>
                  </a:cubicBezTo>
                  <a:cubicBezTo>
                    <a:pt x="9" y="10"/>
                    <a:pt x="9" y="10"/>
                    <a:pt x="9" y="9"/>
                  </a:cubicBezTo>
                  <a:cubicBezTo>
                    <a:pt x="9" y="9"/>
                    <a:pt x="8" y="9"/>
                    <a:pt x="8" y="9"/>
                  </a:cubicBezTo>
                  <a:cubicBezTo>
                    <a:pt x="8" y="9"/>
                    <a:pt x="8" y="8"/>
                    <a:pt x="8" y="8"/>
                  </a:cubicBezTo>
                  <a:cubicBezTo>
                    <a:pt x="7" y="8"/>
                    <a:pt x="7" y="8"/>
                    <a:pt x="6" y="8"/>
                  </a:cubicBezTo>
                  <a:cubicBezTo>
                    <a:pt x="6" y="7"/>
                    <a:pt x="6" y="7"/>
                    <a:pt x="6" y="6"/>
                  </a:cubicBezTo>
                  <a:cubicBezTo>
                    <a:pt x="6" y="6"/>
                    <a:pt x="6" y="5"/>
                    <a:pt x="6" y="5"/>
                  </a:cubicBezTo>
                  <a:cubicBezTo>
                    <a:pt x="6" y="5"/>
                    <a:pt x="5" y="5"/>
                    <a:pt x="4" y="5"/>
                  </a:cubicBezTo>
                  <a:cubicBezTo>
                    <a:pt x="4" y="4"/>
                    <a:pt x="4" y="4"/>
                    <a:pt x="4" y="3"/>
                  </a:cubicBezTo>
                  <a:cubicBezTo>
                    <a:pt x="4" y="3"/>
                    <a:pt x="3" y="3"/>
                    <a:pt x="3" y="3"/>
                  </a:cubicBezTo>
                  <a:cubicBezTo>
                    <a:pt x="3" y="2"/>
                    <a:pt x="3" y="2"/>
                    <a:pt x="3" y="1"/>
                  </a:cubicBezTo>
                  <a:cubicBezTo>
                    <a:pt x="2" y="1"/>
                    <a:pt x="2" y="1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0" y="3"/>
                    <a:pt x="1" y="3"/>
                    <a:pt x="1" y="3"/>
                  </a:cubicBezTo>
                  <a:cubicBezTo>
                    <a:pt x="1" y="4"/>
                    <a:pt x="1" y="4"/>
                    <a:pt x="1" y="5"/>
                  </a:cubicBezTo>
                  <a:cubicBezTo>
                    <a:pt x="1" y="5"/>
                    <a:pt x="1" y="6"/>
                    <a:pt x="1" y="6"/>
                  </a:cubicBezTo>
                  <a:cubicBezTo>
                    <a:pt x="2" y="6"/>
                    <a:pt x="2" y="6"/>
                    <a:pt x="3" y="6"/>
                  </a:cubicBezTo>
                  <a:cubicBezTo>
                    <a:pt x="3" y="7"/>
                    <a:pt x="3" y="7"/>
                    <a:pt x="3" y="8"/>
                  </a:cubicBezTo>
                  <a:cubicBezTo>
                    <a:pt x="3" y="8"/>
                    <a:pt x="4" y="8"/>
                    <a:pt x="4" y="8"/>
                  </a:cubicBezTo>
                  <a:cubicBezTo>
                    <a:pt x="4" y="8"/>
                    <a:pt x="4" y="9"/>
                    <a:pt x="4" y="9"/>
                  </a:cubicBezTo>
                  <a:cubicBezTo>
                    <a:pt x="4" y="10"/>
                    <a:pt x="4" y="10"/>
                    <a:pt x="4" y="11"/>
                  </a:cubicBezTo>
                  <a:cubicBezTo>
                    <a:pt x="5" y="11"/>
                    <a:pt x="6" y="11"/>
                    <a:pt x="6" y="11"/>
                  </a:cubicBezTo>
                  <a:cubicBezTo>
                    <a:pt x="6" y="12"/>
                    <a:pt x="6" y="12"/>
                    <a:pt x="6" y="13"/>
                  </a:cubicBezTo>
                  <a:cubicBezTo>
                    <a:pt x="7" y="13"/>
                    <a:pt x="7" y="13"/>
                    <a:pt x="8" y="13"/>
                  </a:cubicBezTo>
                  <a:cubicBezTo>
                    <a:pt x="8" y="13"/>
                    <a:pt x="8" y="14"/>
                    <a:pt x="8" y="14"/>
                  </a:cubicBezTo>
                  <a:cubicBezTo>
                    <a:pt x="8" y="15"/>
                    <a:pt x="8" y="15"/>
                    <a:pt x="8" y="16"/>
                  </a:cubicBezTo>
                  <a:cubicBezTo>
                    <a:pt x="8" y="16"/>
                    <a:pt x="8" y="17"/>
                    <a:pt x="8" y="18"/>
                  </a:cubicBezTo>
                  <a:cubicBezTo>
                    <a:pt x="8" y="18"/>
                    <a:pt x="9" y="18"/>
                    <a:pt x="9" y="18"/>
                  </a:cubicBezTo>
                  <a:cubicBezTo>
                    <a:pt x="9" y="18"/>
                    <a:pt x="9" y="19"/>
                    <a:pt x="9" y="19"/>
                  </a:cubicBezTo>
                  <a:cubicBezTo>
                    <a:pt x="9" y="20"/>
                    <a:pt x="9" y="20"/>
                    <a:pt x="9" y="21"/>
                  </a:cubicBezTo>
                  <a:cubicBezTo>
                    <a:pt x="9" y="21"/>
                    <a:pt x="9" y="22"/>
                    <a:pt x="9" y="22"/>
                  </a:cubicBezTo>
                  <a:cubicBezTo>
                    <a:pt x="10" y="22"/>
                    <a:pt x="10" y="22"/>
                    <a:pt x="11" y="22"/>
                  </a:cubicBezTo>
                  <a:cubicBezTo>
                    <a:pt x="11" y="23"/>
                    <a:pt x="11" y="23"/>
                    <a:pt x="11" y="24"/>
                  </a:cubicBezTo>
                  <a:cubicBezTo>
                    <a:pt x="11" y="24"/>
                    <a:pt x="12" y="24"/>
                    <a:pt x="12" y="24"/>
                  </a:cubicBezTo>
                  <a:cubicBezTo>
                    <a:pt x="12" y="24"/>
                    <a:pt x="12" y="25"/>
                    <a:pt x="12" y="26"/>
                  </a:cubicBezTo>
                  <a:cubicBezTo>
                    <a:pt x="12" y="26"/>
                    <a:pt x="12" y="27"/>
                    <a:pt x="12" y="27"/>
                  </a:cubicBezTo>
                  <a:cubicBezTo>
                    <a:pt x="13" y="27"/>
                    <a:pt x="13" y="27"/>
                    <a:pt x="14" y="27"/>
                  </a:cubicBezTo>
                  <a:cubicBezTo>
                    <a:pt x="14" y="28"/>
                    <a:pt x="14" y="28"/>
                    <a:pt x="14" y="29"/>
                  </a:cubicBezTo>
                  <a:cubicBezTo>
                    <a:pt x="14" y="29"/>
                    <a:pt x="14" y="30"/>
                    <a:pt x="14" y="30"/>
                  </a:cubicBezTo>
                  <a:cubicBezTo>
                    <a:pt x="14" y="30"/>
                    <a:pt x="15" y="30"/>
                    <a:pt x="15" y="30"/>
                  </a:cubicBezTo>
                  <a:cubicBezTo>
                    <a:pt x="16" y="30"/>
                    <a:pt x="17" y="30"/>
                    <a:pt x="17" y="30"/>
                  </a:cubicBezTo>
                  <a:cubicBezTo>
                    <a:pt x="17" y="31"/>
                    <a:pt x="17" y="32"/>
                    <a:pt x="17" y="32"/>
                  </a:cubicBezTo>
                  <a:cubicBezTo>
                    <a:pt x="18" y="32"/>
                    <a:pt x="18" y="32"/>
                    <a:pt x="19" y="32"/>
                  </a:cubicBezTo>
                  <a:cubicBezTo>
                    <a:pt x="19" y="33"/>
                    <a:pt x="19" y="33"/>
                    <a:pt x="19" y="34"/>
                  </a:cubicBezTo>
                  <a:cubicBezTo>
                    <a:pt x="19" y="34"/>
                    <a:pt x="20" y="34"/>
                    <a:pt x="20" y="34"/>
                  </a:cubicBezTo>
                  <a:cubicBezTo>
                    <a:pt x="20" y="34"/>
                    <a:pt x="20" y="35"/>
                    <a:pt x="20" y="35"/>
                  </a:cubicBezTo>
                  <a:cubicBezTo>
                    <a:pt x="21" y="35"/>
                    <a:pt x="21" y="35"/>
                    <a:pt x="22" y="35"/>
                  </a:cubicBezTo>
                  <a:cubicBezTo>
                    <a:pt x="22" y="35"/>
                    <a:pt x="22" y="34"/>
                    <a:pt x="22" y="34"/>
                  </a:cubicBezTo>
                  <a:cubicBezTo>
                    <a:pt x="22" y="33"/>
                    <a:pt x="22" y="33"/>
                    <a:pt x="22" y="32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38" name="Freeform 41030"/>
            <p:cNvSpPr>
              <a:spLocks/>
            </p:cNvSpPr>
            <p:nvPr/>
          </p:nvSpPr>
          <p:spPr bwMode="auto">
            <a:xfrm>
              <a:off x="4117" y="998"/>
              <a:ext cx="33" cy="73"/>
            </a:xfrm>
            <a:custGeom>
              <a:avLst/>
              <a:gdLst>
                <a:gd name="T0" fmla="*/ 5 w 19"/>
                <a:gd name="T1" fmla="*/ 71 h 42"/>
                <a:gd name="T2" fmla="*/ 9 w 19"/>
                <a:gd name="T3" fmla="*/ 68 h 42"/>
                <a:gd name="T4" fmla="*/ 14 w 19"/>
                <a:gd name="T5" fmla="*/ 68 h 42"/>
                <a:gd name="T6" fmla="*/ 23 w 19"/>
                <a:gd name="T7" fmla="*/ 68 h 42"/>
                <a:gd name="T8" fmla="*/ 24 w 19"/>
                <a:gd name="T9" fmla="*/ 66 h 42"/>
                <a:gd name="T10" fmla="*/ 23 w 19"/>
                <a:gd name="T11" fmla="*/ 63 h 42"/>
                <a:gd name="T12" fmla="*/ 23 w 19"/>
                <a:gd name="T13" fmla="*/ 57 h 42"/>
                <a:gd name="T14" fmla="*/ 24 w 19"/>
                <a:gd name="T15" fmla="*/ 54 h 42"/>
                <a:gd name="T16" fmla="*/ 24 w 19"/>
                <a:gd name="T17" fmla="*/ 49 h 42"/>
                <a:gd name="T18" fmla="*/ 28 w 19"/>
                <a:gd name="T19" fmla="*/ 45 h 42"/>
                <a:gd name="T20" fmla="*/ 30 w 19"/>
                <a:gd name="T21" fmla="*/ 43 h 42"/>
                <a:gd name="T22" fmla="*/ 33 w 19"/>
                <a:gd name="T23" fmla="*/ 40 h 42"/>
                <a:gd name="T24" fmla="*/ 30 w 19"/>
                <a:gd name="T25" fmla="*/ 37 h 42"/>
                <a:gd name="T26" fmla="*/ 24 w 19"/>
                <a:gd name="T27" fmla="*/ 37 h 42"/>
                <a:gd name="T28" fmla="*/ 23 w 19"/>
                <a:gd name="T29" fmla="*/ 35 h 42"/>
                <a:gd name="T30" fmla="*/ 23 w 19"/>
                <a:gd name="T31" fmla="*/ 30 h 42"/>
                <a:gd name="T32" fmla="*/ 23 w 19"/>
                <a:gd name="T33" fmla="*/ 23 h 42"/>
                <a:gd name="T34" fmla="*/ 23 w 19"/>
                <a:gd name="T35" fmla="*/ 17 h 42"/>
                <a:gd name="T36" fmla="*/ 24 w 19"/>
                <a:gd name="T37" fmla="*/ 14 h 42"/>
                <a:gd name="T38" fmla="*/ 28 w 19"/>
                <a:gd name="T39" fmla="*/ 12 h 42"/>
                <a:gd name="T40" fmla="*/ 30 w 19"/>
                <a:gd name="T41" fmla="*/ 9 h 42"/>
                <a:gd name="T42" fmla="*/ 30 w 19"/>
                <a:gd name="T43" fmla="*/ 3 h 42"/>
                <a:gd name="T44" fmla="*/ 28 w 19"/>
                <a:gd name="T45" fmla="*/ 0 h 42"/>
                <a:gd name="T46" fmla="*/ 24 w 19"/>
                <a:gd name="T47" fmla="*/ 3 h 42"/>
                <a:gd name="T48" fmla="*/ 23 w 19"/>
                <a:gd name="T49" fmla="*/ 7 h 42"/>
                <a:gd name="T50" fmla="*/ 23 w 19"/>
                <a:gd name="T51" fmla="*/ 12 h 42"/>
                <a:gd name="T52" fmla="*/ 19 w 19"/>
                <a:gd name="T53" fmla="*/ 14 h 42"/>
                <a:gd name="T54" fmla="*/ 17 w 19"/>
                <a:gd name="T55" fmla="*/ 17 h 42"/>
                <a:gd name="T56" fmla="*/ 14 w 19"/>
                <a:gd name="T57" fmla="*/ 21 h 42"/>
                <a:gd name="T58" fmla="*/ 10 w 19"/>
                <a:gd name="T59" fmla="*/ 23 h 42"/>
                <a:gd name="T60" fmla="*/ 10 w 19"/>
                <a:gd name="T61" fmla="*/ 30 h 42"/>
                <a:gd name="T62" fmla="*/ 14 w 19"/>
                <a:gd name="T63" fmla="*/ 31 h 42"/>
                <a:gd name="T64" fmla="*/ 17 w 19"/>
                <a:gd name="T65" fmla="*/ 35 h 42"/>
                <a:gd name="T66" fmla="*/ 19 w 19"/>
                <a:gd name="T67" fmla="*/ 37 h 42"/>
                <a:gd name="T68" fmla="*/ 17 w 19"/>
                <a:gd name="T69" fmla="*/ 40 h 42"/>
                <a:gd name="T70" fmla="*/ 14 w 19"/>
                <a:gd name="T71" fmla="*/ 43 h 42"/>
                <a:gd name="T72" fmla="*/ 10 w 19"/>
                <a:gd name="T73" fmla="*/ 45 h 42"/>
                <a:gd name="T74" fmla="*/ 10 w 19"/>
                <a:gd name="T75" fmla="*/ 50 h 42"/>
                <a:gd name="T76" fmla="*/ 14 w 19"/>
                <a:gd name="T77" fmla="*/ 54 h 42"/>
                <a:gd name="T78" fmla="*/ 17 w 19"/>
                <a:gd name="T79" fmla="*/ 50 h 42"/>
                <a:gd name="T80" fmla="*/ 19 w 19"/>
                <a:gd name="T81" fmla="*/ 49 h 42"/>
                <a:gd name="T82" fmla="*/ 19 w 19"/>
                <a:gd name="T83" fmla="*/ 54 h 42"/>
                <a:gd name="T84" fmla="*/ 17 w 19"/>
                <a:gd name="T85" fmla="*/ 57 h 42"/>
                <a:gd name="T86" fmla="*/ 10 w 19"/>
                <a:gd name="T87" fmla="*/ 57 h 42"/>
                <a:gd name="T88" fmla="*/ 9 w 19"/>
                <a:gd name="T89" fmla="*/ 59 h 42"/>
                <a:gd name="T90" fmla="*/ 5 w 19"/>
                <a:gd name="T91" fmla="*/ 63 h 42"/>
                <a:gd name="T92" fmla="*/ 3 w 19"/>
                <a:gd name="T93" fmla="*/ 66 h 42"/>
                <a:gd name="T94" fmla="*/ 0 w 19"/>
                <a:gd name="T95" fmla="*/ 68 h 42"/>
                <a:gd name="T96" fmla="*/ 0 w 19"/>
                <a:gd name="T97" fmla="*/ 73 h 42"/>
                <a:gd name="T98" fmla="*/ 3 w 19"/>
                <a:gd name="T99" fmla="*/ 71 h 42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19" h="42">
                  <a:moveTo>
                    <a:pt x="2" y="41"/>
                  </a:moveTo>
                  <a:cubicBezTo>
                    <a:pt x="2" y="41"/>
                    <a:pt x="3" y="41"/>
                    <a:pt x="3" y="41"/>
                  </a:cubicBezTo>
                  <a:cubicBezTo>
                    <a:pt x="4" y="41"/>
                    <a:pt x="4" y="41"/>
                    <a:pt x="5" y="41"/>
                  </a:cubicBezTo>
                  <a:cubicBezTo>
                    <a:pt x="5" y="40"/>
                    <a:pt x="5" y="40"/>
                    <a:pt x="5" y="39"/>
                  </a:cubicBezTo>
                  <a:cubicBezTo>
                    <a:pt x="5" y="39"/>
                    <a:pt x="6" y="39"/>
                    <a:pt x="6" y="39"/>
                  </a:cubicBezTo>
                  <a:cubicBezTo>
                    <a:pt x="7" y="39"/>
                    <a:pt x="7" y="39"/>
                    <a:pt x="8" y="39"/>
                  </a:cubicBezTo>
                  <a:cubicBezTo>
                    <a:pt x="9" y="39"/>
                    <a:pt x="9" y="39"/>
                    <a:pt x="10" y="39"/>
                  </a:cubicBezTo>
                  <a:cubicBezTo>
                    <a:pt x="11" y="39"/>
                    <a:pt x="12" y="39"/>
                    <a:pt x="13" y="39"/>
                  </a:cubicBezTo>
                  <a:cubicBezTo>
                    <a:pt x="13" y="39"/>
                    <a:pt x="13" y="38"/>
                    <a:pt x="13" y="38"/>
                  </a:cubicBezTo>
                  <a:cubicBezTo>
                    <a:pt x="13" y="38"/>
                    <a:pt x="14" y="38"/>
                    <a:pt x="14" y="38"/>
                  </a:cubicBezTo>
                  <a:cubicBezTo>
                    <a:pt x="14" y="37"/>
                    <a:pt x="14" y="36"/>
                    <a:pt x="14" y="36"/>
                  </a:cubicBezTo>
                  <a:cubicBezTo>
                    <a:pt x="14" y="36"/>
                    <a:pt x="13" y="36"/>
                    <a:pt x="13" y="36"/>
                  </a:cubicBezTo>
                  <a:cubicBezTo>
                    <a:pt x="13" y="35"/>
                    <a:pt x="13" y="35"/>
                    <a:pt x="13" y="34"/>
                  </a:cubicBezTo>
                  <a:cubicBezTo>
                    <a:pt x="13" y="34"/>
                    <a:pt x="13" y="33"/>
                    <a:pt x="13" y="33"/>
                  </a:cubicBezTo>
                  <a:cubicBezTo>
                    <a:pt x="13" y="32"/>
                    <a:pt x="13" y="32"/>
                    <a:pt x="13" y="31"/>
                  </a:cubicBezTo>
                  <a:cubicBezTo>
                    <a:pt x="13" y="31"/>
                    <a:pt x="14" y="31"/>
                    <a:pt x="14" y="31"/>
                  </a:cubicBezTo>
                  <a:cubicBezTo>
                    <a:pt x="14" y="31"/>
                    <a:pt x="14" y="30"/>
                    <a:pt x="14" y="29"/>
                  </a:cubicBezTo>
                  <a:cubicBezTo>
                    <a:pt x="14" y="29"/>
                    <a:pt x="14" y="28"/>
                    <a:pt x="14" y="28"/>
                  </a:cubicBezTo>
                  <a:cubicBezTo>
                    <a:pt x="14" y="27"/>
                    <a:pt x="14" y="27"/>
                    <a:pt x="14" y="26"/>
                  </a:cubicBezTo>
                  <a:cubicBezTo>
                    <a:pt x="15" y="26"/>
                    <a:pt x="15" y="26"/>
                    <a:pt x="16" y="26"/>
                  </a:cubicBezTo>
                  <a:cubicBezTo>
                    <a:pt x="16" y="26"/>
                    <a:pt x="16" y="25"/>
                    <a:pt x="16" y="25"/>
                  </a:cubicBezTo>
                  <a:cubicBezTo>
                    <a:pt x="16" y="25"/>
                    <a:pt x="17" y="25"/>
                    <a:pt x="17" y="25"/>
                  </a:cubicBezTo>
                  <a:cubicBezTo>
                    <a:pt x="17" y="24"/>
                    <a:pt x="17" y="23"/>
                    <a:pt x="17" y="23"/>
                  </a:cubicBezTo>
                  <a:cubicBezTo>
                    <a:pt x="18" y="23"/>
                    <a:pt x="18" y="23"/>
                    <a:pt x="19" y="23"/>
                  </a:cubicBezTo>
                  <a:cubicBezTo>
                    <a:pt x="19" y="22"/>
                    <a:pt x="19" y="22"/>
                    <a:pt x="19" y="21"/>
                  </a:cubicBezTo>
                  <a:cubicBezTo>
                    <a:pt x="18" y="21"/>
                    <a:pt x="18" y="21"/>
                    <a:pt x="17" y="21"/>
                  </a:cubicBezTo>
                  <a:cubicBezTo>
                    <a:pt x="17" y="21"/>
                    <a:pt x="16" y="21"/>
                    <a:pt x="16" y="21"/>
                  </a:cubicBezTo>
                  <a:cubicBezTo>
                    <a:pt x="15" y="21"/>
                    <a:pt x="15" y="21"/>
                    <a:pt x="14" y="21"/>
                  </a:cubicBezTo>
                  <a:cubicBezTo>
                    <a:pt x="14" y="21"/>
                    <a:pt x="14" y="20"/>
                    <a:pt x="14" y="20"/>
                  </a:cubicBezTo>
                  <a:cubicBezTo>
                    <a:pt x="14" y="20"/>
                    <a:pt x="13" y="20"/>
                    <a:pt x="13" y="20"/>
                  </a:cubicBezTo>
                  <a:cubicBezTo>
                    <a:pt x="13" y="19"/>
                    <a:pt x="13" y="19"/>
                    <a:pt x="13" y="18"/>
                  </a:cubicBezTo>
                  <a:cubicBezTo>
                    <a:pt x="13" y="18"/>
                    <a:pt x="13" y="17"/>
                    <a:pt x="13" y="17"/>
                  </a:cubicBezTo>
                  <a:cubicBezTo>
                    <a:pt x="13" y="16"/>
                    <a:pt x="13" y="15"/>
                    <a:pt x="13" y="15"/>
                  </a:cubicBezTo>
                  <a:cubicBezTo>
                    <a:pt x="13" y="14"/>
                    <a:pt x="13" y="14"/>
                    <a:pt x="13" y="13"/>
                  </a:cubicBezTo>
                  <a:cubicBezTo>
                    <a:pt x="13" y="13"/>
                    <a:pt x="13" y="12"/>
                    <a:pt x="13" y="12"/>
                  </a:cubicBezTo>
                  <a:cubicBezTo>
                    <a:pt x="13" y="11"/>
                    <a:pt x="13" y="11"/>
                    <a:pt x="13" y="10"/>
                  </a:cubicBezTo>
                  <a:cubicBezTo>
                    <a:pt x="13" y="10"/>
                    <a:pt x="13" y="9"/>
                    <a:pt x="13" y="8"/>
                  </a:cubicBezTo>
                  <a:cubicBezTo>
                    <a:pt x="13" y="8"/>
                    <a:pt x="14" y="8"/>
                    <a:pt x="14" y="8"/>
                  </a:cubicBezTo>
                  <a:cubicBezTo>
                    <a:pt x="14" y="8"/>
                    <a:pt x="14" y="7"/>
                    <a:pt x="14" y="7"/>
                  </a:cubicBezTo>
                  <a:cubicBezTo>
                    <a:pt x="15" y="7"/>
                    <a:pt x="15" y="7"/>
                    <a:pt x="16" y="7"/>
                  </a:cubicBezTo>
                  <a:cubicBezTo>
                    <a:pt x="16" y="6"/>
                    <a:pt x="16" y="6"/>
                    <a:pt x="16" y="5"/>
                  </a:cubicBezTo>
                  <a:cubicBezTo>
                    <a:pt x="16" y="5"/>
                    <a:pt x="17" y="5"/>
                    <a:pt x="17" y="5"/>
                  </a:cubicBezTo>
                  <a:cubicBezTo>
                    <a:pt x="17" y="5"/>
                    <a:pt x="17" y="4"/>
                    <a:pt x="17" y="4"/>
                  </a:cubicBezTo>
                  <a:cubicBezTo>
                    <a:pt x="17" y="3"/>
                    <a:pt x="17" y="3"/>
                    <a:pt x="17" y="2"/>
                  </a:cubicBezTo>
                  <a:cubicBezTo>
                    <a:pt x="17" y="2"/>
                    <a:pt x="17" y="1"/>
                    <a:pt x="17" y="0"/>
                  </a:cubicBezTo>
                  <a:cubicBezTo>
                    <a:pt x="17" y="0"/>
                    <a:pt x="16" y="0"/>
                    <a:pt x="16" y="0"/>
                  </a:cubicBezTo>
                  <a:cubicBezTo>
                    <a:pt x="15" y="0"/>
                    <a:pt x="15" y="0"/>
                    <a:pt x="14" y="0"/>
                  </a:cubicBezTo>
                  <a:cubicBezTo>
                    <a:pt x="14" y="1"/>
                    <a:pt x="14" y="2"/>
                    <a:pt x="14" y="2"/>
                  </a:cubicBezTo>
                  <a:cubicBezTo>
                    <a:pt x="14" y="2"/>
                    <a:pt x="13" y="2"/>
                    <a:pt x="13" y="2"/>
                  </a:cubicBezTo>
                  <a:cubicBezTo>
                    <a:pt x="13" y="3"/>
                    <a:pt x="13" y="3"/>
                    <a:pt x="13" y="4"/>
                  </a:cubicBezTo>
                  <a:cubicBezTo>
                    <a:pt x="13" y="4"/>
                    <a:pt x="13" y="5"/>
                    <a:pt x="13" y="5"/>
                  </a:cubicBezTo>
                  <a:cubicBezTo>
                    <a:pt x="13" y="6"/>
                    <a:pt x="13" y="6"/>
                    <a:pt x="13" y="7"/>
                  </a:cubicBezTo>
                  <a:cubicBezTo>
                    <a:pt x="12" y="7"/>
                    <a:pt x="12" y="7"/>
                    <a:pt x="11" y="7"/>
                  </a:cubicBezTo>
                  <a:cubicBezTo>
                    <a:pt x="11" y="7"/>
                    <a:pt x="11" y="8"/>
                    <a:pt x="11" y="8"/>
                  </a:cubicBezTo>
                  <a:cubicBezTo>
                    <a:pt x="11" y="9"/>
                    <a:pt x="11" y="10"/>
                    <a:pt x="11" y="10"/>
                  </a:cubicBezTo>
                  <a:cubicBezTo>
                    <a:pt x="11" y="10"/>
                    <a:pt x="10" y="10"/>
                    <a:pt x="10" y="10"/>
                  </a:cubicBezTo>
                  <a:cubicBezTo>
                    <a:pt x="9" y="10"/>
                    <a:pt x="9" y="10"/>
                    <a:pt x="8" y="10"/>
                  </a:cubicBezTo>
                  <a:cubicBezTo>
                    <a:pt x="8" y="11"/>
                    <a:pt x="8" y="11"/>
                    <a:pt x="8" y="12"/>
                  </a:cubicBezTo>
                  <a:cubicBezTo>
                    <a:pt x="7" y="12"/>
                    <a:pt x="7" y="12"/>
                    <a:pt x="6" y="12"/>
                  </a:cubicBezTo>
                  <a:cubicBezTo>
                    <a:pt x="6" y="12"/>
                    <a:pt x="6" y="13"/>
                    <a:pt x="6" y="13"/>
                  </a:cubicBezTo>
                  <a:cubicBezTo>
                    <a:pt x="6" y="14"/>
                    <a:pt x="6" y="14"/>
                    <a:pt x="6" y="15"/>
                  </a:cubicBezTo>
                  <a:cubicBezTo>
                    <a:pt x="6" y="15"/>
                    <a:pt x="6" y="16"/>
                    <a:pt x="6" y="17"/>
                  </a:cubicBezTo>
                  <a:cubicBezTo>
                    <a:pt x="6" y="17"/>
                    <a:pt x="6" y="18"/>
                    <a:pt x="6" y="18"/>
                  </a:cubicBezTo>
                  <a:cubicBezTo>
                    <a:pt x="7" y="18"/>
                    <a:pt x="7" y="18"/>
                    <a:pt x="8" y="18"/>
                  </a:cubicBezTo>
                  <a:cubicBezTo>
                    <a:pt x="8" y="19"/>
                    <a:pt x="8" y="19"/>
                    <a:pt x="8" y="20"/>
                  </a:cubicBezTo>
                  <a:cubicBezTo>
                    <a:pt x="9" y="20"/>
                    <a:pt x="9" y="20"/>
                    <a:pt x="10" y="20"/>
                  </a:cubicBezTo>
                  <a:cubicBezTo>
                    <a:pt x="10" y="20"/>
                    <a:pt x="11" y="20"/>
                    <a:pt x="11" y="20"/>
                  </a:cubicBezTo>
                  <a:cubicBezTo>
                    <a:pt x="11" y="20"/>
                    <a:pt x="11" y="21"/>
                    <a:pt x="11" y="21"/>
                  </a:cubicBezTo>
                  <a:cubicBezTo>
                    <a:pt x="11" y="22"/>
                    <a:pt x="11" y="22"/>
                    <a:pt x="11" y="23"/>
                  </a:cubicBezTo>
                  <a:cubicBezTo>
                    <a:pt x="11" y="23"/>
                    <a:pt x="10" y="23"/>
                    <a:pt x="10" y="23"/>
                  </a:cubicBezTo>
                  <a:cubicBezTo>
                    <a:pt x="10" y="23"/>
                    <a:pt x="10" y="24"/>
                    <a:pt x="10" y="25"/>
                  </a:cubicBezTo>
                  <a:cubicBezTo>
                    <a:pt x="9" y="25"/>
                    <a:pt x="9" y="25"/>
                    <a:pt x="8" y="25"/>
                  </a:cubicBezTo>
                  <a:cubicBezTo>
                    <a:pt x="8" y="25"/>
                    <a:pt x="8" y="26"/>
                    <a:pt x="8" y="26"/>
                  </a:cubicBezTo>
                  <a:cubicBezTo>
                    <a:pt x="7" y="26"/>
                    <a:pt x="7" y="26"/>
                    <a:pt x="6" y="26"/>
                  </a:cubicBezTo>
                  <a:cubicBezTo>
                    <a:pt x="6" y="27"/>
                    <a:pt x="6" y="27"/>
                    <a:pt x="6" y="28"/>
                  </a:cubicBezTo>
                  <a:cubicBezTo>
                    <a:pt x="6" y="28"/>
                    <a:pt x="6" y="29"/>
                    <a:pt x="6" y="29"/>
                  </a:cubicBezTo>
                  <a:cubicBezTo>
                    <a:pt x="6" y="30"/>
                    <a:pt x="6" y="31"/>
                    <a:pt x="6" y="31"/>
                  </a:cubicBezTo>
                  <a:cubicBezTo>
                    <a:pt x="7" y="31"/>
                    <a:pt x="7" y="31"/>
                    <a:pt x="8" y="31"/>
                  </a:cubicBezTo>
                  <a:cubicBezTo>
                    <a:pt x="8" y="31"/>
                    <a:pt x="8" y="30"/>
                    <a:pt x="8" y="29"/>
                  </a:cubicBezTo>
                  <a:cubicBezTo>
                    <a:pt x="9" y="29"/>
                    <a:pt x="9" y="29"/>
                    <a:pt x="10" y="29"/>
                  </a:cubicBezTo>
                  <a:cubicBezTo>
                    <a:pt x="10" y="29"/>
                    <a:pt x="10" y="28"/>
                    <a:pt x="10" y="28"/>
                  </a:cubicBezTo>
                  <a:cubicBezTo>
                    <a:pt x="10" y="28"/>
                    <a:pt x="11" y="28"/>
                    <a:pt x="11" y="28"/>
                  </a:cubicBezTo>
                  <a:cubicBezTo>
                    <a:pt x="11" y="28"/>
                    <a:pt x="11" y="29"/>
                    <a:pt x="11" y="29"/>
                  </a:cubicBezTo>
                  <a:cubicBezTo>
                    <a:pt x="11" y="30"/>
                    <a:pt x="11" y="31"/>
                    <a:pt x="11" y="31"/>
                  </a:cubicBezTo>
                  <a:cubicBezTo>
                    <a:pt x="11" y="32"/>
                    <a:pt x="11" y="32"/>
                    <a:pt x="11" y="33"/>
                  </a:cubicBezTo>
                  <a:cubicBezTo>
                    <a:pt x="11" y="33"/>
                    <a:pt x="10" y="33"/>
                    <a:pt x="10" y="33"/>
                  </a:cubicBezTo>
                  <a:cubicBezTo>
                    <a:pt x="9" y="33"/>
                    <a:pt x="9" y="33"/>
                    <a:pt x="8" y="33"/>
                  </a:cubicBezTo>
                  <a:cubicBezTo>
                    <a:pt x="7" y="33"/>
                    <a:pt x="7" y="33"/>
                    <a:pt x="6" y="33"/>
                  </a:cubicBezTo>
                  <a:cubicBezTo>
                    <a:pt x="6" y="33"/>
                    <a:pt x="6" y="34"/>
                    <a:pt x="6" y="34"/>
                  </a:cubicBezTo>
                  <a:cubicBezTo>
                    <a:pt x="6" y="34"/>
                    <a:pt x="5" y="34"/>
                    <a:pt x="5" y="34"/>
                  </a:cubicBezTo>
                  <a:cubicBezTo>
                    <a:pt x="5" y="35"/>
                    <a:pt x="5" y="35"/>
                    <a:pt x="5" y="36"/>
                  </a:cubicBezTo>
                  <a:cubicBezTo>
                    <a:pt x="4" y="36"/>
                    <a:pt x="4" y="36"/>
                    <a:pt x="3" y="36"/>
                  </a:cubicBezTo>
                  <a:cubicBezTo>
                    <a:pt x="3" y="36"/>
                    <a:pt x="2" y="36"/>
                    <a:pt x="2" y="36"/>
                  </a:cubicBezTo>
                  <a:cubicBezTo>
                    <a:pt x="2" y="36"/>
                    <a:pt x="2" y="37"/>
                    <a:pt x="2" y="38"/>
                  </a:cubicBezTo>
                  <a:cubicBezTo>
                    <a:pt x="2" y="38"/>
                    <a:pt x="2" y="39"/>
                    <a:pt x="2" y="39"/>
                  </a:cubicBezTo>
                  <a:cubicBezTo>
                    <a:pt x="1" y="39"/>
                    <a:pt x="1" y="39"/>
                    <a:pt x="0" y="39"/>
                  </a:cubicBezTo>
                  <a:cubicBezTo>
                    <a:pt x="0" y="40"/>
                    <a:pt x="0" y="40"/>
                    <a:pt x="0" y="41"/>
                  </a:cubicBezTo>
                  <a:cubicBezTo>
                    <a:pt x="0" y="41"/>
                    <a:pt x="0" y="42"/>
                    <a:pt x="0" y="42"/>
                  </a:cubicBezTo>
                  <a:cubicBezTo>
                    <a:pt x="1" y="42"/>
                    <a:pt x="1" y="42"/>
                    <a:pt x="2" y="42"/>
                  </a:cubicBezTo>
                  <a:cubicBezTo>
                    <a:pt x="2" y="42"/>
                    <a:pt x="2" y="41"/>
                    <a:pt x="2" y="41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39" name="Freeform 41031"/>
            <p:cNvSpPr>
              <a:spLocks/>
            </p:cNvSpPr>
            <p:nvPr/>
          </p:nvSpPr>
          <p:spPr bwMode="auto">
            <a:xfrm>
              <a:off x="4265" y="1193"/>
              <a:ext cx="29" cy="24"/>
            </a:xfrm>
            <a:custGeom>
              <a:avLst/>
              <a:gdLst>
                <a:gd name="T0" fmla="*/ 24 w 17"/>
                <a:gd name="T1" fmla="*/ 14 h 14"/>
                <a:gd name="T2" fmla="*/ 20 w 17"/>
                <a:gd name="T3" fmla="*/ 14 h 14"/>
                <a:gd name="T4" fmla="*/ 19 w 17"/>
                <a:gd name="T5" fmla="*/ 14 h 14"/>
                <a:gd name="T6" fmla="*/ 19 w 17"/>
                <a:gd name="T7" fmla="*/ 10 h 14"/>
                <a:gd name="T8" fmla="*/ 15 w 17"/>
                <a:gd name="T9" fmla="*/ 10 h 14"/>
                <a:gd name="T10" fmla="*/ 14 w 17"/>
                <a:gd name="T11" fmla="*/ 10 h 14"/>
                <a:gd name="T12" fmla="*/ 10 w 17"/>
                <a:gd name="T13" fmla="*/ 10 h 14"/>
                <a:gd name="T14" fmla="*/ 10 w 17"/>
                <a:gd name="T15" fmla="*/ 7 h 14"/>
                <a:gd name="T16" fmla="*/ 7 w 17"/>
                <a:gd name="T17" fmla="*/ 7 h 14"/>
                <a:gd name="T18" fmla="*/ 7 w 17"/>
                <a:gd name="T19" fmla="*/ 5 h 14"/>
                <a:gd name="T20" fmla="*/ 7 w 17"/>
                <a:gd name="T21" fmla="*/ 2 h 14"/>
                <a:gd name="T22" fmla="*/ 5 w 17"/>
                <a:gd name="T23" fmla="*/ 2 h 14"/>
                <a:gd name="T24" fmla="*/ 5 w 17"/>
                <a:gd name="T25" fmla="*/ 0 h 14"/>
                <a:gd name="T26" fmla="*/ 2 w 17"/>
                <a:gd name="T27" fmla="*/ 0 h 14"/>
                <a:gd name="T28" fmla="*/ 0 w 17"/>
                <a:gd name="T29" fmla="*/ 0 h 14"/>
                <a:gd name="T30" fmla="*/ 0 w 17"/>
                <a:gd name="T31" fmla="*/ 2 h 14"/>
                <a:gd name="T32" fmla="*/ 0 w 17"/>
                <a:gd name="T33" fmla="*/ 5 h 14"/>
                <a:gd name="T34" fmla="*/ 0 w 17"/>
                <a:gd name="T35" fmla="*/ 7 h 14"/>
                <a:gd name="T36" fmla="*/ 2 w 17"/>
                <a:gd name="T37" fmla="*/ 7 h 14"/>
                <a:gd name="T38" fmla="*/ 2 w 17"/>
                <a:gd name="T39" fmla="*/ 10 h 14"/>
                <a:gd name="T40" fmla="*/ 5 w 17"/>
                <a:gd name="T41" fmla="*/ 10 h 14"/>
                <a:gd name="T42" fmla="*/ 5 w 17"/>
                <a:gd name="T43" fmla="*/ 14 h 14"/>
                <a:gd name="T44" fmla="*/ 7 w 17"/>
                <a:gd name="T45" fmla="*/ 14 h 14"/>
                <a:gd name="T46" fmla="*/ 7 w 17"/>
                <a:gd name="T47" fmla="*/ 15 h 14"/>
                <a:gd name="T48" fmla="*/ 10 w 17"/>
                <a:gd name="T49" fmla="*/ 15 h 14"/>
                <a:gd name="T50" fmla="*/ 14 w 17"/>
                <a:gd name="T51" fmla="*/ 15 h 14"/>
                <a:gd name="T52" fmla="*/ 15 w 17"/>
                <a:gd name="T53" fmla="*/ 15 h 14"/>
                <a:gd name="T54" fmla="*/ 15 w 17"/>
                <a:gd name="T55" fmla="*/ 19 h 14"/>
                <a:gd name="T56" fmla="*/ 15 w 17"/>
                <a:gd name="T57" fmla="*/ 22 h 14"/>
                <a:gd name="T58" fmla="*/ 15 w 17"/>
                <a:gd name="T59" fmla="*/ 24 h 14"/>
                <a:gd name="T60" fmla="*/ 19 w 17"/>
                <a:gd name="T61" fmla="*/ 24 h 14"/>
                <a:gd name="T62" fmla="*/ 20 w 17"/>
                <a:gd name="T63" fmla="*/ 24 h 14"/>
                <a:gd name="T64" fmla="*/ 24 w 17"/>
                <a:gd name="T65" fmla="*/ 24 h 14"/>
                <a:gd name="T66" fmla="*/ 24 w 17"/>
                <a:gd name="T67" fmla="*/ 22 h 14"/>
                <a:gd name="T68" fmla="*/ 24 w 17"/>
                <a:gd name="T69" fmla="*/ 19 h 14"/>
                <a:gd name="T70" fmla="*/ 26 w 17"/>
                <a:gd name="T71" fmla="*/ 19 h 14"/>
                <a:gd name="T72" fmla="*/ 26 w 17"/>
                <a:gd name="T73" fmla="*/ 15 h 14"/>
                <a:gd name="T74" fmla="*/ 29 w 17"/>
                <a:gd name="T75" fmla="*/ 15 h 14"/>
                <a:gd name="T76" fmla="*/ 29 w 17"/>
                <a:gd name="T77" fmla="*/ 14 h 14"/>
                <a:gd name="T78" fmla="*/ 26 w 17"/>
                <a:gd name="T79" fmla="*/ 14 h 14"/>
                <a:gd name="T80" fmla="*/ 24 w 17"/>
                <a:gd name="T81" fmla="*/ 14 h 14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7" h="14">
                  <a:moveTo>
                    <a:pt x="14" y="8"/>
                  </a:moveTo>
                  <a:cubicBezTo>
                    <a:pt x="13" y="8"/>
                    <a:pt x="13" y="8"/>
                    <a:pt x="12" y="8"/>
                  </a:cubicBezTo>
                  <a:cubicBezTo>
                    <a:pt x="12" y="8"/>
                    <a:pt x="11" y="8"/>
                    <a:pt x="11" y="8"/>
                  </a:cubicBezTo>
                  <a:cubicBezTo>
                    <a:pt x="11" y="7"/>
                    <a:pt x="11" y="7"/>
                    <a:pt x="11" y="6"/>
                  </a:cubicBezTo>
                  <a:cubicBezTo>
                    <a:pt x="10" y="6"/>
                    <a:pt x="10" y="6"/>
                    <a:pt x="9" y="6"/>
                  </a:cubicBezTo>
                  <a:cubicBezTo>
                    <a:pt x="9" y="6"/>
                    <a:pt x="8" y="6"/>
                    <a:pt x="8" y="6"/>
                  </a:cubicBezTo>
                  <a:cubicBezTo>
                    <a:pt x="7" y="6"/>
                    <a:pt x="6" y="6"/>
                    <a:pt x="6" y="6"/>
                  </a:cubicBezTo>
                  <a:cubicBezTo>
                    <a:pt x="6" y="6"/>
                    <a:pt x="6" y="5"/>
                    <a:pt x="6" y="4"/>
                  </a:cubicBezTo>
                  <a:cubicBezTo>
                    <a:pt x="5" y="4"/>
                    <a:pt x="5" y="4"/>
                    <a:pt x="4" y="4"/>
                  </a:cubicBezTo>
                  <a:cubicBezTo>
                    <a:pt x="4" y="4"/>
                    <a:pt x="4" y="3"/>
                    <a:pt x="4" y="3"/>
                  </a:cubicBezTo>
                  <a:cubicBezTo>
                    <a:pt x="4" y="2"/>
                    <a:pt x="4" y="2"/>
                    <a:pt x="4" y="1"/>
                  </a:cubicBezTo>
                  <a:cubicBezTo>
                    <a:pt x="4" y="1"/>
                    <a:pt x="3" y="1"/>
                    <a:pt x="3" y="1"/>
                  </a:cubicBezTo>
                  <a:cubicBezTo>
                    <a:pt x="3" y="1"/>
                    <a:pt x="3" y="0"/>
                    <a:pt x="3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0" y="3"/>
                    <a:pt x="0" y="4"/>
                    <a:pt x="0" y="4"/>
                  </a:cubicBezTo>
                  <a:cubicBezTo>
                    <a:pt x="0" y="4"/>
                    <a:pt x="1" y="4"/>
                    <a:pt x="1" y="4"/>
                  </a:cubicBezTo>
                  <a:cubicBezTo>
                    <a:pt x="1" y="5"/>
                    <a:pt x="1" y="6"/>
                    <a:pt x="1" y="6"/>
                  </a:cubicBezTo>
                  <a:cubicBezTo>
                    <a:pt x="2" y="6"/>
                    <a:pt x="2" y="6"/>
                    <a:pt x="3" y="6"/>
                  </a:cubicBezTo>
                  <a:cubicBezTo>
                    <a:pt x="3" y="7"/>
                    <a:pt x="3" y="7"/>
                    <a:pt x="3" y="8"/>
                  </a:cubicBezTo>
                  <a:cubicBezTo>
                    <a:pt x="3" y="8"/>
                    <a:pt x="4" y="8"/>
                    <a:pt x="4" y="8"/>
                  </a:cubicBezTo>
                  <a:cubicBezTo>
                    <a:pt x="4" y="8"/>
                    <a:pt x="4" y="9"/>
                    <a:pt x="4" y="9"/>
                  </a:cubicBezTo>
                  <a:cubicBezTo>
                    <a:pt x="5" y="9"/>
                    <a:pt x="5" y="9"/>
                    <a:pt x="6" y="9"/>
                  </a:cubicBezTo>
                  <a:cubicBezTo>
                    <a:pt x="6" y="9"/>
                    <a:pt x="7" y="9"/>
                    <a:pt x="8" y="9"/>
                  </a:cubicBezTo>
                  <a:cubicBezTo>
                    <a:pt x="8" y="9"/>
                    <a:pt x="9" y="9"/>
                    <a:pt x="9" y="9"/>
                  </a:cubicBezTo>
                  <a:cubicBezTo>
                    <a:pt x="9" y="10"/>
                    <a:pt x="9" y="10"/>
                    <a:pt x="9" y="11"/>
                  </a:cubicBezTo>
                  <a:cubicBezTo>
                    <a:pt x="9" y="12"/>
                    <a:pt x="9" y="12"/>
                    <a:pt x="9" y="13"/>
                  </a:cubicBezTo>
                  <a:cubicBezTo>
                    <a:pt x="9" y="13"/>
                    <a:pt x="9" y="14"/>
                    <a:pt x="9" y="14"/>
                  </a:cubicBezTo>
                  <a:cubicBezTo>
                    <a:pt x="10" y="14"/>
                    <a:pt x="10" y="14"/>
                    <a:pt x="11" y="14"/>
                  </a:cubicBezTo>
                  <a:cubicBezTo>
                    <a:pt x="11" y="14"/>
                    <a:pt x="12" y="14"/>
                    <a:pt x="12" y="14"/>
                  </a:cubicBezTo>
                  <a:cubicBezTo>
                    <a:pt x="13" y="14"/>
                    <a:pt x="13" y="14"/>
                    <a:pt x="14" y="14"/>
                  </a:cubicBezTo>
                  <a:cubicBezTo>
                    <a:pt x="14" y="14"/>
                    <a:pt x="14" y="13"/>
                    <a:pt x="14" y="13"/>
                  </a:cubicBezTo>
                  <a:cubicBezTo>
                    <a:pt x="14" y="12"/>
                    <a:pt x="14" y="12"/>
                    <a:pt x="14" y="11"/>
                  </a:cubicBezTo>
                  <a:cubicBezTo>
                    <a:pt x="14" y="11"/>
                    <a:pt x="15" y="11"/>
                    <a:pt x="15" y="11"/>
                  </a:cubicBezTo>
                  <a:cubicBezTo>
                    <a:pt x="15" y="10"/>
                    <a:pt x="15" y="10"/>
                    <a:pt x="15" y="9"/>
                  </a:cubicBezTo>
                  <a:cubicBezTo>
                    <a:pt x="16" y="9"/>
                    <a:pt x="16" y="9"/>
                    <a:pt x="17" y="9"/>
                  </a:cubicBezTo>
                  <a:cubicBezTo>
                    <a:pt x="17" y="9"/>
                    <a:pt x="17" y="8"/>
                    <a:pt x="17" y="8"/>
                  </a:cubicBezTo>
                  <a:cubicBezTo>
                    <a:pt x="16" y="8"/>
                    <a:pt x="16" y="8"/>
                    <a:pt x="15" y="8"/>
                  </a:cubicBezTo>
                  <a:cubicBezTo>
                    <a:pt x="15" y="8"/>
                    <a:pt x="14" y="8"/>
                    <a:pt x="14" y="8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40" name="Freeform 41032"/>
            <p:cNvSpPr>
              <a:spLocks/>
            </p:cNvSpPr>
            <p:nvPr/>
          </p:nvSpPr>
          <p:spPr bwMode="auto">
            <a:xfrm>
              <a:off x="4111" y="1066"/>
              <a:ext cx="4" cy="3"/>
            </a:xfrm>
            <a:custGeom>
              <a:avLst/>
              <a:gdLst>
                <a:gd name="T0" fmla="*/ 0 w 2"/>
                <a:gd name="T1" fmla="*/ 3 h 2"/>
                <a:gd name="T2" fmla="*/ 4 w 2"/>
                <a:gd name="T3" fmla="*/ 3 h 2"/>
                <a:gd name="T4" fmla="*/ 4 w 2"/>
                <a:gd name="T5" fmla="*/ 0 h 2"/>
                <a:gd name="T6" fmla="*/ 0 w 2"/>
                <a:gd name="T7" fmla="*/ 0 h 2"/>
                <a:gd name="T8" fmla="*/ 0 w 2"/>
                <a:gd name="T9" fmla="*/ 3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2">
                  <a:moveTo>
                    <a:pt x="0" y="2"/>
                  </a:moveTo>
                  <a:cubicBezTo>
                    <a:pt x="1" y="2"/>
                    <a:pt x="1" y="2"/>
                    <a:pt x="2" y="2"/>
                  </a:cubicBezTo>
                  <a:cubicBezTo>
                    <a:pt x="2" y="1"/>
                    <a:pt x="2" y="1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41" name="Freeform 41033"/>
            <p:cNvSpPr>
              <a:spLocks/>
            </p:cNvSpPr>
            <p:nvPr/>
          </p:nvSpPr>
          <p:spPr bwMode="auto">
            <a:xfrm>
              <a:off x="4103" y="1043"/>
              <a:ext cx="3" cy="5"/>
            </a:xfrm>
            <a:custGeom>
              <a:avLst/>
              <a:gdLst>
                <a:gd name="T0" fmla="*/ 3 w 2"/>
                <a:gd name="T1" fmla="*/ 3 h 3"/>
                <a:gd name="T2" fmla="*/ 3 w 2"/>
                <a:gd name="T3" fmla="*/ 0 h 3"/>
                <a:gd name="T4" fmla="*/ 0 w 2"/>
                <a:gd name="T5" fmla="*/ 0 h 3"/>
                <a:gd name="T6" fmla="*/ 0 w 2"/>
                <a:gd name="T7" fmla="*/ 3 h 3"/>
                <a:gd name="T8" fmla="*/ 0 w 2"/>
                <a:gd name="T9" fmla="*/ 5 h 3"/>
                <a:gd name="T10" fmla="*/ 3 w 2"/>
                <a:gd name="T11" fmla="*/ 5 h 3"/>
                <a:gd name="T12" fmla="*/ 3 w 2"/>
                <a:gd name="T13" fmla="*/ 3 h 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" h="3">
                  <a:moveTo>
                    <a:pt x="2" y="2"/>
                  </a:moveTo>
                  <a:cubicBezTo>
                    <a:pt x="2" y="1"/>
                    <a:pt x="2" y="1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1" y="3"/>
                    <a:pt x="1" y="3"/>
                    <a:pt x="2" y="3"/>
                  </a:cubicBezTo>
                  <a:cubicBezTo>
                    <a:pt x="2" y="3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42" name="Freeform 41034"/>
            <p:cNvSpPr>
              <a:spLocks/>
            </p:cNvSpPr>
            <p:nvPr/>
          </p:nvSpPr>
          <p:spPr bwMode="auto">
            <a:xfrm>
              <a:off x="4106" y="1048"/>
              <a:ext cx="5" cy="13"/>
            </a:xfrm>
            <a:custGeom>
              <a:avLst/>
              <a:gdLst>
                <a:gd name="T0" fmla="*/ 0 w 3"/>
                <a:gd name="T1" fmla="*/ 7 h 7"/>
                <a:gd name="T2" fmla="*/ 0 w 3"/>
                <a:gd name="T3" fmla="*/ 9 h 7"/>
                <a:gd name="T4" fmla="*/ 2 w 3"/>
                <a:gd name="T5" fmla="*/ 9 h 7"/>
                <a:gd name="T6" fmla="*/ 2 w 3"/>
                <a:gd name="T7" fmla="*/ 13 h 7"/>
                <a:gd name="T8" fmla="*/ 5 w 3"/>
                <a:gd name="T9" fmla="*/ 13 h 7"/>
                <a:gd name="T10" fmla="*/ 5 w 3"/>
                <a:gd name="T11" fmla="*/ 9 h 7"/>
                <a:gd name="T12" fmla="*/ 5 w 3"/>
                <a:gd name="T13" fmla="*/ 7 h 7"/>
                <a:gd name="T14" fmla="*/ 2 w 3"/>
                <a:gd name="T15" fmla="*/ 7 h 7"/>
                <a:gd name="T16" fmla="*/ 2 w 3"/>
                <a:gd name="T17" fmla="*/ 4 h 7"/>
                <a:gd name="T18" fmla="*/ 2 w 3"/>
                <a:gd name="T19" fmla="*/ 0 h 7"/>
                <a:gd name="T20" fmla="*/ 0 w 3"/>
                <a:gd name="T21" fmla="*/ 0 h 7"/>
                <a:gd name="T22" fmla="*/ 0 w 3"/>
                <a:gd name="T23" fmla="*/ 4 h 7"/>
                <a:gd name="T24" fmla="*/ 0 w 3"/>
                <a:gd name="T25" fmla="*/ 7 h 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" h="7">
                  <a:moveTo>
                    <a:pt x="0" y="4"/>
                  </a:moveTo>
                  <a:cubicBezTo>
                    <a:pt x="0" y="4"/>
                    <a:pt x="0" y="5"/>
                    <a:pt x="0" y="5"/>
                  </a:cubicBezTo>
                  <a:cubicBezTo>
                    <a:pt x="0" y="5"/>
                    <a:pt x="1" y="5"/>
                    <a:pt x="1" y="5"/>
                  </a:cubicBezTo>
                  <a:cubicBezTo>
                    <a:pt x="1" y="6"/>
                    <a:pt x="1" y="6"/>
                    <a:pt x="1" y="7"/>
                  </a:cubicBezTo>
                  <a:cubicBezTo>
                    <a:pt x="2" y="7"/>
                    <a:pt x="2" y="7"/>
                    <a:pt x="3" y="7"/>
                  </a:cubicBezTo>
                  <a:cubicBezTo>
                    <a:pt x="3" y="6"/>
                    <a:pt x="3" y="6"/>
                    <a:pt x="3" y="5"/>
                  </a:cubicBezTo>
                  <a:cubicBezTo>
                    <a:pt x="3" y="5"/>
                    <a:pt x="3" y="4"/>
                    <a:pt x="3" y="4"/>
                  </a:cubicBezTo>
                  <a:cubicBezTo>
                    <a:pt x="2" y="4"/>
                    <a:pt x="2" y="4"/>
                    <a:pt x="1" y="4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1" y="2"/>
                    <a:pt x="1" y="1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0" y="3"/>
                    <a:pt x="0" y="4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43" name="Freeform 41035"/>
            <p:cNvSpPr>
              <a:spLocks/>
            </p:cNvSpPr>
            <p:nvPr/>
          </p:nvSpPr>
          <p:spPr bwMode="auto">
            <a:xfrm>
              <a:off x="3782" y="1395"/>
              <a:ext cx="2" cy="3"/>
            </a:xfrm>
            <a:custGeom>
              <a:avLst/>
              <a:gdLst>
                <a:gd name="T0" fmla="*/ 0 w 1"/>
                <a:gd name="T1" fmla="*/ 3 h 2"/>
                <a:gd name="T2" fmla="*/ 2 w 1"/>
                <a:gd name="T3" fmla="*/ 3 h 2"/>
                <a:gd name="T4" fmla="*/ 2 w 1"/>
                <a:gd name="T5" fmla="*/ 0 h 2"/>
                <a:gd name="T6" fmla="*/ 0 w 1"/>
                <a:gd name="T7" fmla="*/ 0 h 2"/>
                <a:gd name="T8" fmla="*/ 0 w 1"/>
                <a:gd name="T9" fmla="*/ 3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cubicBezTo>
                    <a:pt x="0" y="2"/>
                    <a:pt x="1" y="2"/>
                    <a:pt x="1" y="2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44" name="Freeform 41036"/>
            <p:cNvSpPr>
              <a:spLocks/>
            </p:cNvSpPr>
            <p:nvPr/>
          </p:nvSpPr>
          <p:spPr bwMode="auto">
            <a:xfrm>
              <a:off x="3739" y="937"/>
              <a:ext cx="21" cy="10"/>
            </a:xfrm>
            <a:custGeom>
              <a:avLst/>
              <a:gdLst>
                <a:gd name="T0" fmla="*/ 2 w 12"/>
                <a:gd name="T1" fmla="*/ 5 h 6"/>
                <a:gd name="T2" fmla="*/ 5 w 12"/>
                <a:gd name="T3" fmla="*/ 5 h 6"/>
                <a:gd name="T4" fmla="*/ 7 w 12"/>
                <a:gd name="T5" fmla="*/ 5 h 6"/>
                <a:gd name="T6" fmla="*/ 7 w 12"/>
                <a:gd name="T7" fmla="*/ 8 h 6"/>
                <a:gd name="T8" fmla="*/ 11 w 12"/>
                <a:gd name="T9" fmla="*/ 8 h 6"/>
                <a:gd name="T10" fmla="*/ 12 w 12"/>
                <a:gd name="T11" fmla="*/ 8 h 6"/>
                <a:gd name="T12" fmla="*/ 12 w 12"/>
                <a:gd name="T13" fmla="*/ 10 h 6"/>
                <a:gd name="T14" fmla="*/ 16 w 12"/>
                <a:gd name="T15" fmla="*/ 10 h 6"/>
                <a:gd name="T16" fmla="*/ 19 w 12"/>
                <a:gd name="T17" fmla="*/ 10 h 6"/>
                <a:gd name="T18" fmla="*/ 19 w 12"/>
                <a:gd name="T19" fmla="*/ 8 h 6"/>
                <a:gd name="T20" fmla="*/ 21 w 12"/>
                <a:gd name="T21" fmla="*/ 8 h 6"/>
                <a:gd name="T22" fmla="*/ 21 w 12"/>
                <a:gd name="T23" fmla="*/ 5 h 6"/>
                <a:gd name="T24" fmla="*/ 19 w 12"/>
                <a:gd name="T25" fmla="*/ 5 h 6"/>
                <a:gd name="T26" fmla="*/ 19 w 12"/>
                <a:gd name="T27" fmla="*/ 2 h 6"/>
                <a:gd name="T28" fmla="*/ 16 w 12"/>
                <a:gd name="T29" fmla="*/ 2 h 6"/>
                <a:gd name="T30" fmla="*/ 12 w 12"/>
                <a:gd name="T31" fmla="*/ 2 h 6"/>
                <a:gd name="T32" fmla="*/ 11 w 12"/>
                <a:gd name="T33" fmla="*/ 2 h 6"/>
                <a:gd name="T34" fmla="*/ 7 w 12"/>
                <a:gd name="T35" fmla="*/ 2 h 6"/>
                <a:gd name="T36" fmla="*/ 5 w 12"/>
                <a:gd name="T37" fmla="*/ 2 h 6"/>
                <a:gd name="T38" fmla="*/ 5 w 12"/>
                <a:gd name="T39" fmla="*/ 0 h 6"/>
                <a:gd name="T40" fmla="*/ 2 w 12"/>
                <a:gd name="T41" fmla="*/ 0 h 6"/>
                <a:gd name="T42" fmla="*/ 0 w 12"/>
                <a:gd name="T43" fmla="*/ 0 h 6"/>
                <a:gd name="T44" fmla="*/ 0 w 12"/>
                <a:gd name="T45" fmla="*/ 2 h 6"/>
                <a:gd name="T46" fmla="*/ 2 w 12"/>
                <a:gd name="T47" fmla="*/ 2 h 6"/>
                <a:gd name="T48" fmla="*/ 2 w 12"/>
                <a:gd name="T49" fmla="*/ 5 h 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2" h="6">
                  <a:moveTo>
                    <a:pt x="1" y="3"/>
                  </a:moveTo>
                  <a:cubicBezTo>
                    <a:pt x="2" y="3"/>
                    <a:pt x="2" y="3"/>
                    <a:pt x="3" y="3"/>
                  </a:cubicBezTo>
                  <a:cubicBezTo>
                    <a:pt x="3" y="3"/>
                    <a:pt x="4" y="3"/>
                    <a:pt x="4" y="3"/>
                  </a:cubicBezTo>
                  <a:cubicBezTo>
                    <a:pt x="4" y="4"/>
                    <a:pt x="4" y="4"/>
                    <a:pt x="4" y="5"/>
                  </a:cubicBezTo>
                  <a:cubicBezTo>
                    <a:pt x="5" y="5"/>
                    <a:pt x="5" y="5"/>
                    <a:pt x="6" y="5"/>
                  </a:cubicBezTo>
                  <a:cubicBezTo>
                    <a:pt x="6" y="5"/>
                    <a:pt x="7" y="5"/>
                    <a:pt x="7" y="5"/>
                  </a:cubicBezTo>
                  <a:cubicBezTo>
                    <a:pt x="7" y="5"/>
                    <a:pt x="7" y="6"/>
                    <a:pt x="7" y="6"/>
                  </a:cubicBezTo>
                  <a:cubicBezTo>
                    <a:pt x="8" y="6"/>
                    <a:pt x="9" y="6"/>
                    <a:pt x="9" y="6"/>
                  </a:cubicBezTo>
                  <a:cubicBezTo>
                    <a:pt x="10" y="6"/>
                    <a:pt x="10" y="6"/>
                    <a:pt x="11" y="6"/>
                  </a:cubicBezTo>
                  <a:cubicBezTo>
                    <a:pt x="11" y="6"/>
                    <a:pt x="11" y="5"/>
                    <a:pt x="11" y="5"/>
                  </a:cubicBezTo>
                  <a:cubicBezTo>
                    <a:pt x="11" y="5"/>
                    <a:pt x="12" y="5"/>
                    <a:pt x="12" y="5"/>
                  </a:cubicBezTo>
                  <a:cubicBezTo>
                    <a:pt x="12" y="4"/>
                    <a:pt x="12" y="4"/>
                    <a:pt x="12" y="3"/>
                  </a:cubicBezTo>
                  <a:cubicBezTo>
                    <a:pt x="12" y="3"/>
                    <a:pt x="11" y="3"/>
                    <a:pt x="11" y="3"/>
                  </a:cubicBezTo>
                  <a:cubicBezTo>
                    <a:pt x="11" y="3"/>
                    <a:pt x="11" y="2"/>
                    <a:pt x="11" y="1"/>
                  </a:cubicBezTo>
                  <a:cubicBezTo>
                    <a:pt x="10" y="1"/>
                    <a:pt x="10" y="1"/>
                    <a:pt x="9" y="1"/>
                  </a:cubicBezTo>
                  <a:cubicBezTo>
                    <a:pt x="9" y="1"/>
                    <a:pt x="8" y="1"/>
                    <a:pt x="7" y="1"/>
                  </a:cubicBezTo>
                  <a:cubicBezTo>
                    <a:pt x="7" y="1"/>
                    <a:pt x="6" y="1"/>
                    <a:pt x="6" y="1"/>
                  </a:cubicBezTo>
                  <a:cubicBezTo>
                    <a:pt x="5" y="1"/>
                    <a:pt x="5" y="1"/>
                    <a:pt x="4" y="1"/>
                  </a:cubicBezTo>
                  <a:cubicBezTo>
                    <a:pt x="4" y="1"/>
                    <a:pt x="3" y="1"/>
                    <a:pt x="3" y="1"/>
                  </a:cubicBezTo>
                  <a:cubicBezTo>
                    <a:pt x="3" y="1"/>
                    <a:pt x="3" y="0"/>
                    <a:pt x="3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ubicBezTo>
                    <a:pt x="1" y="2"/>
                    <a:pt x="1" y="3"/>
                    <a:pt x="1" y="3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45" name="Freeform 41037"/>
            <p:cNvSpPr>
              <a:spLocks/>
            </p:cNvSpPr>
            <p:nvPr/>
          </p:nvSpPr>
          <p:spPr bwMode="auto">
            <a:xfrm>
              <a:off x="3765" y="939"/>
              <a:ext cx="9" cy="12"/>
            </a:xfrm>
            <a:custGeom>
              <a:avLst/>
              <a:gdLst>
                <a:gd name="T0" fmla="*/ 4 w 5"/>
                <a:gd name="T1" fmla="*/ 9 h 7"/>
                <a:gd name="T2" fmla="*/ 7 w 5"/>
                <a:gd name="T3" fmla="*/ 9 h 7"/>
                <a:gd name="T4" fmla="*/ 9 w 5"/>
                <a:gd name="T5" fmla="*/ 9 h 7"/>
                <a:gd name="T6" fmla="*/ 9 w 5"/>
                <a:gd name="T7" fmla="*/ 7 h 7"/>
                <a:gd name="T8" fmla="*/ 9 w 5"/>
                <a:gd name="T9" fmla="*/ 3 h 7"/>
                <a:gd name="T10" fmla="*/ 9 w 5"/>
                <a:gd name="T11" fmla="*/ 0 h 7"/>
                <a:gd name="T12" fmla="*/ 7 w 5"/>
                <a:gd name="T13" fmla="*/ 0 h 7"/>
                <a:gd name="T14" fmla="*/ 7 w 5"/>
                <a:gd name="T15" fmla="*/ 3 h 7"/>
                <a:gd name="T16" fmla="*/ 7 w 5"/>
                <a:gd name="T17" fmla="*/ 7 h 7"/>
                <a:gd name="T18" fmla="*/ 4 w 5"/>
                <a:gd name="T19" fmla="*/ 7 h 7"/>
                <a:gd name="T20" fmla="*/ 0 w 5"/>
                <a:gd name="T21" fmla="*/ 7 h 7"/>
                <a:gd name="T22" fmla="*/ 0 w 5"/>
                <a:gd name="T23" fmla="*/ 9 h 7"/>
                <a:gd name="T24" fmla="*/ 0 w 5"/>
                <a:gd name="T25" fmla="*/ 12 h 7"/>
                <a:gd name="T26" fmla="*/ 4 w 5"/>
                <a:gd name="T27" fmla="*/ 12 h 7"/>
                <a:gd name="T28" fmla="*/ 4 w 5"/>
                <a:gd name="T29" fmla="*/ 9 h 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5" h="7">
                  <a:moveTo>
                    <a:pt x="2" y="5"/>
                  </a:moveTo>
                  <a:cubicBezTo>
                    <a:pt x="2" y="5"/>
                    <a:pt x="3" y="5"/>
                    <a:pt x="4" y="5"/>
                  </a:cubicBezTo>
                  <a:cubicBezTo>
                    <a:pt x="4" y="5"/>
                    <a:pt x="5" y="5"/>
                    <a:pt x="5" y="5"/>
                  </a:cubicBezTo>
                  <a:cubicBezTo>
                    <a:pt x="5" y="5"/>
                    <a:pt x="5" y="4"/>
                    <a:pt x="5" y="4"/>
                  </a:cubicBezTo>
                  <a:cubicBezTo>
                    <a:pt x="5" y="3"/>
                    <a:pt x="5" y="3"/>
                    <a:pt x="5" y="2"/>
                  </a:cubicBezTo>
                  <a:cubicBezTo>
                    <a:pt x="5" y="2"/>
                    <a:pt x="5" y="1"/>
                    <a:pt x="5" y="0"/>
                  </a:cubicBezTo>
                  <a:cubicBezTo>
                    <a:pt x="5" y="0"/>
                    <a:pt x="4" y="0"/>
                    <a:pt x="4" y="0"/>
                  </a:cubicBezTo>
                  <a:cubicBezTo>
                    <a:pt x="4" y="1"/>
                    <a:pt x="4" y="2"/>
                    <a:pt x="4" y="2"/>
                  </a:cubicBezTo>
                  <a:cubicBezTo>
                    <a:pt x="4" y="3"/>
                    <a:pt x="4" y="3"/>
                    <a:pt x="4" y="4"/>
                  </a:cubicBezTo>
                  <a:cubicBezTo>
                    <a:pt x="3" y="4"/>
                    <a:pt x="2" y="4"/>
                    <a:pt x="2" y="4"/>
                  </a:cubicBezTo>
                  <a:cubicBezTo>
                    <a:pt x="1" y="4"/>
                    <a:pt x="1" y="4"/>
                    <a:pt x="0" y="4"/>
                  </a:cubicBezTo>
                  <a:cubicBezTo>
                    <a:pt x="0" y="4"/>
                    <a:pt x="0" y="5"/>
                    <a:pt x="0" y="5"/>
                  </a:cubicBezTo>
                  <a:cubicBezTo>
                    <a:pt x="0" y="6"/>
                    <a:pt x="0" y="6"/>
                    <a:pt x="0" y="7"/>
                  </a:cubicBezTo>
                  <a:cubicBezTo>
                    <a:pt x="1" y="7"/>
                    <a:pt x="1" y="7"/>
                    <a:pt x="2" y="7"/>
                  </a:cubicBezTo>
                  <a:cubicBezTo>
                    <a:pt x="2" y="6"/>
                    <a:pt x="2" y="6"/>
                    <a:pt x="2" y="5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46" name="Freeform 41038"/>
            <p:cNvSpPr>
              <a:spLocks/>
            </p:cNvSpPr>
            <p:nvPr/>
          </p:nvSpPr>
          <p:spPr bwMode="auto">
            <a:xfrm>
              <a:off x="3828" y="860"/>
              <a:ext cx="14" cy="13"/>
            </a:xfrm>
            <a:custGeom>
              <a:avLst/>
              <a:gdLst>
                <a:gd name="T0" fmla="*/ 4 w 8"/>
                <a:gd name="T1" fmla="*/ 7 h 7"/>
                <a:gd name="T2" fmla="*/ 4 w 8"/>
                <a:gd name="T3" fmla="*/ 9 h 7"/>
                <a:gd name="T4" fmla="*/ 4 w 8"/>
                <a:gd name="T5" fmla="*/ 13 h 7"/>
                <a:gd name="T6" fmla="*/ 5 w 8"/>
                <a:gd name="T7" fmla="*/ 13 h 7"/>
                <a:gd name="T8" fmla="*/ 9 w 8"/>
                <a:gd name="T9" fmla="*/ 13 h 7"/>
                <a:gd name="T10" fmla="*/ 9 w 8"/>
                <a:gd name="T11" fmla="*/ 9 h 7"/>
                <a:gd name="T12" fmla="*/ 5 w 8"/>
                <a:gd name="T13" fmla="*/ 9 h 7"/>
                <a:gd name="T14" fmla="*/ 5 w 8"/>
                <a:gd name="T15" fmla="*/ 7 h 7"/>
                <a:gd name="T16" fmla="*/ 5 w 8"/>
                <a:gd name="T17" fmla="*/ 4 h 7"/>
                <a:gd name="T18" fmla="*/ 9 w 8"/>
                <a:gd name="T19" fmla="*/ 4 h 7"/>
                <a:gd name="T20" fmla="*/ 12 w 8"/>
                <a:gd name="T21" fmla="*/ 4 h 7"/>
                <a:gd name="T22" fmla="*/ 14 w 8"/>
                <a:gd name="T23" fmla="*/ 4 h 7"/>
                <a:gd name="T24" fmla="*/ 14 w 8"/>
                <a:gd name="T25" fmla="*/ 0 h 7"/>
                <a:gd name="T26" fmla="*/ 12 w 8"/>
                <a:gd name="T27" fmla="*/ 0 h 7"/>
                <a:gd name="T28" fmla="*/ 9 w 8"/>
                <a:gd name="T29" fmla="*/ 0 h 7"/>
                <a:gd name="T30" fmla="*/ 5 w 8"/>
                <a:gd name="T31" fmla="*/ 0 h 7"/>
                <a:gd name="T32" fmla="*/ 4 w 8"/>
                <a:gd name="T33" fmla="*/ 0 h 7"/>
                <a:gd name="T34" fmla="*/ 0 w 8"/>
                <a:gd name="T35" fmla="*/ 0 h 7"/>
                <a:gd name="T36" fmla="*/ 0 w 8"/>
                <a:gd name="T37" fmla="*/ 4 h 7"/>
                <a:gd name="T38" fmla="*/ 4 w 8"/>
                <a:gd name="T39" fmla="*/ 4 h 7"/>
                <a:gd name="T40" fmla="*/ 4 w 8"/>
                <a:gd name="T41" fmla="*/ 7 h 7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8" h="7">
                  <a:moveTo>
                    <a:pt x="2" y="4"/>
                  </a:moveTo>
                  <a:cubicBezTo>
                    <a:pt x="2" y="4"/>
                    <a:pt x="2" y="5"/>
                    <a:pt x="2" y="5"/>
                  </a:cubicBezTo>
                  <a:cubicBezTo>
                    <a:pt x="2" y="6"/>
                    <a:pt x="2" y="6"/>
                    <a:pt x="2" y="7"/>
                  </a:cubicBezTo>
                  <a:cubicBezTo>
                    <a:pt x="2" y="7"/>
                    <a:pt x="3" y="7"/>
                    <a:pt x="3" y="7"/>
                  </a:cubicBezTo>
                  <a:cubicBezTo>
                    <a:pt x="4" y="7"/>
                    <a:pt x="5" y="7"/>
                    <a:pt x="5" y="7"/>
                  </a:cubicBezTo>
                  <a:cubicBezTo>
                    <a:pt x="5" y="6"/>
                    <a:pt x="5" y="6"/>
                    <a:pt x="5" y="5"/>
                  </a:cubicBezTo>
                  <a:cubicBezTo>
                    <a:pt x="5" y="5"/>
                    <a:pt x="4" y="5"/>
                    <a:pt x="3" y="5"/>
                  </a:cubicBezTo>
                  <a:cubicBezTo>
                    <a:pt x="3" y="5"/>
                    <a:pt x="3" y="4"/>
                    <a:pt x="3" y="4"/>
                  </a:cubicBezTo>
                  <a:cubicBezTo>
                    <a:pt x="3" y="3"/>
                    <a:pt x="3" y="3"/>
                    <a:pt x="3" y="2"/>
                  </a:cubicBezTo>
                  <a:cubicBezTo>
                    <a:pt x="4" y="2"/>
                    <a:pt x="5" y="2"/>
                    <a:pt x="5" y="2"/>
                  </a:cubicBezTo>
                  <a:cubicBezTo>
                    <a:pt x="6" y="2"/>
                    <a:pt x="6" y="2"/>
                    <a:pt x="7" y="2"/>
                  </a:cubicBezTo>
                  <a:cubicBezTo>
                    <a:pt x="7" y="2"/>
                    <a:pt x="8" y="2"/>
                    <a:pt x="8" y="2"/>
                  </a:cubicBezTo>
                  <a:cubicBezTo>
                    <a:pt x="8" y="1"/>
                    <a:pt x="8" y="1"/>
                    <a:pt x="8" y="0"/>
                  </a:cubicBezTo>
                  <a:cubicBezTo>
                    <a:pt x="8" y="0"/>
                    <a:pt x="7" y="0"/>
                    <a:pt x="7" y="0"/>
                  </a:cubicBezTo>
                  <a:cubicBezTo>
                    <a:pt x="6" y="0"/>
                    <a:pt x="6" y="0"/>
                    <a:pt x="5" y="0"/>
                  </a:cubicBezTo>
                  <a:cubicBezTo>
                    <a:pt x="5" y="0"/>
                    <a:pt x="4" y="0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1" y="2"/>
                    <a:pt x="1" y="2"/>
                    <a:pt x="2" y="2"/>
                  </a:cubicBezTo>
                  <a:cubicBezTo>
                    <a:pt x="2" y="3"/>
                    <a:pt x="2" y="3"/>
                    <a:pt x="2" y="4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47" name="Freeform 41039"/>
            <p:cNvSpPr>
              <a:spLocks/>
            </p:cNvSpPr>
            <p:nvPr/>
          </p:nvSpPr>
          <p:spPr bwMode="auto">
            <a:xfrm>
              <a:off x="4045" y="1069"/>
              <a:ext cx="9" cy="14"/>
            </a:xfrm>
            <a:custGeom>
              <a:avLst/>
              <a:gdLst>
                <a:gd name="T0" fmla="*/ 4 w 5"/>
                <a:gd name="T1" fmla="*/ 11 h 8"/>
                <a:gd name="T2" fmla="*/ 4 w 5"/>
                <a:gd name="T3" fmla="*/ 9 h 8"/>
                <a:gd name="T4" fmla="*/ 4 w 5"/>
                <a:gd name="T5" fmla="*/ 5 h 8"/>
                <a:gd name="T6" fmla="*/ 7 w 5"/>
                <a:gd name="T7" fmla="*/ 5 h 8"/>
                <a:gd name="T8" fmla="*/ 9 w 5"/>
                <a:gd name="T9" fmla="*/ 5 h 8"/>
                <a:gd name="T10" fmla="*/ 9 w 5"/>
                <a:gd name="T11" fmla="*/ 2 h 8"/>
                <a:gd name="T12" fmla="*/ 7 w 5"/>
                <a:gd name="T13" fmla="*/ 2 h 8"/>
                <a:gd name="T14" fmla="*/ 7 w 5"/>
                <a:gd name="T15" fmla="*/ 0 h 8"/>
                <a:gd name="T16" fmla="*/ 4 w 5"/>
                <a:gd name="T17" fmla="*/ 0 h 8"/>
                <a:gd name="T18" fmla="*/ 4 w 5"/>
                <a:gd name="T19" fmla="*/ 2 h 8"/>
                <a:gd name="T20" fmla="*/ 0 w 5"/>
                <a:gd name="T21" fmla="*/ 2 h 8"/>
                <a:gd name="T22" fmla="*/ 0 w 5"/>
                <a:gd name="T23" fmla="*/ 5 h 8"/>
                <a:gd name="T24" fmla="*/ 0 w 5"/>
                <a:gd name="T25" fmla="*/ 9 h 8"/>
                <a:gd name="T26" fmla="*/ 0 w 5"/>
                <a:gd name="T27" fmla="*/ 11 h 8"/>
                <a:gd name="T28" fmla="*/ 0 w 5"/>
                <a:gd name="T29" fmla="*/ 14 h 8"/>
                <a:gd name="T30" fmla="*/ 4 w 5"/>
                <a:gd name="T31" fmla="*/ 14 h 8"/>
                <a:gd name="T32" fmla="*/ 4 w 5"/>
                <a:gd name="T33" fmla="*/ 11 h 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5" h="8">
                  <a:moveTo>
                    <a:pt x="2" y="6"/>
                  </a:moveTo>
                  <a:cubicBezTo>
                    <a:pt x="2" y="6"/>
                    <a:pt x="2" y="5"/>
                    <a:pt x="2" y="5"/>
                  </a:cubicBezTo>
                  <a:cubicBezTo>
                    <a:pt x="2" y="4"/>
                    <a:pt x="2" y="3"/>
                    <a:pt x="2" y="3"/>
                  </a:cubicBezTo>
                  <a:cubicBezTo>
                    <a:pt x="3" y="3"/>
                    <a:pt x="3" y="3"/>
                    <a:pt x="4" y="3"/>
                  </a:cubicBezTo>
                  <a:cubicBezTo>
                    <a:pt x="4" y="3"/>
                    <a:pt x="5" y="3"/>
                    <a:pt x="5" y="3"/>
                  </a:cubicBezTo>
                  <a:cubicBezTo>
                    <a:pt x="5" y="2"/>
                    <a:pt x="5" y="2"/>
                    <a:pt x="5" y="1"/>
                  </a:cubicBezTo>
                  <a:cubicBezTo>
                    <a:pt x="5" y="1"/>
                    <a:pt x="4" y="1"/>
                    <a:pt x="4" y="1"/>
                  </a:cubicBezTo>
                  <a:cubicBezTo>
                    <a:pt x="4" y="1"/>
                    <a:pt x="4" y="0"/>
                    <a:pt x="4" y="0"/>
                  </a:cubicBezTo>
                  <a:cubicBezTo>
                    <a:pt x="3" y="0"/>
                    <a:pt x="3" y="0"/>
                    <a:pt x="2" y="0"/>
                  </a:cubicBezTo>
                  <a:cubicBezTo>
                    <a:pt x="2" y="0"/>
                    <a:pt x="2" y="1"/>
                    <a:pt x="2" y="1"/>
                  </a:cubicBezTo>
                  <a:cubicBezTo>
                    <a:pt x="2" y="1"/>
                    <a:pt x="1" y="1"/>
                    <a:pt x="0" y="1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0" y="3"/>
                    <a:pt x="0" y="4"/>
                    <a:pt x="0" y="5"/>
                  </a:cubicBezTo>
                  <a:cubicBezTo>
                    <a:pt x="0" y="5"/>
                    <a:pt x="0" y="6"/>
                    <a:pt x="0" y="6"/>
                  </a:cubicBezTo>
                  <a:cubicBezTo>
                    <a:pt x="0" y="7"/>
                    <a:pt x="0" y="7"/>
                    <a:pt x="0" y="8"/>
                  </a:cubicBezTo>
                  <a:cubicBezTo>
                    <a:pt x="1" y="8"/>
                    <a:pt x="2" y="8"/>
                    <a:pt x="2" y="8"/>
                  </a:cubicBezTo>
                  <a:cubicBezTo>
                    <a:pt x="2" y="7"/>
                    <a:pt x="2" y="7"/>
                    <a:pt x="2" y="6"/>
                  </a:cubicBezTo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48" name="Freeform 41040"/>
            <p:cNvSpPr>
              <a:spLocks/>
            </p:cNvSpPr>
            <p:nvPr/>
          </p:nvSpPr>
          <p:spPr bwMode="auto">
            <a:xfrm>
              <a:off x="3751" y="909"/>
              <a:ext cx="26" cy="28"/>
            </a:xfrm>
            <a:custGeom>
              <a:avLst/>
              <a:gdLst>
                <a:gd name="T0" fmla="*/ 0 w 15"/>
                <a:gd name="T1" fmla="*/ 11 h 16"/>
                <a:gd name="T2" fmla="*/ 0 w 15"/>
                <a:gd name="T3" fmla="*/ 14 h 16"/>
                <a:gd name="T4" fmla="*/ 3 w 15"/>
                <a:gd name="T5" fmla="*/ 14 h 16"/>
                <a:gd name="T6" fmla="*/ 3 w 15"/>
                <a:gd name="T7" fmla="*/ 18 h 16"/>
                <a:gd name="T8" fmla="*/ 7 w 15"/>
                <a:gd name="T9" fmla="*/ 18 h 16"/>
                <a:gd name="T10" fmla="*/ 7 w 15"/>
                <a:gd name="T11" fmla="*/ 19 h 16"/>
                <a:gd name="T12" fmla="*/ 7 w 15"/>
                <a:gd name="T13" fmla="*/ 23 h 16"/>
                <a:gd name="T14" fmla="*/ 7 w 15"/>
                <a:gd name="T15" fmla="*/ 25 h 16"/>
                <a:gd name="T16" fmla="*/ 3 w 15"/>
                <a:gd name="T17" fmla="*/ 25 h 16"/>
                <a:gd name="T18" fmla="*/ 0 w 15"/>
                <a:gd name="T19" fmla="*/ 25 h 16"/>
                <a:gd name="T20" fmla="*/ 0 w 15"/>
                <a:gd name="T21" fmla="*/ 28 h 16"/>
                <a:gd name="T22" fmla="*/ 3 w 15"/>
                <a:gd name="T23" fmla="*/ 28 h 16"/>
                <a:gd name="T24" fmla="*/ 7 w 15"/>
                <a:gd name="T25" fmla="*/ 28 h 16"/>
                <a:gd name="T26" fmla="*/ 9 w 15"/>
                <a:gd name="T27" fmla="*/ 28 h 16"/>
                <a:gd name="T28" fmla="*/ 12 w 15"/>
                <a:gd name="T29" fmla="*/ 28 h 16"/>
                <a:gd name="T30" fmla="*/ 12 w 15"/>
                <a:gd name="T31" fmla="*/ 25 h 16"/>
                <a:gd name="T32" fmla="*/ 14 w 15"/>
                <a:gd name="T33" fmla="*/ 25 h 16"/>
                <a:gd name="T34" fmla="*/ 17 w 15"/>
                <a:gd name="T35" fmla="*/ 25 h 16"/>
                <a:gd name="T36" fmla="*/ 17 w 15"/>
                <a:gd name="T37" fmla="*/ 28 h 16"/>
                <a:gd name="T38" fmla="*/ 21 w 15"/>
                <a:gd name="T39" fmla="*/ 28 h 16"/>
                <a:gd name="T40" fmla="*/ 21 w 15"/>
                <a:gd name="T41" fmla="*/ 25 h 16"/>
                <a:gd name="T42" fmla="*/ 21 w 15"/>
                <a:gd name="T43" fmla="*/ 23 h 16"/>
                <a:gd name="T44" fmla="*/ 21 w 15"/>
                <a:gd name="T45" fmla="*/ 19 h 16"/>
                <a:gd name="T46" fmla="*/ 21 w 15"/>
                <a:gd name="T47" fmla="*/ 18 h 16"/>
                <a:gd name="T48" fmla="*/ 23 w 15"/>
                <a:gd name="T49" fmla="*/ 18 h 16"/>
                <a:gd name="T50" fmla="*/ 23 w 15"/>
                <a:gd name="T51" fmla="*/ 14 h 16"/>
                <a:gd name="T52" fmla="*/ 26 w 15"/>
                <a:gd name="T53" fmla="*/ 14 h 16"/>
                <a:gd name="T54" fmla="*/ 26 w 15"/>
                <a:gd name="T55" fmla="*/ 11 h 16"/>
                <a:gd name="T56" fmla="*/ 23 w 15"/>
                <a:gd name="T57" fmla="*/ 11 h 16"/>
                <a:gd name="T58" fmla="*/ 21 w 15"/>
                <a:gd name="T59" fmla="*/ 11 h 16"/>
                <a:gd name="T60" fmla="*/ 21 w 15"/>
                <a:gd name="T61" fmla="*/ 14 h 16"/>
                <a:gd name="T62" fmla="*/ 17 w 15"/>
                <a:gd name="T63" fmla="*/ 14 h 16"/>
                <a:gd name="T64" fmla="*/ 14 w 15"/>
                <a:gd name="T65" fmla="*/ 14 h 16"/>
                <a:gd name="T66" fmla="*/ 14 w 15"/>
                <a:gd name="T67" fmla="*/ 11 h 16"/>
                <a:gd name="T68" fmla="*/ 14 w 15"/>
                <a:gd name="T69" fmla="*/ 9 h 16"/>
                <a:gd name="T70" fmla="*/ 14 w 15"/>
                <a:gd name="T71" fmla="*/ 5 h 16"/>
                <a:gd name="T72" fmla="*/ 12 w 15"/>
                <a:gd name="T73" fmla="*/ 5 h 16"/>
                <a:gd name="T74" fmla="*/ 12 w 15"/>
                <a:gd name="T75" fmla="*/ 2 h 16"/>
                <a:gd name="T76" fmla="*/ 10 w 15"/>
                <a:gd name="T77" fmla="*/ 2 h 16"/>
                <a:gd name="T78" fmla="*/ 10 w 15"/>
                <a:gd name="T79" fmla="*/ 2 h 16"/>
                <a:gd name="T80" fmla="*/ 9 w 15"/>
                <a:gd name="T81" fmla="*/ 2 h 16"/>
                <a:gd name="T82" fmla="*/ 9 w 15"/>
                <a:gd name="T83" fmla="*/ 0 h 16"/>
                <a:gd name="T84" fmla="*/ 9 w 15"/>
                <a:gd name="T85" fmla="*/ 0 h 16"/>
                <a:gd name="T86" fmla="*/ 0 w 15"/>
                <a:gd name="T87" fmla="*/ 9 h 16"/>
                <a:gd name="T88" fmla="*/ 0 w 15"/>
                <a:gd name="T89" fmla="*/ 9 h 16"/>
                <a:gd name="T90" fmla="*/ 0 w 15"/>
                <a:gd name="T91" fmla="*/ 11 h 1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15" h="16">
                  <a:moveTo>
                    <a:pt x="0" y="6"/>
                  </a:moveTo>
                  <a:cubicBezTo>
                    <a:pt x="0" y="7"/>
                    <a:pt x="0" y="7"/>
                    <a:pt x="0" y="8"/>
                  </a:cubicBezTo>
                  <a:cubicBezTo>
                    <a:pt x="1" y="8"/>
                    <a:pt x="2" y="8"/>
                    <a:pt x="2" y="8"/>
                  </a:cubicBezTo>
                  <a:cubicBezTo>
                    <a:pt x="2" y="8"/>
                    <a:pt x="2" y="9"/>
                    <a:pt x="2" y="10"/>
                  </a:cubicBezTo>
                  <a:cubicBezTo>
                    <a:pt x="3" y="10"/>
                    <a:pt x="3" y="10"/>
                    <a:pt x="4" y="10"/>
                  </a:cubicBezTo>
                  <a:cubicBezTo>
                    <a:pt x="4" y="10"/>
                    <a:pt x="4" y="11"/>
                    <a:pt x="4" y="11"/>
                  </a:cubicBezTo>
                  <a:cubicBezTo>
                    <a:pt x="4" y="12"/>
                    <a:pt x="4" y="12"/>
                    <a:pt x="4" y="13"/>
                  </a:cubicBezTo>
                  <a:cubicBezTo>
                    <a:pt x="4" y="13"/>
                    <a:pt x="4" y="14"/>
                    <a:pt x="4" y="14"/>
                  </a:cubicBezTo>
                  <a:cubicBezTo>
                    <a:pt x="3" y="14"/>
                    <a:pt x="3" y="14"/>
                    <a:pt x="2" y="14"/>
                  </a:cubicBezTo>
                  <a:cubicBezTo>
                    <a:pt x="2" y="14"/>
                    <a:pt x="1" y="14"/>
                    <a:pt x="0" y="14"/>
                  </a:cubicBezTo>
                  <a:cubicBezTo>
                    <a:pt x="0" y="15"/>
                    <a:pt x="0" y="15"/>
                    <a:pt x="0" y="16"/>
                  </a:cubicBezTo>
                  <a:cubicBezTo>
                    <a:pt x="1" y="16"/>
                    <a:pt x="2" y="16"/>
                    <a:pt x="2" y="16"/>
                  </a:cubicBezTo>
                  <a:cubicBezTo>
                    <a:pt x="3" y="16"/>
                    <a:pt x="3" y="16"/>
                    <a:pt x="4" y="16"/>
                  </a:cubicBezTo>
                  <a:cubicBezTo>
                    <a:pt x="4" y="16"/>
                    <a:pt x="5" y="16"/>
                    <a:pt x="5" y="16"/>
                  </a:cubicBezTo>
                  <a:cubicBezTo>
                    <a:pt x="6" y="16"/>
                    <a:pt x="6" y="16"/>
                    <a:pt x="7" y="16"/>
                  </a:cubicBezTo>
                  <a:cubicBezTo>
                    <a:pt x="7" y="15"/>
                    <a:pt x="7" y="15"/>
                    <a:pt x="7" y="14"/>
                  </a:cubicBezTo>
                  <a:cubicBezTo>
                    <a:pt x="7" y="14"/>
                    <a:pt x="8" y="14"/>
                    <a:pt x="8" y="14"/>
                  </a:cubicBezTo>
                  <a:cubicBezTo>
                    <a:pt x="9" y="14"/>
                    <a:pt x="9" y="14"/>
                    <a:pt x="10" y="14"/>
                  </a:cubicBezTo>
                  <a:cubicBezTo>
                    <a:pt x="10" y="15"/>
                    <a:pt x="10" y="15"/>
                    <a:pt x="10" y="16"/>
                  </a:cubicBezTo>
                  <a:cubicBezTo>
                    <a:pt x="10" y="16"/>
                    <a:pt x="11" y="16"/>
                    <a:pt x="12" y="16"/>
                  </a:cubicBezTo>
                  <a:cubicBezTo>
                    <a:pt x="12" y="15"/>
                    <a:pt x="12" y="15"/>
                    <a:pt x="12" y="14"/>
                  </a:cubicBezTo>
                  <a:cubicBezTo>
                    <a:pt x="12" y="14"/>
                    <a:pt x="12" y="13"/>
                    <a:pt x="12" y="13"/>
                  </a:cubicBezTo>
                  <a:cubicBezTo>
                    <a:pt x="12" y="12"/>
                    <a:pt x="12" y="12"/>
                    <a:pt x="12" y="11"/>
                  </a:cubicBezTo>
                  <a:cubicBezTo>
                    <a:pt x="12" y="11"/>
                    <a:pt x="12" y="10"/>
                    <a:pt x="12" y="10"/>
                  </a:cubicBezTo>
                  <a:cubicBezTo>
                    <a:pt x="12" y="10"/>
                    <a:pt x="13" y="10"/>
                    <a:pt x="13" y="10"/>
                  </a:cubicBezTo>
                  <a:cubicBezTo>
                    <a:pt x="13" y="9"/>
                    <a:pt x="13" y="8"/>
                    <a:pt x="13" y="8"/>
                  </a:cubicBezTo>
                  <a:cubicBezTo>
                    <a:pt x="14" y="8"/>
                    <a:pt x="14" y="8"/>
                    <a:pt x="15" y="8"/>
                  </a:cubicBezTo>
                  <a:cubicBezTo>
                    <a:pt x="15" y="7"/>
                    <a:pt x="15" y="7"/>
                    <a:pt x="15" y="6"/>
                  </a:cubicBezTo>
                  <a:cubicBezTo>
                    <a:pt x="14" y="6"/>
                    <a:pt x="14" y="6"/>
                    <a:pt x="13" y="6"/>
                  </a:cubicBezTo>
                  <a:cubicBezTo>
                    <a:pt x="13" y="6"/>
                    <a:pt x="12" y="6"/>
                    <a:pt x="12" y="6"/>
                  </a:cubicBezTo>
                  <a:cubicBezTo>
                    <a:pt x="12" y="7"/>
                    <a:pt x="12" y="7"/>
                    <a:pt x="12" y="8"/>
                  </a:cubicBezTo>
                  <a:cubicBezTo>
                    <a:pt x="11" y="8"/>
                    <a:pt x="10" y="8"/>
                    <a:pt x="10" y="8"/>
                  </a:cubicBezTo>
                  <a:cubicBezTo>
                    <a:pt x="9" y="8"/>
                    <a:pt x="9" y="8"/>
                    <a:pt x="8" y="8"/>
                  </a:cubicBezTo>
                  <a:cubicBezTo>
                    <a:pt x="8" y="7"/>
                    <a:pt x="8" y="7"/>
                    <a:pt x="8" y="6"/>
                  </a:cubicBezTo>
                  <a:cubicBezTo>
                    <a:pt x="8" y="6"/>
                    <a:pt x="8" y="5"/>
                    <a:pt x="8" y="5"/>
                  </a:cubicBezTo>
                  <a:cubicBezTo>
                    <a:pt x="8" y="4"/>
                    <a:pt x="8" y="4"/>
                    <a:pt x="8" y="3"/>
                  </a:cubicBezTo>
                  <a:cubicBezTo>
                    <a:pt x="8" y="3"/>
                    <a:pt x="7" y="3"/>
                    <a:pt x="7" y="3"/>
                  </a:cubicBezTo>
                  <a:cubicBezTo>
                    <a:pt x="7" y="2"/>
                    <a:pt x="7" y="2"/>
                    <a:pt x="7" y="1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5" y="1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1"/>
                    <a:pt x="2" y="3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6"/>
                    <a:pt x="0" y="6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49" name="Freeform 41041"/>
            <p:cNvSpPr>
              <a:spLocks/>
            </p:cNvSpPr>
            <p:nvPr/>
          </p:nvSpPr>
          <p:spPr bwMode="auto">
            <a:xfrm>
              <a:off x="3737" y="934"/>
              <a:ext cx="2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  <a:gd name="T4" fmla="*/ 0 60000 65536"/>
                <a:gd name="T5" fmla="*/ 0 60000 65536"/>
                <a:gd name="T6" fmla="*/ 0 60000 65536"/>
                <a:gd name="T7" fmla="*/ 0 60000 65536"/>
              </a:gdLst>
              <a:ahLst/>
              <a:cxnLst>
                <a:cxn ang="T4">
                  <a:pos x="T0" y="0"/>
                </a:cxn>
                <a:cxn ang="T5">
                  <a:pos x="T1" y="0"/>
                </a:cxn>
                <a:cxn ang="T6">
                  <a:pos x="T2" y="0"/>
                </a:cxn>
                <a:cxn ang="T7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50" name="Freeform 41042"/>
            <p:cNvSpPr>
              <a:spLocks/>
            </p:cNvSpPr>
            <p:nvPr/>
          </p:nvSpPr>
          <p:spPr bwMode="auto">
            <a:xfrm>
              <a:off x="3842" y="864"/>
              <a:ext cx="5" cy="5"/>
            </a:xfrm>
            <a:custGeom>
              <a:avLst/>
              <a:gdLst>
                <a:gd name="T0" fmla="*/ 0 w 3"/>
                <a:gd name="T1" fmla="*/ 5 h 3"/>
                <a:gd name="T2" fmla="*/ 3 w 3"/>
                <a:gd name="T3" fmla="*/ 5 h 3"/>
                <a:gd name="T4" fmla="*/ 5 w 3"/>
                <a:gd name="T5" fmla="*/ 5 h 3"/>
                <a:gd name="T6" fmla="*/ 5 w 3"/>
                <a:gd name="T7" fmla="*/ 3 h 3"/>
                <a:gd name="T8" fmla="*/ 3 w 3"/>
                <a:gd name="T9" fmla="*/ 3 h 3"/>
                <a:gd name="T10" fmla="*/ 3 w 3"/>
                <a:gd name="T11" fmla="*/ 0 h 3"/>
                <a:gd name="T12" fmla="*/ 0 w 3"/>
                <a:gd name="T13" fmla="*/ 0 h 3"/>
                <a:gd name="T14" fmla="*/ 0 w 3"/>
                <a:gd name="T15" fmla="*/ 3 h 3"/>
                <a:gd name="T16" fmla="*/ 0 w 3"/>
                <a:gd name="T17" fmla="*/ 5 h 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" h="3">
                  <a:moveTo>
                    <a:pt x="0" y="3"/>
                  </a:moveTo>
                  <a:cubicBezTo>
                    <a:pt x="1" y="3"/>
                    <a:pt x="1" y="3"/>
                    <a:pt x="2" y="3"/>
                  </a:cubicBezTo>
                  <a:cubicBezTo>
                    <a:pt x="2" y="3"/>
                    <a:pt x="3" y="3"/>
                    <a:pt x="3" y="3"/>
                  </a:cubicBezTo>
                  <a:cubicBezTo>
                    <a:pt x="3" y="3"/>
                    <a:pt x="3" y="2"/>
                    <a:pt x="3" y="2"/>
                  </a:cubicBezTo>
                  <a:cubicBezTo>
                    <a:pt x="3" y="2"/>
                    <a:pt x="2" y="2"/>
                    <a:pt x="2" y="2"/>
                  </a:cubicBezTo>
                  <a:cubicBezTo>
                    <a:pt x="2" y="1"/>
                    <a:pt x="2" y="1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0" y="2"/>
                    <a:pt x="0" y="3"/>
                    <a:pt x="0" y="3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51" name="Freeform 41043"/>
            <p:cNvSpPr>
              <a:spLocks/>
            </p:cNvSpPr>
            <p:nvPr/>
          </p:nvSpPr>
          <p:spPr bwMode="auto">
            <a:xfrm>
              <a:off x="4280" y="960"/>
              <a:ext cx="4" cy="1"/>
            </a:xfrm>
            <a:custGeom>
              <a:avLst/>
              <a:gdLst>
                <a:gd name="T0" fmla="*/ 4 w 2"/>
                <a:gd name="T1" fmla="*/ 1 h 1"/>
                <a:gd name="T2" fmla="*/ 4 w 2"/>
                <a:gd name="T3" fmla="*/ 0 h 1"/>
                <a:gd name="T4" fmla="*/ 0 w 2"/>
                <a:gd name="T5" fmla="*/ 0 h 1"/>
                <a:gd name="T6" fmla="*/ 0 w 2"/>
                <a:gd name="T7" fmla="*/ 1 h 1"/>
                <a:gd name="T8" fmla="*/ 4 w 2"/>
                <a:gd name="T9" fmla="*/ 1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1">
                  <a:moveTo>
                    <a:pt x="2" y="1"/>
                  </a:moveTo>
                  <a:cubicBezTo>
                    <a:pt x="2" y="1"/>
                    <a:pt x="2" y="0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1" y="1"/>
                    <a:pt x="1" y="1"/>
                    <a:pt x="2" y="1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52" name="Freeform 41044"/>
            <p:cNvSpPr>
              <a:spLocks noEditPoints="1"/>
            </p:cNvSpPr>
            <p:nvPr/>
          </p:nvSpPr>
          <p:spPr bwMode="auto">
            <a:xfrm>
              <a:off x="3648" y="1243"/>
              <a:ext cx="136" cy="260"/>
            </a:xfrm>
            <a:custGeom>
              <a:avLst/>
              <a:gdLst>
                <a:gd name="T0" fmla="*/ 136 w 78"/>
                <a:gd name="T1" fmla="*/ 253 h 149"/>
                <a:gd name="T2" fmla="*/ 136 w 78"/>
                <a:gd name="T3" fmla="*/ 244 h 149"/>
                <a:gd name="T4" fmla="*/ 134 w 78"/>
                <a:gd name="T5" fmla="*/ 239 h 149"/>
                <a:gd name="T6" fmla="*/ 134 w 78"/>
                <a:gd name="T7" fmla="*/ 230 h 149"/>
                <a:gd name="T8" fmla="*/ 134 w 78"/>
                <a:gd name="T9" fmla="*/ 222 h 149"/>
                <a:gd name="T10" fmla="*/ 134 w 78"/>
                <a:gd name="T11" fmla="*/ 213 h 149"/>
                <a:gd name="T12" fmla="*/ 134 w 78"/>
                <a:gd name="T13" fmla="*/ 211 h 149"/>
                <a:gd name="T14" fmla="*/ 134 w 78"/>
                <a:gd name="T15" fmla="*/ 202 h 149"/>
                <a:gd name="T16" fmla="*/ 131 w 78"/>
                <a:gd name="T17" fmla="*/ 197 h 149"/>
                <a:gd name="T18" fmla="*/ 134 w 78"/>
                <a:gd name="T19" fmla="*/ 190 h 149"/>
                <a:gd name="T20" fmla="*/ 131 w 78"/>
                <a:gd name="T21" fmla="*/ 185 h 149"/>
                <a:gd name="T22" fmla="*/ 131 w 78"/>
                <a:gd name="T23" fmla="*/ 176 h 149"/>
                <a:gd name="T24" fmla="*/ 126 w 78"/>
                <a:gd name="T25" fmla="*/ 174 h 149"/>
                <a:gd name="T26" fmla="*/ 124 w 78"/>
                <a:gd name="T27" fmla="*/ 168 h 149"/>
                <a:gd name="T28" fmla="*/ 117 w 78"/>
                <a:gd name="T29" fmla="*/ 166 h 149"/>
                <a:gd name="T30" fmla="*/ 110 w 78"/>
                <a:gd name="T31" fmla="*/ 166 h 149"/>
                <a:gd name="T32" fmla="*/ 106 w 78"/>
                <a:gd name="T33" fmla="*/ 161 h 149"/>
                <a:gd name="T34" fmla="*/ 103 w 78"/>
                <a:gd name="T35" fmla="*/ 155 h 149"/>
                <a:gd name="T36" fmla="*/ 101 w 78"/>
                <a:gd name="T37" fmla="*/ 148 h 149"/>
                <a:gd name="T38" fmla="*/ 98 w 78"/>
                <a:gd name="T39" fmla="*/ 143 h 149"/>
                <a:gd name="T40" fmla="*/ 96 w 78"/>
                <a:gd name="T41" fmla="*/ 138 h 149"/>
                <a:gd name="T42" fmla="*/ 92 w 78"/>
                <a:gd name="T43" fmla="*/ 133 h 149"/>
                <a:gd name="T44" fmla="*/ 91 w 78"/>
                <a:gd name="T45" fmla="*/ 126 h 149"/>
                <a:gd name="T46" fmla="*/ 87 w 78"/>
                <a:gd name="T47" fmla="*/ 120 h 149"/>
                <a:gd name="T48" fmla="*/ 82 w 78"/>
                <a:gd name="T49" fmla="*/ 117 h 149"/>
                <a:gd name="T50" fmla="*/ 78 w 78"/>
                <a:gd name="T51" fmla="*/ 112 h 149"/>
                <a:gd name="T52" fmla="*/ 82 w 78"/>
                <a:gd name="T53" fmla="*/ 106 h 149"/>
                <a:gd name="T54" fmla="*/ 82 w 78"/>
                <a:gd name="T55" fmla="*/ 98 h 149"/>
                <a:gd name="T56" fmla="*/ 82 w 78"/>
                <a:gd name="T57" fmla="*/ 89 h 149"/>
                <a:gd name="T58" fmla="*/ 85 w 78"/>
                <a:gd name="T59" fmla="*/ 84 h 149"/>
                <a:gd name="T60" fmla="*/ 91 w 78"/>
                <a:gd name="T61" fmla="*/ 80 h 149"/>
                <a:gd name="T62" fmla="*/ 92 w 78"/>
                <a:gd name="T63" fmla="*/ 75 h 149"/>
                <a:gd name="T64" fmla="*/ 96 w 78"/>
                <a:gd name="T65" fmla="*/ 70 h 149"/>
                <a:gd name="T66" fmla="*/ 96 w 78"/>
                <a:gd name="T67" fmla="*/ 61 h 149"/>
                <a:gd name="T68" fmla="*/ 96 w 78"/>
                <a:gd name="T69" fmla="*/ 52 h 149"/>
                <a:gd name="T70" fmla="*/ 92 w 78"/>
                <a:gd name="T71" fmla="*/ 47 h 149"/>
                <a:gd name="T72" fmla="*/ 87 w 78"/>
                <a:gd name="T73" fmla="*/ 51 h 149"/>
                <a:gd name="T74" fmla="*/ 85 w 78"/>
                <a:gd name="T75" fmla="*/ 56 h 149"/>
                <a:gd name="T76" fmla="*/ 78 w 78"/>
                <a:gd name="T77" fmla="*/ 52 h 149"/>
                <a:gd name="T78" fmla="*/ 73 w 78"/>
                <a:gd name="T79" fmla="*/ 51 h 149"/>
                <a:gd name="T80" fmla="*/ 68 w 78"/>
                <a:gd name="T81" fmla="*/ 47 h 149"/>
                <a:gd name="T82" fmla="*/ 66 w 78"/>
                <a:gd name="T83" fmla="*/ 42 h 149"/>
                <a:gd name="T84" fmla="*/ 63 w 78"/>
                <a:gd name="T85" fmla="*/ 37 h 149"/>
                <a:gd name="T86" fmla="*/ 59 w 78"/>
                <a:gd name="T87" fmla="*/ 30 h 149"/>
                <a:gd name="T88" fmla="*/ 54 w 78"/>
                <a:gd name="T89" fmla="*/ 28 h 149"/>
                <a:gd name="T90" fmla="*/ 49 w 78"/>
                <a:gd name="T91" fmla="*/ 24 h 149"/>
                <a:gd name="T92" fmla="*/ 44 w 78"/>
                <a:gd name="T93" fmla="*/ 23 h 149"/>
                <a:gd name="T94" fmla="*/ 38 w 78"/>
                <a:gd name="T95" fmla="*/ 19 h 149"/>
                <a:gd name="T96" fmla="*/ 35 w 78"/>
                <a:gd name="T97" fmla="*/ 14 h 149"/>
                <a:gd name="T98" fmla="*/ 30 w 78"/>
                <a:gd name="T99" fmla="*/ 10 h 149"/>
                <a:gd name="T100" fmla="*/ 28 w 78"/>
                <a:gd name="T101" fmla="*/ 10 h 149"/>
                <a:gd name="T102" fmla="*/ 19 w 78"/>
                <a:gd name="T103" fmla="*/ 10 h 149"/>
                <a:gd name="T104" fmla="*/ 14 w 78"/>
                <a:gd name="T105" fmla="*/ 9 h 149"/>
                <a:gd name="T106" fmla="*/ 9 w 78"/>
                <a:gd name="T107" fmla="*/ 5 h 149"/>
                <a:gd name="T108" fmla="*/ 3 w 78"/>
                <a:gd name="T109" fmla="*/ 2 h 149"/>
                <a:gd name="T110" fmla="*/ 0 w 78"/>
                <a:gd name="T111" fmla="*/ 0 h 149"/>
                <a:gd name="T112" fmla="*/ 136 w 78"/>
                <a:gd name="T113" fmla="*/ 258 h 149"/>
                <a:gd name="T114" fmla="*/ 38 w 78"/>
                <a:gd name="T115" fmla="*/ 96 h 149"/>
                <a:gd name="T116" fmla="*/ 35 w 78"/>
                <a:gd name="T117" fmla="*/ 89 h 149"/>
                <a:gd name="T118" fmla="*/ 42 w 78"/>
                <a:gd name="T119" fmla="*/ 92 h 149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78" h="149">
                  <a:moveTo>
                    <a:pt x="78" y="148"/>
                  </a:moveTo>
                  <a:cubicBezTo>
                    <a:pt x="78" y="148"/>
                    <a:pt x="78" y="147"/>
                    <a:pt x="78" y="147"/>
                  </a:cubicBezTo>
                  <a:cubicBezTo>
                    <a:pt x="78" y="146"/>
                    <a:pt x="78" y="145"/>
                    <a:pt x="78" y="145"/>
                  </a:cubicBezTo>
                  <a:cubicBezTo>
                    <a:pt x="78" y="144"/>
                    <a:pt x="78" y="144"/>
                    <a:pt x="78" y="143"/>
                  </a:cubicBezTo>
                  <a:cubicBezTo>
                    <a:pt x="78" y="143"/>
                    <a:pt x="78" y="142"/>
                    <a:pt x="78" y="142"/>
                  </a:cubicBezTo>
                  <a:cubicBezTo>
                    <a:pt x="78" y="141"/>
                    <a:pt x="78" y="141"/>
                    <a:pt x="78" y="140"/>
                  </a:cubicBezTo>
                  <a:cubicBezTo>
                    <a:pt x="78" y="139"/>
                    <a:pt x="78" y="139"/>
                    <a:pt x="78" y="138"/>
                  </a:cubicBezTo>
                  <a:cubicBezTo>
                    <a:pt x="78" y="138"/>
                    <a:pt x="77" y="138"/>
                    <a:pt x="77" y="138"/>
                  </a:cubicBezTo>
                  <a:cubicBezTo>
                    <a:pt x="77" y="138"/>
                    <a:pt x="77" y="137"/>
                    <a:pt x="77" y="137"/>
                  </a:cubicBezTo>
                  <a:cubicBezTo>
                    <a:pt x="77" y="136"/>
                    <a:pt x="77" y="136"/>
                    <a:pt x="77" y="135"/>
                  </a:cubicBezTo>
                  <a:cubicBezTo>
                    <a:pt x="77" y="135"/>
                    <a:pt x="77" y="134"/>
                    <a:pt x="77" y="134"/>
                  </a:cubicBezTo>
                  <a:cubicBezTo>
                    <a:pt x="77" y="133"/>
                    <a:pt x="77" y="133"/>
                    <a:pt x="77" y="132"/>
                  </a:cubicBezTo>
                  <a:cubicBezTo>
                    <a:pt x="77" y="131"/>
                    <a:pt x="77" y="131"/>
                    <a:pt x="77" y="130"/>
                  </a:cubicBezTo>
                  <a:cubicBezTo>
                    <a:pt x="77" y="130"/>
                    <a:pt x="77" y="129"/>
                    <a:pt x="77" y="129"/>
                  </a:cubicBezTo>
                  <a:cubicBezTo>
                    <a:pt x="77" y="128"/>
                    <a:pt x="77" y="128"/>
                    <a:pt x="77" y="127"/>
                  </a:cubicBezTo>
                  <a:cubicBezTo>
                    <a:pt x="77" y="127"/>
                    <a:pt x="77" y="126"/>
                    <a:pt x="77" y="125"/>
                  </a:cubicBezTo>
                  <a:cubicBezTo>
                    <a:pt x="77" y="125"/>
                    <a:pt x="77" y="124"/>
                    <a:pt x="77" y="124"/>
                  </a:cubicBezTo>
                  <a:cubicBezTo>
                    <a:pt x="77" y="123"/>
                    <a:pt x="77" y="123"/>
                    <a:pt x="77" y="122"/>
                  </a:cubicBezTo>
                  <a:cubicBezTo>
                    <a:pt x="76" y="122"/>
                    <a:pt x="76" y="122"/>
                    <a:pt x="75" y="122"/>
                  </a:cubicBezTo>
                  <a:cubicBezTo>
                    <a:pt x="75" y="122"/>
                    <a:pt x="75" y="121"/>
                    <a:pt x="75" y="121"/>
                  </a:cubicBezTo>
                  <a:cubicBezTo>
                    <a:pt x="76" y="121"/>
                    <a:pt x="76" y="121"/>
                    <a:pt x="77" y="121"/>
                  </a:cubicBezTo>
                  <a:cubicBezTo>
                    <a:pt x="77" y="120"/>
                    <a:pt x="77" y="120"/>
                    <a:pt x="77" y="119"/>
                  </a:cubicBezTo>
                  <a:cubicBezTo>
                    <a:pt x="77" y="119"/>
                    <a:pt x="77" y="118"/>
                    <a:pt x="77" y="118"/>
                  </a:cubicBezTo>
                  <a:cubicBezTo>
                    <a:pt x="77" y="117"/>
                    <a:pt x="77" y="116"/>
                    <a:pt x="77" y="116"/>
                  </a:cubicBezTo>
                  <a:cubicBezTo>
                    <a:pt x="76" y="116"/>
                    <a:pt x="76" y="116"/>
                    <a:pt x="75" y="116"/>
                  </a:cubicBezTo>
                  <a:cubicBezTo>
                    <a:pt x="75" y="115"/>
                    <a:pt x="75" y="115"/>
                    <a:pt x="75" y="114"/>
                  </a:cubicBezTo>
                  <a:cubicBezTo>
                    <a:pt x="75" y="114"/>
                    <a:pt x="75" y="113"/>
                    <a:pt x="75" y="113"/>
                  </a:cubicBezTo>
                  <a:cubicBezTo>
                    <a:pt x="76" y="113"/>
                    <a:pt x="76" y="113"/>
                    <a:pt x="77" y="113"/>
                  </a:cubicBezTo>
                  <a:cubicBezTo>
                    <a:pt x="77" y="112"/>
                    <a:pt x="77" y="112"/>
                    <a:pt x="77" y="111"/>
                  </a:cubicBezTo>
                  <a:cubicBezTo>
                    <a:pt x="77" y="110"/>
                    <a:pt x="77" y="110"/>
                    <a:pt x="77" y="109"/>
                  </a:cubicBezTo>
                  <a:cubicBezTo>
                    <a:pt x="76" y="109"/>
                    <a:pt x="76" y="109"/>
                    <a:pt x="75" y="109"/>
                  </a:cubicBezTo>
                  <a:cubicBezTo>
                    <a:pt x="75" y="109"/>
                    <a:pt x="75" y="108"/>
                    <a:pt x="75" y="108"/>
                  </a:cubicBezTo>
                  <a:cubicBezTo>
                    <a:pt x="75" y="107"/>
                    <a:pt x="75" y="107"/>
                    <a:pt x="75" y="106"/>
                  </a:cubicBezTo>
                  <a:cubicBezTo>
                    <a:pt x="75" y="106"/>
                    <a:pt x="75" y="105"/>
                    <a:pt x="75" y="105"/>
                  </a:cubicBezTo>
                  <a:cubicBezTo>
                    <a:pt x="75" y="104"/>
                    <a:pt x="75" y="104"/>
                    <a:pt x="75" y="103"/>
                  </a:cubicBezTo>
                  <a:cubicBezTo>
                    <a:pt x="75" y="102"/>
                    <a:pt x="75" y="102"/>
                    <a:pt x="75" y="101"/>
                  </a:cubicBezTo>
                  <a:cubicBezTo>
                    <a:pt x="75" y="101"/>
                    <a:pt x="74" y="101"/>
                    <a:pt x="74" y="101"/>
                  </a:cubicBezTo>
                  <a:cubicBezTo>
                    <a:pt x="74" y="101"/>
                    <a:pt x="74" y="100"/>
                    <a:pt x="74" y="100"/>
                  </a:cubicBezTo>
                  <a:cubicBezTo>
                    <a:pt x="73" y="100"/>
                    <a:pt x="73" y="100"/>
                    <a:pt x="72" y="100"/>
                  </a:cubicBezTo>
                  <a:cubicBezTo>
                    <a:pt x="72" y="99"/>
                    <a:pt x="72" y="99"/>
                    <a:pt x="72" y="98"/>
                  </a:cubicBezTo>
                  <a:cubicBezTo>
                    <a:pt x="72" y="98"/>
                    <a:pt x="71" y="98"/>
                    <a:pt x="71" y="98"/>
                  </a:cubicBezTo>
                  <a:cubicBezTo>
                    <a:pt x="71" y="98"/>
                    <a:pt x="71" y="97"/>
                    <a:pt x="71" y="96"/>
                  </a:cubicBezTo>
                  <a:cubicBezTo>
                    <a:pt x="70" y="96"/>
                    <a:pt x="69" y="96"/>
                    <a:pt x="69" y="96"/>
                  </a:cubicBezTo>
                  <a:cubicBezTo>
                    <a:pt x="68" y="96"/>
                    <a:pt x="68" y="96"/>
                    <a:pt x="67" y="96"/>
                  </a:cubicBezTo>
                  <a:cubicBezTo>
                    <a:pt x="67" y="96"/>
                    <a:pt x="67" y="95"/>
                    <a:pt x="67" y="95"/>
                  </a:cubicBezTo>
                  <a:cubicBezTo>
                    <a:pt x="67" y="95"/>
                    <a:pt x="66" y="95"/>
                    <a:pt x="66" y="95"/>
                  </a:cubicBezTo>
                  <a:cubicBezTo>
                    <a:pt x="65" y="95"/>
                    <a:pt x="65" y="95"/>
                    <a:pt x="64" y="95"/>
                  </a:cubicBezTo>
                  <a:cubicBezTo>
                    <a:pt x="64" y="95"/>
                    <a:pt x="63" y="95"/>
                    <a:pt x="63" y="95"/>
                  </a:cubicBezTo>
                  <a:cubicBezTo>
                    <a:pt x="63" y="94"/>
                    <a:pt x="63" y="94"/>
                    <a:pt x="63" y="93"/>
                  </a:cubicBezTo>
                  <a:cubicBezTo>
                    <a:pt x="62" y="93"/>
                    <a:pt x="62" y="93"/>
                    <a:pt x="61" y="93"/>
                  </a:cubicBezTo>
                  <a:cubicBezTo>
                    <a:pt x="61" y="93"/>
                    <a:pt x="61" y="92"/>
                    <a:pt x="61" y="92"/>
                  </a:cubicBezTo>
                  <a:cubicBezTo>
                    <a:pt x="61" y="91"/>
                    <a:pt x="61" y="91"/>
                    <a:pt x="61" y="90"/>
                  </a:cubicBezTo>
                  <a:cubicBezTo>
                    <a:pt x="61" y="90"/>
                    <a:pt x="60" y="90"/>
                    <a:pt x="59" y="90"/>
                  </a:cubicBezTo>
                  <a:cubicBezTo>
                    <a:pt x="59" y="90"/>
                    <a:pt x="59" y="89"/>
                    <a:pt x="59" y="89"/>
                  </a:cubicBezTo>
                  <a:cubicBezTo>
                    <a:pt x="59" y="89"/>
                    <a:pt x="58" y="89"/>
                    <a:pt x="58" y="89"/>
                  </a:cubicBezTo>
                  <a:cubicBezTo>
                    <a:pt x="58" y="88"/>
                    <a:pt x="58" y="87"/>
                    <a:pt x="58" y="87"/>
                  </a:cubicBezTo>
                  <a:cubicBezTo>
                    <a:pt x="58" y="86"/>
                    <a:pt x="58" y="86"/>
                    <a:pt x="58" y="85"/>
                  </a:cubicBezTo>
                  <a:cubicBezTo>
                    <a:pt x="58" y="85"/>
                    <a:pt x="58" y="84"/>
                    <a:pt x="58" y="84"/>
                  </a:cubicBezTo>
                  <a:cubicBezTo>
                    <a:pt x="57" y="84"/>
                    <a:pt x="57" y="84"/>
                    <a:pt x="56" y="84"/>
                  </a:cubicBezTo>
                  <a:cubicBezTo>
                    <a:pt x="56" y="83"/>
                    <a:pt x="56" y="82"/>
                    <a:pt x="56" y="82"/>
                  </a:cubicBezTo>
                  <a:cubicBezTo>
                    <a:pt x="56" y="82"/>
                    <a:pt x="55" y="82"/>
                    <a:pt x="55" y="82"/>
                  </a:cubicBezTo>
                  <a:cubicBezTo>
                    <a:pt x="55" y="81"/>
                    <a:pt x="55" y="81"/>
                    <a:pt x="55" y="80"/>
                  </a:cubicBezTo>
                  <a:cubicBezTo>
                    <a:pt x="55" y="80"/>
                    <a:pt x="55" y="79"/>
                    <a:pt x="55" y="79"/>
                  </a:cubicBezTo>
                  <a:cubicBezTo>
                    <a:pt x="54" y="79"/>
                    <a:pt x="54" y="79"/>
                    <a:pt x="53" y="79"/>
                  </a:cubicBezTo>
                  <a:cubicBezTo>
                    <a:pt x="53" y="78"/>
                    <a:pt x="53" y="78"/>
                    <a:pt x="53" y="77"/>
                  </a:cubicBezTo>
                  <a:cubicBezTo>
                    <a:pt x="53" y="77"/>
                    <a:pt x="53" y="76"/>
                    <a:pt x="53" y="76"/>
                  </a:cubicBezTo>
                  <a:cubicBezTo>
                    <a:pt x="53" y="76"/>
                    <a:pt x="52" y="76"/>
                    <a:pt x="52" y="76"/>
                  </a:cubicBezTo>
                  <a:cubicBezTo>
                    <a:pt x="52" y="75"/>
                    <a:pt x="52" y="75"/>
                    <a:pt x="52" y="74"/>
                  </a:cubicBezTo>
                  <a:cubicBezTo>
                    <a:pt x="52" y="73"/>
                    <a:pt x="52" y="73"/>
                    <a:pt x="52" y="72"/>
                  </a:cubicBezTo>
                  <a:cubicBezTo>
                    <a:pt x="51" y="72"/>
                    <a:pt x="51" y="72"/>
                    <a:pt x="50" y="72"/>
                  </a:cubicBezTo>
                  <a:cubicBezTo>
                    <a:pt x="50" y="72"/>
                    <a:pt x="50" y="71"/>
                    <a:pt x="50" y="71"/>
                  </a:cubicBezTo>
                  <a:cubicBezTo>
                    <a:pt x="50" y="70"/>
                    <a:pt x="50" y="70"/>
                    <a:pt x="50" y="69"/>
                  </a:cubicBezTo>
                  <a:cubicBezTo>
                    <a:pt x="50" y="69"/>
                    <a:pt x="49" y="69"/>
                    <a:pt x="49" y="69"/>
                  </a:cubicBezTo>
                  <a:cubicBezTo>
                    <a:pt x="48" y="69"/>
                    <a:pt x="48" y="69"/>
                    <a:pt x="47" y="69"/>
                  </a:cubicBezTo>
                  <a:cubicBezTo>
                    <a:pt x="47" y="69"/>
                    <a:pt x="47" y="68"/>
                    <a:pt x="47" y="67"/>
                  </a:cubicBezTo>
                  <a:cubicBezTo>
                    <a:pt x="47" y="67"/>
                    <a:pt x="47" y="66"/>
                    <a:pt x="47" y="66"/>
                  </a:cubicBezTo>
                  <a:cubicBezTo>
                    <a:pt x="46" y="66"/>
                    <a:pt x="46" y="66"/>
                    <a:pt x="45" y="66"/>
                  </a:cubicBezTo>
                  <a:cubicBezTo>
                    <a:pt x="45" y="65"/>
                    <a:pt x="45" y="65"/>
                    <a:pt x="45" y="64"/>
                  </a:cubicBezTo>
                  <a:cubicBezTo>
                    <a:pt x="45" y="64"/>
                    <a:pt x="45" y="63"/>
                    <a:pt x="45" y="63"/>
                  </a:cubicBezTo>
                  <a:cubicBezTo>
                    <a:pt x="45" y="62"/>
                    <a:pt x="45" y="62"/>
                    <a:pt x="45" y="61"/>
                  </a:cubicBezTo>
                  <a:cubicBezTo>
                    <a:pt x="46" y="61"/>
                    <a:pt x="46" y="61"/>
                    <a:pt x="47" y="61"/>
                  </a:cubicBezTo>
                  <a:cubicBezTo>
                    <a:pt x="47" y="60"/>
                    <a:pt x="47" y="60"/>
                    <a:pt x="47" y="59"/>
                  </a:cubicBezTo>
                  <a:cubicBezTo>
                    <a:pt x="47" y="59"/>
                    <a:pt x="47" y="58"/>
                    <a:pt x="47" y="58"/>
                  </a:cubicBezTo>
                  <a:cubicBezTo>
                    <a:pt x="47" y="57"/>
                    <a:pt x="47" y="57"/>
                    <a:pt x="47" y="56"/>
                  </a:cubicBezTo>
                  <a:cubicBezTo>
                    <a:pt x="47" y="56"/>
                    <a:pt x="47" y="55"/>
                    <a:pt x="47" y="55"/>
                  </a:cubicBezTo>
                  <a:cubicBezTo>
                    <a:pt x="47" y="54"/>
                    <a:pt x="47" y="53"/>
                    <a:pt x="47" y="53"/>
                  </a:cubicBezTo>
                  <a:cubicBezTo>
                    <a:pt x="47" y="52"/>
                    <a:pt x="47" y="52"/>
                    <a:pt x="47" y="51"/>
                  </a:cubicBezTo>
                  <a:cubicBezTo>
                    <a:pt x="47" y="51"/>
                    <a:pt x="47" y="50"/>
                    <a:pt x="47" y="50"/>
                  </a:cubicBezTo>
                  <a:cubicBezTo>
                    <a:pt x="48" y="50"/>
                    <a:pt x="48" y="50"/>
                    <a:pt x="49" y="50"/>
                  </a:cubicBezTo>
                  <a:cubicBezTo>
                    <a:pt x="49" y="49"/>
                    <a:pt x="49" y="49"/>
                    <a:pt x="49" y="48"/>
                  </a:cubicBezTo>
                  <a:cubicBezTo>
                    <a:pt x="49" y="48"/>
                    <a:pt x="50" y="48"/>
                    <a:pt x="50" y="48"/>
                  </a:cubicBezTo>
                  <a:cubicBezTo>
                    <a:pt x="50" y="48"/>
                    <a:pt x="50" y="47"/>
                    <a:pt x="50" y="46"/>
                  </a:cubicBezTo>
                  <a:cubicBezTo>
                    <a:pt x="51" y="46"/>
                    <a:pt x="51" y="46"/>
                    <a:pt x="52" y="46"/>
                  </a:cubicBezTo>
                  <a:cubicBezTo>
                    <a:pt x="52" y="46"/>
                    <a:pt x="52" y="45"/>
                    <a:pt x="52" y="45"/>
                  </a:cubicBezTo>
                  <a:cubicBezTo>
                    <a:pt x="52" y="45"/>
                    <a:pt x="53" y="45"/>
                    <a:pt x="53" y="45"/>
                  </a:cubicBezTo>
                  <a:cubicBezTo>
                    <a:pt x="53" y="44"/>
                    <a:pt x="53" y="44"/>
                    <a:pt x="53" y="43"/>
                  </a:cubicBezTo>
                  <a:cubicBezTo>
                    <a:pt x="54" y="43"/>
                    <a:pt x="54" y="43"/>
                    <a:pt x="55" y="43"/>
                  </a:cubicBezTo>
                  <a:cubicBezTo>
                    <a:pt x="55" y="43"/>
                    <a:pt x="55" y="42"/>
                    <a:pt x="55" y="42"/>
                  </a:cubicBezTo>
                  <a:cubicBezTo>
                    <a:pt x="55" y="41"/>
                    <a:pt x="55" y="41"/>
                    <a:pt x="55" y="40"/>
                  </a:cubicBezTo>
                  <a:cubicBezTo>
                    <a:pt x="55" y="40"/>
                    <a:pt x="55" y="39"/>
                    <a:pt x="55" y="38"/>
                  </a:cubicBezTo>
                  <a:cubicBezTo>
                    <a:pt x="55" y="38"/>
                    <a:pt x="55" y="37"/>
                    <a:pt x="55" y="37"/>
                  </a:cubicBezTo>
                  <a:cubicBezTo>
                    <a:pt x="55" y="36"/>
                    <a:pt x="55" y="36"/>
                    <a:pt x="55" y="35"/>
                  </a:cubicBezTo>
                  <a:cubicBezTo>
                    <a:pt x="55" y="35"/>
                    <a:pt x="55" y="34"/>
                    <a:pt x="55" y="34"/>
                  </a:cubicBezTo>
                  <a:cubicBezTo>
                    <a:pt x="55" y="33"/>
                    <a:pt x="55" y="32"/>
                    <a:pt x="55" y="32"/>
                  </a:cubicBezTo>
                  <a:cubicBezTo>
                    <a:pt x="55" y="31"/>
                    <a:pt x="55" y="31"/>
                    <a:pt x="55" y="30"/>
                  </a:cubicBezTo>
                  <a:cubicBezTo>
                    <a:pt x="55" y="30"/>
                    <a:pt x="55" y="29"/>
                    <a:pt x="55" y="29"/>
                  </a:cubicBezTo>
                  <a:cubicBezTo>
                    <a:pt x="54" y="29"/>
                    <a:pt x="54" y="29"/>
                    <a:pt x="53" y="29"/>
                  </a:cubicBezTo>
                  <a:cubicBezTo>
                    <a:pt x="53" y="28"/>
                    <a:pt x="53" y="28"/>
                    <a:pt x="53" y="27"/>
                  </a:cubicBezTo>
                  <a:cubicBezTo>
                    <a:pt x="53" y="27"/>
                    <a:pt x="52" y="27"/>
                    <a:pt x="52" y="27"/>
                  </a:cubicBezTo>
                  <a:cubicBezTo>
                    <a:pt x="51" y="27"/>
                    <a:pt x="51" y="27"/>
                    <a:pt x="50" y="27"/>
                  </a:cubicBezTo>
                  <a:cubicBezTo>
                    <a:pt x="50" y="28"/>
                    <a:pt x="50" y="28"/>
                    <a:pt x="50" y="29"/>
                  </a:cubicBezTo>
                  <a:cubicBezTo>
                    <a:pt x="50" y="29"/>
                    <a:pt x="50" y="30"/>
                    <a:pt x="50" y="30"/>
                  </a:cubicBezTo>
                  <a:cubicBezTo>
                    <a:pt x="50" y="30"/>
                    <a:pt x="49" y="30"/>
                    <a:pt x="49" y="30"/>
                  </a:cubicBezTo>
                  <a:cubicBezTo>
                    <a:pt x="49" y="31"/>
                    <a:pt x="49" y="31"/>
                    <a:pt x="49" y="32"/>
                  </a:cubicBezTo>
                  <a:cubicBezTo>
                    <a:pt x="48" y="32"/>
                    <a:pt x="48" y="32"/>
                    <a:pt x="47" y="32"/>
                  </a:cubicBezTo>
                  <a:cubicBezTo>
                    <a:pt x="47" y="31"/>
                    <a:pt x="47" y="31"/>
                    <a:pt x="47" y="30"/>
                  </a:cubicBezTo>
                  <a:cubicBezTo>
                    <a:pt x="46" y="30"/>
                    <a:pt x="46" y="30"/>
                    <a:pt x="45" y="30"/>
                  </a:cubicBezTo>
                  <a:cubicBezTo>
                    <a:pt x="45" y="30"/>
                    <a:pt x="45" y="29"/>
                    <a:pt x="45" y="29"/>
                  </a:cubicBezTo>
                  <a:cubicBezTo>
                    <a:pt x="45" y="29"/>
                    <a:pt x="44" y="29"/>
                    <a:pt x="44" y="29"/>
                  </a:cubicBezTo>
                  <a:cubicBezTo>
                    <a:pt x="43" y="29"/>
                    <a:pt x="43" y="29"/>
                    <a:pt x="42" y="29"/>
                  </a:cubicBezTo>
                  <a:cubicBezTo>
                    <a:pt x="42" y="29"/>
                    <a:pt x="41" y="29"/>
                    <a:pt x="41" y="29"/>
                  </a:cubicBezTo>
                  <a:cubicBezTo>
                    <a:pt x="41" y="28"/>
                    <a:pt x="41" y="28"/>
                    <a:pt x="41" y="27"/>
                  </a:cubicBezTo>
                  <a:cubicBezTo>
                    <a:pt x="40" y="27"/>
                    <a:pt x="40" y="27"/>
                    <a:pt x="39" y="27"/>
                  </a:cubicBezTo>
                  <a:cubicBezTo>
                    <a:pt x="39" y="27"/>
                    <a:pt x="39" y="26"/>
                    <a:pt x="39" y="26"/>
                  </a:cubicBezTo>
                  <a:cubicBezTo>
                    <a:pt x="39" y="26"/>
                    <a:pt x="38" y="26"/>
                    <a:pt x="38" y="26"/>
                  </a:cubicBezTo>
                  <a:cubicBezTo>
                    <a:pt x="38" y="25"/>
                    <a:pt x="38" y="24"/>
                    <a:pt x="38" y="24"/>
                  </a:cubicBezTo>
                  <a:cubicBezTo>
                    <a:pt x="37" y="24"/>
                    <a:pt x="37" y="24"/>
                    <a:pt x="36" y="24"/>
                  </a:cubicBezTo>
                  <a:cubicBezTo>
                    <a:pt x="36" y="23"/>
                    <a:pt x="36" y="23"/>
                    <a:pt x="36" y="22"/>
                  </a:cubicBezTo>
                  <a:cubicBezTo>
                    <a:pt x="36" y="22"/>
                    <a:pt x="36" y="21"/>
                    <a:pt x="36" y="21"/>
                  </a:cubicBezTo>
                  <a:cubicBezTo>
                    <a:pt x="36" y="20"/>
                    <a:pt x="36" y="20"/>
                    <a:pt x="36" y="19"/>
                  </a:cubicBezTo>
                  <a:cubicBezTo>
                    <a:pt x="35" y="19"/>
                    <a:pt x="35" y="19"/>
                    <a:pt x="34" y="19"/>
                  </a:cubicBezTo>
                  <a:cubicBezTo>
                    <a:pt x="34" y="19"/>
                    <a:pt x="34" y="18"/>
                    <a:pt x="34" y="17"/>
                  </a:cubicBezTo>
                  <a:cubicBezTo>
                    <a:pt x="34" y="17"/>
                    <a:pt x="33" y="17"/>
                    <a:pt x="33" y="17"/>
                  </a:cubicBezTo>
                  <a:cubicBezTo>
                    <a:pt x="33" y="17"/>
                    <a:pt x="33" y="16"/>
                    <a:pt x="33" y="16"/>
                  </a:cubicBezTo>
                  <a:cubicBezTo>
                    <a:pt x="32" y="16"/>
                    <a:pt x="32" y="16"/>
                    <a:pt x="31" y="16"/>
                  </a:cubicBezTo>
                  <a:cubicBezTo>
                    <a:pt x="31" y="15"/>
                    <a:pt x="31" y="15"/>
                    <a:pt x="31" y="14"/>
                  </a:cubicBezTo>
                  <a:cubicBezTo>
                    <a:pt x="31" y="14"/>
                    <a:pt x="30" y="14"/>
                    <a:pt x="30" y="14"/>
                  </a:cubicBezTo>
                  <a:cubicBezTo>
                    <a:pt x="29" y="14"/>
                    <a:pt x="29" y="14"/>
                    <a:pt x="28" y="14"/>
                  </a:cubicBezTo>
                  <a:cubicBezTo>
                    <a:pt x="28" y="14"/>
                    <a:pt x="28" y="13"/>
                    <a:pt x="28" y="13"/>
                  </a:cubicBezTo>
                  <a:cubicBezTo>
                    <a:pt x="28" y="13"/>
                    <a:pt x="27" y="13"/>
                    <a:pt x="27" y="13"/>
                  </a:cubicBezTo>
                  <a:cubicBezTo>
                    <a:pt x="26" y="13"/>
                    <a:pt x="26" y="13"/>
                    <a:pt x="25" y="13"/>
                  </a:cubicBezTo>
                  <a:cubicBezTo>
                    <a:pt x="25" y="13"/>
                    <a:pt x="24" y="13"/>
                    <a:pt x="24" y="13"/>
                  </a:cubicBezTo>
                  <a:cubicBezTo>
                    <a:pt x="23" y="13"/>
                    <a:pt x="22" y="13"/>
                    <a:pt x="22" y="13"/>
                  </a:cubicBezTo>
                  <a:cubicBezTo>
                    <a:pt x="22" y="12"/>
                    <a:pt x="22" y="12"/>
                    <a:pt x="22" y="11"/>
                  </a:cubicBezTo>
                  <a:cubicBezTo>
                    <a:pt x="22" y="11"/>
                    <a:pt x="22" y="10"/>
                    <a:pt x="22" y="9"/>
                  </a:cubicBezTo>
                  <a:cubicBezTo>
                    <a:pt x="21" y="9"/>
                    <a:pt x="21" y="9"/>
                    <a:pt x="20" y="9"/>
                  </a:cubicBezTo>
                  <a:cubicBezTo>
                    <a:pt x="20" y="9"/>
                    <a:pt x="20" y="8"/>
                    <a:pt x="20" y="8"/>
                  </a:cubicBezTo>
                  <a:cubicBezTo>
                    <a:pt x="20" y="8"/>
                    <a:pt x="19" y="8"/>
                    <a:pt x="19" y="8"/>
                  </a:cubicBezTo>
                  <a:cubicBezTo>
                    <a:pt x="19" y="7"/>
                    <a:pt x="19" y="7"/>
                    <a:pt x="19" y="6"/>
                  </a:cubicBezTo>
                  <a:cubicBezTo>
                    <a:pt x="18" y="6"/>
                    <a:pt x="18" y="6"/>
                    <a:pt x="17" y="6"/>
                  </a:cubicBezTo>
                  <a:cubicBezTo>
                    <a:pt x="17" y="6"/>
                    <a:pt x="17" y="5"/>
                    <a:pt x="17" y="5"/>
                  </a:cubicBezTo>
                  <a:cubicBezTo>
                    <a:pt x="17" y="5"/>
                    <a:pt x="16" y="5"/>
                    <a:pt x="16" y="5"/>
                  </a:cubicBezTo>
                  <a:cubicBezTo>
                    <a:pt x="16" y="5"/>
                    <a:pt x="16" y="6"/>
                    <a:pt x="16" y="6"/>
                  </a:cubicBezTo>
                  <a:cubicBezTo>
                    <a:pt x="15" y="6"/>
                    <a:pt x="15" y="6"/>
                    <a:pt x="14" y="6"/>
                  </a:cubicBezTo>
                  <a:cubicBezTo>
                    <a:pt x="14" y="6"/>
                    <a:pt x="13" y="6"/>
                    <a:pt x="12" y="6"/>
                  </a:cubicBezTo>
                  <a:cubicBezTo>
                    <a:pt x="12" y="6"/>
                    <a:pt x="11" y="6"/>
                    <a:pt x="11" y="6"/>
                  </a:cubicBezTo>
                  <a:cubicBezTo>
                    <a:pt x="10" y="6"/>
                    <a:pt x="10" y="6"/>
                    <a:pt x="9" y="6"/>
                  </a:cubicBezTo>
                  <a:cubicBezTo>
                    <a:pt x="9" y="6"/>
                    <a:pt x="9" y="5"/>
                    <a:pt x="9" y="5"/>
                  </a:cubicBezTo>
                  <a:cubicBezTo>
                    <a:pt x="9" y="5"/>
                    <a:pt x="8" y="5"/>
                    <a:pt x="8" y="5"/>
                  </a:cubicBezTo>
                  <a:cubicBezTo>
                    <a:pt x="7" y="5"/>
                    <a:pt x="7" y="5"/>
                    <a:pt x="6" y="5"/>
                  </a:cubicBezTo>
                  <a:cubicBezTo>
                    <a:pt x="6" y="4"/>
                    <a:pt x="6" y="3"/>
                    <a:pt x="6" y="3"/>
                  </a:cubicBezTo>
                  <a:cubicBezTo>
                    <a:pt x="6" y="3"/>
                    <a:pt x="5" y="3"/>
                    <a:pt x="5" y="3"/>
                  </a:cubicBezTo>
                  <a:cubicBezTo>
                    <a:pt x="4" y="3"/>
                    <a:pt x="4" y="3"/>
                    <a:pt x="3" y="3"/>
                  </a:cubicBezTo>
                  <a:cubicBezTo>
                    <a:pt x="3" y="2"/>
                    <a:pt x="3" y="2"/>
                    <a:pt x="3" y="1"/>
                  </a:cubicBezTo>
                  <a:cubicBezTo>
                    <a:pt x="3" y="1"/>
                    <a:pt x="2" y="1"/>
                    <a:pt x="2" y="1"/>
                  </a:cubicBezTo>
                  <a:cubicBezTo>
                    <a:pt x="2" y="1"/>
                    <a:pt x="2" y="0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59"/>
                    <a:pt x="35" y="111"/>
                    <a:pt x="77" y="149"/>
                  </a:cubicBezTo>
                  <a:cubicBezTo>
                    <a:pt x="77" y="148"/>
                    <a:pt x="77" y="148"/>
                    <a:pt x="77" y="148"/>
                  </a:cubicBezTo>
                  <a:cubicBezTo>
                    <a:pt x="77" y="148"/>
                    <a:pt x="78" y="148"/>
                    <a:pt x="78" y="148"/>
                  </a:cubicBezTo>
                  <a:close/>
                  <a:moveTo>
                    <a:pt x="24" y="53"/>
                  </a:moveTo>
                  <a:cubicBezTo>
                    <a:pt x="24" y="53"/>
                    <a:pt x="24" y="54"/>
                    <a:pt x="24" y="55"/>
                  </a:cubicBezTo>
                  <a:cubicBezTo>
                    <a:pt x="23" y="55"/>
                    <a:pt x="22" y="55"/>
                    <a:pt x="22" y="55"/>
                  </a:cubicBezTo>
                  <a:cubicBezTo>
                    <a:pt x="22" y="54"/>
                    <a:pt x="22" y="53"/>
                    <a:pt x="22" y="53"/>
                  </a:cubicBezTo>
                  <a:cubicBezTo>
                    <a:pt x="21" y="53"/>
                    <a:pt x="21" y="53"/>
                    <a:pt x="20" y="53"/>
                  </a:cubicBezTo>
                  <a:cubicBezTo>
                    <a:pt x="20" y="52"/>
                    <a:pt x="20" y="52"/>
                    <a:pt x="20" y="51"/>
                  </a:cubicBezTo>
                  <a:cubicBezTo>
                    <a:pt x="21" y="51"/>
                    <a:pt x="21" y="51"/>
                    <a:pt x="22" y="51"/>
                  </a:cubicBezTo>
                  <a:cubicBezTo>
                    <a:pt x="22" y="51"/>
                    <a:pt x="23" y="51"/>
                    <a:pt x="24" y="51"/>
                  </a:cubicBezTo>
                  <a:cubicBezTo>
                    <a:pt x="24" y="52"/>
                    <a:pt x="24" y="52"/>
                    <a:pt x="24" y="53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53" name="Freeform 41045"/>
            <p:cNvSpPr>
              <a:spLocks/>
            </p:cNvSpPr>
            <p:nvPr/>
          </p:nvSpPr>
          <p:spPr bwMode="auto">
            <a:xfrm>
              <a:off x="3812" y="918"/>
              <a:ext cx="2" cy="2"/>
            </a:xfrm>
            <a:custGeom>
              <a:avLst/>
              <a:gdLst>
                <a:gd name="T0" fmla="*/ 2 w 1"/>
                <a:gd name="T1" fmla="*/ 0 h 1"/>
                <a:gd name="T2" fmla="*/ 0 w 1"/>
                <a:gd name="T3" fmla="*/ 0 h 1"/>
                <a:gd name="T4" fmla="*/ 0 w 1"/>
                <a:gd name="T5" fmla="*/ 2 h 1"/>
                <a:gd name="T6" fmla="*/ 2 w 1"/>
                <a:gd name="T7" fmla="*/ 2 h 1"/>
                <a:gd name="T8" fmla="*/ 2 w 1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54" name="Freeform 41046"/>
            <p:cNvSpPr>
              <a:spLocks/>
            </p:cNvSpPr>
            <p:nvPr/>
          </p:nvSpPr>
          <p:spPr bwMode="auto">
            <a:xfrm>
              <a:off x="4246" y="1268"/>
              <a:ext cx="1" cy="3"/>
            </a:xfrm>
            <a:custGeom>
              <a:avLst/>
              <a:gdLst>
                <a:gd name="T0" fmla="*/ 0 w 1"/>
                <a:gd name="T1" fmla="*/ 3 h 2"/>
                <a:gd name="T2" fmla="*/ 1 w 1"/>
                <a:gd name="T3" fmla="*/ 3 h 2"/>
                <a:gd name="T4" fmla="*/ 1 w 1"/>
                <a:gd name="T5" fmla="*/ 0 h 2"/>
                <a:gd name="T6" fmla="*/ 0 w 1"/>
                <a:gd name="T7" fmla="*/ 0 h 2"/>
                <a:gd name="T8" fmla="*/ 0 w 1"/>
                <a:gd name="T9" fmla="*/ 3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cubicBezTo>
                    <a:pt x="0" y="2"/>
                    <a:pt x="1" y="2"/>
                    <a:pt x="1" y="2"/>
                  </a:cubicBezTo>
                  <a:cubicBezTo>
                    <a:pt x="1" y="1"/>
                    <a:pt x="1" y="1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55" name="Freeform 41047"/>
            <p:cNvSpPr>
              <a:spLocks/>
            </p:cNvSpPr>
            <p:nvPr/>
          </p:nvSpPr>
          <p:spPr bwMode="auto">
            <a:xfrm>
              <a:off x="3821" y="852"/>
              <a:ext cx="7" cy="7"/>
            </a:xfrm>
            <a:custGeom>
              <a:avLst/>
              <a:gdLst>
                <a:gd name="T0" fmla="*/ 2 w 4"/>
                <a:gd name="T1" fmla="*/ 7 h 4"/>
                <a:gd name="T2" fmla="*/ 5 w 4"/>
                <a:gd name="T3" fmla="*/ 7 h 4"/>
                <a:gd name="T4" fmla="*/ 7 w 4"/>
                <a:gd name="T5" fmla="*/ 7 h 4"/>
                <a:gd name="T6" fmla="*/ 7 w 4"/>
                <a:gd name="T7" fmla="*/ 4 h 4"/>
                <a:gd name="T8" fmla="*/ 5 w 4"/>
                <a:gd name="T9" fmla="*/ 4 h 4"/>
                <a:gd name="T10" fmla="*/ 5 w 4"/>
                <a:gd name="T11" fmla="*/ 2 h 4"/>
                <a:gd name="T12" fmla="*/ 5 w 4"/>
                <a:gd name="T13" fmla="*/ 0 h 4"/>
                <a:gd name="T14" fmla="*/ 0 w 4"/>
                <a:gd name="T15" fmla="*/ 4 h 4"/>
                <a:gd name="T16" fmla="*/ 2 w 4"/>
                <a:gd name="T17" fmla="*/ 4 h 4"/>
                <a:gd name="T18" fmla="*/ 2 w 4"/>
                <a:gd name="T19" fmla="*/ 7 h 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4">
                  <a:moveTo>
                    <a:pt x="1" y="4"/>
                  </a:moveTo>
                  <a:cubicBezTo>
                    <a:pt x="2" y="4"/>
                    <a:pt x="2" y="4"/>
                    <a:pt x="3" y="4"/>
                  </a:cubicBezTo>
                  <a:cubicBezTo>
                    <a:pt x="3" y="4"/>
                    <a:pt x="4" y="4"/>
                    <a:pt x="4" y="4"/>
                  </a:cubicBezTo>
                  <a:cubicBezTo>
                    <a:pt x="4" y="3"/>
                    <a:pt x="4" y="3"/>
                    <a:pt x="4" y="2"/>
                  </a:cubicBezTo>
                  <a:cubicBezTo>
                    <a:pt x="4" y="2"/>
                    <a:pt x="3" y="2"/>
                    <a:pt x="3" y="2"/>
                  </a:cubicBezTo>
                  <a:cubicBezTo>
                    <a:pt x="3" y="2"/>
                    <a:pt x="3" y="1"/>
                    <a:pt x="3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1"/>
                    <a:pt x="1" y="2"/>
                    <a:pt x="0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3"/>
                    <a:pt x="1" y="3"/>
                    <a:pt x="1" y="4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56" name="Freeform 41048"/>
            <p:cNvSpPr>
              <a:spLocks/>
            </p:cNvSpPr>
            <p:nvPr/>
          </p:nvSpPr>
          <p:spPr bwMode="auto">
            <a:xfrm>
              <a:off x="3990" y="965"/>
              <a:ext cx="5" cy="3"/>
            </a:xfrm>
            <a:custGeom>
              <a:avLst/>
              <a:gdLst>
                <a:gd name="T0" fmla="*/ 0 w 3"/>
                <a:gd name="T1" fmla="*/ 3 h 2"/>
                <a:gd name="T2" fmla="*/ 2 w 3"/>
                <a:gd name="T3" fmla="*/ 3 h 2"/>
                <a:gd name="T4" fmla="*/ 5 w 3"/>
                <a:gd name="T5" fmla="*/ 3 h 2"/>
                <a:gd name="T6" fmla="*/ 5 w 3"/>
                <a:gd name="T7" fmla="*/ 0 h 2"/>
                <a:gd name="T8" fmla="*/ 2 w 3"/>
                <a:gd name="T9" fmla="*/ 0 h 2"/>
                <a:gd name="T10" fmla="*/ 0 w 3"/>
                <a:gd name="T11" fmla="*/ 0 h 2"/>
                <a:gd name="T12" fmla="*/ 0 w 3"/>
                <a:gd name="T13" fmla="*/ 3 h 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" h="2">
                  <a:moveTo>
                    <a:pt x="0" y="2"/>
                  </a:moveTo>
                  <a:cubicBezTo>
                    <a:pt x="0" y="2"/>
                    <a:pt x="1" y="2"/>
                    <a:pt x="1" y="2"/>
                  </a:cubicBezTo>
                  <a:cubicBezTo>
                    <a:pt x="2" y="2"/>
                    <a:pt x="2" y="2"/>
                    <a:pt x="3" y="2"/>
                  </a:cubicBezTo>
                  <a:cubicBezTo>
                    <a:pt x="3" y="1"/>
                    <a:pt x="3" y="1"/>
                    <a:pt x="3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57" name="Freeform 41049"/>
            <p:cNvSpPr>
              <a:spLocks/>
            </p:cNvSpPr>
            <p:nvPr/>
          </p:nvSpPr>
          <p:spPr bwMode="auto">
            <a:xfrm>
              <a:off x="3995" y="946"/>
              <a:ext cx="5" cy="8"/>
            </a:xfrm>
            <a:custGeom>
              <a:avLst/>
              <a:gdLst>
                <a:gd name="T0" fmla="*/ 2 w 3"/>
                <a:gd name="T1" fmla="*/ 5 h 5"/>
                <a:gd name="T2" fmla="*/ 5 w 3"/>
                <a:gd name="T3" fmla="*/ 5 h 5"/>
                <a:gd name="T4" fmla="*/ 5 w 3"/>
                <a:gd name="T5" fmla="*/ 2 h 5"/>
                <a:gd name="T6" fmla="*/ 5 w 3"/>
                <a:gd name="T7" fmla="*/ 0 h 5"/>
                <a:gd name="T8" fmla="*/ 2 w 3"/>
                <a:gd name="T9" fmla="*/ 0 h 5"/>
                <a:gd name="T10" fmla="*/ 2 w 3"/>
                <a:gd name="T11" fmla="*/ 2 h 5"/>
                <a:gd name="T12" fmla="*/ 0 w 3"/>
                <a:gd name="T13" fmla="*/ 2 h 5"/>
                <a:gd name="T14" fmla="*/ 0 w 3"/>
                <a:gd name="T15" fmla="*/ 5 h 5"/>
                <a:gd name="T16" fmla="*/ 0 w 3"/>
                <a:gd name="T17" fmla="*/ 8 h 5"/>
                <a:gd name="T18" fmla="*/ 2 w 3"/>
                <a:gd name="T19" fmla="*/ 8 h 5"/>
                <a:gd name="T20" fmla="*/ 2 w 3"/>
                <a:gd name="T21" fmla="*/ 5 h 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" h="5">
                  <a:moveTo>
                    <a:pt x="1" y="3"/>
                  </a:moveTo>
                  <a:cubicBezTo>
                    <a:pt x="2" y="3"/>
                    <a:pt x="2" y="3"/>
                    <a:pt x="3" y="3"/>
                  </a:cubicBezTo>
                  <a:cubicBezTo>
                    <a:pt x="3" y="2"/>
                    <a:pt x="3" y="2"/>
                    <a:pt x="3" y="1"/>
                  </a:cubicBezTo>
                  <a:cubicBezTo>
                    <a:pt x="3" y="1"/>
                    <a:pt x="3" y="0"/>
                    <a:pt x="3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0" y="4"/>
                    <a:pt x="0" y="4"/>
                    <a:pt x="0" y="5"/>
                  </a:cubicBezTo>
                  <a:cubicBezTo>
                    <a:pt x="0" y="5"/>
                    <a:pt x="1" y="5"/>
                    <a:pt x="1" y="5"/>
                  </a:cubicBezTo>
                  <a:cubicBezTo>
                    <a:pt x="1" y="4"/>
                    <a:pt x="1" y="4"/>
                    <a:pt x="1" y="3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58" name="Freeform 41050"/>
            <p:cNvSpPr>
              <a:spLocks/>
            </p:cNvSpPr>
            <p:nvPr/>
          </p:nvSpPr>
          <p:spPr bwMode="auto">
            <a:xfrm>
              <a:off x="4000" y="878"/>
              <a:ext cx="2" cy="5"/>
            </a:xfrm>
            <a:custGeom>
              <a:avLst/>
              <a:gdLst>
                <a:gd name="T0" fmla="*/ 2 w 1"/>
                <a:gd name="T1" fmla="*/ 3 h 3"/>
                <a:gd name="T2" fmla="*/ 2 w 1"/>
                <a:gd name="T3" fmla="*/ 0 h 3"/>
                <a:gd name="T4" fmla="*/ 0 w 1"/>
                <a:gd name="T5" fmla="*/ 0 h 3"/>
                <a:gd name="T6" fmla="*/ 0 w 1"/>
                <a:gd name="T7" fmla="*/ 3 h 3"/>
                <a:gd name="T8" fmla="*/ 0 w 1"/>
                <a:gd name="T9" fmla="*/ 5 h 3"/>
                <a:gd name="T10" fmla="*/ 2 w 1"/>
                <a:gd name="T11" fmla="*/ 5 h 3"/>
                <a:gd name="T12" fmla="*/ 2 w 1"/>
                <a:gd name="T13" fmla="*/ 3 h 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" h="3">
                  <a:moveTo>
                    <a:pt x="1" y="2"/>
                  </a:moveTo>
                  <a:cubicBezTo>
                    <a:pt x="1" y="1"/>
                    <a:pt x="1" y="1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0" y="3"/>
                    <a:pt x="1" y="3"/>
                    <a:pt x="1" y="3"/>
                  </a:cubicBezTo>
                  <a:cubicBezTo>
                    <a:pt x="1" y="3"/>
                    <a:pt x="1" y="2"/>
                    <a:pt x="1" y="2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59" name="Freeform 41051"/>
            <p:cNvSpPr>
              <a:spLocks/>
            </p:cNvSpPr>
            <p:nvPr/>
          </p:nvSpPr>
          <p:spPr bwMode="auto">
            <a:xfrm>
              <a:off x="3793" y="873"/>
              <a:ext cx="9" cy="5"/>
            </a:xfrm>
            <a:custGeom>
              <a:avLst/>
              <a:gdLst>
                <a:gd name="T0" fmla="*/ 4 w 5"/>
                <a:gd name="T1" fmla="*/ 5 h 3"/>
                <a:gd name="T2" fmla="*/ 5 w 5"/>
                <a:gd name="T3" fmla="*/ 5 h 3"/>
                <a:gd name="T4" fmla="*/ 5 w 5"/>
                <a:gd name="T5" fmla="*/ 3 h 3"/>
                <a:gd name="T6" fmla="*/ 9 w 5"/>
                <a:gd name="T7" fmla="*/ 3 h 3"/>
                <a:gd name="T8" fmla="*/ 9 w 5"/>
                <a:gd name="T9" fmla="*/ 0 h 3"/>
                <a:gd name="T10" fmla="*/ 7 w 5"/>
                <a:gd name="T11" fmla="*/ 0 h 3"/>
                <a:gd name="T12" fmla="*/ 0 w 5"/>
                <a:gd name="T13" fmla="*/ 5 h 3"/>
                <a:gd name="T14" fmla="*/ 0 w 5"/>
                <a:gd name="T15" fmla="*/ 5 h 3"/>
                <a:gd name="T16" fmla="*/ 4 w 5"/>
                <a:gd name="T17" fmla="*/ 5 h 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" h="3">
                  <a:moveTo>
                    <a:pt x="2" y="3"/>
                  </a:moveTo>
                  <a:cubicBezTo>
                    <a:pt x="2" y="3"/>
                    <a:pt x="3" y="3"/>
                    <a:pt x="3" y="3"/>
                  </a:cubicBezTo>
                  <a:cubicBezTo>
                    <a:pt x="3" y="3"/>
                    <a:pt x="3" y="2"/>
                    <a:pt x="3" y="2"/>
                  </a:cubicBezTo>
                  <a:cubicBezTo>
                    <a:pt x="4" y="2"/>
                    <a:pt x="4" y="2"/>
                    <a:pt x="5" y="2"/>
                  </a:cubicBezTo>
                  <a:cubicBezTo>
                    <a:pt x="5" y="1"/>
                    <a:pt x="5" y="0"/>
                    <a:pt x="5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1"/>
                    <a:pt x="1" y="2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1" y="3"/>
                    <a:pt x="2" y="3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60" name="Freeform 41052"/>
            <p:cNvSpPr>
              <a:spLocks/>
            </p:cNvSpPr>
            <p:nvPr/>
          </p:nvSpPr>
          <p:spPr bwMode="auto">
            <a:xfrm>
              <a:off x="3789" y="970"/>
              <a:ext cx="4" cy="4"/>
            </a:xfrm>
            <a:custGeom>
              <a:avLst/>
              <a:gdLst>
                <a:gd name="T0" fmla="*/ 4 w 2"/>
                <a:gd name="T1" fmla="*/ 0 h 2"/>
                <a:gd name="T2" fmla="*/ 0 w 2"/>
                <a:gd name="T3" fmla="*/ 0 h 2"/>
                <a:gd name="T4" fmla="*/ 0 w 2"/>
                <a:gd name="T5" fmla="*/ 4 h 2"/>
                <a:gd name="T6" fmla="*/ 4 w 2"/>
                <a:gd name="T7" fmla="*/ 4 h 2"/>
                <a:gd name="T8" fmla="*/ 4 w 2"/>
                <a:gd name="T9" fmla="*/ 0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cubicBezTo>
                    <a:pt x="1" y="0"/>
                    <a:pt x="1" y="0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1" y="2"/>
                    <a:pt x="1" y="2"/>
                    <a:pt x="2" y="2"/>
                  </a:cubicBezTo>
                  <a:cubicBezTo>
                    <a:pt x="2" y="1"/>
                    <a:pt x="2" y="1"/>
                    <a:pt x="2" y="0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61" name="Freeform 41053"/>
            <p:cNvSpPr>
              <a:spLocks/>
            </p:cNvSpPr>
            <p:nvPr/>
          </p:nvSpPr>
          <p:spPr bwMode="auto">
            <a:xfrm>
              <a:off x="3796" y="970"/>
              <a:ext cx="2" cy="7"/>
            </a:xfrm>
            <a:custGeom>
              <a:avLst/>
              <a:gdLst>
                <a:gd name="T0" fmla="*/ 2 w 1"/>
                <a:gd name="T1" fmla="*/ 0 h 4"/>
                <a:gd name="T2" fmla="*/ 0 w 1"/>
                <a:gd name="T3" fmla="*/ 0 h 4"/>
                <a:gd name="T4" fmla="*/ 0 w 1"/>
                <a:gd name="T5" fmla="*/ 4 h 4"/>
                <a:gd name="T6" fmla="*/ 0 w 1"/>
                <a:gd name="T7" fmla="*/ 7 h 4"/>
                <a:gd name="T8" fmla="*/ 2 w 1"/>
                <a:gd name="T9" fmla="*/ 7 h 4"/>
                <a:gd name="T10" fmla="*/ 2 w 1"/>
                <a:gd name="T11" fmla="*/ 4 h 4"/>
                <a:gd name="T12" fmla="*/ 2 w 1"/>
                <a:gd name="T13" fmla="*/ 0 h 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" h="4">
                  <a:moveTo>
                    <a:pt x="1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0" y="2"/>
                    <a:pt x="0" y="3"/>
                    <a:pt x="0" y="4"/>
                  </a:cubicBezTo>
                  <a:cubicBezTo>
                    <a:pt x="0" y="4"/>
                    <a:pt x="1" y="4"/>
                    <a:pt x="1" y="4"/>
                  </a:cubicBezTo>
                  <a:cubicBezTo>
                    <a:pt x="1" y="3"/>
                    <a:pt x="1" y="2"/>
                    <a:pt x="1" y="2"/>
                  </a:cubicBezTo>
                  <a:cubicBezTo>
                    <a:pt x="1" y="1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62" name="Freeform 41054"/>
            <p:cNvSpPr>
              <a:spLocks/>
            </p:cNvSpPr>
            <p:nvPr/>
          </p:nvSpPr>
          <p:spPr bwMode="auto">
            <a:xfrm>
              <a:off x="3946" y="869"/>
              <a:ext cx="5" cy="7"/>
            </a:xfrm>
            <a:custGeom>
              <a:avLst/>
              <a:gdLst>
                <a:gd name="T0" fmla="*/ 0 w 3"/>
                <a:gd name="T1" fmla="*/ 7 h 4"/>
                <a:gd name="T2" fmla="*/ 2 w 3"/>
                <a:gd name="T3" fmla="*/ 7 h 4"/>
                <a:gd name="T4" fmla="*/ 2 w 3"/>
                <a:gd name="T5" fmla="*/ 4 h 4"/>
                <a:gd name="T6" fmla="*/ 5 w 3"/>
                <a:gd name="T7" fmla="*/ 4 h 4"/>
                <a:gd name="T8" fmla="*/ 5 w 3"/>
                <a:gd name="T9" fmla="*/ 0 h 4"/>
                <a:gd name="T10" fmla="*/ 2 w 3"/>
                <a:gd name="T11" fmla="*/ 0 h 4"/>
                <a:gd name="T12" fmla="*/ 0 w 3"/>
                <a:gd name="T13" fmla="*/ 0 h 4"/>
                <a:gd name="T14" fmla="*/ 0 w 3"/>
                <a:gd name="T15" fmla="*/ 4 h 4"/>
                <a:gd name="T16" fmla="*/ 0 w 3"/>
                <a:gd name="T17" fmla="*/ 7 h 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" h="4">
                  <a:moveTo>
                    <a:pt x="0" y="4"/>
                  </a:moveTo>
                  <a:cubicBezTo>
                    <a:pt x="0" y="4"/>
                    <a:pt x="1" y="4"/>
                    <a:pt x="1" y="4"/>
                  </a:cubicBezTo>
                  <a:cubicBezTo>
                    <a:pt x="1" y="3"/>
                    <a:pt x="1" y="2"/>
                    <a:pt x="1" y="2"/>
                  </a:cubicBezTo>
                  <a:cubicBezTo>
                    <a:pt x="2" y="2"/>
                    <a:pt x="2" y="2"/>
                    <a:pt x="3" y="2"/>
                  </a:cubicBezTo>
                  <a:cubicBezTo>
                    <a:pt x="3" y="1"/>
                    <a:pt x="3" y="1"/>
                    <a:pt x="3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0" y="2"/>
                    <a:pt x="0" y="3"/>
                    <a:pt x="0" y="4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63" name="Freeform 41055"/>
            <p:cNvSpPr>
              <a:spLocks/>
            </p:cNvSpPr>
            <p:nvPr/>
          </p:nvSpPr>
          <p:spPr bwMode="auto">
            <a:xfrm>
              <a:off x="3822" y="873"/>
              <a:ext cx="4" cy="3"/>
            </a:xfrm>
            <a:custGeom>
              <a:avLst/>
              <a:gdLst>
                <a:gd name="T0" fmla="*/ 4 w 2"/>
                <a:gd name="T1" fmla="*/ 0 h 2"/>
                <a:gd name="T2" fmla="*/ 0 w 2"/>
                <a:gd name="T3" fmla="*/ 0 h 2"/>
                <a:gd name="T4" fmla="*/ 0 w 2"/>
                <a:gd name="T5" fmla="*/ 3 h 2"/>
                <a:gd name="T6" fmla="*/ 4 w 2"/>
                <a:gd name="T7" fmla="*/ 3 h 2"/>
                <a:gd name="T8" fmla="*/ 4 w 2"/>
                <a:gd name="T9" fmla="*/ 0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1" y="2"/>
                    <a:pt x="1" y="2"/>
                    <a:pt x="2" y="2"/>
                  </a:cubicBezTo>
                  <a:cubicBezTo>
                    <a:pt x="2" y="1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64" name="Freeform 41056"/>
            <p:cNvSpPr>
              <a:spLocks/>
            </p:cNvSpPr>
            <p:nvPr/>
          </p:nvSpPr>
          <p:spPr bwMode="auto">
            <a:xfrm>
              <a:off x="3802" y="866"/>
              <a:ext cx="20" cy="21"/>
            </a:xfrm>
            <a:custGeom>
              <a:avLst/>
              <a:gdLst>
                <a:gd name="T0" fmla="*/ 2 w 12"/>
                <a:gd name="T1" fmla="*/ 7 h 12"/>
                <a:gd name="T2" fmla="*/ 2 w 12"/>
                <a:gd name="T3" fmla="*/ 11 h 12"/>
                <a:gd name="T4" fmla="*/ 5 w 12"/>
                <a:gd name="T5" fmla="*/ 11 h 12"/>
                <a:gd name="T6" fmla="*/ 5 w 12"/>
                <a:gd name="T7" fmla="*/ 12 h 12"/>
                <a:gd name="T8" fmla="*/ 2 w 12"/>
                <a:gd name="T9" fmla="*/ 12 h 12"/>
                <a:gd name="T10" fmla="*/ 0 w 12"/>
                <a:gd name="T11" fmla="*/ 12 h 12"/>
                <a:gd name="T12" fmla="*/ 0 w 12"/>
                <a:gd name="T13" fmla="*/ 16 h 12"/>
                <a:gd name="T14" fmla="*/ 0 w 12"/>
                <a:gd name="T15" fmla="*/ 18 h 12"/>
                <a:gd name="T16" fmla="*/ 2 w 12"/>
                <a:gd name="T17" fmla="*/ 18 h 12"/>
                <a:gd name="T18" fmla="*/ 5 w 12"/>
                <a:gd name="T19" fmla="*/ 18 h 12"/>
                <a:gd name="T20" fmla="*/ 5 w 12"/>
                <a:gd name="T21" fmla="*/ 21 h 12"/>
                <a:gd name="T22" fmla="*/ 7 w 12"/>
                <a:gd name="T23" fmla="*/ 21 h 12"/>
                <a:gd name="T24" fmla="*/ 10 w 12"/>
                <a:gd name="T25" fmla="*/ 21 h 12"/>
                <a:gd name="T26" fmla="*/ 10 w 12"/>
                <a:gd name="T27" fmla="*/ 18 h 12"/>
                <a:gd name="T28" fmla="*/ 12 w 12"/>
                <a:gd name="T29" fmla="*/ 18 h 12"/>
                <a:gd name="T30" fmla="*/ 15 w 12"/>
                <a:gd name="T31" fmla="*/ 18 h 12"/>
                <a:gd name="T32" fmla="*/ 15 w 12"/>
                <a:gd name="T33" fmla="*/ 16 h 12"/>
                <a:gd name="T34" fmla="*/ 18 w 12"/>
                <a:gd name="T35" fmla="*/ 16 h 12"/>
                <a:gd name="T36" fmla="*/ 18 w 12"/>
                <a:gd name="T37" fmla="*/ 12 h 12"/>
                <a:gd name="T38" fmla="*/ 20 w 12"/>
                <a:gd name="T39" fmla="*/ 12 h 12"/>
                <a:gd name="T40" fmla="*/ 20 w 12"/>
                <a:gd name="T41" fmla="*/ 11 h 12"/>
                <a:gd name="T42" fmla="*/ 18 w 12"/>
                <a:gd name="T43" fmla="*/ 11 h 12"/>
                <a:gd name="T44" fmla="*/ 15 w 12"/>
                <a:gd name="T45" fmla="*/ 11 h 12"/>
                <a:gd name="T46" fmla="*/ 12 w 12"/>
                <a:gd name="T47" fmla="*/ 11 h 12"/>
                <a:gd name="T48" fmla="*/ 12 w 12"/>
                <a:gd name="T49" fmla="*/ 7 h 12"/>
                <a:gd name="T50" fmla="*/ 10 w 12"/>
                <a:gd name="T51" fmla="*/ 7 h 12"/>
                <a:gd name="T52" fmla="*/ 7 w 12"/>
                <a:gd name="T53" fmla="*/ 7 h 12"/>
                <a:gd name="T54" fmla="*/ 7 w 12"/>
                <a:gd name="T55" fmla="*/ 4 h 12"/>
                <a:gd name="T56" fmla="*/ 5 w 12"/>
                <a:gd name="T57" fmla="*/ 4 h 12"/>
                <a:gd name="T58" fmla="*/ 5 w 12"/>
                <a:gd name="T59" fmla="*/ 2 h 12"/>
                <a:gd name="T60" fmla="*/ 5 w 12"/>
                <a:gd name="T61" fmla="*/ 0 h 12"/>
                <a:gd name="T62" fmla="*/ 2 w 12"/>
                <a:gd name="T63" fmla="*/ 4 h 12"/>
                <a:gd name="T64" fmla="*/ 2 w 12"/>
                <a:gd name="T65" fmla="*/ 4 h 12"/>
                <a:gd name="T66" fmla="*/ 2 w 12"/>
                <a:gd name="T67" fmla="*/ 7 h 12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2" h="12">
                  <a:moveTo>
                    <a:pt x="1" y="4"/>
                  </a:moveTo>
                  <a:cubicBezTo>
                    <a:pt x="1" y="4"/>
                    <a:pt x="1" y="5"/>
                    <a:pt x="1" y="6"/>
                  </a:cubicBezTo>
                  <a:cubicBezTo>
                    <a:pt x="2" y="6"/>
                    <a:pt x="2" y="6"/>
                    <a:pt x="3" y="6"/>
                  </a:cubicBezTo>
                  <a:cubicBezTo>
                    <a:pt x="3" y="6"/>
                    <a:pt x="3" y="7"/>
                    <a:pt x="3" y="7"/>
                  </a:cubicBezTo>
                  <a:cubicBezTo>
                    <a:pt x="2" y="7"/>
                    <a:pt x="2" y="7"/>
                    <a:pt x="1" y="7"/>
                  </a:cubicBezTo>
                  <a:cubicBezTo>
                    <a:pt x="1" y="7"/>
                    <a:pt x="0" y="7"/>
                    <a:pt x="0" y="7"/>
                  </a:cubicBezTo>
                  <a:cubicBezTo>
                    <a:pt x="0" y="8"/>
                    <a:pt x="0" y="8"/>
                    <a:pt x="0" y="9"/>
                  </a:cubicBezTo>
                  <a:cubicBezTo>
                    <a:pt x="0" y="9"/>
                    <a:pt x="0" y="10"/>
                    <a:pt x="0" y="10"/>
                  </a:cubicBezTo>
                  <a:cubicBezTo>
                    <a:pt x="0" y="10"/>
                    <a:pt x="1" y="10"/>
                    <a:pt x="1" y="10"/>
                  </a:cubicBezTo>
                  <a:cubicBezTo>
                    <a:pt x="2" y="10"/>
                    <a:pt x="2" y="10"/>
                    <a:pt x="3" y="10"/>
                  </a:cubicBezTo>
                  <a:cubicBezTo>
                    <a:pt x="3" y="11"/>
                    <a:pt x="3" y="11"/>
                    <a:pt x="3" y="12"/>
                  </a:cubicBezTo>
                  <a:cubicBezTo>
                    <a:pt x="3" y="12"/>
                    <a:pt x="4" y="12"/>
                    <a:pt x="4" y="12"/>
                  </a:cubicBezTo>
                  <a:cubicBezTo>
                    <a:pt x="5" y="12"/>
                    <a:pt x="5" y="12"/>
                    <a:pt x="6" y="12"/>
                  </a:cubicBezTo>
                  <a:cubicBezTo>
                    <a:pt x="6" y="11"/>
                    <a:pt x="6" y="11"/>
                    <a:pt x="6" y="10"/>
                  </a:cubicBezTo>
                  <a:cubicBezTo>
                    <a:pt x="6" y="10"/>
                    <a:pt x="7" y="10"/>
                    <a:pt x="7" y="10"/>
                  </a:cubicBezTo>
                  <a:cubicBezTo>
                    <a:pt x="8" y="10"/>
                    <a:pt x="8" y="10"/>
                    <a:pt x="9" y="10"/>
                  </a:cubicBezTo>
                  <a:cubicBezTo>
                    <a:pt x="9" y="10"/>
                    <a:pt x="9" y="9"/>
                    <a:pt x="9" y="9"/>
                  </a:cubicBezTo>
                  <a:cubicBezTo>
                    <a:pt x="10" y="9"/>
                    <a:pt x="10" y="9"/>
                    <a:pt x="11" y="9"/>
                  </a:cubicBezTo>
                  <a:cubicBezTo>
                    <a:pt x="11" y="8"/>
                    <a:pt x="11" y="8"/>
                    <a:pt x="11" y="7"/>
                  </a:cubicBezTo>
                  <a:cubicBezTo>
                    <a:pt x="11" y="7"/>
                    <a:pt x="12" y="7"/>
                    <a:pt x="12" y="7"/>
                  </a:cubicBezTo>
                  <a:cubicBezTo>
                    <a:pt x="12" y="7"/>
                    <a:pt x="12" y="6"/>
                    <a:pt x="12" y="6"/>
                  </a:cubicBezTo>
                  <a:cubicBezTo>
                    <a:pt x="12" y="6"/>
                    <a:pt x="11" y="6"/>
                    <a:pt x="11" y="6"/>
                  </a:cubicBezTo>
                  <a:cubicBezTo>
                    <a:pt x="10" y="6"/>
                    <a:pt x="10" y="6"/>
                    <a:pt x="9" y="6"/>
                  </a:cubicBezTo>
                  <a:cubicBezTo>
                    <a:pt x="8" y="6"/>
                    <a:pt x="8" y="6"/>
                    <a:pt x="7" y="6"/>
                  </a:cubicBezTo>
                  <a:cubicBezTo>
                    <a:pt x="7" y="5"/>
                    <a:pt x="7" y="4"/>
                    <a:pt x="7" y="4"/>
                  </a:cubicBezTo>
                  <a:cubicBezTo>
                    <a:pt x="7" y="4"/>
                    <a:pt x="6" y="4"/>
                    <a:pt x="6" y="4"/>
                  </a:cubicBezTo>
                  <a:cubicBezTo>
                    <a:pt x="5" y="4"/>
                    <a:pt x="5" y="4"/>
                    <a:pt x="4" y="4"/>
                  </a:cubicBezTo>
                  <a:cubicBezTo>
                    <a:pt x="4" y="3"/>
                    <a:pt x="4" y="3"/>
                    <a:pt x="4" y="2"/>
                  </a:cubicBezTo>
                  <a:cubicBezTo>
                    <a:pt x="4" y="2"/>
                    <a:pt x="3" y="2"/>
                    <a:pt x="3" y="2"/>
                  </a:cubicBezTo>
                  <a:cubicBezTo>
                    <a:pt x="3" y="2"/>
                    <a:pt x="3" y="1"/>
                    <a:pt x="3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1"/>
                    <a:pt x="2" y="1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3"/>
                    <a:pt x="1" y="3"/>
                    <a:pt x="1" y="4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65" name="Freeform 41057"/>
            <p:cNvSpPr>
              <a:spLocks/>
            </p:cNvSpPr>
            <p:nvPr/>
          </p:nvSpPr>
          <p:spPr bwMode="auto">
            <a:xfrm>
              <a:off x="3904" y="951"/>
              <a:ext cx="4" cy="5"/>
            </a:xfrm>
            <a:custGeom>
              <a:avLst/>
              <a:gdLst>
                <a:gd name="T0" fmla="*/ 4 w 2"/>
                <a:gd name="T1" fmla="*/ 3 h 3"/>
                <a:gd name="T2" fmla="*/ 4 w 2"/>
                <a:gd name="T3" fmla="*/ 0 h 3"/>
                <a:gd name="T4" fmla="*/ 0 w 2"/>
                <a:gd name="T5" fmla="*/ 0 h 3"/>
                <a:gd name="T6" fmla="*/ 0 w 2"/>
                <a:gd name="T7" fmla="*/ 3 h 3"/>
                <a:gd name="T8" fmla="*/ 0 w 2"/>
                <a:gd name="T9" fmla="*/ 5 h 3"/>
                <a:gd name="T10" fmla="*/ 4 w 2"/>
                <a:gd name="T11" fmla="*/ 5 h 3"/>
                <a:gd name="T12" fmla="*/ 4 w 2"/>
                <a:gd name="T13" fmla="*/ 3 h 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" h="3">
                  <a:moveTo>
                    <a:pt x="2" y="2"/>
                  </a:moveTo>
                  <a:cubicBezTo>
                    <a:pt x="2" y="1"/>
                    <a:pt x="2" y="1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1" y="3"/>
                    <a:pt x="1" y="3"/>
                    <a:pt x="2" y="3"/>
                  </a:cubicBezTo>
                  <a:cubicBezTo>
                    <a:pt x="2" y="3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66" name="Freeform 41058"/>
            <p:cNvSpPr>
              <a:spLocks/>
            </p:cNvSpPr>
            <p:nvPr/>
          </p:nvSpPr>
          <p:spPr bwMode="auto">
            <a:xfrm>
              <a:off x="3986" y="878"/>
              <a:ext cx="4" cy="3"/>
            </a:xfrm>
            <a:custGeom>
              <a:avLst/>
              <a:gdLst>
                <a:gd name="T0" fmla="*/ 4 w 2"/>
                <a:gd name="T1" fmla="*/ 0 h 2"/>
                <a:gd name="T2" fmla="*/ 0 w 2"/>
                <a:gd name="T3" fmla="*/ 0 h 2"/>
                <a:gd name="T4" fmla="*/ 0 w 2"/>
                <a:gd name="T5" fmla="*/ 3 h 2"/>
                <a:gd name="T6" fmla="*/ 4 w 2"/>
                <a:gd name="T7" fmla="*/ 3 h 2"/>
                <a:gd name="T8" fmla="*/ 4 w 2"/>
                <a:gd name="T9" fmla="*/ 0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cubicBezTo>
                    <a:pt x="1" y="0"/>
                    <a:pt x="1" y="0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1" y="2"/>
                    <a:pt x="1" y="2"/>
                    <a:pt x="2" y="2"/>
                  </a:cubicBezTo>
                  <a:cubicBezTo>
                    <a:pt x="2" y="1"/>
                    <a:pt x="2" y="1"/>
                    <a:pt x="2" y="0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67" name="Freeform 41059"/>
            <p:cNvSpPr>
              <a:spLocks/>
            </p:cNvSpPr>
            <p:nvPr/>
          </p:nvSpPr>
          <p:spPr bwMode="auto">
            <a:xfrm>
              <a:off x="4010" y="923"/>
              <a:ext cx="6" cy="5"/>
            </a:xfrm>
            <a:custGeom>
              <a:avLst/>
              <a:gdLst>
                <a:gd name="T0" fmla="*/ 4 w 3"/>
                <a:gd name="T1" fmla="*/ 3 h 3"/>
                <a:gd name="T2" fmla="*/ 4 w 3"/>
                <a:gd name="T3" fmla="*/ 0 h 3"/>
                <a:gd name="T4" fmla="*/ 0 w 3"/>
                <a:gd name="T5" fmla="*/ 0 h 3"/>
                <a:gd name="T6" fmla="*/ 0 w 3"/>
                <a:gd name="T7" fmla="*/ 3 h 3"/>
                <a:gd name="T8" fmla="*/ 0 w 3"/>
                <a:gd name="T9" fmla="*/ 5 h 3"/>
                <a:gd name="T10" fmla="*/ 4 w 3"/>
                <a:gd name="T11" fmla="*/ 5 h 3"/>
                <a:gd name="T12" fmla="*/ 6 w 3"/>
                <a:gd name="T13" fmla="*/ 5 h 3"/>
                <a:gd name="T14" fmla="*/ 6 w 3"/>
                <a:gd name="T15" fmla="*/ 3 h 3"/>
                <a:gd name="T16" fmla="*/ 4 w 3"/>
                <a:gd name="T17" fmla="*/ 3 h 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" h="3">
                  <a:moveTo>
                    <a:pt x="2" y="2"/>
                  </a:moveTo>
                  <a:cubicBezTo>
                    <a:pt x="2" y="1"/>
                    <a:pt x="2" y="0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1" y="3"/>
                    <a:pt x="1" y="3"/>
                    <a:pt x="2" y="3"/>
                  </a:cubicBezTo>
                  <a:cubicBezTo>
                    <a:pt x="2" y="3"/>
                    <a:pt x="3" y="3"/>
                    <a:pt x="3" y="3"/>
                  </a:cubicBezTo>
                  <a:cubicBezTo>
                    <a:pt x="3" y="3"/>
                    <a:pt x="3" y="2"/>
                    <a:pt x="3" y="2"/>
                  </a:cubicBezTo>
                  <a:cubicBezTo>
                    <a:pt x="3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68" name="Freeform 41060"/>
            <p:cNvSpPr>
              <a:spLocks/>
            </p:cNvSpPr>
            <p:nvPr/>
          </p:nvSpPr>
          <p:spPr bwMode="auto">
            <a:xfrm>
              <a:off x="3784" y="892"/>
              <a:ext cx="4" cy="3"/>
            </a:xfrm>
            <a:custGeom>
              <a:avLst/>
              <a:gdLst>
                <a:gd name="T0" fmla="*/ 0 w 2"/>
                <a:gd name="T1" fmla="*/ 3 h 2"/>
                <a:gd name="T2" fmla="*/ 4 w 2"/>
                <a:gd name="T3" fmla="*/ 3 h 2"/>
                <a:gd name="T4" fmla="*/ 4 w 2"/>
                <a:gd name="T5" fmla="*/ 0 h 2"/>
                <a:gd name="T6" fmla="*/ 0 w 2"/>
                <a:gd name="T7" fmla="*/ 0 h 2"/>
                <a:gd name="T8" fmla="*/ 0 w 2"/>
                <a:gd name="T9" fmla="*/ 3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2">
                  <a:moveTo>
                    <a:pt x="0" y="2"/>
                  </a:moveTo>
                  <a:cubicBezTo>
                    <a:pt x="1" y="2"/>
                    <a:pt x="1" y="2"/>
                    <a:pt x="2" y="2"/>
                  </a:cubicBezTo>
                  <a:cubicBezTo>
                    <a:pt x="2" y="1"/>
                    <a:pt x="2" y="1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69" name="Freeform 41061"/>
            <p:cNvSpPr>
              <a:spLocks/>
            </p:cNvSpPr>
            <p:nvPr/>
          </p:nvSpPr>
          <p:spPr bwMode="auto">
            <a:xfrm>
              <a:off x="4294" y="1203"/>
              <a:ext cx="2" cy="4"/>
            </a:xfrm>
            <a:custGeom>
              <a:avLst/>
              <a:gdLst>
                <a:gd name="T0" fmla="*/ 0 w 1"/>
                <a:gd name="T1" fmla="*/ 4 h 2"/>
                <a:gd name="T2" fmla="*/ 2 w 1"/>
                <a:gd name="T3" fmla="*/ 4 h 2"/>
                <a:gd name="T4" fmla="*/ 2 w 1"/>
                <a:gd name="T5" fmla="*/ 0 h 2"/>
                <a:gd name="T6" fmla="*/ 0 w 1"/>
                <a:gd name="T7" fmla="*/ 0 h 2"/>
                <a:gd name="T8" fmla="*/ 0 w 1"/>
                <a:gd name="T9" fmla="*/ 4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cubicBezTo>
                    <a:pt x="0" y="2"/>
                    <a:pt x="1" y="2"/>
                    <a:pt x="1" y="2"/>
                  </a:cubicBezTo>
                  <a:cubicBezTo>
                    <a:pt x="1" y="1"/>
                    <a:pt x="1" y="1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70" name="Freeform 41062"/>
            <p:cNvSpPr>
              <a:spLocks/>
            </p:cNvSpPr>
            <p:nvPr/>
          </p:nvSpPr>
          <p:spPr bwMode="auto">
            <a:xfrm>
              <a:off x="4294" y="942"/>
              <a:ext cx="2" cy="4"/>
            </a:xfrm>
            <a:custGeom>
              <a:avLst/>
              <a:gdLst>
                <a:gd name="T0" fmla="*/ 0 w 1"/>
                <a:gd name="T1" fmla="*/ 4 h 2"/>
                <a:gd name="T2" fmla="*/ 2 w 1"/>
                <a:gd name="T3" fmla="*/ 4 h 2"/>
                <a:gd name="T4" fmla="*/ 2 w 1"/>
                <a:gd name="T5" fmla="*/ 0 h 2"/>
                <a:gd name="T6" fmla="*/ 0 w 1"/>
                <a:gd name="T7" fmla="*/ 0 h 2"/>
                <a:gd name="T8" fmla="*/ 0 w 1"/>
                <a:gd name="T9" fmla="*/ 4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cubicBezTo>
                    <a:pt x="0" y="2"/>
                    <a:pt x="1" y="2"/>
                    <a:pt x="1" y="2"/>
                  </a:cubicBezTo>
                  <a:cubicBezTo>
                    <a:pt x="1" y="1"/>
                    <a:pt x="1" y="1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71" name="Freeform 41063"/>
            <p:cNvSpPr>
              <a:spLocks/>
            </p:cNvSpPr>
            <p:nvPr/>
          </p:nvSpPr>
          <p:spPr bwMode="auto">
            <a:xfrm>
              <a:off x="3763" y="880"/>
              <a:ext cx="39" cy="40"/>
            </a:xfrm>
            <a:custGeom>
              <a:avLst/>
              <a:gdLst>
                <a:gd name="T0" fmla="*/ 5 w 22"/>
                <a:gd name="T1" fmla="*/ 26 h 23"/>
                <a:gd name="T2" fmla="*/ 5 w 22"/>
                <a:gd name="T3" fmla="*/ 21 h 23"/>
                <a:gd name="T4" fmla="*/ 11 w 22"/>
                <a:gd name="T5" fmla="*/ 21 h 23"/>
                <a:gd name="T6" fmla="*/ 16 w 22"/>
                <a:gd name="T7" fmla="*/ 21 h 23"/>
                <a:gd name="T8" fmla="*/ 20 w 22"/>
                <a:gd name="T9" fmla="*/ 24 h 23"/>
                <a:gd name="T10" fmla="*/ 16 w 22"/>
                <a:gd name="T11" fmla="*/ 26 h 23"/>
                <a:gd name="T12" fmla="*/ 14 w 22"/>
                <a:gd name="T13" fmla="*/ 30 h 23"/>
                <a:gd name="T14" fmla="*/ 14 w 22"/>
                <a:gd name="T15" fmla="*/ 35 h 23"/>
                <a:gd name="T16" fmla="*/ 14 w 22"/>
                <a:gd name="T17" fmla="*/ 40 h 23"/>
                <a:gd name="T18" fmla="*/ 20 w 22"/>
                <a:gd name="T19" fmla="*/ 40 h 23"/>
                <a:gd name="T20" fmla="*/ 20 w 22"/>
                <a:gd name="T21" fmla="*/ 35 h 23"/>
                <a:gd name="T22" fmla="*/ 20 w 22"/>
                <a:gd name="T23" fmla="*/ 30 h 23"/>
                <a:gd name="T24" fmla="*/ 21 w 22"/>
                <a:gd name="T25" fmla="*/ 26 h 23"/>
                <a:gd name="T26" fmla="*/ 25 w 22"/>
                <a:gd name="T27" fmla="*/ 24 h 23"/>
                <a:gd name="T28" fmla="*/ 30 w 22"/>
                <a:gd name="T29" fmla="*/ 24 h 23"/>
                <a:gd name="T30" fmla="*/ 34 w 22"/>
                <a:gd name="T31" fmla="*/ 26 h 23"/>
                <a:gd name="T32" fmla="*/ 39 w 22"/>
                <a:gd name="T33" fmla="*/ 26 h 23"/>
                <a:gd name="T34" fmla="*/ 35 w 22"/>
                <a:gd name="T35" fmla="*/ 24 h 23"/>
                <a:gd name="T36" fmla="*/ 35 w 22"/>
                <a:gd name="T37" fmla="*/ 17 h 23"/>
                <a:gd name="T38" fmla="*/ 35 w 22"/>
                <a:gd name="T39" fmla="*/ 12 h 23"/>
                <a:gd name="T40" fmla="*/ 34 w 22"/>
                <a:gd name="T41" fmla="*/ 9 h 23"/>
                <a:gd name="T42" fmla="*/ 30 w 22"/>
                <a:gd name="T43" fmla="*/ 7 h 23"/>
                <a:gd name="T44" fmla="*/ 27 w 22"/>
                <a:gd name="T45" fmla="*/ 3 h 23"/>
                <a:gd name="T46" fmla="*/ 27 w 22"/>
                <a:gd name="T47" fmla="*/ 0 h 23"/>
                <a:gd name="T48" fmla="*/ 25 w 22"/>
                <a:gd name="T49" fmla="*/ 3 h 23"/>
                <a:gd name="T50" fmla="*/ 25 w 22"/>
                <a:gd name="T51" fmla="*/ 9 h 23"/>
                <a:gd name="T52" fmla="*/ 27 w 22"/>
                <a:gd name="T53" fmla="*/ 12 h 23"/>
                <a:gd name="T54" fmla="*/ 30 w 22"/>
                <a:gd name="T55" fmla="*/ 16 h 23"/>
                <a:gd name="T56" fmla="*/ 34 w 22"/>
                <a:gd name="T57" fmla="*/ 17 h 23"/>
                <a:gd name="T58" fmla="*/ 30 w 22"/>
                <a:gd name="T59" fmla="*/ 21 h 23"/>
                <a:gd name="T60" fmla="*/ 25 w 22"/>
                <a:gd name="T61" fmla="*/ 21 h 23"/>
                <a:gd name="T62" fmla="*/ 21 w 22"/>
                <a:gd name="T63" fmla="*/ 17 h 23"/>
                <a:gd name="T64" fmla="*/ 20 w 22"/>
                <a:gd name="T65" fmla="*/ 16 h 23"/>
                <a:gd name="T66" fmla="*/ 16 w 22"/>
                <a:gd name="T67" fmla="*/ 17 h 23"/>
                <a:gd name="T68" fmla="*/ 14 w 22"/>
                <a:gd name="T69" fmla="*/ 16 h 23"/>
                <a:gd name="T70" fmla="*/ 0 w 22"/>
                <a:gd name="T71" fmla="*/ 26 h 23"/>
                <a:gd name="T72" fmla="*/ 2 w 22"/>
                <a:gd name="T73" fmla="*/ 26 h 23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22" h="23">
                  <a:moveTo>
                    <a:pt x="1" y="15"/>
                  </a:moveTo>
                  <a:cubicBezTo>
                    <a:pt x="2" y="15"/>
                    <a:pt x="2" y="15"/>
                    <a:pt x="3" y="15"/>
                  </a:cubicBezTo>
                  <a:cubicBezTo>
                    <a:pt x="3" y="15"/>
                    <a:pt x="3" y="14"/>
                    <a:pt x="3" y="14"/>
                  </a:cubicBezTo>
                  <a:cubicBezTo>
                    <a:pt x="3" y="13"/>
                    <a:pt x="3" y="13"/>
                    <a:pt x="3" y="12"/>
                  </a:cubicBezTo>
                  <a:cubicBezTo>
                    <a:pt x="3" y="12"/>
                    <a:pt x="4" y="12"/>
                    <a:pt x="5" y="12"/>
                  </a:cubicBezTo>
                  <a:cubicBezTo>
                    <a:pt x="5" y="12"/>
                    <a:pt x="6" y="12"/>
                    <a:pt x="6" y="12"/>
                  </a:cubicBezTo>
                  <a:cubicBezTo>
                    <a:pt x="7" y="12"/>
                    <a:pt x="7" y="12"/>
                    <a:pt x="8" y="12"/>
                  </a:cubicBezTo>
                  <a:cubicBezTo>
                    <a:pt x="8" y="12"/>
                    <a:pt x="9" y="12"/>
                    <a:pt x="9" y="12"/>
                  </a:cubicBezTo>
                  <a:cubicBezTo>
                    <a:pt x="9" y="13"/>
                    <a:pt x="9" y="13"/>
                    <a:pt x="9" y="14"/>
                  </a:cubicBezTo>
                  <a:cubicBezTo>
                    <a:pt x="10" y="14"/>
                    <a:pt x="10" y="14"/>
                    <a:pt x="11" y="14"/>
                  </a:cubicBezTo>
                  <a:cubicBezTo>
                    <a:pt x="11" y="14"/>
                    <a:pt x="11" y="15"/>
                    <a:pt x="11" y="15"/>
                  </a:cubicBezTo>
                  <a:cubicBezTo>
                    <a:pt x="10" y="15"/>
                    <a:pt x="10" y="15"/>
                    <a:pt x="9" y="15"/>
                  </a:cubicBezTo>
                  <a:cubicBezTo>
                    <a:pt x="9" y="16"/>
                    <a:pt x="9" y="16"/>
                    <a:pt x="9" y="17"/>
                  </a:cubicBezTo>
                  <a:cubicBezTo>
                    <a:pt x="9" y="17"/>
                    <a:pt x="8" y="17"/>
                    <a:pt x="8" y="17"/>
                  </a:cubicBezTo>
                  <a:cubicBezTo>
                    <a:pt x="8" y="17"/>
                    <a:pt x="8" y="18"/>
                    <a:pt x="8" y="18"/>
                  </a:cubicBezTo>
                  <a:cubicBezTo>
                    <a:pt x="8" y="19"/>
                    <a:pt x="8" y="19"/>
                    <a:pt x="8" y="20"/>
                  </a:cubicBezTo>
                  <a:cubicBezTo>
                    <a:pt x="8" y="21"/>
                    <a:pt x="8" y="21"/>
                    <a:pt x="8" y="22"/>
                  </a:cubicBezTo>
                  <a:cubicBezTo>
                    <a:pt x="8" y="22"/>
                    <a:pt x="8" y="23"/>
                    <a:pt x="8" y="23"/>
                  </a:cubicBezTo>
                  <a:cubicBezTo>
                    <a:pt x="8" y="23"/>
                    <a:pt x="9" y="23"/>
                    <a:pt x="9" y="23"/>
                  </a:cubicBezTo>
                  <a:cubicBezTo>
                    <a:pt x="10" y="23"/>
                    <a:pt x="10" y="23"/>
                    <a:pt x="11" y="23"/>
                  </a:cubicBezTo>
                  <a:cubicBezTo>
                    <a:pt x="11" y="23"/>
                    <a:pt x="11" y="22"/>
                    <a:pt x="11" y="22"/>
                  </a:cubicBezTo>
                  <a:cubicBezTo>
                    <a:pt x="11" y="21"/>
                    <a:pt x="11" y="21"/>
                    <a:pt x="11" y="20"/>
                  </a:cubicBezTo>
                  <a:cubicBezTo>
                    <a:pt x="11" y="19"/>
                    <a:pt x="11" y="19"/>
                    <a:pt x="11" y="18"/>
                  </a:cubicBezTo>
                  <a:cubicBezTo>
                    <a:pt x="11" y="18"/>
                    <a:pt x="11" y="17"/>
                    <a:pt x="11" y="17"/>
                  </a:cubicBezTo>
                  <a:cubicBezTo>
                    <a:pt x="11" y="17"/>
                    <a:pt x="12" y="17"/>
                    <a:pt x="12" y="17"/>
                  </a:cubicBezTo>
                  <a:cubicBezTo>
                    <a:pt x="12" y="16"/>
                    <a:pt x="12" y="16"/>
                    <a:pt x="12" y="15"/>
                  </a:cubicBezTo>
                  <a:cubicBezTo>
                    <a:pt x="12" y="15"/>
                    <a:pt x="12" y="14"/>
                    <a:pt x="12" y="14"/>
                  </a:cubicBezTo>
                  <a:cubicBezTo>
                    <a:pt x="13" y="14"/>
                    <a:pt x="13" y="14"/>
                    <a:pt x="14" y="14"/>
                  </a:cubicBezTo>
                  <a:cubicBezTo>
                    <a:pt x="14" y="14"/>
                    <a:pt x="15" y="14"/>
                    <a:pt x="15" y="14"/>
                  </a:cubicBezTo>
                  <a:cubicBezTo>
                    <a:pt x="16" y="14"/>
                    <a:pt x="16" y="14"/>
                    <a:pt x="17" y="14"/>
                  </a:cubicBezTo>
                  <a:cubicBezTo>
                    <a:pt x="17" y="14"/>
                    <a:pt x="17" y="15"/>
                    <a:pt x="17" y="15"/>
                  </a:cubicBezTo>
                  <a:cubicBezTo>
                    <a:pt x="17" y="15"/>
                    <a:pt x="18" y="15"/>
                    <a:pt x="19" y="15"/>
                  </a:cubicBezTo>
                  <a:cubicBezTo>
                    <a:pt x="19" y="15"/>
                    <a:pt x="20" y="15"/>
                    <a:pt x="20" y="15"/>
                  </a:cubicBezTo>
                  <a:cubicBezTo>
                    <a:pt x="21" y="15"/>
                    <a:pt x="21" y="15"/>
                    <a:pt x="22" y="15"/>
                  </a:cubicBezTo>
                  <a:cubicBezTo>
                    <a:pt x="22" y="15"/>
                    <a:pt x="22" y="14"/>
                    <a:pt x="22" y="14"/>
                  </a:cubicBezTo>
                  <a:cubicBezTo>
                    <a:pt x="21" y="14"/>
                    <a:pt x="21" y="14"/>
                    <a:pt x="20" y="14"/>
                  </a:cubicBezTo>
                  <a:cubicBezTo>
                    <a:pt x="20" y="13"/>
                    <a:pt x="20" y="13"/>
                    <a:pt x="20" y="12"/>
                  </a:cubicBezTo>
                  <a:cubicBezTo>
                    <a:pt x="20" y="11"/>
                    <a:pt x="20" y="11"/>
                    <a:pt x="20" y="10"/>
                  </a:cubicBezTo>
                  <a:cubicBezTo>
                    <a:pt x="20" y="10"/>
                    <a:pt x="20" y="9"/>
                    <a:pt x="20" y="9"/>
                  </a:cubicBezTo>
                  <a:cubicBezTo>
                    <a:pt x="20" y="8"/>
                    <a:pt x="20" y="8"/>
                    <a:pt x="20" y="7"/>
                  </a:cubicBezTo>
                  <a:cubicBezTo>
                    <a:pt x="20" y="7"/>
                    <a:pt x="20" y="6"/>
                    <a:pt x="20" y="5"/>
                  </a:cubicBezTo>
                  <a:cubicBezTo>
                    <a:pt x="20" y="5"/>
                    <a:pt x="19" y="5"/>
                    <a:pt x="19" y="5"/>
                  </a:cubicBezTo>
                  <a:cubicBezTo>
                    <a:pt x="18" y="5"/>
                    <a:pt x="17" y="5"/>
                    <a:pt x="17" y="5"/>
                  </a:cubicBezTo>
                  <a:cubicBezTo>
                    <a:pt x="17" y="5"/>
                    <a:pt x="17" y="4"/>
                    <a:pt x="17" y="4"/>
                  </a:cubicBezTo>
                  <a:cubicBezTo>
                    <a:pt x="17" y="3"/>
                    <a:pt x="17" y="3"/>
                    <a:pt x="17" y="2"/>
                  </a:cubicBezTo>
                  <a:cubicBezTo>
                    <a:pt x="16" y="2"/>
                    <a:pt x="16" y="2"/>
                    <a:pt x="15" y="2"/>
                  </a:cubicBezTo>
                  <a:cubicBezTo>
                    <a:pt x="15" y="2"/>
                    <a:pt x="15" y="1"/>
                    <a:pt x="15" y="1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1"/>
                    <a:pt x="14" y="1"/>
                    <a:pt x="14" y="1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4" y="3"/>
                    <a:pt x="14" y="3"/>
                    <a:pt x="14" y="4"/>
                  </a:cubicBezTo>
                  <a:cubicBezTo>
                    <a:pt x="14" y="4"/>
                    <a:pt x="14" y="5"/>
                    <a:pt x="14" y="5"/>
                  </a:cubicBezTo>
                  <a:cubicBezTo>
                    <a:pt x="14" y="6"/>
                    <a:pt x="14" y="7"/>
                    <a:pt x="14" y="7"/>
                  </a:cubicBezTo>
                  <a:cubicBezTo>
                    <a:pt x="14" y="7"/>
                    <a:pt x="15" y="7"/>
                    <a:pt x="15" y="7"/>
                  </a:cubicBezTo>
                  <a:cubicBezTo>
                    <a:pt x="16" y="7"/>
                    <a:pt x="16" y="7"/>
                    <a:pt x="17" y="7"/>
                  </a:cubicBezTo>
                  <a:cubicBezTo>
                    <a:pt x="17" y="8"/>
                    <a:pt x="17" y="8"/>
                    <a:pt x="17" y="9"/>
                  </a:cubicBezTo>
                  <a:cubicBezTo>
                    <a:pt x="17" y="9"/>
                    <a:pt x="18" y="9"/>
                    <a:pt x="19" y="9"/>
                  </a:cubicBezTo>
                  <a:cubicBezTo>
                    <a:pt x="19" y="9"/>
                    <a:pt x="19" y="10"/>
                    <a:pt x="19" y="10"/>
                  </a:cubicBezTo>
                  <a:cubicBezTo>
                    <a:pt x="19" y="11"/>
                    <a:pt x="19" y="11"/>
                    <a:pt x="19" y="12"/>
                  </a:cubicBezTo>
                  <a:cubicBezTo>
                    <a:pt x="18" y="12"/>
                    <a:pt x="17" y="12"/>
                    <a:pt x="17" y="12"/>
                  </a:cubicBezTo>
                  <a:cubicBezTo>
                    <a:pt x="16" y="12"/>
                    <a:pt x="16" y="12"/>
                    <a:pt x="15" y="12"/>
                  </a:cubicBezTo>
                  <a:cubicBezTo>
                    <a:pt x="15" y="12"/>
                    <a:pt x="14" y="12"/>
                    <a:pt x="14" y="12"/>
                  </a:cubicBezTo>
                  <a:cubicBezTo>
                    <a:pt x="13" y="12"/>
                    <a:pt x="13" y="12"/>
                    <a:pt x="12" y="12"/>
                  </a:cubicBezTo>
                  <a:cubicBezTo>
                    <a:pt x="12" y="11"/>
                    <a:pt x="12" y="11"/>
                    <a:pt x="12" y="10"/>
                  </a:cubicBezTo>
                  <a:cubicBezTo>
                    <a:pt x="12" y="10"/>
                    <a:pt x="12" y="9"/>
                    <a:pt x="12" y="9"/>
                  </a:cubicBezTo>
                  <a:cubicBezTo>
                    <a:pt x="12" y="9"/>
                    <a:pt x="11" y="9"/>
                    <a:pt x="11" y="9"/>
                  </a:cubicBezTo>
                  <a:cubicBezTo>
                    <a:pt x="11" y="9"/>
                    <a:pt x="11" y="10"/>
                    <a:pt x="11" y="10"/>
                  </a:cubicBezTo>
                  <a:cubicBezTo>
                    <a:pt x="10" y="10"/>
                    <a:pt x="10" y="10"/>
                    <a:pt x="9" y="10"/>
                  </a:cubicBezTo>
                  <a:cubicBezTo>
                    <a:pt x="9" y="10"/>
                    <a:pt x="9" y="9"/>
                    <a:pt x="9" y="9"/>
                  </a:cubicBezTo>
                  <a:cubicBezTo>
                    <a:pt x="9" y="9"/>
                    <a:pt x="8" y="9"/>
                    <a:pt x="8" y="9"/>
                  </a:cubicBezTo>
                  <a:cubicBezTo>
                    <a:pt x="8" y="8"/>
                    <a:pt x="8" y="8"/>
                    <a:pt x="8" y="7"/>
                  </a:cubicBezTo>
                  <a:cubicBezTo>
                    <a:pt x="5" y="10"/>
                    <a:pt x="2" y="12"/>
                    <a:pt x="0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5"/>
                    <a:pt x="1" y="15"/>
                    <a:pt x="1" y="15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72" name="Freeform 41064"/>
            <p:cNvSpPr>
              <a:spLocks/>
            </p:cNvSpPr>
            <p:nvPr/>
          </p:nvSpPr>
          <p:spPr bwMode="auto">
            <a:xfrm>
              <a:off x="4299" y="956"/>
              <a:ext cx="6" cy="18"/>
            </a:xfrm>
            <a:custGeom>
              <a:avLst/>
              <a:gdLst>
                <a:gd name="T0" fmla="*/ 4 w 3"/>
                <a:gd name="T1" fmla="*/ 4 h 10"/>
                <a:gd name="T2" fmla="*/ 4 w 3"/>
                <a:gd name="T3" fmla="*/ 5 h 10"/>
                <a:gd name="T4" fmla="*/ 4 w 3"/>
                <a:gd name="T5" fmla="*/ 9 h 10"/>
                <a:gd name="T6" fmla="*/ 0 w 3"/>
                <a:gd name="T7" fmla="*/ 9 h 10"/>
                <a:gd name="T8" fmla="*/ 0 w 3"/>
                <a:gd name="T9" fmla="*/ 13 h 10"/>
                <a:gd name="T10" fmla="*/ 0 w 3"/>
                <a:gd name="T11" fmla="*/ 14 h 10"/>
                <a:gd name="T12" fmla="*/ 0 w 3"/>
                <a:gd name="T13" fmla="*/ 18 h 10"/>
                <a:gd name="T14" fmla="*/ 4 w 3"/>
                <a:gd name="T15" fmla="*/ 18 h 10"/>
                <a:gd name="T16" fmla="*/ 4 w 3"/>
                <a:gd name="T17" fmla="*/ 14 h 10"/>
                <a:gd name="T18" fmla="*/ 4 w 3"/>
                <a:gd name="T19" fmla="*/ 13 h 10"/>
                <a:gd name="T20" fmla="*/ 6 w 3"/>
                <a:gd name="T21" fmla="*/ 13 h 10"/>
                <a:gd name="T22" fmla="*/ 6 w 3"/>
                <a:gd name="T23" fmla="*/ 9 h 10"/>
                <a:gd name="T24" fmla="*/ 6 w 3"/>
                <a:gd name="T25" fmla="*/ 5 h 10"/>
                <a:gd name="T26" fmla="*/ 6 w 3"/>
                <a:gd name="T27" fmla="*/ 4 h 10"/>
                <a:gd name="T28" fmla="*/ 6 w 3"/>
                <a:gd name="T29" fmla="*/ 0 h 10"/>
                <a:gd name="T30" fmla="*/ 4 w 3"/>
                <a:gd name="T31" fmla="*/ 0 h 10"/>
                <a:gd name="T32" fmla="*/ 4 w 3"/>
                <a:gd name="T33" fmla="*/ 4 h 1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" h="10">
                  <a:moveTo>
                    <a:pt x="2" y="2"/>
                  </a:moveTo>
                  <a:cubicBezTo>
                    <a:pt x="2" y="2"/>
                    <a:pt x="2" y="3"/>
                    <a:pt x="2" y="3"/>
                  </a:cubicBezTo>
                  <a:cubicBezTo>
                    <a:pt x="2" y="4"/>
                    <a:pt x="2" y="4"/>
                    <a:pt x="2" y="5"/>
                  </a:cubicBezTo>
                  <a:cubicBezTo>
                    <a:pt x="1" y="5"/>
                    <a:pt x="1" y="5"/>
                    <a:pt x="0" y="5"/>
                  </a:cubicBezTo>
                  <a:cubicBezTo>
                    <a:pt x="0" y="6"/>
                    <a:pt x="0" y="6"/>
                    <a:pt x="0" y="7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0" y="9"/>
                    <a:pt x="0" y="9"/>
                    <a:pt x="0" y="10"/>
                  </a:cubicBezTo>
                  <a:cubicBezTo>
                    <a:pt x="1" y="10"/>
                    <a:pt x="1" y="10"/>
                    <a:pt x="2" y="10"/>
                  </a:cubicBezTo>
                  <a:cubicBezTo>
                    <a:pt x="2" y="9"/>
                    <a:pt x="2" y="9"/>
                    <a:pt x="2" y="8"/>
                  </a:cubicBezTo>
                  <a:cubicBezTo>
                    <a:pt x="2" y="8"/>
                    <a:pt x="2" y="7"/>
                    <a:pt x="2" y="7"/>
                  </a:cubicBezTo>
                  <a:cubicBezTo>
                    <a:pt x="2" y="7"/>
                    <a:pt x="3" y="7"/>
                    <a:pt x="3" y="7"/>
                  </a:cubicBezTo>
                  <a:cubicBezTo>
                    <a:pt x="3" y="6"/>
                    <a:pt x="3" y="6"/>
                    <a:pt x="3" y="5"/>
                  </a:cubicBezTo>
                  <a:cubicBezTo>
                    <a:pt x="3" y="4"/>
                    <a:pt x="3" y="4"/>
                    <a:pt x="3" y="3"/>
                  </a:cubicBezTo>
                  <a:cubicBezTo>
                    <a:pt x="3" y="3"/>
                    <a:pt x="3" y="2"/>
                    <a:pt x="3" y="2"/>
                  </a:cubicBezTo>
                  <a:cubicBezTo>
                    <a:pt x="3" y="1"/>
                    <a:pt x="3" y="1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2" y="1"/>
                    <a:pt x="2" y="1"/>
                    <a:pt x="2" y="2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73" name="Freeform 41065"/>
            <p:cNvSpPr>
              <a:spLocks/>
            </p:cNvSpPr>
            <p:nvPr/>
          </p:nvSpPr>
          <p:spPr bwMode="auto">
            <a:xfrm>
              <a:off x="4380" y="1235"/>
              <a:ext cx="1" cy="0"/>
            </a:xfrm>
            <a:custGeom>
              <a:avLst/>
              <a:gdLst>
                <a:gd name="T0" fmla="*/ 1 w 1"/>
                <a:gd name="T1" fmla="*/ 1 w 1"/>
                <a:gd name="T2" fmla="*/ 1 w 1"/>
                <a:gd name="T3" fmla="*/ 0 w 1"/>
                <a:gd name="T4" fmla="*/ 1 w 1"/>
                <a:gd name="T5" fmla="*/ 1 w 1"/>
                <a:gd name="T6" fmla="*/ 0 60000 65536"/>
                <a:gd name="T7" fmla="*/ 0 60000 655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6">
                  <a:pos x="T0" y="0"/>
                </a:cxn>
                <a:cxn ang="T7">
                  <a:pos x="T1" y="0"/>
                </a:cxn>
                <a:cxn ang="T8">
                  <a:pos x="T2" y="0"/>
                </a:cxn>
                <a:cxn ang="T9">
                  <a:pos x="T3" y="0"/>
                </a:cxn>
                <a:cxn ang="T10">
                  <a:pos x="T4" y="0"/>
                </a:cxn>
                <a:cxn ang="T11">
                  <a:pos x="T5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74" name="Freeform 41066"/>
            <p:cNvSpPr>
              <a:spLocks/>
            </p:cNvSpPr>
            <p:nvPr/>
          </p:nvSpPr>
          <p:spPr bwMode="auto">
            <a:xfrm>
              <a:off x="4009" y="939"/>
              <a:ext cx="1" cy="3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3 h 2"/>
                <a:gd name="T4" fmla="*/ 1 w 1"/>
                <a:gd name="T5" fmla="*/ 3 h 2"/>
                <a:gd name="T6" fmla="*/ 1 w 1"/>
                <a:gd name="T7" fmla="*/ 0 h 2"/>
                <a:gd name="T8" fmla="*/ 0 w 1"/>
                <a:gd name="T9" fmla="*/ 0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cubicBezTo>
                    <a:pt x="0" y="1"/>
                    <a:pt x="0" y="2"/>
                    <a:pt x="0" y="2"/>
                  </a:cubicBezTo>
                  <a:cubicBezTo>
                    <a:pt x="0" y="2"/>
                    <a:pt x="1" y="2"/>
                    <a:pt x="1" y="2"/>
                  </a:cubicBezTo>
                  <a:cubicBezTo>
                    <a:pt x="1" y="2"/>
                    <a:pt x="1" y="1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75" name="Freeform 41067"/>
            <p:cNvSpPr>
              <a:spLocks/>
            </p:cNvSpPr>
            <p:nvPr/>
          </p:nvSpPr>
          <p:spPr bwMode="auto">
            <a:xfrm>
              <a:off x="4313" y="927"/>
              <a:ext cx="6" cy="1"/>
            </a:xfrm>
            <a:custGeom>
              <a:avLst/>
              <a:gdLst>
                <a:gd name="T0" fmla="*/ 0 w 3"/>
                <a:gd name="T1" fmla="*/ 0 h 1"/>
                <a:gd name="T2" fmla="*/ 0 w 3"/>
                <a:gd name="T3" fmla="*/ 1 h 1"/>
                <a:gd name="T4" fmla="*/ 2 w 3"/>
                <a:gd name="T5" fmla="*/ 1 h 1"/>
                <a:gd name="T6" fmla="*/ 6 w 3"/>
                <a:gd name="T7" fmla="*/ 1 h 1"/>
                <a:gd name="T8" fmla="*/ 6 w 3"/>
                <a:gd name="T9" fmla="*/ 0 h 1"/>
                <a:gd name="T10" fmla="*/ 2 w 3"/>
                <a:gd name="T11" fmla="*/ 0 h 1"/>
                <a:gd name="T12" fmla="*/ 0 w 3"/>
                <a:gd name="T13" fmla="*/ 0 h 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cubicBezTo>
                    <a:pt x="0" y="0"/>
                    <a:pt x="0" y="1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ubicBezTo>
                    <a:pt x="2" y="1"/>
                    <a:pt x="2" y="1"/>
                    <a:pt x="3" y="1"/>
                  </a:cubicBezTo>
                  <a:cubicBezTo>
                    <a:pt x="3" y="1"/>
                    <a:pt x="3" y="0"/>
                    <a:pt x="3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76" name="Freeform 41068"/>
            <p:cNvSpPr>
              <a:spLocks/>
            </p:cNvSpPr>
            <p:nvPr/>
          </p:nvSpPr>
          <p:spPr bwMode="auto">
            <a:xfrm>
              <a:off x="4310" y="923"/>
              <a:ext cx="3" cy="4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4 h 2"/>
                <a:gd name="T4" fmla="*/ 3 w 2"/>
                <a:gd name="T5" fmla="*/ 4 h 2"/>
                <a:gd name="T6" fmla="*/ 3 w 2"/>
                <a:gd name="T7" fmla="*/ 0 h 2"/>
                <a:gd name="T8" fmla="*/ 0 w 2"/>
                <a:gd name="T9" fmla="*/ 0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cubicBezTo>
                    <a:pt x="0" y="0"/>
                    <a:pt x="0" y="1"/>
                    <a:pt x="0" y="2"/>
                  </a:cubicBezTo>
                  <a:cubicBezTo>
                    <a:pt x="1" y="2"/>
                    <a:pt x="1" y="2"/>
                    <a:pt x="2" y="2"/>
                  </a:cubicBezTo>
                  <a:cubicBezTo>
                    <a:pt x="2" y="1"/>
                    <a:pt x="2" y="0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77" name="Freeform 41069"/>
            <p:cNvSpPr>
              <a:spLocks noEditPoints="1"/>
            </p:cNvSpPr>
            <p:nvPr/>
          </p:nvSpPr>
          <p:spPr bwMode="auto">
            <a:xfrm>
              <a:off x="3645" y="846"/>
              <a:ext cx="282" cy="692"/>
            </a:xfrm>
            <a:custGeom>
              <a:avLst/>
              <a:gdLst>
                <a:gd name="T0" fmla="*/ 202 w 162"/>
                <a:gd name="T1" fmla="*/ 659 h 397"/>
                <a:gd name="T2" fmla="*/ 225 w 162"/>
                <a:gd name="T3" fmla="*/ 622 h 397"/>
                <a:gd name="T4" fmla="*/ 251 w 162"/>
                <a:gd name="T5" fmla="*/ 591 h 397"/>
                <a:gd name="T6" fmla="*/ 265 w 162"/>
                <a:gd name="T7" fmla="*/ 540 h 397"/>
                <a:gd name="T8" fmla="*/ 270 w 162"/>
                <a:gd name="T9" fmla="*/ 507 h 397"/>
                <a:gd name="T10" fmla="*/ 225 w 162"/>
                <a:gd name="T11" fmla="*/ 490 h 397"/>
                <a:gd name="T12" fmla="*/ 191 w 162"/>
                <a:gd name="T13" fmla="*/ 458 h 397"/>
                <a:gd name="T14" fmla="*/ 158 w 162"/>
                <a:gd name="T15" fmla="*/ 434 h 397"/>
                <a:gd name="T16" fmla="*/ 120 w 162"/>
                <a:gd name="T17" fmla="*/ 431 h 397"/>
                <a:gd name="T18" fmla="*/ 82 w 162"/>
                <a:gd name="T19" fmla="*/ 443 h 397"/>
                <a:gd name="T20" fmla="*/ 57 w 162"/>
                <a:gd name="T21" fmla="*/ 408 h 397"/>
                <a:gd name="T22" fmla="*/ 52 w 162"/>
                <a:gd name="T23" fmla="*/ 389 h 397"/>
                <a:gd name="T24" fmla="*/ 28 w 162"/>
                <a:gd name="T25" fmla="*/ 366 h 397"/>
                <a:gd name="T26" fmla="*/ 61 w 162"/>
                <a:gd name="T27" fmla="*/ 342 h 397"/>
                <a:gd name="T28" fmla="*/ 94 w 162"/>
                <a:gd name="T29" fmla="*/ 361 h 397"/>
                <a:gd name="T30" fmla="*/ 110 w 162"/>
                <a:gd name="T31" fmla="*/ 324 h 397"/>
                <a:gd name="T32" fmla="*/ 139 w 162"/>
                <a:gd name="T33" fmla="*/ 291 h 397"/>
                <a:gd name="T34" fmla="*/ 176 w 162"/>
                <a:gd name="T35" fmla="*/ 268 h 397"/>
                <a:gd name="T36" fmla="*/ 197 w 162"/>
                <a:gd name="T37" fmla="*/ 260 h 397"/>
                <a:gd name="T38" fmla="*/ 197 w 162"/>
                <a:gd name="T39" fmla="*/ 246 h 397"/>
                <a:gd name="T40" fmla="*/ 205 w 162"/>
                <a:gd name="T41" fmla="*/ 251 h 397"/>
                <a:gd name="T42" fmla="*/ 221 w 162"/>
                <a:gd name="T43" fmla="*/ 242 h 397"/>
                <a:gd name="T44" fmla="*/ 212 w 162"/>
                <a:gd name="T45" fmla="*/ 197 h 397"/>
                <a:gd name="T46" fmla="*/ 188 w 162"/>
                <a:gd name="T47" fmla="*/ 174 h 397"/>
                <a:gd name="T48" fmla="*/ 164 w 162"/>
                <a:gd name="T49" fmla="*/ 159 h 397"/>
                <a:gd name="T50" fmla="*/ 151 w 162"/>
                <a:gd name="T51" fmla="*/ 197 h 397"/>
                <a:gd name="T52" fmla="*/ 134 w 162"/>
                <a:gd name="T53" fmla="*/ 206 h 397"/>
                <a:gd name="T54" fmla="*/ 104 w 162"/>
                <a:gd name="T55" fmla="*/ 173 h 397"/>
                <a:gd name="T56" fmla="*/ 129 w 162"/>
                <a:gd name="T57" fmla="*/ 138 h 397"/>
                <a:gd name="T58" fmla="*/ 143 w 162"/>
                <a:gd name="T59" fmla="*/ 145 h 397"/>
                <a:gd name="T60" fmla="*/ 151 w 162"/>
                <a:gd name="T61" fmla="*/ 127 h 397"/>
                <a:gd name="T62" fmla="*/ 176 w 162"/>
                <a:gd name="T63" fmla="*/ 105 h 397"/>
                <a:gd name="T64" fmla="*/ 188 w 162"/>
                <a:gd name="T65" fmla="*/ 122 h 397"/>
                <a:gd name="T66" fmla="*/ 169 w 162"/>
                <a:gd name="T67" fmla="*/ 145 h 397"/>
                <a:gd name="T68" fmla="*/ 205 w 162"/>
                <a:gd name="T69" fmla="*/ 160 h 397"/>
                <a:gd name="T70" fmla="*/ 219 w 162"/>
                <a:gd name="T71" fmla="*/ 145 h 397"/>
                <a:gd name="T72" fmla="*/ 219 w 162"/>
                <a:gd name="T73" fmla="*/ 108 h 397"/>
                <a:gd name="T74" fmla="*/ 188 w 162"/>
                <a:gd name="T75" fmla="*/ 73 h 397"/>
                <a:gd name="T76" fmla="*/ 151 w 162"/>
                <a:gd name="T77" fmla="*/ 77 h 397"/>
                <a:gd name="T78" fmla="*/ 151 w 162"/>
                <a:gd name="T79" fmla="*/ 101 h 397"/>
                <a:gd name="T80" fmla="*/ 153 w 162"/>
                <a:gd name="T81" fmla="*/ 68 h 397"/>
                <a:gd name="T82" fmla="*/ 195 w 162"/>
                <a:gd name="T83" fmla="*/ 63 h 397"/>
                <a:gd name="T84" fmla="*/ 169 w 162"/>
                <a:gd name="T85" fmla="*/ 45 h 397"/>
                <a:gd name="T86" fmla="*/ 211 w 162"/>
                <a:gd name="T87" fmla="*/ 40 h 397"/>
                <a:gd name="T88" fmla="*/ 249 w 162"/>
                <a:gd name="T89" fmla="*/ 21 h 397"/>
                <a:gd name="T90" fmla="*/ 226 w 162"/>
                <a:gd name="T91" fmla="*/ 0 h 397"/>
                <a:gd name="T92" fmla="*/ 181 w 162"/>
                <a:gd name="T93" fmla="*/ 12 h 397"/>
                <a:gd name="T94" fmla="*/ 172 w 162"/>
                <a:gd name="T95" fmla="*/ 37 h 397"/>
                <a:gd name="T96" fmla="*/ 151 w 162"/>
                <a:gd name="T97" fmla="*/ 31 h 397"/>
                <a:gd name="T98" fmla="*/ 143 w 162"/>
                <a:gd name="T99" fmla="*/ 58 h 397"/>
                <a:gd name="T100" fmla="*/ 118 w 162"/>
                <a:gd name="T101" fmla="*/ 91 h 397"/>
                <a:gd name="T102" fmla="*/ 7 w 162"/>
                <a:gd name="T103" fmla="*/ 397 h 397"/>
                <a:gd name="T104" fmla="*/ 42 w 162"/>
                <a:gd name="T105" fmla="*/ 420 h 397"/>
                <a:gd name="T106" fmla="*/ 77 w 162"/>
                <a:gd name="T107" fmla="*/ 448 h 397"/>
                <a:gd name="T108" fmla="*/ 99 w 162"/>
                <a:gd name="T109" fmla="*/ 472 h 397"/>
                <a:gd name="T110" fmla="*/ 85 w 162"/>
                <a:gd name="T111" fmla="*/ 518 h 397"/>
                <a:gd name="T112" fmla="*/ 110 w 162"/>
                <a:gd name="T113" fmla="*/ 558 h 397"/>
                <a:gd name="T114" fmla="*/ 138 w 162"/>
                <a:gd name="T115" fmla="*/ 594 h 397"/>
                <a:gd name="T116" fmla="*/ 139 w 162"/>
                <a:gd name="T117" fmla="*/ 645 h 397"/>
                <a:gd name="T118" fmla="*/ 200 w 162"/>
                <a:gd name="T119" fmla="*/ 21 h 397"/>
                <a:gd name="T120" fmla="*/ 124 w 162"/>
                <a:gd name="T121" fmla="*/ 99 h 397"/>
                <a:gd name="T122" fmla="*/ 115 w 162"/>
                <a:gd name="T123" fmla="*/ 96 h 397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162" h="397">
                  <a:moveTo>
                    <a:pt x="102" y="395"/>
                  </a:moveTo>
                  <a:cubicBezTo>
                    <a:pt x="102" y="395"/>
                    <a:pt x="102" y="394"/>
                    <a:pt x="102" y="394"/>
                  </a:cubicBezTo>
                  <a:cubicBezTo>
                    <a:pt x="102" y="393"/>
                    <a:pt x="102" y="393"/>
                    <a:pt x="102" y="392"/>
                  </a:cubicBezTo>
                  <a:cubicBezTo>
                    <a:pt x="103" y="392"/>
                    <a:pt x="103" y="392"/>
                    <a:pt x="104" y="392"/>
                  </a:cubicBezTo>
                  <a:cubicBezTo>
                    <a:pt x="104" y="393"/>
                    <a:pt x="104" y="393"/>
                    <a:pt x="104" y="394"/>
                  </a:cubicBezTo>
                  <a:cubicBezTo>
                    <a:pt x="104" y="394"/>
                    <a:pt x="105" y="394"/>
                    <a:pt x="105" y="394"/>
                  </a:cubicBezTo>
                  <a:cubicBezTo>
                    <a:pt x="105" y="393"/>
                    <a:pt x="105" y="393"/>
                    <a:pt x="105" y="392"/>
                  </a:cubicBezTo>
                  <a:cubicBezTo>
                    <a:pt x="106" y="392"/>
                    <a:pt x="106" y="392"/>
                    <a:pt x="107" y="392"/>
                  </a:cubicBezTo>
                  <a:cubicBezTo>
                    <a:pt x="107" y="392"/>
                    <a:pt x="107" y="391"/>
                    <a:pt x="107" y="391"/>
                  </a:cubicBezTo>
                  <a:cubicBezTo>
                    <a:pt x="107" y="390"/>
                    <a:pt x="107" y="390"/>
                    <a:pt x="107" y="389"/>
                  </a:cubicBezTo>
                  <a:cubicBezTo>
                    <a:pt x="107" y="388"/>
                    <a:pt x="107" y="388"/>
                    <a:pt x="107" y="387"/>
                  </a:cubicBezTo>
                  <a:cubicBezTo>
                    <a:pt x="107" y="387"/>
                    <a:pt x="107" y="386"/>
                    <a:pt x="107" y="386"/>
                  </a:cubicBezTo>
                  <a:cubicBezTo>
                    <a:pt x="107" y="386"/>
                    <a:pt x="108" y="386"/>
                    <a:pt x="108" y="386"/>
                  </a:cubicBezTo>
                  <a:cubicBezTo>
                    <a:pt x="109" y="386"/>
                    <a:pt x="110" y="386"/>
                    <a:pt x="110" y="386"/>
                  </a:cubicBezTo>
                  <a:cubicBezTo>
                    <a:pt x="111" y="386"/>
                    <a:pt x="111" y="386"/>
                    <a:pt x="112" y="386"/>
                  </a:cubicBezTo>
                  <a:cubicBezTo>
                    <a:pt x="112" y="385"/>
                    <a:pt x="112" y="385"/>
                    <a:pt x="112" y="384"/>
                  </a:cubicBezTo>
                  <a:cubicBezTo>
                    <a:pt x="112" y="384"/>
                    <a:pt x="113" y="384"/>
                    <a:pt x="113" y="384"/>
                  </a:cubicBezTo>
                  <a:cubicBezTo>
                    <a:pt x="114" y="384"/>
                    <a:pt x="114" y="384"/>
                    <a:pt x="115" y="384"/>
                  </a:cubicBezTo>
                  <a:cubicBezTo>
                    <a:pt x="115" y="384"/>
                    <a:pt x="115" y="383"/>
                    <a:pt x="115" y="382"/>
                  </a:cubicBezTo>
                  <a:cubicBezTo>
                    <a:pt x="115" y="382"/>
                    <a:pt x="116" y="382"/>
                    <a:pt x="116" y="382"/>
                  </a:cubicBezTo>
                  <a:cubicBezTo>
                    <a:pt x="116" y="382"/>
                    <a:pt x="116" y="381"/>
                    <a:pt x="116" y="381"/>
                  </a:cubicBezTo>
                  <a:cubicBezTo>
                    <a:pt x="116" y="380"/>
                    <a:pt x="116" y="380"/>
                    <a:pt x="116" y="379"/>
                  </a:cubicBezTo>
                  <a:cubicBezTo>
                    <a:pt x="116" y="379"/>
                    <a:pt x="116" y="378"/>
                    <a:pt x="116" y="378"/>
                  </a:cubicBezTo>
                  <a:cubicBezTo>
                    <a:pt x="116" y="377"/>
                    <a:pt x="116" y="377"/>
                    <a:pt x="116" y="376"/>
                  </a:cubicBezTo>
                  <a:cubicBezTo>
                    <a:pt x="116" y="376"/>
                    <a:pt x="115" y="376"/>
                    <a:pt x="115" y="376"/>
                  </a:cubicBezTo>
                  <a:cubicBezTo>
                    <a:pt x="115" y="376"/>
                    <a:pt x="115" y="375"/>
                    <a:pt x="115" y="375"/>
                  </a:cubicBezTo>
                  <a:cubicBezTo>
                    <a:pt x="115" y="374"/>
                    <a:pt x="115" y="373"/>
                    <a:pt x="115" y="373"/>
                  </a:cubicBezTo>
                  <a:cubicBezTo>
                    <a:pt x="115" y="373"/>
                    <a:pt x="116" y="373"/>
                    <a:pt x="116" y="373"/>
                  </a:cubicBezTo>
                  <a:cubicBezTo>
                    <a:pt x="117" y="373"/>
                    <a:pt x="117" y="373"/>
                    <a:pt x="118" y="373"/>
                  </a:cubicBezTo>
                  <a:cubicBezTo>
                    <a:pt x="118" y="373"/>
                    <a:pt x="119" y="373"/>
                    <a:pt x="119" y="373"/>
                  </a:cubicBezTo>
                  <a:cubicBezTo>
                    <a:pt x="120" y="373"/>
                    <a:pt x="120" y="373"/>
                    <a:pt x="121" y="373"/>
                  </a:cubicBezTo>
                  <a:cubicBezTo>
                    <a:pt x="121" y="372"/>
                    <a:pt x="121" y="372"/>
                    <a:pt x="121" y="371"/>
                  </a:cubicBezTo>
                  <a:cubicBezTo>
                    <a:pt x="121" y="371"/>
                    <a:pt x="122" y="371"/>
                    <a:pt x="122" y="371"/>
                  </a:cubicBezTo>
                  <a:cubicBezTo>
                    <a:pt x="122" y="371"/>
                    <a:pt x="122" y="370"/>
                    <a:pt x="122" y="370"/>
                  </a:cubicBezTo>
                  <a:cubicBezTo>
                    <a:pt x="123" y="370"/>
                    <a:pt x="124" y="370"/>
                    <a:pt x="124" y="370"/>
                  </a:cubicBezTo>
                  <a:cubicBezTo>
                    <a:pt x="124" y="369"/>
                    <a:pt x="124" y="369"/>
                    <a:pt x="124" y="368"/>
                  </a:cubicBezTo>
                  <a:cubicBezTo>
                    <a:pt x="124" y="367"/>
                    <a:pt x="124" y="367"/>
                    <a:pt x="124" y="366"/>
                  </a:cubicBezTo>
                  <a:cubicBezTo>
                    <a:pt x="125" y="366"/>
                    <a:pt x="125" y="366"/>
                    <a:pt x="126" y="366"/>
                  </a:cubicBezTo>
                  <a:cubicBezTo>
                    <a:pt x="126" y="366"/>
                    <a:pt x="126" y="365"/>
                    <a:pt x="126" y="365"/>
                  </a:cubicBezTo>
                  <a:cubicBezTo>
                    <a:pt x="126" y="364"/>
                    <a:pt x="126" y="364"/>
                    <a:pt x="126" y="363"/>
                  </a:cubicBezTo>
                  <a:cubicBezTo>
                    <a:pt x="126" y="363"/>
                    <a:pt x="127" y="363"/>
                    <a:pt x="127" y="363"/>
                  </a:cubicBezTo>
                  <a:cubicBezTo>
                    <a:pt x="127" y="363"/>
                    <a:pt x="127" y="362"/>
                    <a:pt x="127" y="362"/>
                  </a:cubicBezTo>
                  <a:cubicBezTo>
                    <a:pt x="127" y="361"/>
                    <a:pt x="127" y="361"/>
                    <a:pt x="127" y="360"/>
                  </a:cubicBezTo>
                  <a:cubicBezTo>
                    <a:pt x="128" y="360"/>
                    <a:pt x="128" y="360"/>
                    <a:pt x="129" y="360"/>
                  </a:cubicBezTo>
                  <a:cubicBezTo>
                    <a:pt x="129" y="359"/>
                    <a:pt x="129" y="359"/>
                    <a:pt x="129" y="358"/>
                  </a:cubicBezTo>
                  <a:cubicBezTo>
                    <a:pt x="129" y="358"/>
                    <a:pt x="129" y="357"/>
                    <a:pt x="129" y="357"/>
                  </a:cubicBezTo>
                  <a:cubicBezTo>
                    <a:pt x="129" y="357"/>
                    <a:pt x="130" y="357"/>
                    <a:pt x="130" y="357"/>
                  </a:cubicBezTo>
                  <a:cubicBezTo>
                    <a:pt x="130" y="356"/>
                    <a:pt x="130" y="356"/>
                    <a:pt x="130" y="355"/>
                  </a:cubicBezTo>
                  <a:cubicBezTo>
                    <a:pt x="130" y="355"/>
                    <a:pt x="130" y="354"/>
                    <a:pt x="130" y="353"/>
                  </a:cubicBezTo>
                  <a:cubicBezTo>
                    <a:pt x="131" y="353"/>
                    <a:pt x="131" y="353"/>
                    <a:pt x="132" y="353"/>
                  </a:cubicBezTo>
                  <a:cubicBezTo>
                    <a:pt x="132" y="353"/>
                    <a:pt x="132" y="352"/>
                    <a:pt x="132" y="352"/>
                  </a:cubicBezTo>
                  <a:cubicBezTo>
                    <a:pt x="132" y="351"/>
                    <a:pt x="132" y="351"/>
                    <a:pt x="132" y="350"/>
                  </a:cubicBezTo>
                  <a:cubicBezTo>
                    <a:pt x="132" y="350"/>
                    <a:pt x="132" y="349"/>
                    <a:pt x="132" y="349"/>
                  </a:cubicBezTo>
                  <a:cubicBezTo>
                    <a:pt x="131" y="349"/>
                    <a:pt x="131" y="349"/>
                    <a:pt x="130" y="349"/>
                  </a:cubicBezTo>
                  <a:cubicBezTo>
                    <a:pt x="130" y="348"/>
                    <a:pt x="130" y="348"/>
                    <a:pt x="130" y="347"/>
                  </a:cubicBezTo>
                  <a:cubicBezTo>
                    <a:pt x="130" y="347"/>
                    <a:pt x="130" y="346"/>
                    <a:pt x="130" y="346"/>
                  </a:cubicBezTo>
                  <a:cubicBezTo>
                    <a:pt x="131" y="346"/>
                    <a:pt x="131" y="346"/>
                    <a:pt x="132" y="346"/>
                  </a:cubicBezTo>
                  <a:cubicBezTo>
                    <a:pt x="132" y="346"/>
                    <a:pt x="133" y="346"/>
                    <a:pt x="134" y="346"/>
                  </a:cubicBezTo>
                  <a:cubicBezTo>
                    <a:pt x="134" y="345"/>
                    <a:pt x="134" y="344"/>
                    <a:pt x="134" y="344"/>
                  </a:cubicBezTo>
                  <a:cubicBezTo>
                    <a:pt x="134" y="344"/>
                    <a:pt x="135" y="344"/>
                    <a:pt x="135" y="344"/>
                  </a:cubicBezTo>
                  <a:cubicBezTo>
                    <a:pt x="135" y="343"/>
                    <a:pt x="135" y="343"/>
                    <a:pt x="135" y="342"/>
                  </a:cubicBezTo>
                  <a:cubicBezTo>
                    <a:pt x="136" y="342"/>
                    <a:pt x="136" y="342"/>
                    <a:pt x="137" y="342"/>
                  </a:cubicBezTo>
                  <a:cubicBezTo>
                    <a:pt x="137" y="342"/>
                    <a:pt x="137" y="341"/>
                    <a:pt x="137" y="341"/>
                  </a:cubicBezTo>
                  <a:cubicBezTo>
                    <a:pt x="137" y="341"/>
                    <a:pt x="138" y="341"/>
                    <a:pt x="138" y="341"/>
                  </a:cubicBezTo>
                  <a:cubicBezTo>
                    <a:pt x="139" y="341"/>
                    <a:pt x="139" y="341"/>
                    <a:pt x="140" y="341"/>
                  </a:cubicBezTo>
                  <a:cubicBezTo>
                    <a:pt x="140" y="340"/>
                    <a:pt x="140" y="340"/>
                    <a:pt x="140" y="339"/>
                  </a:cubicBezTo>
                  <a:cubicBezTo>
                    <a:pt x="140" y="339"/>
                    <a:pt x="141" y="339"/>
                    <a:pt x="141" y="339"/>
                  </a:cubicBezTo>
                  <a:cubicBezTo>
                    <a:pt x="142" y="339"/>
                    <a:pt x="142" y="339"/>
                    <a:pt x="143" y="339"/>
                  </a:cubicBezTo>
                  <a:cubicBezTo>
                    <a:pt x="143" y="339"/>
                    <a:pt x="144" y="339"/>
                    <a:pt x="144" y="339"/>
                  </a:cubicBezTo>
                  <a:cubicBezTo>
                    <a:pt x="145" y="339"/>
                    <a:pt x="145" y="339"/>
                    <a:pt x="146" y="339"/>
                  </a:cubicBezTo>
                  <a:cubicBezTo>
                    <a:pt x="146" y="338"/>
                    <a:pt x="146" y="338"/>
                    <a:pt x="146" y="337"/>
                  </a:cubicBezTo>
                  <a:cubicBezTo>
                    <a:pt x="146" y="337"/>
                    <a:pt x="147" y="337"/>
                    <a:pt x="148" y="337"/>
                  </a:cubicBezTo>
                  <a:cubicBezTo>
                    <a:pt x="148" y="337"/>
                    <a:pt x="148" y="336"/>
                    <a:pt x="148" y="336"/>
                  </a:cubicBezTo>
                  <a:cubicBezTo>
                    <a:pt x="148" y="335"/>
                    <a:pt x="148" y="335"/>
                    <a:pt x="148" y="334"/>
                  </a:cubicBezTo>
                  <a:cubicBezTo>
                    <a:pt x="148" y="334"/>
                    <a:pt x="148" y="333"/>
                    <a:pt x="148" y="333"/>
                  </a:cubicBezTo>
                  <a:cubicBezTo>
                    <a:pt x="148" y="333"/>
                    <a:pt x="149" y="333"/>
                    <a:pt x="149" y="333"/>
                  </a:cubicBezTo>
                  <a:cubicBezTo>
                    <a:pt x="149" y="332"/>
                    <a:pt x="149" y="332"/>
                    <a:pt x="149" y="331"/>
                  </a:cubicBezTo>
                  <a:cubicBezTo>
                    <a:pt x="149" y="330"/>
                    <a:pt x="149" y="330"/>
                    <a:pt x="149" y="329"/>
                  </a:cubicBezTo>
                  <a:cubicBezTo>
                    <a:pt x="150" y="329"/>
                    <a:pt x="150" y="329"/>
                    <a:pt x="151" y="329"/>
                  </a:cubicBezTo>
                  <a:cubicBezTo>
                    <a:pt x="151" y="329"/>
                    <a:pt x="151" y="328"/>
                    <a:pt x="151" y="328"/>
                  </a:cubicBezTo>
                  <a:cubicBezTo>
                    <a:pt x="151" y="327"/>
                    <a:pt x="151" y="327"/>
                    <a:pt x="151" y="326"/>
                  </a:cubicBezTo>
                  <a:cubicBezTo>
                    <a:pt x="151" y="326"/>
                    <a:pt x="151" y="325"/>
                    <a:pt x="151" y="324"/>
                  </a:cubicBezTo>
                  <a:cubicBezTo>
                    <a:pt x="151" y="324"/>
                    <a:pt x="151" y="323"/>
                    <a:pt x="151" y="323"/>
                  </a:cubicBezTo>
                  <a:cubicBezTo>
                    <a:pt x="151" y="322"/>
                    <a:pt x="151" y="322"/>
                    <a:pt x="151" y="321"/>
                  </a:cubicBezTo>
                  <a:cubicBezTo>
                    <a:pt x="151" y="321"/>
                    <a:pt x="151" y="320"/>
                    <a:pt x="151" y="320"/>
                  </a:cubicBezTo>
                  <a:cubicBezTo>
                    <a:pt x="151" y="319"/>
                    <a:pt x="151" y="319"/>
                    <a:pt x="151" y="318"/>
                  </a:cubicBezTo>
                  <a:cubicBezTo>
                    <a:pt x="151" y="318"/>
                    <a:pt x="151" y="317"/>
                    <a:pt x="151" y="317"/>
                  </a:cubicBezTo>
                  <a:cubicBezTo>
                    <a:pt x="151" y="316"/>
                    <a:pt x="151" y="315"/>
                    <a:pt x="151" y="315"/>
                  </a:cubicBezTo>
                  <a:cubicBezTo>
                    <a:pt x="151" y="314"/>
                    <a:pt x="151" y="314"/>
                    <a:pt x="151" y="313"/>
                  </a:cubicBezTo>
                  <a:cubicBezTo>
                    <a:pt x="151" y="313"/>
                    <a:pt x="151" y="312"/>
                    <a:pt x="151" y="312"/>
                  </a:cubicBezTo>
                  <a:cubicBezTo>
                    <a:pt x="151" y="312"/>
                    <a:pt x="152" y="312"/>
                    <a:pt x="152" y="312"/>
                  </a:cubicBezTo>
                  <a:cubicBezTo>
                    <a:pt x="152" y="311"/>
                    <a:pt x="152" y="310"/>
                    <a:pt x="152" y="310"/>
                  </a:cubicBezTo>
                  <a:cubicBezTo>
                    <a:pt x="153" y="310"/>
                    <a:pt x="153" y="310"/>
                    <a:pt x="154" y="310"/>
                  </a:cubicBezTo>
                  <a:cubicBezTo>
                    <a:pt x="154" y="309"/>
                    <a:pt x="154" y="309"/>
                    <a:pt x="154" y="308"/>
                  </a:cubicBezTo>
                  <a:cubicBezTo>
                    <a:pt x="154" y="308"/>
                    <a:pt x="155" y="308"/>
                    <a:pt x="155" y="308"/>
                  </a:cubicBezTo>
                  <a:cubicBezTo>
                    <a:pt x="155" y="308"/>
                    <a:pt x="155" y="307"/>
                    <a:pt x="155" y="307"/>
                  </a:cubicBezTo>
                  <a:cubicBezTo>
                    <a:pt x="156" y="307"/>
                    <a:pt x="156" y="307"/>
                    <a:pt x="157" y="307"/>
                  </a:cubicBezTo>
                  <a:cubicBezTo>
                    <a:pt x="157" y="306"/>
                    <a:pt x="157" y="306"/>
                    <a:pt x="157" y="305"/>
                  </a:cubicBezTo>
                  <a:cubicBezTo>
                    <a:pt x="158" y="305"/>
                    <a:pt x="158" y="305"/>
                    <a:pt x="159" y="305"/>
                  </a:cubicBezTo>
                  <a:cubicBezTo>
                    <a:pt x="159" y="305"/>
                    <a:pt x="159" y="304"/>
                    <a:pt x="159" y="304"/>
                  </a:cubicBezTo>
                  <a:cubicBezTo>
                    <a:pt x="159" y="304"/>
                    <a:pt x="160" y="304"/>
                    <a:pt x="160" y="304"/>
                  </a:cubicBezTo>
                  <a:cubicBezTo>
                    <a:pt x="160" y="303"/>
                    <a:pt x="160" y="303"/>
                    <a:pt x="160" y="302"/>
                  </a:cubicBezTo>
                  <a:cubicBezTo>
                    <a:pt x="160" y="301"/>
                    <a:pt x="160" y="301"/>
                    <a:pt x="160" y="300"/>
                  </a:cubicBezTo>
                  <a:cubicBezTo>
                    <a:pt x="160" y="300"/>
                    <a:pt x="160" y="299"/>
                    <a:pt x="160" y="299"/>
                  </a:cubicBezTo>
                  <a:cubicBezTo>
                    <a:pt x="161" y="299"/>
                    <a:pt x="161" y="299"/>
                    <a:pt x="162" y="299"/>
                  </a:cubicBezTo>
                  <a:cubicBezTo>
                    <a:pt x="162" y="298"/>
                    <a:pt x="162" y="298"/>
                    <a:pt x="162" y="297"/>
                  </a:cubicBezTo>
                  <a:cubicBezTo>
                    <a:pt x="161" y="297"/>
                    <a:pt x="161" y="297"/>
                    <a:pt x="160" y="297"/>
                  </a:cubicBezTo>
                  <a:cubicBezTo>
                    <a:pt x="160" y="297"/>
                    <a:pt x="160" y="296"/>
                    <a:pt x="160" y="295"/>
                  </a:cubicBezTo>
                  <a:cubicBezTo>
                    <a:pt x="160" y="295"/>
                    <a:pt x="160" y="294"/>
                    <a:pt x="160" y="294"/>
                  </a:cubicBezTo>
                  <a:cubicBezTo>
                    <a:pt x="160" y="293"/>
                    <a:pt x="160" y="293"/>
                    <a:pt x="160" y="292"/>
                  </a:cubicBezTo>
                  <a:cubicBezTo>
                    <a:pt x="160" y="292"/>
                    <a:pt x="160" y="291"/>
                    <a:pt x="160" y="291"/>
                  </a:cubicBezTo>
                  <a:cubicBezTo>
                    <a:pt x="159" y="291"/>
                    <a:pt x="159" y="291"/>
                    <a:pt x="159" y="291"/>
                  </a:cubicBezTo>
                  <a:cubicBezTo>
                    <a:pt x="159" y="291"/>
                    <a:pt x="159" y="291"/>
                    <a:pt x="159" y="291"/>
                  </a:cubicBezTo>
                  <a:cubicBezTo>
                    <a:pt x="158" y="291"/>
                    <a:pt x="158" y="291"/>
                    <a:pt x="157" y="291"/>
                  </a:cubicBezTo>
                  <a:cubicBezTo>
                    <a:pt x="156" y="291"/>
                    <a:pt x="156" y="291"/>
                    <a:pt x="155" y="291"/>
                  </a:cubicBezTo>
                  <a:cubicBezTo>
                    <a:pt x="155" y="291"/>
                    <a:pt x="154" y="291"/>
                    <a:pt x="154" y="291"/>
                  </a:cubicBezTo>
                  <a:cubicBezTo>
                    <a:pt x="154" y="290"/>
                    <a:pt x="154" y="290"/>
                    <a:pt x="154" y="289"/>
                  </a:cubicBezTo>
                  <a:cubicBezTo>
                    <a:pt x="153" y="289"/>
                    <a:pt x="153" y="289"/>
                    <a:pt x="152" y="289"/>
                  </a:cubicBezTo>
                  <a:cubicBezTo>
                    <a:pt x="152" y="288"/>
                    <a:pt x="152" y="288"/>
                    <a:pt x="152" y="287"/>
                  </a:cubicBezTo>
                  <a:cubicBezTo>
                    <a:pt x="152" y="287"/>
                    <a:pt x="151" y="287"/>
                    <a:pt x="151" y="287"/>
                  </a:cubicBezTo>
                  <a:cubicBezTo>
                    <a:pt x="150" y="287"/>
                    <a:pt x="150" y="287"/>
                    <a:pt x="149" y="287"/>
                  </a:cubicBezTo>
                  <a:cubicBezTo>
                    <a:pt x="149" y="287"/>
                    <a:pt x="149" y="286"/>
                    <a:pt x="149" y="286"/>
                  </a:cubicBezTo>
                  <a:cubicBezTo>
                    <a:pt x="149" y="286"/>
                    <a:pt x="148" y="286"/>
                    <a:pt x="148" y="286"/>
                  </a:cubicBezTo>
                  <a:cubicBezTo>
                    <a:pt x="147" y="286"/>
                    <a:pt x="146" y="286"/>
                    <a:pt x="146" y="286"/>
                  </a:cubicBezTo>
                  <a:cubicBezTo>
                    <a:pt x="145" y="286"/>
                    <a:pt x="145" y="286"/>
                    <a:pt x="144" y="286"/>
                  </a:cubicBezTo>
                  <a:cubicBezTo>
                    <a:pt x="144" y="286"/>
                    <a:pt x="143" y="286"/>
                    <a:pt x="143" y="286"/>
                  </a:cubicBezTo>
                  <a:cubicBezTo>
                    <a:pt x="142" y="286"/>
                    <a:pt x="142" y="286"/>
                    <a:pt x="141" y="286"/>
                  </a:cubicBezTo>
                  <a:cubicBezTo>
                    <a:pt x="141" y="285"/>
                    <a:pt x="141" y="285"/>
                    <a:pt x="141" y="284"/>
                  </a:cubicBezTo>
                  <a:cubicBezTo>
                    <a:pt x="141" y="284"/>
                    <a:pt x="140" y="284"/>
                    <a:pt x="140" y="284"/>
                  </a:cubicBezTo>
                  <a:cubicBezTo>
                    <a:pt x="139" y="284"/>
                    <a:pt x="139" y="284"/>
                    <a:pt x="138" y="284"/>
                  </a:cubicBezTo>
                  <a:cubicBezTo>
                    <a:pt x="138" y="284"/>
                    <a:pt x="137" y="284"/>
                    <a:pt x="137" y="284"/>
                  </a:cubicBezTo>
                  <a:cubicBezTo>
                    <a:pt x="137" y="284"/>
                    <a:pt x="137" y="283"/>
                    <a:pt x="137" y="283"/>
                  </a:cubicBezTo>
                  <a:cubicBezTo>
                    <a:pt x="136" y="283"/>
                    <a:pt x="136" y="283"/>
                    <a:pt x="135" y="283"/>
                  </a:cubicBezTo>
                  <a:cubicBezTo>
                    <a:pt x="135" y="283"/>
                    <a:pt x="134" y="283"/>
                    <a:pt x="134" y="283"/>
                  </a:cubicBezTo>
                  <a:cubicBezTo>
                    <a:pt x="134" y="282"/>
                    <a:pt x="134" y="281"/>
                    <a:pt x="134" y="281"/>
                  </a:cubicBezTo>
                  <a:cubicBezTo>
                    <a:pt x="133" y="281"/>
                    <a:pt x="132" y="281"/>
                    <a:pt x="132" y="281"/>
                  </a:cubicBezTo>
                  <a:cubicBezTo>
                    <a:pt x="131" y="281"/>
                    <a:pt x="131" y="281"/>
                    <a:pt x="130" y="281"/>
                  </a:cubicBezTo>
                  <a:cubicBezTo>
                    <a:pt x="130" y="281"/>
                    <a:pt x="129" y="281"/>
                    <a:pt x="129" y="281"/>
                  </a:cubicBezTo>
                  <a:cubicBezTo>
                    <a:pt x="129" y="280"/>
                    <a:pt x="129" y="280"/>
                    <a:pt x="129" y="279"/>
                  </a:cubicBezTo>
                  <a:cubicBezTo>
                    <a:pt x="128" y="279"/>
                    <a:pt x="128" y="279"/>
                    <a:pt x="127" y="279"/>
                  </a:cubicBezTo>
                  <a:cubicBezTo>
                    <a:pt x="127" y="279"/>
                    <a:pt x="127" y="278"/>
                    <a:pt x="127" y="278"/>
                  </a:cubicBezTo>
                  <a:cubicBezTo>
                    <a:pt x="127" y="278"/>
                    <a:pt x="126" y="278"/>
                    <a:pt x="126" y="278"/>
                  </a:cubicBezTo>
                  <a:cubicBezTo>
                    <a:pt x="125" y="278"/>
                    <a:pt x="125" y="278"/>
                    <a:pt x="124" y="278"/>
                  </a:cubicBezTo>
                  <a:cubicBezTo>
                    <a:pt x="124" y="277"/>
                    <a:pt x="124" y="277"/>
                    <a:pt x="124" y="276"/>
                  </a:cubicBezTo>
                  <a:cubicBezTo>
                    <a:pt x="124" y="276"/>
                    <a:pt x="124" y="275"/>
                    <a:pt x="124" y="274"/>
                  </a:cubicBezTo>
                  <a:cubicBezTo>
                    <a:pt x="124" y="274"/>
                    <a:pt x="124" y="273"/>
                    <a:pt x="124" y="273"/>
                  </a:cubicBezTo>
                  <a:cubicBezTo>
                    <a:pt x="124" y="273"/>
                    <a:pt x="123" y="273"/>
                    <a:pt x="122" y="273"/>
                  </a:cubicBezTo>
                  <a:cubicBezTo>
                    <a:pt x="122" y="272"/>
                    <a:pt x="122" y="272"/>
                    <a:pt x="122" y="271"/>
                  </a:cubicBezTo>
                  <a:cubicBezTo>
                    <a:pt x="122" y="271"/>
                    <a:pt x="122" y="270"/>
                    <a:pt x="122" y="270"/>
                  </a:cubicBezTo>
                  <a:cubicBezTo>
                    <a:pt x="122" y="270"/>
                    <a:pt x="121" y="270"/>
                    <a:pt x="121" y="270"/>
                  </a:cubicBezTo>
                  <a:cubicBezTo>
                    <a:pt x="121" y="269"/>
                    <a:pt x="121" y="269"/>
                    <a:pt x="121" y="268"/>
                  </a:cubicBezTo>
                  <a:cubicBezTo>
                    <a:pt x="121" y="268"/>
                    <a:pt x="121" y="267"/>
                    <a:pt x="121" y="266"/>
                  </a:cubicBezTo>
                  <a:cubicBezTo>
                    <a:pt x="120" y="266"/>
                    <a:pt x="120" y="266"/>
                    <a:pt x="119" y="266"/>
                  </a:cubicBezTo>
                  <a:cubicBezTo>
                    <a:pt x="119" y="266"/>
                    <a:pt x="119" y="265"/>
                    <a:pt x="119" y="265"/>
                  </a:cubicBezTo>
                  <a:cubicBezTo>
                    <a:pt x="119" y="265"/>
                    <a:pt x="118" y="265"/>
                    <a:pt x="118" y="265"/>
                  </a:cubicBezTo>
                  <a:cubicBezTo>
                    <a:pt x="117" y="265"/>
                    <a:pt x="117" y="265"/>
                    <a:pt x="116" y="265"/>
                  </a:cubicBezTo>
                  <a:cubicBezTo>
                    <a:pt x="116" y="264"/>
                    <a:pt x="116" y="264"/>
                    <a:pt x="116" y="263"/>
                  </a:cubicBezTo>
                  <a:cubicBezTo>
                    <a:pt x="116" y="263"/>
                    <a:pt x="115" y="263"/>
                    <a:pt x="115" y="263"/>
                  </a:cubicBezTo>
                  <a:cubicBezTo>
                    <a:pt x="114" y="263"/>
                    <a:pt x="114" y="263"/>
                    <a:pt x="113" y="263"/>
                  </a:cubicBezTo>
                  <a:cubicBezTo>
                    <a:pt x="113" y="263"/>
                    <a:pt x="112" y="263"/>
                    <a:pt x="112" y="263"/>
                  </a:cubicBezTo>
                  <a:cubicBezTo>
                    <a:pt x="111" y="263"/>
                    <a:pt x="111" y="263"/>
                    <a:pt x="110" y="263"/>
                  </a:cubicBezTo>
                  <a:cubicBezTo>
                    <a:pt x="110" y="263"/>
                    <a:pt x="109" y="263"/>
                    <a:pt x="108" y="263"/>
                  </a:cubicBezTo>
                  <a:cubicBezTo>
                    <a:pt x="108" y="263"/>
                    <a:pt x="108" y="262"/>
                    <a:pt x="108" y="262"/>
                  </a:cubicBezTo>
                  <a:cubicBezTo>
                    <a:pt x="108" y="262"/>
                    <a:pt x="107" y="262"/>
                    <a:pt x="107" y="262"/>
                  </a:cubicBezTo>
                  <a:cubicBezTo>
                    <a:pt x="106" y="262"/>
                    <a:pt x="106" y="262"/>
                    <a:pt x="105" y="262"/>
                  </a:cubicBezTo>
                  <a:cubicBezTo>
                    <a:pt x="105" y="261"/>
                    <a:pt x="105" y="260"/>
                    <a:pt x="105" y="260"/>
                  </a:cubicBezTo>
                  <a:cubicBezTo>
                    <a:pt x="105" y="260"/>
                    <a:pt x="104" y="260"/>
                    <a:pt x="104" y="260"/>
                  </a:cubicBezTo>
                  <a:cubicBezTo>
                    <a:pt x="104" y="259"/>
                    <a:pt x="104" y="259"/>
                    <a:pt x="104" y="258"/>
                  </a:cubicBezTo>
                  <a:cubicBezTo>
                    <a:pt x="104" y="258"/>
                    <a:pt x="104" y="257"/>
                    <a:pt x="104" y="257"/>
                  </a:cubicBezTo>
                  <a:cubicBezTo>
                    <a:pt x="103" y="257"/>
                    <a:pt x="103" y="257"/>
                    <a:pt x="102" y="257"/>
                  </a:cubicBezTo>
                  <a:cubicBezTo>
                    <a:pt x="102" y="257"/>
                    <a:pt x="101" y="257"/>
                    <a:pt x="101" y="257"/>
                  </a:cubicBezTo>
                  <a:cubicBezTo>
                    <a:pt x="101" y="256"/>
                    <a:pt x="101" y="256"/>
                    <a:pt x="101" y="255"/>
                  </a:cubicBezTo>
                  <a:cubicBezTo>
                    <a:pt x="100" y="255"/>
                    <a:pt x="100" y="255"/>
                    <a:pt x="99" y="255"/>
                  </a:cubicBezTo>
                  <a:cubicBezTo>
                    <a:pt x="99" y="255"/>
                    <a:pt x="99" y="254"/>
                    <a:pt x="99" y="254"/>
                  </a:cubicBezTo>
                  <a:cubicBezTo>
                    <a:pt x="99" y="253"/>
                    <a:pt x="99" y="252"/>
                    <a:pt x="99" y="252"/>
                  </a:cubicBezTo>
                  <a:cubicBezTo>
                    <a:pt x="99" y="251"/>
                    <a:pt x="99" y="251"/>
                    <a:pt x="99" y="250"/>
                  </a:cubicBezTo>
                  <a:cubicBezTo>
                    <a:pt x="99" y="250"/>
                    <a:pt x="99" y="249"/>
                    <a:pt x="99" y="249"/>
                  </a:cubicBezTo>
                  <a:cubicBezTo>
                    <a:pt x="98" y="249"/>
                    <a:pt x="98" y="249"/>
                    <a:pt x="97" y="249"/>
                  </a:cubicBezTo>
                  <a:cubicBezTo>
                    <a:pt x="97" y="249"/>
                    <a:pt x="97" y="250"/>
                    <a:pt x="97" y="250"/>
                  </a:cubicBezTo>
                  <a:cubicBezTo>
                    <a:pt x="97" y="250"/>
                    <a:pt x="96" y="250"/>
                    <a:pt x="96" y="250"/>
                  </a:cubicBezTo>
                  <a:cubicBezTo>
                    <a:pt x="95" y="250"/>
                    <a:pt x="95" y="250"/>
                    <a:pt x="94" y="250"/>
                  </a:cubicBezTo>
                  <a:cubicBezTo>
                    <a:pt x="94" y="250"/>
                    <a:pt x="93" y="250"/>
                    <a:pt x="93" y="250"/>
                  </a:cubicBezTo>
                  <a:cubicBezTo>
                    <a:pt x="93" y="250"/>
                    <a:pt x="93" y="249"/>
                    <a:pt x="93" y="249"/>
                  </a:cubicBezTo>
                  <a:cubicBezTo>
                    <a:pt x="92" y="249"/>
                    <a:pt x="92" y="249"/>
                    <a:pt x="91" y="249"/>
                  </a:cubicBezTo>
                  <a:cubicBezTo>
                    <a:pt x="91" y="249"/>
                    <a:pt x="90" y="249"/>
                    <a:pt x="90" y="249"/>
                  </a:cubicBezTo>
                  <a:cubicBezTo>
                    <a:pt x="90" y="249"/>
                    <a:pt x="90" y="250"/>
                    <a:pt x="90" y="250"/>
                  </a:cubicBezTo>
                  <a:cubicBezTo>
                    <a:pt x="89" y="250"/>
                    <a:pt x="89" y="250"/>
                    <a:pt x="88" y="250"/>
                  </a:cubicBezTo>
                  <a:cubicBezTo>
                    <a:pt x="88" y="250"/>
                    <a:pt x="87" y="250"/>
                    <a:pt x="87" y="250"/>
                  </a:cubicBezTo>
                  <a:cubicBezTo>
                    <a:pt x="86" y="250"/>
                    <a:pt x="85" y="250"/>
                    <a:pt x="85" y="250"/>
                  </a:cubicBezTo>
                  <a:cubicBezTo>
                    <a:pt x="84" y="250"/>
                    <a:pt x="84" y="250"/>
                    <a:pt x="83" y="250"/>
                  </a:cubicBezTo>
                  <a:cubicBezTo>
                    <a:pt x="83" y="250"/>
                    <a:pt x="82" y="250"/>
                    <a:pt x="82" y="250"/>
                  </a:cubicBezTo>
                  <a:cubicBezTo>
                    <a:pt x="82" y="250"/>
                    <a:pt x="82" y="249"/>
                    <a:pt x="82" y="249"/>
                  </a:cubicBezTo>
                  <a:cubicBezTo>
                    <a:pt x="81" y="249"/>
                    <a:pt x="81" y="249"/>
                    <a:pt x="80" y="249"/>
                  </a:cubicBezTo>
                  <a:cubicBezTo>
                    <a:pt x="80" y="248"/>
                    <a:pt x="80" y="248"/>
                    <a:pt x="80" y="247"/>
                  </a:cubicBezTo>
                  <a:cubicBezTo>
                    <a:pt x="80" y="247"/>
                    <a:pt x="79" y="247"/>
                    <a:pt x="79" y="247"/>
                  </a:cubicBezTo>
                  <a:cubicBezTo>
                    <a:pt x="79" y="247"/>
                    <a:pt x="79" y="246"/>
                    <a:pt x="79" y="245"/>
                  </a:cubicBezTo>
                  <a:cubicBezTo>
                    <a:pt x="78" y="245"/>
                    <a:pt x="78" y="245"/>
                    <a:pt x="77" y="245"/>
                  </a:cubicBezTo>
                  <a:cubicBezTo>
                    <a:pt x="77" y="245"/>
                    <a:pt x="76" y="245"/>
                    <a:pt x="76" y="245"/>
                  </a:cubicBezTo>
                  <a:cubicBezTo>
                    <a:pt x="76" y="246"/>
                    <a:pt x="76" y="247"/>
                    <a:pt x="76" y="247"/>
                  </a:cubicBezTo>
                  <a:cubicBezTo>
                    <a:pt x="75" y="247"/>
                    <a:pt x="75" y="247"/>
                    <a:pt x="74" y="247"/>
                  </a:cubicBezTo>
                  <a:cubicBezTo>
                    <a:pt x="74" y="247"/>
                    <a:pt x="74" y="246"/>
                    <a:pt x="74" y="245"/>
                  </a:cubicBezTo>
                  <a:cubicBezTo>
                    <a:pt x="74" y="245"/>
                    <a:pt x="74" y="244"/>
                    <a:pt x="74" y="244"/>
                  </a:cubicBezTo>
                  <a:cubicBezTo>
                    <a:pt x="74" y="244"/>
                    <a:pt x="73" y="244"/>
                    <a:pt x="73" y="244"/>
                  </a:cubicBezTo>
                  <a:cubicBezTo>
                    <a:pt x="72" y="244"/>
                    <a:pt x="71" y="244"/>
                    <a:pt x="71" y="244"/>
                  </a:cubicBezTo>
                  <a:cubicBezTo>
                    <a:pt x="71" y="244"/>
                    <a:pt x="71" y="245"/>
                    <a:pt x="71" y="245"/>
                  </a:cubicBezTo>
                  <a:cubicBezTo>
                    <a:pt x="70" y="245"/>
                    <a:pt x="70" y="245"/>
                    <a:pt x="69" y="245"/>
                  </a:cubicBezTo>
                  <a:cubicBezTo>
                    <a:pt x="69" y="246"/>
                    <a:pt x="69" y="247"/>
                    <a:pt x="69" y="247"/>
                  </a:cubicBezTo>
                  <a:cubicBezTo>
                    <a:pt x="69" y="247"/>
                    <a:pt x="68" y="247"/>
                    <a:pt x="68" y="247"/>
                  </a:cubicBezTo>
                  <a:cubicBezTo>
                    <a:pt x="67" y="247"/>
                    <a:pt x="67" y="247"/>
                    <a:pt x="66" y="247"/>
                  </a:cubicBezTo>
                  <a:cubicBezTo>
                    <a:pt x="66" y="247"/>
                    <a:pt x="65" y="247"/>
                    <a:pt x="65" y="247"/>
                  </a:cubicBezTo>
                  <a:cubicBezTo>
                    <a:pt x="65" y="248"/>
                    <a:pt x="65" y="248"/>
                    <a:pt x="65" y="249"/>
                  </a:cubicBezTo>
                  <a:cubicBezTo>
                    <a:pt x="64" y="249"/>
                    <a:pt x="64" y="249"/>
                    <a:pt x="63" y="249"/>
                  </a:cubicBezTo>
                  <a:cubicBezTo>
                    <a:pt x="63" y="249"/>
                    <a:pt x="63" y="250"/>
                    <a:pt x="63" y="250"/>
                  </a:cubicBezTo>
                  <a:cubicBezTo>
                    <a:pt x="63" y="250"/>
                    <a:pt x="62" y="250"/>
                    <a:pt x="61" y="250"/>
                  </a:cubicBezTo>
                  <a:cubicBezTo>
                    <a:pt x="61" y="251"/>
                    <a:pt x="61" y="251"/>
                    <a:pt x="61" y="252"/>
                  </a:cubicBezTo>
                  <a:cubicBezTo>
                    <a:pt x="61" y="252"/>
                    <a:pt x="61" y="253"/>
                    <a:pt x="61" y="254"/>
                  </a:cubicBezTo>
                  <a:cubicBezTo>
                    <a:pt x="61" y="254"/>
                    <a:pt x="60" y="254"/>
                    <a:pt x="60" y="254"/>
                  </a:cubicBezTo>
                  <a:cubicBezTo>
                    <a:pt x="59" y="254"/>
                    <a:pt x="59" y="254"/>
                    <a:pt x="58" y="254"/>
                  </a:cubicBezTo>
                  <a:cubicBezTo>
                    <a:pt x="58" y="253"/>
                    <a:pt x="58" y="252"/>
                    <a:pt x="58" y="252"/>
                  </a:cubicBezTo>
                  <a:cubicBezTo>
                    <a:pt x="58" y="252"/>
                    <a:pt x="57" y="252"/>
                    <a:pt x="57" y="252"/>
                  </a:cubicBezTo>
                  <a:cubicBezTo>
                    <a:pt x="56" y="252"/>
                    <a:pt x="56" y="252"/>
                    <a:pt x="55" y="252"/>
                  </a:cubicBezTo>
                  <a:cubicBezTo>
                    <a:pt x="55" y="252"/>
                    <a:pt x="54" y="252"/>
                    <a:pt x="54" y="252"/>
                  </a:cubicBezTo>
                  <a:cubicBezTo>
                    <a:pt x="54" y="251"/>
                    <a:pt x="54" y="251"/>
                    <a:pt x="54" y="250"/>
                  </a:cubicBezTo>
                  <a:cubicBezTo>
                    <a:pt x="53" y="250"/>
                    <a:pt x="53" y="250"/>
                    <a:pt x="52" y="250"/>
                  </a:cubicBezTo>
                  <a:cubicBezTo>
                    <a:pt x="52" y="251"/>
                    <a:pt x="52" y="251"/>
                    <a:pt x="52" y="251"/>
                  </a:cubicBezTo>
                  <a:cubicBezTo>
                    <a:pt x="52" y="252"/>
                    <a:pt x="52" y="252"/>
                    <a:pt x="52" y="252"/>
                  </a:cubicBezTo>
                  <a:cubicBezTo>
                    <a:pt x="52" y="252"/>
                    <a:pt x="51" y="252"/>
                    <a:pt x="51" y="252"/>
                  </a:cubicBezTo>
                  <a:cubicBezTo>
                    <a:pt x="51" y="252"/>
                    <a:pt x="51" y="253"/>
                    <a:pt x="51" y="254"/>
                  </a:cubicBezTo>
                  <a:cubicBezTo>
                    <a:pt x="50" y="254"/>
                    <a:pt x="50" y="254"/>
                    <a:pt x="49" y="254"/>
                  </a:cubicBezTo>
                  <a:cubicBezTo>
                    <a:pt x="48" y="254"/>
                    <a:pt x="48" y="254"/>
                    <a:pt x="47" y="254"/>
                  </a:cubicBezTo>
                  <a:cubicBezTo>
                    <a:pt x="47" y="254"/>
                    <a:pt x="46" y="254"/>
                    <a:pt x="46" y="254"/>
                  </a:cubicBezTo>
                  <a:cubicBezTo>
                    <a:pt x="46" y="253"/>
                    <a:pt x="46" y="252"/>
                    <a:pt x="46" y="252"/>
                  </a:cubicBezTo>
                  <a:cubicBezTo>
                    <a:pt x="46" y="251"/>
                    <a:pt x="46" y="251"/>
                    <a:pt x="46" y="250"/>
                  </a:cubicBezTo>
                  <a:cubicBezTo>
                    <a:pt x="45" y="250"/>
                    <a:pt x="45" y="250"/>
                    <a:pt x="44" y="250"/>
                  </a:cubicBezTo>
                  <a:cubicBezTo>
                    <a:pt x="44" y="250"/>
                    <a:pt x="44" y="249"/>
                    <a:pt x="44" y="249"/>
                  </a:cubicBezTo>
                  <a:cubicBezTo>
                    <a:pt x="44" y="248"/>
                    <a:pt x="44" y="248"/>
                    <a:pt x="44" y="247"/>
                  </a:cubicBezTo>
                  <a:cubicBezTo>
                    <a:pt x="44" y="247"/>
                    <a:pt x="44" y="246"/>
                    <a:pt x="44" y="245"/>
                  </a:cubicBezTo>
                  <a:cubicBezTo>
                    <a:pt x="44" y="245"/>
                    <a:pt x="44" y="244"/>
                    <a:pt x="44" y="244"/>
                  </a:cubicBezTo>
                  <a:cubicBezTo>
                    <a:pt x="44" y="243"/>
                    <a:pt x="44" y="243"/>
                    <a:pt x="44" y="242"/>
                  </a:cubicBezTo>
                  <a:cubicBezTo>
                    <a:pt x="44" y="242"/>
                    <a:pt x="44" y="241"/>
                    <a:pt x="44" y="241"/>
                  </a:cubicBezTo>
                  <a:cubicBezTo>
                    <a:pt x="45" y="241"/>
                    <a:pt x="45" y="241"/>
                    <a:pt x="46" y="241"/>
                  </a:cubicBezTo>
                  <a:cubicBezTo>
                    <a:pt x="46" y="240"/>
                    <a:pt x="46" y="240"/>
                    <a:pt x="46" y="239"/>
                  </a:cubicBezTo>
                  <a:cubicBezTo>
                    <a:pt x="46" y="239"/>
                    <a:pt x="46" y="238"/>
                    <a:pt x="46" y="237"/>
                  </a:cubicBezTo>
                  <a:cubicBezTo>
                    <a:pt x="46" y="237"/>
                    <a:pt x="46" y="236"/>
                    <a:pt x="46" y="236"/>
                  </a:cubicBezTo>
                  <a:cubicBezTo>
                    <a:pt x="45" y="236"/>
                    <a:pt x="45" y="236"/>
                    <a:pt x="44" y="236"/>
                  </a:cubicBezTo>
                  <a:cubicBezTo>
                    <a:pt x="44" y="236"/>
                    <a:pt x="43" y="236"/>
                    <a:pt x="43" y="236"/>
                  </a:cubicBezTo>
                  <a:cubicBezTo>
                    <a:pt x="43" y="235"/>
                    <a:pt x="43" y="235"/>
                    <a:pt x="43" y="234"/>
                  </a:cubicBezTo>
                  <a:cubicBezTo>
                    <a:pt x="42" y="234"/>
                    <a:pt x="42" y="234"/>
                    <a:pt x="41" y="234"/>
                  </a:cubicBezTo>
                  <a:cubicBezTo>
                    <a:pt x="41" y="234"/>
                    <a:pt x="40" y="234"/>
                    <a:pt x="40" y="234"/>
                  </a:cubicBezTo>
                  <a:cubicBezTo>
                    <a:pt x="39" y="234"/>
                    <a:pt x="39" y="234"/>
                    <a:pt x="38" y="234"/>
                  </a:cubicBezTo>
                  <a:cubicBezTo>
                    <a:pt x="37" y="234"/>
                    <a:pt x="37" y="234"/>
                    <a:pt x="36" y="234"/>
                  </a:cubicBezTo>
                  <a:cubicBezTo>
                    <a:pt x="36" y="234"/>
                    <a:pt x="35" y="234"/>
                    <a:pt x="35" y="234"/>
                  </a:cubicBezTo>
                  <a:cubicBezTo>
                    <a:pt x="34" y="234"/>
                    <a:pt x="34" y="234"/>
                    <a:pt x="33" y="234"/>
                  </a:cubicBezTo>
                  <a:cubicBezTo>
                    <a:pt x="33" y="234"/>
                    <a:pt x="33" y="233"/>
                    <a:pt x="33" y="233"/>
                  </a:cubicBezTo>
                  <a:cubicBezTo>
                    <a:pt x="34" y="233"/>
                    <a:pt x="34" y="233"/>
                    <a:pt x="35" y="233"/>
                  </a:cubicBezTo>
                  <a:cubicBezTo>
                    <a:pt x="35" y="232"/>
                    <a:pt x="35" y="231"/>
                    <a:pt x="35" y="231"/>
                  </a:cubicBezTo>
                  <a:cubicBezTo>
                    <a:pt x="35" y="231"/>
                    <a:pt x="36" y="231"/>
                    <a:pt x="36" y="231"/>
                  </a:cubicBezTo>
                  <a:cubicBezTo>
                    <a:pt x="36" y="230"/>
                    <a:pt x="36" y="230"/>
                    <a:pt x="36" y="229"/>
                  </a:cubicBezTo>
                  <a:cubicBezTo>
                    <a:pt x="36" y="229"/>
                    <a:pt x="36" y="228"/>
                    <a:pt x="36" y="228"/>
                  </a:cubicBezTo>
                  <a:cubicBezTo>
                    <a:pt x="36" y="227"/>
                    <a:pt x="36" y="227"/>
                    <a:pt x="36" y="226"/>
                  </a:cubicBezTo>
                  <a:cubicBezTo>
                    <a:pt x="36" y="226"/>
                    <a:pt x="36" y="225"/>
                    <a:pt x="36" y="225"/>
                  </a:cubicBezTo>
                  <a:cubicBezTo>
                    <a:pt x="37" y="225"/>
                    <a:pt x="37" y="225"/>
                    <a:pt x="38" y="225"/>
                  </a:cubicBezTo>
                  <a:cubicBezTo>
                    <a:pt x="38" y="224"/>
                    <a:pt x="38" y="223"/>
                    <a:pt x="38" y="223"/>
                  </a:cubicBezTo>
                  <a:cubicBezTo>
                    <a:pt x="39" y="223"/>
                    <a:pt x="39" y="223"/>
                    <a:pt x="40" y="223"/>
                  </a:cubicBezTo>
                  <a:cubicBezTo>
                    <a:pt x="40" y="222"/>
                    <a:pt x="40" y="222"/>
                    <a:pt x="40" y="221"/>
                  </a:cubicBezTo>
                  <a:cubicBezTo>
                    <a:pt x="40" y="221"/>
                    <a:pt x="40" y="220"/>
                    <a:pt x="40" y="220"/>
                  </a:cubicBezTo>
                  <a:cubicBezTo>
                    <a:pt x="40" y="219"/>
                    <a:pt x="40" y="219"/>
                    <a:pt x="40" y="218"/>
                  </a:cubicBezTo>
                  <a:cubicBezTo>
                    <a:pt x="39" y="218"/>
                    <a:pt x="39" y="218"/>
                    <a:pt x="38" y="218"/>
                  </a:cubicBezTo>
                  <a:cubicBezTo>
                    <a:pt x="37" y="218"/>
                    <a:pt x="37" y="218"/>
                    <a:pt x="36" y="218"/>
                  </a:cubicBezTo>
                  <a:cubicBezTo>
                    <a:pt x="36" y="218"/>
                    <a:pt x="35" y="218"/>
                    <a:pt x="35" y="218"/>
                  </a:cubicBezTo>
                  <a:cubicBezTo>
                    <a:pt x="34" y="218"/>
                    <a:pt x="34" y="218"/>
                    <a:pt x="33" y="218"/>
                  </a:cubicBezTo>
                  <a:cubicBezTo>
                    <a:pt x="33" y="218"/>
                    <a:pt x="32" y="218"/>
                    <a:pt x="32" y="218"/>
                  </a:cubicBezTo>
                  <a:cubicBezTo>
                    <a:pt x="31" y="218"/>
                    <a:pt x="31" y="218"/>
                    <a:pt x="30" y="218"/>
                  </a:cubicBezTo>
                  <a:cubicBezTo>
                    <a:pt x="30" y="219"/>
                    <a:pt x="30" y="219"/>
                    <a:pt x="30" y="220"/>
                  </a:cubicBezTo>
                  <a:cubicBezTo>
                    <a:pt x="30" y="220"/>
                    <a:pt x="30" y="221"/>
                    <a:pt x="30" y="221"/>
                  </a:cubicBezTo>
                  <a:cubicBezTo>
                    <a:pt x="30" y="222"/>
                    <a:pt x="30" y="222"/>
                    <a:pt x="30" y="223"/>
                  </a:cubicBezTo>
                  <a:cubicBezTo>
                    <a:pt x="30" y="223"/>
                    <a:pt x="29" y="223"/>
                    <a:pt x="29" y="223"/>
                  </a:cubicBezTo>
                  <a:cubicBezTo>
                    <a:pt x="29" y="223"/>
                    <a:pt x="29" y="224"/>
                    <a:pt x="29" y="225"/>
                  </a:cubicBezTo>
                  <a:cubicBezTo>
                    <a:pt x="28" y="225"/>
                    <a:pt x="28" y="225"/>
                    <a:pt x="27" y="225"/>
                  </a:cubicBezTo>
                  <a:cubicBezTo>
                    <a:pt x="27" y="225"/>
                    <a:pt x="27" y="226"/>
                    <a:pt x="27" y="226"/>
                  </a:cubicBezTo>
                  <a:cubicBezTo>
                    <a:pt x="27" y="226"/>
                    <a:pt x="26" y="226"/>
                    <a:pt x="26" y="226"/>
                  </a:cubicBezTo>
                  <a:cubicBezTo>
                    <a:pt x="25" y="226"/>
                    <a:pt x="24" y="226"/>
                    <a:pt x="24" y="226"/>
                  </a:cubicBezTo>
                  <a:cubicBezTo>
                    <a:pt x="23" y="226"/>
                    <a:pt x="23" y="226"/>
                    <a:pt x="22" y="226"/>
                  </a:cubicBezTo>
                  <a:cubicBezTo>
                    <a:pt x="22" y="226"/>
                    <a:pt x="21" y="226"/>
                    <a:pt x="21" y="226"/>
                  </a:cubicBezTo>
                  <a:cubicBezTo>
                    <a:pt x="21" y="226"/>
                    <a:pt x="21" y="225"/>
                    <a:pt x="21" y="225"/>
                  </a:cubicBezTo>
                  <a:cubicBezTo>
                    <a:pt x="20" y="225"/>
                    <a:pt x="20" y="225"/>
                    <a:pt x="19" y="225"/>
                  </a:cubicBezTo>
                  <a:cubicBezTo>
                    <a:pt x="19" y="225"/>
                    <a:pt x="18" y="225"/>
                    <a:pt x="18" y="225"/>
                  </a:cubicBezTo>
                  <a:cubicBezTo>
                    <a:pt x="18" y="224"/>
                    <a:pt x="18" y="223"/>
                    <a:pt x="18" y="223"/>
                  </a:cubicBezTo>
                  <a:cubicBezTo>
                    <a:pt x="18" y="222"/>
                    <a:pt x="18" y="222"/>
                    <a:pt x="18" y="221"/>
                  </a:cubicBezTo>
                  <a:cubicBezTo>
                    <a:pt x="18" y="221"/>
                    <a:pt x="18" y="220"/>
                    <a:pt x="18" y="220"/>
                  </a:cubicBezTo>
                  <a:cubicBezTo>
                    <a:pt x="17" y="220"/>
                    <a:pt x="17" y="220"/>
                    <a:pt x="16" y="220"/>
                  </a:cubicBezTo>
                  <a:cubicBezTo>
                    <a:pt x="16" y="219"/>
                    <a:pt x="16" y="219"/>
                    <a:pt x="16" y="218"/>
                  </a:cubicBezTo>
                  <a:cubicBezTo>
                    <a:pt x="16" y="218"/>
                    <a:pt x="15" y="218"/>
                    <a:pt x="14" y="218"/>
                  </a:cubicBezTo>
                  <a:cubicBezTo>
                    <a:pt x="14" y="217"/>
                    <a:pt x="14" y="217"/>
                    <a:pt x="14" y="216"/>
                  </a:cubicBezTo>
                  <a:cubicBezTo>
                    <a:pt x="14" y="216"/>
                    <a:pt x="14" y="215"/>
                    <a:pt x="14" y="215"/>
                  </a:cubicBezTo>
                  <a:cubicBezTo>
                    <a:pt x="14" y="214"/>
                    <a:pt x="14" y="214"/>
                    <a:pt x="14" y="213"/>
                  </a:cubicBezTo>
                  <a:cubicBezTo>
                    <a:pt x="15" y="213"/>
                    <a:pt x="16" y="213"/>
                    <a:pt x="16" y="213"/>
                  </a:cubicBezTo>
                  <a:cubicBezTo>
                    <a:pt x="16" y="213"/>
                    <a:pt x="16" y="212"/>
                    <a:pt x="16" y="212"/>
                  </a:cubicBezTo>
                  <a:cubicBezTo>
                    <a:pt x="16" y="211"/>
                    <a:pt x="16" y="211"/>
                    <a:pt x="16" y="210"/>
                  </a:cubicBezTo>
                  <a:cubicBezTo>
                    <a:pt x="16" y="209"/>
                    <a:pt x="16" y="209"/>
                    <a:pt x="16" y="208"/>
                  </a:cubicBezTo>
                  <a:cubicBezTo>
                    <a:pt x="16" y="208"/>
                    <a:pt x="16" y="207"/>
                    <a:pt x="16" y="207"/>
                  </a:cubicBezTo>
                  <a:cubicBezTo>
                    <a:pt x="17" y="207"/>
                    <a:pt x="17" y="207"/>
                    <a:pt x="18" y="207"/>
                  </a:cubicBezTo>
                  <a:cubicBezTo>
                    <a:pt x="18" y="206"/>
                    <a:pt x="18" y="206"/>
                    <a:pt x="18" y="205"/>
                  </a:cubicBezTo>
                  <a:cubicBezTo>
                    <a:pt x="18" y="205"/>
                    <a:pt x="18" y="204"/>
                    <a:pt x="18" y="203"/>
                  </a:cubicBezTo>
                  <a:cubicBezTo>
                    <a:pt x="18" y="203"/>
                    <a:pt x="18" y="202"/>
                    <a:pt x="18" y="202"/>
                  </a:cubicBezTo>
                  <a:cubicBezTo>
                    <a:pt x="18" y="202"/>
                    <a:pt x="19" y="202"/>
                    <a:pt x="19" y="202"/>
                  </a:cubicBezTo>
                  <a:cubicBezTo>
                    <a:pt x="19" y="201"/>
                    <a:pt x="19" y="201"/>
                    <a:pt x="19" y="200"/>
                  </a:cubicBezTo>
                  <a:cubicBezTo>
                    <a:pt x="19" y="200"/>
                    <a:pt x="19" y="199"/>
                    <a:pt x="19" y="199"/>
                  </a:cubicBezTo>
                  <a:cubicBezTo>
                    <a:pt x="20" y="199"/>
                    <a:pt x="20" y="199"/>
                    <a:pt x="21" y="199"/>
                  </a:cubicBezTo>
                  <a:cubicBezTo>
                    <a:pt x="21" y="198"/>
                    <a:pt x="21" y="198"/>
                    <a:pt x="21" y="197"/>
                  </a:cubicBezTo>
                  <a:cubicBezTo>
                    <a:pt x="21" y="197"/>
                    <a:pt x="22" y="197"/>
                    <a:pt x="22" y="197"/>
                  </a:cubicBezTo>
                  <a:cubicBezTo>
                    <a:pt x="23" y="197"/>
                    <a:pt x="23" y="197"/>
                    <a:pt x="24" y="197"/>
                  </a:cubicBezTo>
                  <a:cubicBezTo>
                    <a:pt x="24" y="197"/>
                    <a:pt x="24" y="196"/>
                    <a:pt x="24" y="196"/>
                  </a:cubicBezTo>
                  <a:cubicBezTo>
                    <a:pt x="24" y="196"/>
                    <a:pt x="25" y="196"/>
                    <a:pt x="26" y="196"/>
                  </a:cubicBezTo>
                  <a:cubicBezTo>
                    <a:pt x="26" y="195"/>
                    <a:pt x="26" y="194"/>
                    <a:pt x="26" y="194"/>
                  </a:cubicBezTo>
                  <a:cubicBezTo>
                    <a:pt x="26" y="194"/>
                    <a:pt x="27" y="194"/>
                    <a:pt x="27" y="194"/>
                  </a:cubicBezTo>
                  <a:cubicBezTo>
                    <a:pt x="28" y="194"/>
                    <a:pt x="28" y="194"/>
                    <a:pt x="29" y="194"/>
                  </a:cubicBezTo>
                  <a:cubicBezTo>
                    <a:pt x="29" y="194"/>
                    <a:pt x="30" y="194"/>
                    <a:pt x="30" y="194"/>
                  </a:cubicBezTo>
                  <a:cubicBezTo>
                    <a:pt x="31" y="194"/>
                    <a:pt x="31" y="194"/>
                    <a:pt x="32" y="194"/>
                  </a:cubicBezTo>
                  <a:cubicBezTo>
                    <a:pt x="32" y="194"/>
                    <a:pt x="32" y="195"/>
                    <a:pt x="32" y="196"/>
                  </a:cubicBezTo>
                  <a:cubicBezTo>
                    <a:pt x="32" y="196"/>
                    <a:pt x="33" y="196"/>
                    <a:pt x="33" y="196"/>
                  </a:cubicBezTo>
                  <a:cubicBezTo>
                    <a:pt x="34" y="196"/>
                    <a:pt x="34" y="196"/>
                    <a:pt x="35" y="196"/>
                  </a:cubicBezTo>
                  <a:cubicBezTo>
                    <a:pt x="35" y="196"/>
                    <a:pt x="35" y="197"/>
                    <a:pt x="35" y="197"/>
                  </a:cubicBezTo>
                  <a:cubicBezTo>
                    <a:pt x="35" y="197"/>
                    <a:pt x="36" y="197"/>
                    <a:pt x="36" y="197"/>
                  </a:cubicBezTo>
                  <a:cubicBezTo>
                    <a:pt x="36" y="197"/>
                    <a:pt x="36" y="196"/>
                    <a:pt x="36" y="196"/>
                  </a:cubicBezTo>
                  <a:cubicBezTo>
                    <a:pt x="37" y="196"/>
                    <a:pt x="37" y="196"/>
                    <a:pt x="38" y="196"/>
                  </a:cubicBezTo>
                  <a:cubicBezTo>
                    <a:pt x="39" y="196"/>
                    <a:pt x="39" y="196"/>
                    <a:pt x="40" y="196"/>
                  </a:cubicBezTo>
                  <a:cubicBezTo>
                    <a:pt x="40" y="195"/>
                    <a:pt x="40" y="194"/>
                    <a:pt x="40" y="194"/>
                  </a:cubicBezTo>
                  <a:cubicBezTo>
                    <a:pt x="40" y="194"/>
                    <a:pt x="41" y="194"/>
                    <a:pt x="41" y="194"/>
                  </a:cubicBezTo>
                  <a:cubicBezTo>
                    <a:pt x="42" y="194"/>
                    <a:pt x="42" y="194"/>
                    <a:pt x="43" y="194"/>
                  </a:cubicBezTo>
                  <a:cubicBezTo>
                    <a:pt x="43" y="194"/>
                    <a:pt x="44" y="194"/>
                    <a:pt x="44" y="194"/>
                  </a:cubicBezTo>
                  <a:cubicBezTo>
                    <a:pt x="45" y="194"/>
                    <a:pt x="45" y="194"/>
                    <a:pt x="46" y="194"/>
                  </a:cubicBezTo>
                  <a:cubicBezTo>
                    <a:pt x="46" y="194"/>
                    <a:pt x="47" y="194"/>
                    <a:pt x="47" y="194"/>
                  </a:cubicBezTo>
                  <a:cubicBezTo>
                    <a:pt x="47" y="194"/>
                    <a:pt x="47" y="195"/>
                    <a:pt x="47" y="196"/>
                  </a:cubicBezTo>
                  <a:cubicBezTo>
                    <a:pt x="48" y="196"/>
                    <a:pt x="48" y="196"/>
                    <a:pt x="49" y="196"/>
                  </a:cubicBezTo>
                  <a:cubicBezTo>
                    <a:pt x="50" y="196"/>
                    <a:pt x="50" y="196"/>
                    <a:pt x="51" y="196"/>
                  </a:cubicBezTo>
                  <a:cubicBezTo>
                    <a:pt x="51" y="196"/>
                    <a:pt x="52" y="196"/>
                    <a:pt x="52" y="196"/>
                  </a:cubicBezTo>
                  <a:cubicBezTo>
                    <a:pt x="52" y="196"/>
                    <a:pt x="52" y="197"/>
                    <a:pt x="52" y="197"/>
                  </a:cubicBezTo>
                  <a:cubicBezTo>
                    <a:pt x="52" y="198"/>
                    <a:pt x="52" y="198"/>
                    <a:pt x="52" y="199"/>
                  </a:cubicBezTo>
                  <a:cubicBezTo>
                    <a:pt x="52" y="199"/>
                    <a:pt x="52" y="200"/>
                    <a:pt x="52" y="200"/>
                  </a:cubicBezTo>
                  <a:cubicBezTo>
                    <a:pt x="52" y="201"/>
                    <a:pt x="52" y="201"/>
                    <a:pt x="52" y="202"/>
                  </a:cubicBezTo>
                  <a:cubicBezTo>
                    <a:pt x="52" y="202"/>
                    <a:pt x="52" y="203"/>
                    <a:pt x="52" y="203"/>
                  </a:cubicBezTo>
                  <a:cubicBezTo>
                    <a:pt x="52" y="204"/>
                    <a:pt x="52" y="205"/>
                    <a:pt x="52" y="205"/>
                  </a:cubicBezTo>
                  <a:cubicBezTo>
                    <a:pt x="53" y="205"/>
                    <a:pt x="53" y="205"/>
                    <a:pt x="54" y="205"/>
                  </a:cubicBezTo>
                  <a:cubicBezTo>
                    <a:pt x="54" y="206"/>
                    <a:pt x="54" y="206"/>
                    <a:pt x="54" y="207"/>
                  </a:cubicBezTo>
                  <a:cubicBezTo>
                    <a:pt x="54" y="207"/>
                    <a:pt x="54" y="208"/>
                    <a:pt x="54" y="208"/>
                  </a:cubicBezTo>
                  <a:cubicBezTo>
                    <a:pt x="54" y="209"/>
                    <a:pt x="54" y="209"/>
                    <a:pt x="54" y="210"/>
                  </a:cubicBezTo>
                  <a:cubicBezTo>
                    <a:pt x="54" y="210"/>
                    <a:pt x="55" y="210"/>
                    <a:pt x="55" y="210"/>
                  </a:cubicBezTo>
                  <a:cubicBezTo>
                    <a:pt x="56" y="210"/>
                    <a:pt x="56" y="210"/>
                    <a:pt x="57" y="210"/>
                  </a:cubicBezTo>
                  <a:cubicBezTo>
                    <a:pt x="57" y="209"/>
                    <a:pt x="57" y="209"/>
                    <a:pt x="57" y="208"/>
                  </a:cubicBezTo>
                  <a:cubicBezTo>
                    <a:pt x="57" y="208"/>
                    <a:pt x="58" y="208"/>
                    <a:pt x="58" y="208"/>
                  </a:cubicBezTo>
                  <a:cubicBezTo>
                    <a:pt x="58" y="208"/>
                    <a:pt x="58" y="207"/>
                    <a:pt x="58" y="207"/>
                  </a:cubicBezTo>
                  <a:cubicBezTo>
                    <a:pt x="58" y="206"/>
                    <a:pt x="58" y="206"/>
                    <a:pt x="58" y="205"/>
                  </a:cubicBezTo>
                  <a:cubicBezTo>
                    <a:pt x="58" y="205"/>
                    <a:pt x="58" y="204"/>
                    <a:pt x="58" y="203"/>
                  </a:cubicBezTo>
                  <a:cubicBezTo>
                    <a:pt x="58" y="203"/>
                    <a:pt x="58" y="202"/>
                    <a:pt x="58" y="202"/>
                  </a:cubicBezTo>
                  <a:cubicBezTo>
                    <a:pt x="58" y="201"/>
                    <a:pt x="58" y="201"/>
                    <a:pt x="58" y="200"/>
                  </a:cubicBezTo>
                  <a:cubicBezTo>
                    <a:pt x="58" y="200"/>
                    <a:pt x="58" y="199"/>
                    <a:pt x="58" y="199"/>
                  </a:cubicBezTo>
                  <a:cubicBezTo>
                    <a:pt x="58" y="198"/>
                    <a:pt x="58" y="198"/>
                    <a:pt x="58" y="197"/>
                  </a:cubicBezTo>
                  <a:cubicBezTo>
                    <a:pt x="58" y="197"/>
                    <a:pt x="58" y="196"/>
                    <a:pt x="58" y="196"/>
                  </a:cubicBezTo>
                  <a:cubicBezTo>
                    <a:pt x="58" y="195"/>
                    <a:pt x="58" y="194"/>
                    <a:pt x="58" y="194"/>
                  </a:cubicBezTo>
                  <a:cubicBezTo>
                    <a:pt x="58" y="193"/>
                    <a:pt x="58" y="193"/>
                    <a:pt x="58" y="192"/>
                  </a:cubicBezTo>
                  <a:cubicBezTo>
                    <a:pt x="59" y="192"/>
                    <a:pt x="59" y="192"/>
                    <a:pt x="60" y="192"/>
                  </a:cubicBezTo>
                  <a:cubicBezTo>
                    <a:pt x="60" y="192"/>
                    <a:pt x="60" y="191"/>
                    <a:pt x="60" y="191"/>
                  </a:cubicBezTo>
                  <a:cubicBezTo>
                    <a:pt x="60" y="190"/>
                    <a:pt x="60" y="190"/>
                    <a:pt x="60" y="189"/>
                  </a:cubicBezTo>
                  <a:cubicBezTo>
                    <a:pt x="60" y="189"/>
                    <a:pt x="61" y="189"/>
                    <a:pt x="61" y="189"/>
                  </a:cubicBezTo>
                  <a:cubicBezTo>
                    <a:pt x="61" y="188"/>
                    <a:pt x="61" y="188"/>
                    <a:pt x="61" y="187"/>
                  </a:cubicBezTo>
                  <a:cubicBezTo>
                    <a:pt x="62" y="187"/>
                    <a:pt x="63" y="187"/>
                    <a:pt x="63" y="187"/>
                  </a:cubicBezTo>
                  <a:cubicBezTo>
                    <a:pt x="63" y="187"/>
                    <a:pt x="63" y="186"/>
                    <a:pt x="63" y="186"/>
                  </a:cubicBezTo>
                  <a:cubicBezTo>
                    <a:pt x="64" y="186"/>
                    <a:pt x="64" y="186"/>
                    <a:pt x="65" y="186"/>
                  </a:cubicBezTo>
                  <a:cubicBezTo>
                    <a:pt x="65" y="185"/>
                    <a:pt x="65" y="185"/>
                    <a:pt x="65" y="184"/>
                  </a:cubicBezTo>
                  <a:cubicBezTo>
                    <a:pt x="65" y="184"/>
                    <a:pt x="66" y="184"/>
                    <a:pt x="66" y="184"/>
                  </a:cubicBezTo>
                  <a:cubicBezTo>
                    <a:pt x="67" y="184"/>
                    <a:pt x="67" y="184"/>
                    <a:pt x="68" y="184"/>
                  </a:cubicBezTo>
                  <a:cubicBezTo>
                    <a:pt x="68" y="184"/>
                    <a:pt x="69" y="184"/>
                    <a:pt x="69" y="184"/>
                  </a:cubicBezTo>
                  <a:cubicBezTo>
                    <a:pt x="69" y="184"/>
                    <a:pt x="69" y="183"/>
                    <a:pt x="69" y="183"/>
                  </a:cubicBezTo>
                  <a:cubicBezTo>
                    <a:pt x="70" y="183"/>
                    <a:pt x="70" y="183"/>
                    <a:pt x="71" y="183"/>
                  </a:cubicBezTo>
                  <a:cubicBezTo>
                    <a:pt x="71" y="182"/>
                    <a:pt x="71" y="182"/>
                    <a:pt x="71" y="181"/>
                  </a:cubicBezTo>
                  <a:cubicBezTo>
                    <a:pt x="71" y="181"/>
                    <a:pt x="72" y="181"/>
                    <a:pt x="73" y="181"/>
                  </a:cubicBezTo>
                  <a:cubicBezTo>
                    <a:pt x="73" y="181"/>
                    <a:pt x="74" y="181"/>
                    <a:pt x="74" y="181"/>
                  </a:cubicBezTo>
                  <a:cubicBezTo>
                    <a:pt x="74" y="180"/>
                    <a:pt x="74" y="180"/>
                    <a:pt x="74" y="179"/>
                  </a:cubicBezTo>
                  <a:cubicBezTo>
                    <a:pt x="74" y="179"/>
                    <a:pt x="74" y="178"/>
                    <a:pt x="74" y="178"/>
                  </a:cubicBezTo>
                  <a:cubicBezTo>
                    <a:pt x="74" y="177"/>
                    <a:pt x="74" y="177"/>
                    <a:pt x="74" y="176"/>
                  </a:cubicBezTo>
                  <a:cubicBezTo>
                    <a:pt x="74" y="176"/>
                    <a:pt x="74" y="175"/>
                    <a:pt x="74" y="174"/>
                  </a:cubicBezTo>
                  <a:cubicBezTo>
                    <a:pt x="75" y="174"/>
                    <a:pt x="75" y="174"/>
                    <a:pt x="76" y="174"/>
                  </a:cubicBezTo>
                  <a:cubicBezTo>
                    <a:pt x="76" y="174"/>
                    <a:pt x="76" y="173"/>
                    <a:pt x="76" y="173"/>
                  </a:cubicBezTo>
                  <a:cubicBezTo>
                    <a:pt x="76" y="173"/>
                    <a:pt x="77" y="173"/>
                    <a:pt x="77" y="173"/>
                  </a:cubicBezTo>
                  <a:cubicBezTo>
                    <a:pt x="77" y="172"/>
                    <a:pt x="77" y="172"/>
                    <a:pt x="77" y="171"/>
                  </a:cubicBezTo>
                  <a:cubicBezTo>
                    <a:pt x="78" y="171"/>
                    <a:pt x="78" y="171"/>
                    <a:pt x="79" y="171"/>
                  </a:cubicBezTo>
                  <a:cubicBezTo>
                    <a:pt x="79" y="171"/>
                    <a:pt x="79" y="170"/>
                    <a:pt x="79" y="170"/>
                  </a:cubicBezTo>
                  <a:cubicBezTo>
                    <a:pt x="79" y="169"/>
                    <a:pt x="79" y="169"/>
                    <a:pt x="79" y="168"/>
                  </a:cubicBezTo>
                  <a:cubicBezTo>
                    <a:pt x="79" y="168"/>
                    <a:pt x="80" y="168"/>
                    <a:pt x="80" y="168"/>
                  </a:cubicBezTo>
                  <a:cubicBezTo>
                    <a:pt x="80" y="168"/>
                    <a:pt x="80" y="167"/>
                    <a:pt x="80" y="167"/>
                  </a:cubicBezTo>
                  <a:cubicBezTo>
                    <a:pt x="81" y="167"/>
                    <a:pt x="81" y="167"/>
                    <a:pt x="82" y="167"/>
                  </a:cubicBezTo>
                  <a:cubicBezTo>
                    <a:pt x="82" y="166"/>
                    <a:pt x="82" y="165"/>
                    <a:pt x="82" y="165"/>
                  </a:cubicBezTo>
                  <a:cubicBezTo>
                    <a:pt x="82" y="165"/>
                    <a:pt x="83" y="165"/>
                    <a:pt x="83" y="165"/>
                  </a:cubicBezTo>
                  <a:cubicBezTo>
                    <a:pt x="83" y="164"/>
                    <a:pt x="83" y="164"/>
                    <a:pt x="83" y="163"/>
                  </a:cubicBezTo>
                  <a:cubicBezTo>
                    <a:pt x="84" y="163"/>
                    <a:pt x="84" y="163"/>
                    <a:pt x="85" y="163"/>
                  </a:cubicBezTo>
                  <a:cubicBezTo>
                    <a:pt x="85" y="163"/>
                    <a:pt x="86" y="163"/>
                    <a:pt x="87" y="163"/>
                  </a:cubicBezTo>
                  <a:cubicBezTo>
                    <a:pt x="87" y="163"/>
                    <a:pt x="88" y="163"/>
                    <a:pt x="88" y="163"/>
                  </a:cubicBezTo>
                  <a:cubicBezTo>
                    <a:pt x="89" y="163"/>
                    <a:pt x="89" y="163"/>
                    <a:pt x="90" y="163"/>
                  </a:cubicBezTo>
                  <a:cubicBezTo>
                    <a:pt x="90" y="163"/>
                    <a:pt x="91" y="163"/>
                    <a:pt x="91" y="163"/>
                  </a:cubicBezTo>
                  <a:cubicBezTo>
                    <a:pt x="91" y="163"/>
                    <a:pt x="91" y="162"/>
                    <a:pt x="91" y="162"/>
                  </a:cubicBezTo>
                  <a:cubicBezTo>
                    <a:pt x="91" y="161"/>
                    <a:pt x="91" y="160"/>
                    <a:pt x="91" y="160"/>
                  </a:cubicBezTo>
                  <a:cubicBezTo>
                    <a:pt x="91" y="160"/>
                    <a:pt x="90" y="160"/>
                    <a:pt x="90" y="160"/>
                  </a:cubicBezTo>
                  <a:cubicBezTo>
                    <a:pt x="90" y="159"/>
                    <a:pt x="90" y="159"/>
                    <a:pt x="90" y="158"/>
                  </a:cubicBezTo>
                  <a:cubicBezTo>
                    <a:pt x="90" y="158"/>
                    <a:pt x="91" y="158"/>
                    <a:pt x="91" y="158"/>
                  </a:cubicBezTo>
                  <a:cubicBezTo>
                    <a:pt x="91" y="158"/>
                    <a:pt x="91" y="157"/>
                    <a:pt x="91" y="157"/>
                  </a:cubicBezTo>
                  <a:cubicBezTo>
                    <a:pt x="92" y="157"/>
                    <a:pt x="92" y="157"/>
                    <a:pt x="93" y="157"/>
                  </a:cubicBezTo>
                  <a:cubicBezTo>
                    <a:pt x="93" y="157"/>
                    <a:pt x="94" y="157"/>
                    <a:pt x="94" y="157"/>
                  </a:cubicBezTo>
                  <a:cubicBezTo>
                    <a:pt x="94" y="156"/>
                    <a:pt x="94" y="156"/>
                    <a:pt x="94" y="155"/>
                  </a:cubicBezTo>
                  <a:cubicBezTo>
                    <a:pt x="95" y="155"/>
                    <a:pt x="95" y="155"/>
                    <a:pt x="96" y="155"/>
                  </a:cubicBezTo>
                  <a:cubicBezTo>
                    <a:pt x="96" y="155"/>
                    <a:pt x="97" y="155"/>
                    <a:pt x="97" y="155"/>
                  </a:cubicBezTo>
                  <a:cubicBezTo>
                    <a:pt x="97" y="155"/>
                    <a:pt x="97" y="154"/>
                    <a:pt x="97" y="154"/>
                  </a:cubicBezTo>
                  <a:cubicBezTo>
                    <a:pt x="98" y="154"/>
                    <a:pt x="98" y="154"/>
                    <a:pt x="99" y="154"/>
                  </a:cubicBezTo>
                  <a:cubicBezTo>
                    <a:pt x="100" y="154"/>
                    <a:pt x="100" y="154"/>
                    <a:pt x="101" y="154"/>
                  </a:cubicBezTo>
                  <a:cubicBezTo>
                    <a:pt x="101" y="154"/>
                    <a:pt x="101" y="155"/>
                    <a:pt x="101" y="155"/>
                  </a:cubicBezTo>
                  <a:cubicBezTo>
                    <a:pt x="101" y="156"/>
                    <a:pt x="101" y="156"/>
                    <a:pt x="101" y="157"/>
                  </a:cubicBezTo>
                  <a:cubicBezTo>
                    <a:pt x="101" y="157"/>
                    <a:pt x="101" y="158"/>
                    <a:pt x="101" y="158"/>
                  </a:cubicBezTo>
                  <a:cubicBezTo>
                    <a:pt x="101" y="158"/>
                    <a:pt x="102" y="158"/>
                    <a:pt x="102" y="158"/>
                  </a:cubicBezTo>
                  <a:cubicBezTo>
                    <a:pt x="103" y="158"/>
                    <a:pt x="103" y="158"/>
                    <a:pt x="104" y="158"/>
                  </a:cubicBezTo>
                  <a:cubicBezTo>
                    <a:pt x="104" y="158"/>
                    <a:pt x="104" y="157"/>
                    <a:pt x="104" y="157"/>
                  </a:cubicBezTo>
                  <a:cubicBezTo>
                    <a:pt x="104" y="157"/>
                    <a:pt x="105" y="157"/>
                    <a:pt x="105" y="157"/>
                  </a:cubicBezTo>
                  <a:cubicBezTo>
                    <a:pt x="105" y="156"/>
                    <a:pt x="105" y="156"/>
                    <a:pt x="105" y="155"/>
                  </a:cubicBezTo>
                  <a:cubicBezTo>
                    <a:pt x="106" y="155"/>
                    <a:pt x="106" y="155"/>
                    <a:pt x="107" y="155"/>
                  </a:cubicBezTo>
                  <a:cubicBezTo>
                    <a:pt x="107" y="155"/>
                    <a:pt x="108" y="155"/>
                    <a:pt x="108" y="155"/>
                  </a:cubicBezTo>
                  <a:cubicBezTo>
                    <a:pt x="108" y="155"/>
                    <a:pt x="108" y="154"/>
                    <a:pt x="108" y="154"/>
                  </a:cubicBezTo>
                  <a:cubicBezTo>
                    <a:pt x="109" y="154"/>
                    <a:pt x="110" y="154"/>
                    <a:pt x="110" y="154"/>
                  </a:cubicBezTo>
                  <a:cubicBezTo>
                    <a:pt x="111" y="154"/>
                    <a:pt x="111" y="154"/>
                    <a:pt x="112" y="154"/>
                  </a:cubicBezTo>
                  <a:cubicBezTo>
                    <a:pt x="112" y="154"/>
                    <a:pt x="113" y="154"/>
                    <a:pt x="113" y="154"/>
                  </a:cubicBezTo>
                  <a:cubicBezTo>
                    <a:pt x="113" y="153"/>
                    <a:pt x="113" y="152"/>
                    <a:pt x="113" y="152"/>
                  </a:cubicBezTo>
                  <a:cubicBezTo>
                    <a:pt x="114" y="152"/>
                    <a:pt x="114" y="152"/>
                    <a:pt x="115" y="152"/>
                  </a:cubicBezTo>
                  <a:cubicBezTo>
                    <a:pt x="115" y="151"/>
                    <a:pt x="115" y="151"/>
                    <a:pt x="115" y="150"/>
                  </a:cubicBezTo>
                  <a:cubicBezTo>
                    <a:pt x="115" y="150"/>
                    <a:pt x="116" y="150"/>
                    <a:pt x="116" y="150"/>
                  </a:cubicBezTo>
                  <a:cubicBezTo>
                    <a:pt x="116" y="150"/>
                    <a:pt x="116" y="149"/>
                    <a:pt x="116" y="149"/>
                  </a:cubicBezTo>
                  <a:cubicBezTo>
                    <a:pt x="116" y="148"/>
                    <a:pt x="116" y="148"/>
                    <a:pt x="116" y="147"/>
                  </a:cubicBezTo>
                  <a:cubicBezTo>
                    <a:pt x="116" y="147"/>
                    <a:pt x="115" y="147"/>
                    <a:pt x="115" y="147"/>
                  </a:cubicBezTo>
                  <a:cubicBezTo>
                    <a:pt x="114" y="147"/>
                    <a:pt x="114" y="147"/>
                    <a:pt x="113" y="147"/>
                  </a:cubicBezTo>
                  <a:cubicBezTo>
                    <a:pt x="113" y="148"/>
                    <a:pt x="113" y="148"/>
                    <a:pt x="113" y="149"/>
                  </a:cubicBezTo>
                  <a:cubicBezTo>
                    <a:pt x="113" y="149"/>
                    <a:pt x="112" y="149"/>
                    <a:pt x="112" y="149"/>
                  </a:cubicBezTo>
                  <a:cubicBezTo>
                    <a:pt x="111" y="149"/>
                    <a:pt x="111" y="149"/>
                    <a:pt x="110" y="149"/>
                  </a:cubicBezTo>
                  <a:cubicBezTo>
                    <a:pt x="110" y="148"/>
                    <a:pt x="110" y="148"/>
                    <a:pt x="110" y="147"/>
                  </a:cubicBezTo>
                  <a:cubicBezTo>
                    <a:pt x="110" y="147"/>
                    <a:pt x="109" y="147"/>
                    <a:pt x="108" y="147"/>
                  </a:cubicBezTo>
                  <a:cubicBezTo>
                    <a:pt x="108" y="147"/>
                    <a:pt x="108" y="146"/>
                    <a:pt x="108" y="145"/>
                  </a:cubicBezTo>
                  <a:cubicBezTo>
                    <a:pt x="108" y="145"/>
                    <a:pt x="107" y="145"/>
                    <a:pt x="107" y="145"/>
                  </a:cubicBezTo>
                  <a:cubicBezTo>
                    <a:pt x="107" y="145"/>
                    <a:pt x="107" y="144"/>
                    <a:pt x="107" y="144"/>
                  </a:cubicBezTo>
                  <a:cubicBezTo>
                    <a:pt x="107" y="143"/>
                    <a:pt x="107" y="143"/>
                    <a:pt x="107" y="142"/>
                  </a:cubicBezTo>
                  <a:cubicBezTo>
                    <a:pt x="107" y="142"/>
                    <a:pt x="108" y="142"/>
                    <a:pt x="108" y="142"/>
                  </a:cubicBezTo>
                  <a:cubicBezTo>
                    <a:pt x="108" y="142"/>
                    <a:pt x="108" y="141"/>
                    <a:pt x="108" y="141"/>
                  </a:cubicBezTo>
                  <a:cubicBezTo>
                    <a:pt x="108" y="140"/>
                    <a:pt x="108" y="140"/>
                    <a:pt x="108" y="139"/>
                  </a:cubicBezTo>
                  <a:cubicBezTo>
                    <a:pt x="108" y="139"/>
                    <a:pt x="107" y="139"/>
                    <a:pt x="107" y="139"/>
                  </a:cubicBezTo>
                  <a:cubicBezTo>
                    <a:pt x="107" y="139"/>
                    <a:pt x="107" y="138"/>
                    <a:pt x="107" y="137"/>
                  </a:cubicBezTo>
                  <a:cubicBezTo>
                    <a:pt x="106" y="137"/>
                    <a:pt x="106" y="137"/>
                    <a:pt x="105" y="137"/>
                  </a:cubicBezTo>
                  <a:cubicBezTo>
                    <a:pt x="105" y="137"/>
                    <a:pt x="105" y="136"/>
                    <a:pt x="105" y="136"/>
                  </a:cubicBezTo>
                  <a:cubicBezTo>
                    <a:pt x="106" y="136"/>
                    <a:pt x="106" y="136"/>
                    <a:pt x="107" y="136"/>
                  </a:cubicBezTo>
                  <a:cubicBezTo>
                    <a:pt x="107" y="136"/>
                    <a:pt x="108" y="136"/>
                    <a:pt x="108" y="136"/>
                  </a:cubicBezTo>
                  <a:cubicBezTo>
                    <a:pt x="108" y="136"/>
                    <a:pt x="108" y="137"/>
                    <a:pt x="108" y="137"/>
                  </a:cubicBezTo>
                  <a:cubicBezTo>
                    <a:pt x="109" y="137"/>
                    <a:pt x="110" y="137"/>
                    <a:pt x="110" y="137"/>
                  </a:cubicBezTo>
                  <a:cubicBezTo>
                    <a:pt x="110" y="138"/>
                    <a:pt x="110" y="139"/>
                    <a:pt x="110" y="139"/>
                  </a:cubicBezTo>
                  <a:cubicBezTo>
                    <a:pt x="111" y="139"/>
                    <a:pt x="111" y="139"/>
                    <a:pt x="112" y="139"/>
                  </a:cubicBezTo>
                  <a:cubicBezTo>
                    <a:pt x="112" y="140"/>
                    <a:pt x="112" y="140"/>
                    <a:pt x="112" y="141"/>
                  </a:cubicBezTo>
                  <a:cubicBezTo>
                    <a:pt x="112" y="141"/>
                    <a:pt x="113" y="141"/>
                    <a:pt x="113" y="141"/>
                  </a:cubicBezTo>
                  <a:cubicBezTo>
                    <a:pt x="114" y="141"/>
                    <a:pt x="114" y="141"/>
                    <a:pt x="115" y="141"/>
                  </a:cubicBezTo>
                  <a:cubicBezTo>
                    <a:pt x="115" y="140"/>
                    <a:pt x="115" y="140"/>
                    <a:pt x="115" y="139"/>
                  </a:cubicBezTo>
                  <a:cubicBezTo>
                    <a:pt x="115" y="139"/>
                    <a:pt x="115" y="138"/>
                    <a:pt x="115" y="137"/>
                  </a:cubicBezTo>
                  <a:cubicBezTo>
                    <a:pt x="115" y="137"/>
                    <a:pt x="116" y="137"/>
                    <a:pt x="116" y="137"/>
                  </a:cubicBezTo>
                  <a:cubicBezTo>
                    <a:pt x="117" y="137"/>
                    <a:pt x="117" y="137"/>
                    <a:pt x="118" y="137"/>
                  </a:cubicBezTo>
                  <a:cubicBezTo>
                    <a:pt x="118" y="137"/>
                    <a:pt x="119" y="137"/>
                    <a:pt x="119" y="137"/>
                  </a:cubicBezTo>
                  <a:cubicBezTo>
                    <a:pt x="119" y="137"/>
                    <a:pt x="119" y="136"/>
                    <a:pt x="119" y="136"/>
                  </a:cubicBezTo>
                  <a:cubicBezTo>
                    <a:pt x="120" y="136"/>
                    <a:pt x="120" y="136"/>
                    <a:pt x="121" y="136"/>
                  </a:cubicBezTo>
                  <a:cubicBezTo>
                    <a:pt x="121" y="135"/>
                    <a:pt x="121" y="135"/>
                    <a:pt x="121" y="134"/>
                  </a:cubicBezTo>
                  <a:cubicBezTo>
                    <a:pt x="121" y="134"/>
                    <a:pt x="122" y="134"/>
                    <a:pt x="122" y="134"/>
                  </a:cubicBezTo>
                  <a:cubicBezTo>
                    <a:pt x="123" y="134"/>
                    <a:pt x="124" y="134"/>
                    <a:pt x="124" y="134"/>
                  </a:cubicBezTo>
                  <a:cubicBezTo>
                    <a:pt x="125" y="134"/>
                    <a:pt x="125" y="134"/>
                    <a:pt x="126" y="134"/>
                  </a:cubicBezTo>
                  <a:cubicBezTo>
                    <a:pt x="126" y="135"/>
                    <a:pt x="126" y="135"/>
                    <a:pt x="126" y="136"/>
                  </a:cubicBezTo>
                  <a:cubicBezTo>
                    <a:pt x="125" y="136"/>
                    <a:pt x="125" y="136"/>
                    <a:pt x="124" y="136"/>
                  </a:cubicBezTo>
                  <a:cubicBezTo>
                    <a:pt x="124" y="136"/>
                    <a:pt x="124" y="137"/>
                    <a:pt x="124" y="137"/>
                  </a:cubicBezTo>
                  <a:cubicBezTo>
                    <a:pt x="124" y="137"/>
                    <a:pt x="123" y="137"/>
                    <a:pt x="122" y="137"/>
                  </a:cubicBezTo>
                  <a:cubicBezTo>
                    <a:pt x="122" y="138"/>
                    <a:pt x="122" y="139"/>
                    <a:pt x="122" y="139"/>
                  </a:cubicBezTo>
                  <a:cubicBezTo>
                    <a:pt x="122" y="139"/>
                    <a:pt x="121" y="139"/>
                    <a:pt x="121" y="139"/>
                  </a:cubicBezTo>
                  <a:cubicBezTo>
                    <a:pt x="121" y="140"/>
                    <a:pt x="121" y="140"/>
                    <a:pt x="121" y="141"/>
                  </a:cubicBezTo>
                  <a:cubicBezTo>
                    <a:pt x="120" y="141"/>
                    <a:pt x="120" y="141"/>
                    <a:pt x="119" y="141"/>
                  </a:cubicBezTo>
                  <a:cubicBezTo>
                    <a:pt x="119" y="141"/>
                    <a:pt x="119" y="142"/>
                    <a:pt x="119" y="142"/>
                  </a:cubicBezTo>
                  <a:cubicBezTo>
                    <a:pt x="119" y="142"/>
                    <a:pt x="118" y="142"/>
                    <a:pt x="118" y="142"/>
                  </a:cubicBezTo>
                  <a:cubicBezTo>
                    <a:pt x="118" y="143"/>
                    <a:pt x="118" y="143"/>
                    <a:pt x="118" y="144"/>
                  </a:cubicBezTo>
                  <a:cubicBezTo>
                    <a:pt x="118" y="144"/>
                    <a:pt x="118" y="145"/>
                    <a:pt x="118" y="145"/>
                  </a:cubicBezTo>
                  <a:cubicBezTo>
                    <a:pt x="118" y="145"/>
                    <a:pt x="119" y="145"/>
                    <a:pt x="119" y="145"/>
                  </a:cubicBezTo>
                  <a:cubicBezTo>
                    <a:pt x="120" y="145"/>
                    <a:pt x="120" y="145"/>
                    <a:pt x="121" y="145"/>
                  </a:cubicBezTo>
                  <a:cubicBezTo>
                    <a:pt x="121" y="145"/>
                    <a:pt x="122" y="145"/>
                    <a:pt x="122" y="145"/>
                  </a:cubicBezTo>
                  <a:cubicBezTo>
                    <a:pt x="123" y="145"/>
                    <a:pt x="124" y="145"/>
                    <a:pt x="124" y="145"/>
                  </a:cubicBezTo>
                  <a:cubicBezTo>
                    <a:pt x="125" y="145"/>
                    <a:pt x="125" y="145"/>
                    <a:pt x="126" y="145"/>
                  </a:cubicBezTo>
                  <a:cubicBezTo>
                    <a:pt x="126" y="146"/>
                    <a:pt x="126" y="147"/>
                    <a:pt x="126" y="147"/>
                  </a:cubicBezTo>
                  <a:cubicBezTo>
                    <a:pt x="126" y="147"/>
                    <a:pt x="127" y="147"/>
                    <a:pt x="127" y="147"/>
                  </a:cubicBezTo>
                  <a:cubicBezTo>
                    <a:pt x="128" y="147"/>
                    <a:pt x="128" y="147"/>
                    <a:pt x="129" y="147"/>
                  </a:cubicBezTo>
                  <a:cubicBezTo>
                    <a:pt x="129" y="147"/>
                    <a:pt x="130" y="147"/>
                    <a:pt x="130" y="147"/>
                  </a:cubicBezTo>
                  <a:cubicBezTo>
                    <a:pt x="130" y="148"/>
                    <a:pt x="130" y="148"/>
                    <a:pt x="130" y="149"/>
                  </a:cubicBezTo>
                  <a:cubicBezTo>
                    <a:pt x="131" y="149"/>
                    <a:pt x="131" y="149"/>
                    <a:pt x="132" y="149"/>
                  </a:cubicBezTo>
                  <a:cubicBezTo>
                    <a:pt x="132" y="148"/>
                    <a:pt x="132" y="148"/>
                    <a:pt x="132" y="147"/>
                  </a:cubicBezTo>
                  <a:cubicBezTo>
                    <a:pt x="132" y="147"/>
                    <a:pt x="133" y="147"/>
                    <a:pt x="134" y="147"/>
                  </a:cubicBezTo>
                  <a:cubicBezTo>
                    <a:pt x="134" y="147"/>
                    <a:pt x="134" y="146"/>
                    <a:pt x="134" y="145"/>
                  </a:cubicBezTo>
                  <a:cubicBezTo>
                    <a:pt x="133" y="145"/>
                    <a:pt x="132" y="145"/>
                    <a:pt x="132" y="145"/>
                  </a:cubicBezTo>
                  <a:cubicBezTo>
                    <a:pt x="132" y="145"/>
                    <a:pt x="132" y="144"/>
                    <a:pt x="132" y="144"/>
                  </a:cubicBezTo>
                  <a:cubicBezTo>
                    <a:pt x="132" y="143"/>
                    <a:pt x="132" y="143"/>
                    <a:pt x="132" y="142"/>
                  </a:cubicBezTo>
                  <a:cubicBezTo>
                    <a:pt x="132" y="142"/>
                    <a:pt x="132" y="141"/>
                    <a:pt x="132" y="141"/>
                  </a:cubicBezTo>
                  <a:cubicBezTo>
                    <a:pt x="131" y="141"/>
                    <a:pt x="131" y="141"/>
                    <a:pt x="130" y="141"/>
                  </a:cubicBezTo>
                  <a:cubicBezTo>
                    <a:pt x="130" y="141"/>
                    <a:pt x="129" y="141"/>
                    <a:pt x="129" y="141"/>
                  </a:cubicBezTo>
                  <a:cubicBezTo>
                    <a:pt x="129" y="140"/>
                    <a:pt x="129" y="140"/>
                    <a:pt x="129" y="139"/>
                  </a:cubicBezTo>
                  <a:cubicBezTo>
                    <a:pt x="128" y="139"/>
                    <a:pt x="128" y="139"/>
                    <a:pt x="127" y="139"/>
                  </a:cubicBezTo>
                  <a:cubicBezTo>
                    <a:pt x="127" y="139"/>
                    <a:pt x="127" y="138"/>
                    <a:pt x="127" y="137"/>
                  </a:cubicBezTo>
                  <a:cubicBezTo>
                    <a:pt x="127" y="137"/>
                    <a:pt x="127" y="136"/>
                    <a:pt x="127" y="136"/>
                  </a:cubicBezTo>
                  <a:cubicBezTo>
                    <a:pt x="128" y="136"/>
                    <a:pt x="128" y="136"/>
                    <a:pt x="129" y="136"/>
                  </a:cubicBezTo>
                  <a:cubicBezTo>
                    <a:pt x="129" y="135"/>
                    <a:pt x="129" y="135"/>
                    <a:pt x="129" y="134"/>
                  </a:cubicBezTo>
                  <a:cubicBezTo>
                    <a:pt x="129" y="134"/>
                    <a:pt x="129" y="133"/>
                    <a:pt x="129" y="133"/>
                  </a:cubicBezTo>
                  <a:cubicBezTo>
                    <a:pt x="129" y="132"/>
                    <a:pt x="129" y="131"/>
                    <a:pt x="129" y="131"/>
                  </a:cubicBezTo>
                  <a:cubicBezTo>
                    <a:pt x="129" y="131"/>
                    <a:pt x="130" y="131"/>
                    <a:pt x="130" y="131"/>
                  </a:cubicBezTo>
                  <a:cubicBezTo>
                    <a:pt x="130" y="130"/>
                    <a:pt x="130" y="130"/>
                    <a:pt x="130" y="129"/>
                  </a:cubicBezTo>
                  <a:cubicBezTo>
                    <a:pt x="130" y="129"/>
                    <a:pt x="130" y="128"/>
                    <a:pt x="130" y="128"/>
                  </a:cubicBezTo>
                  <a:cubicBezTo>
                    <a:pt x="130" y="127"/>
                    <a:pt x="130" y="127"/>
                    <a:pt x="130" y="126"/>
                  </a:cubicBezTo>
                  <a:cubicBezTo>
                    <a:pt x="130" y="126"/>
                    <a:pt x="130" y="125"/>
                    <a:pt x="130" y="125"/>
                  </a:cubicBezTo>
                  <a:cubicBezTo>
                    <a:pt x="130" y="125"/>
                    <a:pt x="129" y="125"/>
                    <a:pt x="129" y="125"/>
                  </a:cubicBezTo>
                  <a:cubicBezTo>
                    <a:pt x="128" y="125"/>
                    <a:pt x="128" y="125"/>
                    <a:pt x="127" y="125"/>
                  </a:cubicBezTo>
                  <a:cubicBezTo>
                    <a:pt x="127" y="124"/>
                    <a:pt x="127" y="123"/>
                    <a:pt x="127" y="123"/>
                  </a:cubicBezTo>
                  <a:cubicBezTo>
                    <a:pt x="127" y="122"/>
                    <a:pt x="127" y="122"/>
                    <a:pt x="127" y="121"/>
                  </a:cubicBezTo>
                  <a:cubicBezTo>
                    <a:pt x="127" y="121"/>
                    <a:pt x="126" y="121"/>
                    <a:pt x="126" y="121"/>
                  </a:cubicBezTo>
                  <a:cubicBezTo>
                    <a:pt x="126" y="121"/>
                    <a:pt x="126" y="120"/>
                    <a:pt x="126" y="120"/>
                  </a:cubicBezTo>
                  <a:cubicBezTo>
                    <a:pt x="125" y="120"/>
                    <a:pt x="125" y="120"/>
                    <a:pt x="124" y="120"/>
                  </a:cubicBezTo>
                  <a:cubicBezTo>
                    <a:pt x="124" y="119"/>
                    <a:pt x="124" y="119"/>
                    <a:pt x="124" y="118"/>
                  </a:cubicBezTo>
                  <a:cubicBezTo>
                    <a:pt x="124" y="118"/>
                    <a:pt x="123" y="118"/>
                    <a:pt x="122" y="118"/>
                  </a:cubicBezTo>
                  <a:cubicBezTo>
                    <a:pt x="122" y="118"/>
                    <a:pt x="122" y="117"/>
                    <a:pt x="122" y="116"/>
                  </a:cubicBezTo>
                  <a:cubicBezTo>
                    <a:pt x="122" y="116"/>
                    <a:pt x="122" y="115"/>
                    <a:pt x="122" y="115"/>
                  </a:cubicBezTo>
                  <a:cubicBezTo>
                    <a:pt x="122" y="114"/>
                    <a:pt x="122" y="114"/>
                    <a:pt x="122" y="113"/>
                  </a:cubicBezTo>
                  <a:cubicBezTo>
                    <a:pt x="122" y="113"/>
                    <a:pt x="122" y="112"/>
                    <a:pt x="122" y="112"/>
                  </a:cubicBezTo>
                  <a:cubicBezTo>
                    <a:pt x="122" y="111"/>
                    <a:pt x="122" y="110"/>
                    <a:pt x="122" y="110"/>
                  </a:cubicBezTo>
                  <a:cubicBezTo>
                    <a:pt x="122" y="109"/>
                    <a:pt x="122" y="109"/>
                    <a:pt x="122" y="108"/>
                  </a:cubicBezTo>
                  <a:cubicBezTo>
                    <a:pt x="122" y="108"/>
                    <a:pt x="121" y="108"/>
                    <a:pt x="121" y="108"/>
                  </a:cubicBezTo>
                  <a:cubicBezTo>
                    <a:pt x="121" y="108"/>
                    <a:pt x="121" y="107"/>
                    <a:pt x="121" y="107"/>
                  </a:cubicBezTo>
                  <a:cubicBezTo>
                    <a:pt x="121" y="106"/>
                    <a:pt x="121" y="106"/>
                    <a:pt x="121" y="105"/>
                  </a:cubicBezTo>
                  <a:cubicBezTo>
                    <a:pt x="121" y="105"/>
                    <a:pt x="121" y="104"/>
                    <a:pt x="121" y="104"/>
                  </a:cubicBezTo>
                  <a:cubicBezTo>
                    <a:pt x="121" y="103"/>
                    <a:pt x="121" y="102"/>
                    <a:pt x="121" y="102"/>
                  </a:cubicBezTo>
                  <a:cubicBezTo>
                    <a:pt x="121" y="101"/>
                    <a:pt x="121" y="101"/>
                    <a:pt x="121" y="100"/>
                  </a:cubicBezTo>
                  <a:cubicBezTo>
                    <a:pt x="120" y="100"/>
                    <a:pt x="120" y="100"/>
                    <a:pt x="119" y="100"/>
                  </a:cubicBezTo>
                  <a:cubicBezTo>
                    <a:pt x="119" y="100"/>
                    <a:pt x="118" y="100"/>
                    <a:pt x="118" y="100"/>
                  </a:cubicBezTo>
                  <a:cubicBezTo>
                    <a:pt x="117" y="100"/>
                    <a:pt x="117" y="100"/>
                    <a:pt x="116" y="100"/>
                  </a:cubicBezTo>
                  <a:cubicBezTo>
                    <a:pt x="116" y="101"/>
                    <a:pt x="116" y="101"/>
                    <a:pt x="116" y="102"/>
                  </a:cubicBezTo>
                  <a:cubicBezTo>
                    <a:pt x="116" y="102"/>
                    <a:pt x="115" y="102"/>
                    <a:pt x="115" y="102"/>
                  </a:cubicBezTo>
                  <a:cubicBezTo>
                    <a:pt x="115" y="102"/>
                    <a:pt x="115" y="103"/>
                    <a:pt x="115" y="104"/>
                  </a:cubicBezTo>
                  <a:cubicBezTo>
                    <a:pt x="115" y="104"/>
                    <a:pt x="115" y="105"/>
                    <a:pt x="115" y="105"/>
                  </a:cubicBezTo>
                  <a:cubicBezTo>
                    <a:pt x="114" y="105"/>
                    <a:pt x="114" y="105"/>
                    <a:pt x="113" y="105"/>
                  </a:cubicBezTo>
                  <a:cubicBezTo>
                    <a:pt x="113" y="105"/>
                    <a:pt x="112" y="105"/>
                    <a:pt x="112" y="105"/>
                  </a:cubicBezTo>
                  <a:cubicBezTo>
                    <a:pt x="111" y="105"/>
                    <a:pt x="111" y="105"/>
                    <a:pt x="110" y="105"/>
                  </a:cubicBezTo>
                  <a:cubicBezTo>
                    <a:pt x="110" y="105"/>
                    <a:pt x="109" y="105"/>
                    <a:pt x="108" y="105"/>
                  </a:cubicBezTo>
                  <a:cubicBezTo>
                    <a:pt x="108" y="105"/>
                    <a:pt x="108" y="104"/>
                    <a:pt x="108" y="104"/>
                  </a:cubicBezTo>
                  <a:cubicBezTo>
                    <a:pt x="108" y="103"/>
                    <a:pt x="108" y="102"/>
                    <a:pt x="108" y="102"/>
                  </a:cubicBezTo>
                  <a:cubicBezTo>
                    <a:pt x="108" y="101"/>
                    <a:pt x="108" y="101"/>
                    <a:pt x="108" y="100"/>
                  </a:cubicBezTo>
                  <a:cubicBezTo>
                    <a:pt x="108" y="100"/>
                    <a:pt x="108" y="99"/>
                    <a:pt x="108" y="99"/>
                  </a:cubicBezTo>
                  <a:cubicBezTo>
                    <a:pt x="109" y="99"/>
                    <a:pt x="110" y="99"/>
                    <a:pt x="110" y="99"/>
                  </a:cubicBezTo>
                  <a:cubicBezTo>
                    <a:pt x="110" y="98"/>
                    <a:pt x="110" y="98"/>
                    <a:pt x="110" y="97"/>
                  </a:cubicBezTo>
                  <a:cubicBezTo>
                    <a:pt x="110" y="97"/>
                    <a:pt x="109" y="97"/>
                    <a:pt x="108" y="97"/>
                  </a:cubicBezTo>
                  <a:cubicBezTo>
                    <a:pt x="108" y="97"/>
                    <a:pt x="108" y="96"/>
                    <a:pt x="108" y="95"/>
                  </a:cubicBezTo>
                  <a:cubicBezTo>
                    <a:pt x="108" y="95"/>
                    <a:pt x="107" y="95"/>
                    <a:pt x="107" y="95"/>
                  </a:cubicBezTo>
                  <a:cubicBezTo>
                    <a:pt x="107" y="95"/>
                    <a:pt x="107" y="94"/>
                    <a:pt x="107" y="94"/>
                  </a:cubicBezTo>
                  <a:cubicBezTo>
                    <a:pt x="107" y="93"/>
                    <a:pt x="107" y="93"/>
                    <a:pt x="107" y="92"/>
                  </a:cubicBezTo>
                  <a:cubicBezTo>
                    <a:pt x="106" y="92"/>
                    <a:pt x="106" y="92"/>
                    <a:pt x="105" y="92"/>
                  </a:cubicBezTo>
                  <a:cubicBezTo>
                    <a:pt x="105" y="92"/>
                    <a:pt x="105" y="91"/>
                    <a:pt x="105" y="91"/>
                  </a:cubicBezTo>
                  <a:cubicBezTo>
                    <a:pt x="105" y="91"/>
                    <a:pt x="104" y="91"/>
                    <a:pt x="104" y="91"/>
                  </a:cubicBezTo>
                  <a:cubicBezTo>
                    <a:pt x="104" y="90"/>
                    <a:pt x="104" y="90"/>
                    <a:pt x="104" y="89"/>
                  </a:cubicBezTo>
                  <a:cubicBezTo>
                    <a:pt x="103" y="89"/>
                    <a:pt x="103" y="89"/>
                    <a:pt x="102" y="89"/>
                  </a:cubicBezTo>
                  <a:cubicBezTo>
                    <a:pt x="102" y="89"/>
                    <a:pt x="102" y="88"/>
                    <a:pt x="102" y="87"/>
                  </a:cubicBezTo>
                  <a:cubicBezTo>
                    <a:pt x="102" y="87"/>
                    <a:pt x="101" y="87"/>
                    <a:pt x="101" y="87"/>
                  </a:cubicBezTo>
                  <a:cubicBezTo>
                    <a:pt x="101" y="88"/>
                    <a:pt x="101" y="89"/>
                    <a:pt x="101" y="89"/>
                  </a:cubicBezTo>
                  <a:cubicBezTo>
                    <a:pt x="100" y="89"/>
                    <a:pt x="100" y="89"/>
                    <a:pt x="99" y="89"/>
                  </a:cubicBezTo>
                  <a:cubicBezTo>
                    <a:pt x="98" y="89"/>
                    <a:pt x="98" y="89"/>
                    <a:pt x="97" y="89"/>
                  </a:cubicBezTo>
                  <a:cubicBezTo>
                    <a:pt x="97" y="89"/>
                    <a:pt x="97" y="88"/>
                    <a:pt x="97" y="87"/>
                  </a:cubicBezTo>
                  <a:cubicBezTo>
                    <a:pt x="97" y="87"/>
                    <a:pt x="96" y="87"/>
                    <a:pt x="96" y="87"/>
                  </a:cubicBezTo>
                  <a:cubicBezTo>
                    <a:pt x="96" y="88"/>
                    <a:pt x="96" y="89"/>
                    <a:pt x="96" y="89"/>
                  </a:cubicBezTo>
                  <a:cubicBezTo>
                    <a:pt x="95" y="89"/>
                    <a:pt x="95" y="89"/>
                    <a:pt x="94" y="89"/>
                  </a:cubicBezTo>
                  <a:cubicBezTo>
                    <a:pt x="94" y="90"/>
                    <a:pt x="94" y="90"/>
                    <a:pt x="94" y="91"/>
                  </a:cubicBezTo>
                  <a:cubicBezTo>
                    <a:pt x="94" y="91"/>
                    <a:pt x="94" y="92"/>
                    <a:pt x="94" y="92"/>
                  </a:cubicBezTo>
                  <a:cubicBezTo>
                    <a:pt x="94" y="93"/>
                    <a:pt x="94" y="93"/>
                    <a:pt x="94" y="94"/>
                  </a:cubicBezTo>
                  <a:cubicBezTo>
                    <a:pt x="94" y="94"/>
                    <a:pt x="93" y="94"/>
                    <a:pt x="93" y="94"/>
                  </a:cubicBezTo>
                  <a:cubicBezTo>
                    <a:pt x="93" y="94"/>
                    <a:pt x="93" y="95"/>
                    <a:pt x="93" y="95"/>
                  </a:cubicBezTo>
                  <a:cubicBezTo>
                    <a:pt x="93" y="96"/>
                    <a:pt x="93" y="97"/>
                    <a:pt x="93" y="97"/>
                  </a:cubicBezTo>
                  <a:cubicBezTo>
                    <a:pt x="93" y="98"/>
                    <a:pt x="93" y="98"/>
                    <a:pt x="93" y="99"/>
                  </a:cubicBezTo>
                  <a:cubicBezTo>
                    <a:pt x="92" y="99"/>
                    <a:pt x="92" y="99"/>
                    <a:pt x="91" y="99"/>
                  </a:cubicBezTo>
                  <a:cubicBezTo>
                    <a:pt x="91" y="99"/>
                    <a:pt x="90" y="99"/>
                    <a:pt x="90" y="99"/>
                  </a:cubicBezTo>
                  <a:cubicBezTo>
                    <a:pt x="90" y="99"/>
                    <a:pt x="90" y="100"/>
                    <a:pt x="90" y="100"/>
                  </a:cubicBezTo>
                  <a:cubicBezTo>
                    <a:pt x="89" y="100"/>
                    <a:pt x="89" y="100"/>
                    <a:pt x="88" y="100"/>
                  </a:cubicBezTo>
                  <a:cubicBezTo>
                    <a:pt x="88" y="101"/>
                    <a:pt x="88" y="101"/>
                    <a:pt x="88" y="102"/>
                  </a:cubicBezTo>
                  <a:cubicBezTo>
                    <a:pt x="88" y="102"/>
                    <a:pt x="88" y="103"/>
                    <a:pt x="88" y="104"/>
                  </a:cubicBezTo>
                  <a:cubicBezTo>
                    <a:pt x="89" y="104"/>
                    <a:pt x="89" y="104"/>
                    <a:pt x="90" y="104"/>
                  </a:cubicBezTo>
                  <a:cubicBezTo>
                    <a:pt x="90" y="104"/>
                    <a:pt x="90" y="105"/>
                    <a:pt x="90" y="105"/>
                  </a:cubicBezTo>
                  <a:cubicBezTo>
                    <a:pt x="90" y="105"/>
                    <a:pt x="91" y="105"/>
                    <a:pt x="91" y="105"/>
                  </a:cubicBezTo>
                  <a:cubicBezTo>
                    <a:pt x="91" y="106"/>
                    <a:pt x="91" y="106"/>
                    <a:pt x="91" y="107"/>
                  </a:cubicBezTo>
                  <a:cubicBezTo>
                    <a:pt x="91" y="107"/>
                    <a:pt x="91" y="108"/>
                    <a:pt x="91" y="108"/>
                  </a:cubicBezTo>
                  <a:cubicBezTo>
                    <a:pt x="91" y="108"/>
                    <a:pt x="90" y="108"/>
                    <a:pt x="90" y="108"/>
                  </a:cubicBezTo>
                  <a:cubicBezTo>
                    <a:pt x="90" y="109"/>
                    <a:pt x="90" y="109"/>
                    <a:pt x="90" y="110"/>
                  </a:cubicBezTo>
                  <a:cubicBezTo>
                    <a:pt x="90" y="110"/>
                    <a:pt x="90" y="111"/>
                    <a:pt x="90" y="112"/>
                  </a:cubicBezTo>
                  <a:cubicBezTo>
                    <a:pt x="90" y="112"/>
                    <a:pt x="90" y="113"/>
                    <a:pt x="90" y="113"/>
                  </a:cubicBezTo>
                  <a:cubicBezTo>
                    <a:pt x="89" y="113"/>
                    <a:pt x="89" y="113"/>
                    <a:pt x="88" y="113"/>
                  </a:cubicBezTo>
                  <a:cubicBezTo>
                    <a:pt x="88" y="113"/>
                    <a:pt x="87" y="113"/>
                    <a:pt x="87" y="113"/>
                  </a:cubicBezTo>
                  <a:cubicBezTo>
                    <a:pt x="87" y="114"/>
                    <a:pt x="87" y="114"/>
                    <a:pt x="87" y="115"/>
                  </a:cubicBezTo>
                  <a:cubicBezTo>
                    <a:pt x="86" y="115"/>
                    <a:pt x="85" y="115"/>
                    <a:pt x="85" y="115"/>
                  </a:cubicBezTo>
                  <a:cubicBezTo>
                    <a:pt x="84" y="115"/>
                    <a:pt x="84" y="115"/>
                    <a:pt x="83" y="115"/>
                  </a:cubicBezTo>
                  <a:cubicBezTo>
                    <a:pt x="83" y="115"/>
                    <a:pt x="82" y="115"/>
                    <a:pt x="82" y="115"/>
                  </a:cubicBezTo>
                  <a:cubicBezTo>
                    <a:pt x="82" y="115"/>
                    <a:pt x="82" y="116"/>
                    <a:pt x="82" y="116"/>
                  </a:cubicBezTo>
                  <a:cubicBezTo>
                    <a:pt x="82" y="117"/>
                    <a:pt x="82" y="118"/>
                    <a:pt x="82" y="118"/>
                  </a:cubicBezTo>
                  <a:cubicBezTo>
                    <a:pt x="82" y="119"/>
                    <a:pt x="82" y="119"/>
                    <a:pt x="82" y="120"/>
                  </a:cubicBezTo>
                  <a:cubicBezTo>
                    <a:pt x="82" y="120"/>
                    <a:pt x="82" y="121"/>
                    <a:pt x="82" y="121"/>
                  </a:cubicBezTo>
                  <a:cubicBezTo>
                    <a:pt x="81" y="121"/>
                    <a:pt x="81" y="121"/>
                    <a:pt x="80" y="121"/>
                  </a:cubicBezTo>
                  <a:cubicBezTo>
                    <a:pt x="80" y="122"/>
                    <a:pt x="80" y="122"/>
                    <a:pt x="80" y="123"/>
                  </a:cubicBezTo>
                  <a:cubicBezTo>
                    <a:pt x="80" y="123"/>
                    <a:pt x="80" y="124"/>
                    <a:pt x="80" y="125"/>
                  </a:cubicBezTo>
                  <a:cubicBezTo>
                    <a:pt x="80" y="125"/>
                    <a:pt x="80" y="126"/>
                    <a:pt x="80" y="126"/>
                  </a:cubicBezTo>
                  <a:cubicBezTo>
                    <a:pt x="80" y="126"/>
                    <a:pt x="79" y="126"/>
                    <a:pt x="79" y="126"/>
                  </a:cubicBezTo>
                  <a:cubicBezTo>
                    <a:pt x="78" y="126"/>
                    <a:pt x="78" y="126"/>
                    <a:pt x="77" y="126"/>
                  </a:cubicBezTo>
                  <a:cubicBezTo>
                    <a:pt x="77" y="126"/>
                    <a:pt x="76" y="126"/>
                    <a:pt x="76" y="126"/>
                  </a:cubicBezTo>
                  <a:cubicBezTo>
                    <a:pt x="76" y="126"/>
                    <a:pt x="76" y="125"/>
                    <a:pt x="76" y="125"/>
                  </a:cubicBezTo>
                  <a:cubicBezTo>
                    <a:pt x="76" y="125"/>
                    <a:pt x="77" y="125"/>
                    <a:pt x="77" y="125"/>
                  </a:cubicBezTo>
                  <a:cubicBezTo>
                    <a:pt x="77" y="124"/>
                    <a:pt x="77" y="123"/>
                    <a:pt x="77" y="123"/>
                  </a:cubicBezTo>
                  <a:cubicBezTo>
                    <a:pt x="78" y="123"/>
                    <a:pt x="78" y="123"/>
                    <a:pt x="79" y="123"/>
                  </a:cubicBezTo>
                  <a:cubicBezTo>
                    <a:pt x="79" y="122"/>
                    <a:pt x="79" y="122"/>
                    <a:pt x="79" y="121"/>
                  </a:cubicBezTo>
                  <a:cubicBezTo>
                    <a:pt x="78" y="121"/>
                    <a:pt x="78" y="121"/>
                    <a:pt x="77" y="121"/>
                  </a:cubicBezTo>
                  <a:cubicBezTo>
                    <a:pt x="77" y="121"/>
                    <a:pt x="77" y="120"/>
                    <a:pt x="77" y="120"/>
                  </a:cubicBezTo>
                  <a:cubicBezTo>
                    <a:pt x="77" y="119"/>
                    <a:pt x="77" y="119"/>
                    <a:pt x="77" y="118"/>
                  </a:cubicBezTo>
                  <a:cubicBezTo>
                    <a:pt x="77" y="118"/>
                    <a:pt x="77" y="117"/>
                    <a:pt x="77" y="116"/>
                  </a:cubicBezTo>
                  <a:cubicBezTo>
                    <a:pt x="77" y="116"/>
                    <a:pt x="77" y="115"/>
                    <a:pt x="77" y="115"/>
                  </a:cubicBezTo>
                  <a:cubicBezTo>
                    <a:pt x="77" y="114"/>
                    <a:pt x="77" y="114"/>
                    <a:pt x="77" y="113"/>
                  </a:cubicBezTo>
                  <a:cubicBezTo>
                    <a:pt x="77" y="113"/>
                    <a:pt x="76" y="113"/>
                    <a:pt x="76" y="113"/>
                  </a:cubicBezTo>
                  <a:cubicBezTo>
                    <a:pt x="75" y="113"/>
                    <a:pt x="75" y="113"/>
                    <a:pt x="74" y="113"/>
                  </a:cubicBezTo>
                  <a:cubicBezTo>
                    <a:pt x="74" y="113"/>
                    <a:pt x="74" y="112"/>
                    <a:pt x="74" y="112"/>
                  </a:cubicBezTo>
                  <a:cubicBezTo>
                    <a:pt x="74" y="112"/>
                    <a:pt x="73" y="112"/>
                    <a:pt x="73" y="112"/>
                  </a:cubicBezTo>
                  <a:cubicBezTo>
                    <a:pt x="72" y="112"/>
                    <a:pt x="71" y="112"/>
                    <a:pt x="71" y="112"/>
                  </a:cubicBezTo>
                  <a:cubicBezTo>
                    <a:pt x="71" y="111"/>
                    <a:pt x="71" y="110"/>
                    <a:pt x="71" y="110"/>
                  </a:cubicBezTo>
                  <a:cubicBezTo>
                    <a:pt x="71" y="109"/>
                    <a:pt x="71" y="109"/>
                    <a:pt x="71" y="108"/>
                  </a:cubicBezTo>
                  <a:cubicBezTo>
                    <a:pt x="70" y="108"/>
                    <a:pt x="70" y="108"/>
                    <a:pt x="69" y="108"/>
                  </a:cubicBezTo>
                  <a:cubicBezTo>
                    <a:pt x="69" y="108"/>
                    <a:pt x="68" y="108"/>
                    <a:pt x="68" y="108"/>
                  </a:cubicBezTo>
                  <a:cubicBezTo>
                    <a:pt x="68" y="108"/>
                    <a:pt x="68" y="107"/>
                    <a:pt x="68" y="107"/>
                  </a:cubicBezTo>
                  <a:cubicBezTo>
                    <a:pt x="68" y="106"/>
                    <a:pt x="68" y="106"/>
                    <a:pt x="68" y="105"/>
                  </a:cubicBezTo>
                  <a:cubicBezTo>
                    <a:pt x="67" y="105"/>
                    <a:pt x="67" y="105"/>
                    <a:pt x="66" y="105"/>
                  </a:cubicBezTo>
                  <a:cubicBezTo>
                    <a:pt x="66" y="105"/>
                    <a:pt x="65" y="105"/>
                    <a:pt x="65" y="105"/>
                  </a:cubicBezTo>
                  <a:cubicBezTo>
                    <a:pt x="65" y="105"/>
                    <a:pt x="65" y="104"/>
                    <a:pt x="65" y="104"/>
                  </a:cubicBezTo>
                  <a:cubicBezTo>
                    <a:pt x="64" y="104"/>
                    <a:pt x="64" y="104"/>
                    <a:pt x="63" y="104"/>
                  </a:cubicBezTo>
                  <a:cubicBezTo>
                    <a:pt x="63" y="104"/>
                    <a:pt x="62" y="104"/>
                    <a:pt x="61" y="104"/>
                  </a:cubicBezTo>
                  <a:cubicBezTo>
                    <a:pt x="61" y="103"/>
                    <a:pt x="61" y="102"/>
                    <a:pt x="61" y="102"/>
                  </a:cubicBezTo>
                  <a:cubicBezTo>
                    <a:pt x="61" y="102"/>
                    <a:pt x="60" y="102"/>
                    <a:pt x="60" y="102"/>
                  </a:cubicBezTo>
                  <a:cubicBezTo>
                    <a:pt x="60" y="101"/>
                    <a:pt x="60" y="101"/>
                    <a:pt x="60" y="100"/>
                  </a:cubicBezTo>
                  <a:cubicBezTo>
                    <a:pt x="60" y="100"/>
                    <a:pt x="60" y="99"/>
                    <a:pt x="60" y="99"/>
                  </a:cubicBezTo>
                  <a:cubicBezTo>
                    <a:pt x="60" y="98"/>
                    <a:pt x="60" y="98"/>
                    <a:pt x="60" y="97"/>
                  </a:cubicBezTo>
                  <a:cubicBezTo>
                    <a:pt x="60" y="97"/>
                    <a:pt x="60" y="96"/>
                    <a:pt x="60" y="95"/>
                  </a:cubicBezTo>
                  <a:cubicBezTo>
                    <a:pt x="59" y="95"/>
                    <a:pt x="59" y="95"/>
                    <a:pt x="58" y="95"/>
                  </a:cubicBezTo>
                  <a:cubicBezTo>
                    <a:pt x="58" y="95"/>
                    <a:pt x="58" y="94"/>
                    <a:pt x="58" y="94"/>
                  </a:cubicBezTo>
                  <a:cubicBezTo>
                    <a:pt x="58" y="93"/>
                    <a:pt x="58" y="93"/>
                    <a:pt x="58" y="92"/>
                  </a:cubicBezTo>
                  <a:cubicBezTo>
                    <a:pt x="59" y="92"/>
                    <a:pt x="59" y="92"/>
                    <a:pt x="60" y="92"/>
                  </a:cubicBezTo>
                  <a:cubicBezTo>
                    <a:pt x="60" y="92"/>
                    <a:pt x="60" y="91"/>
                    <a:pt x="60" y="91"/>
                  </a:cubicBezTo>
                  <a:cubicBezTo>
                    <a:pt x="60" y="90"/>
                    <a:pt x="60" y="90"/>
                    <a:pt x="60" y="89"/>
                  </a:cubicBezTo>
                  <a:cubicBezTo>
                    <a:pt x="60" y="89"/>
                    <a:pt x="61" y="89"/>
                    <a:pt x="61" y="89"/>
                  </a:cubicBezTo>
                  <a:cubicBezTo>
                    <a:pt x="62" y="89"/>
                    <a:pt x="63" y="89"/>
                    <a:pt x="63" y="89"/>
                  </a:cubicBezTo>
                  <a:cubicBezTo>
                    <a:pt x="63" y="89"/>
                    <a:pt x="63" y="88"/>
                    <a:pt x="63" y="87"/>
                  </a:cubicBezTo>
                  <a:cubicBezTo>
                    <a:pt x="63" y="87"/>
                    <a:pt x="63" y="86"/>
                    <a:pt x="63" y="86"/>
                  </a:cubicBezTo>
                  <a:cubicBezTo>
                    <a:pt x="64" y="86"/>
                    <a:pt x="64" y="86"/>
                    <a:pt x="65" y="86"/>
                  </a:cubicBezTo>
                  <a:cubicBezTo>
                    <a:pt x="65" y="85"/>
                    <a:pt x="65" y="85"/>
                    <a:pt x="65" y="84"/>
                  </a:cubicBezTo>
                  <a:cubicBezTo>
                    <a:pt x="65" y="84"/>
                    <a:pt x="66" y="84"/>
                    <a:pt x="66" y="84"/>
                  </a:cubicBezTo>
                  <a:cubicBezTo>
                    <a:pt x="67" y="84"/>
                    <a:pt x="67" y="84"/>
                    <a:pt x="68" y="84"/>
                  </a:cubicBezTo>
                  <a:cubicBezTo>
                    <a:pt x="68" y="84"/>
                    <a:pt x="68" y="83"/>
                    <a:pt x="68" y="83"/>
                  </a:cubicBezTo>
                  <a:cubicBezTo>
                    <a:pt x="68" y="83"/>
                    <a:pt x="69" y="83"/>
                    <a:pt x="69" y="83"/>
                  </a:cubicBezTo>
                  <a:cubicBezTo>
                    <a:pt x="70" y="83"/>
                    <a:pt x="70" y="83"/>
                    <a:pt x="71" y="83"/>
                  </a:cubicBezTo>
                  <a:cubicBezTo>
                    <a:pt x="71" y="82"/>
                    <a:pt x="71" y="81"/>
                    <a:pt x="71" y="81"/>
                  </a:cubicBezTo>
                  <a:cubicBezTo>
                    <a:pt x="71" y="81"/>
                    <a:pt x="72" y="81"/>
                    <a:pt x="73" y="81"/>
                  </a:cubicBezTo>
                  <a:cubicBezTo>
                    <a:pt x="73" y="80"/>
                    <a:pt x="73" y="80"/>
                    <a:pt x="73" y="79"/>
                  </a:cubicBezTo>
                  <a:cubicBezTo>
                    <a:pt x="73" y="79"/>
                    <a:pt x="74" y="79"/>
                    <a:pt x="74" y="79"/>
                  </a:cubicBezTo>
                  <a:cubicBezTo>
                    <a:pt x="75" y="79"/>
                    <a:pt x="75" y="79"/>
                    <a:pt x="76" y="79"/>
                  </a:cubicBezTo>
                  <a:cubicBezTo>
                    <a:pt x="76" y="79"/>
                    <a:pt x="77" y="79"/>
                    <a:pt x="77" y="79"/>
                  </a:cubicBezTo>
                  <a:cubicBezTo>
                    <a:pt x="78" y="79"/>
                    <a:pt x="78" y="79"/>
                    <a:pt x="79" y="79"/>
                  </a:cubicBezTo>
                  <a:cubicBezTo>
                    <a:pt x="79" y="79"/>
                    <a:pt x="79" y="78"/>
                    <a:pt x="79" y="78"/>
                  </a:cubicBezTo>
                  <a:cubicBezTo>
                    <a:pt x="79" y="77"/>
                    <a:pt x="79" y="77"/>
                    <a:pt x="79" y="76"/>
                  </a:cubicBezTo>
                  <a:cubicBezTo>
                    <a:pt x="79" y="76"/>
                    <a:pt x="80" y="76"/>
                    <a:pt x="80" y="76"/>
                  </a:cubicBezTo>
                  <a:cubicBezTo>
                    <a:pt x="80" y="76"/>
                    <a:pt x="80" y="75"/>
                    <a:pt x="80" y="75"/>
                  </a:cubicBezTo>
                  <a:cubicBezTo>
                    <a:pt x="81" y="75"/>
                    <a:pt x="81" y="75"/>
                    <a:pt x="82" y="75"/>
                  </a:cubicBezTo>
                  <a:cubicBezTo>
                    <a:pt x="82" y="74"/>
                    <a:pt x="82" y="73"/>
                    <a:pt x="82" y="73"/>
                  </a:cubicBezTo>
                  <a:cubicBezTo>
                    <a:pt x="82" y="73"/>
                    <a:pt x="83" y="73"/>
                    <a:pt x="83" y="73"/>
                  </a:cubicBezTo>
                  <a:cubicBezTo>
                    <a:pt x="83" y="72"/>
                    <a:pt x="83" y="72"/>
                    <a:pt x="83" y="71"/>
                  </a:cubicBezTo>
                  <a:cubicBezTo>
                    <a:pt x="84" y="71"/>
                    <a:pt x="84" y="71"/>
                    <a:pt x="85" y="71"/>
                  </a:cubicBezTo>
                  <a:cubicBezTo>
                    <a:pt x="85" y="72"/>
                    <a:pt x="85" y="72"/>
                    <a:pt x="85" y="73"/>
                  </a:cubicBezTo>
                  <a:cubicBezTo>
                    <a:pt x="84" y="73"/>
                    <a:pt x="84" y="73"/>
                    <a:pt x="83" y="73"/>
                  </a:cubicBezTo>
                  <a:cubicBezTo>
                    <a:pt x="83" y="73"/>
                    <a:pt x="83" y="74"/>
                    <a:pt x="83" y="75"/>
                  </a:cubicBezTo>
                  <a:cubicBezTo>
                    <a:pt x="83" y="75"/>
                    <a:pt x="83" y="76"/>
                    <a:pt x="83" y="76"/>
                  </a:cubicBezTo>
                  <a:cubicBezTo>
                    <a:pt x="83" y="76"/>
                    <a:pt x="82" y="76"/>
                    <a:pt x="82" y="76"/>
                  </a:cubicBezTo>
                  <a:cubicBezTo>
                    <a:pt x="82" y="77"/>
                    <a:pt x="82" y="77"/>
                    <a:pt x="82" y="78"/>
                  </a:cubicBezTo>
                  <a:cubicBezTo>
                    <a:pt x="81" y="78"/>
                    <a:pt x="81" y="78"/>
                    <a:pt x="80" y="78"/>
                  </a:cubicBezTo>
                  <a:cubicBezTo>
                    <a:pt x="80" y="78"/>
                    <a:pt x="80" y="79"/>
                    <a:pt x="80" y="79"/>
                  </a:cubicBezTo>
                  <a:cubicBezTo>
                    <a:pt x="80" y="80"/>
                    <a:pt x="80" y="80"/>
                    <a:pt x="80" y="81"/>
                  </a:cubicBezTo>
                  <a:cubicBezTo>
                    <a:pt x="80" y="81"/>
                    <a:pt x="80" y="82"/>
                    <a:pt x="80" y="83"/>
                  </a:cubicBezTo>
                  <a:cubicBezTo>
                    <a:pt x="81" y="83"/>
                    <a:pt x="81" y="83"/>
                    <a:pt x="82" y="83"/>
                  </a:cubicBezTo>
                  <a:cubicBezTo>
                    <a:pt x="82" y="83"/>
                    <a:pt x="82" y="84"/>
                    <a:pt x="82" y="84"/>
                  </a:cubicBezTo>
                  <a:cubicBezTo>
                    <a:pt x="82" y="84"/>
                    <a:pt x="83" y="84"/>
                    <a:pt x="83" y="84"/>
                  </a:cubicBezTo>
                  <a:cubicBezTo>
                    <a:pt x="84" y="84"/>
                    <a:pt x="84" y="84"/>
                    <a:pt x="85" y="84"/>
                  </a:cubicBezTo>
                  <a:cubicBezTo>
                    <a:pt x="85" y="84"/>
                    <a:pt x="85" y="83"/>
                    <a:pt x="85" y="83"/>
                  </a:cubicBezTo>
                  <a:cubicBezTo>
                    <a:pt x="85" y="83"/>
                    <a:pt x="86" y="83"/>
                    <a:pt x="87" y="83"/>
                  </a:cubicBezTo>
                  <a:cubicBezTo>
                    <a:pt x="87" y="82"/>
                    <a:pt x="87" y="81"/>
                    <a:pt x="87" y="81"/>
                  </a:cubicBezTo>
                  <a:cubicBezTo>
                    <a:pt x="87" y="81"/>
                    <a:pt x="88" y="81"/>
                    <a:pt x="88" y="81"/>
                  </a:cubicBezTo>
                  <a:cubicBezTo>
                    <a:pt x="88" y="81"/>
                    <a:pt x="88" y="82"/>
                    <a:pt x="88" y="83"/>
                  </a:cubicBezTo>
                  <a:cubicBezTo>
                    <a:pt x="89" y="83"/>
                    <a:pt x="89" y="83"/>
                    <a:pt x="90" y="83"/>
                  </a:cubicBezTo>
                  <a:cubicBezTo>
                    <a:pt x="90" y="83"/>
                    <a:pt x="90" y="84"/>
                    <a:pt x="90" y="84"/>
                  </a:cubicBezTo>
                  <a:cubicBezTo>
                    <a:pt x="90" y="84"/>
                    <a:pt x="91" y="84"/>
                    <a:pt x="91" y="84"/>
                  </a:cubicBezTo>
                  <a:cubicBezTo>
                    <a:pt x="92" y="84"/>
                    <a:pt x="92" y="84"/>
                    <a:pt x="93" y="84"/>
                  </a:cubicBezTo>
                  <a:cubicBezTo>
                    <a:pt x="93" y="84"/>
                    <a:pt x="93" y="83"/>
                    <a:pt x="93" y="83"/>
                  </a:cubicBezTo>
                  <a:cubicBezTo>
                    <a:pt x="93" y="82"/>
                    <a:pt x="93" y="81"/>
                    <a:pt x="93" y="81"/>
                  </a:cubicBezTo>
                  <a:cubicBezTo>
                    <a:pt x="92" y="81"/>
                    <a:pt x="92" y="81"/>
                    <a:pt x="91" y="81"/>
                  </a:cubicBezTo>
                  <a:cubicBezTo>
                    <a:pt x="91" y="80"/>
                    <a:pt x="91" y="80"/>
                    <a:pt x="91" y="79"/>
                  </a:cubicBezTo>
                  <a:cubicBezTo>
                    <a:pt x="91" y="79"/>
                    <a:pt x="91" y="78"/>
                    <a:pt x="91" y="78"/>
                  </a:cubicBezTo>
                  <a:cubicBezTo>
                    <a:pt x="91" y="77"/>
                    <a:pt x="91" y="77"/>
                    <a:pt x="91" y="76"/>
                  </a:cubicBezTo>
                  <a:cubicBezTo>
                    <a:pt x="91" y="76"/>
                    <a:pt x="90" y="76"/>
                    <a:pt x="90" y="76"/>
                  </a:cubicBezTo>
                  <a:cubicBezTo>
                    <a:pt x="89" y="76"/>
                    <a:pt x="89" y="76"/>
                    <a:pt x="88" y="76"/>
                  </a:cubicBezTo>
                  <a:cubicBezTo>
                    <a:pt x="88" y="76"/>
                    <a:pt x="88" y="75"/>
                    <a:pt x="88" y="75"/>
                  </a:cubicBezTo>
                  <a:cubicBezTo>
                    <a:pt x="88" y="75"/>
                    <a:pt x="87" y="75"/>
                    <a:pt x="87" y="75"/>
                  </a:cubicBezTo>
                  <a:cubicBezTo>
                    <a:pt x="87" y="74"/>
                    <a:pt x="87" y="73"/>
                    <a:pt x="87" y="73"/>
                  </a:cubicBezTo>
                  <a:cubicBezTo>
                    <a:pt x="87" y="72"/>
                    <a:pt x="87" y="72"/>
                    <a:pt x="87" y="71"/>
                  </a:cubicBezTo>
                  <a:cubicBezTo>
                    <a:pt x="87" y="71"/>
                    <a:pt x="88" y="71"/>
                    <a:pt x="88" y="71"/>
                  </a:cubicBezTo>
                  <a:cubicBezTo>
                    <a:pt x="88" y="72"/>
                    <a:pt x="88" y="72"/>
                    <a:pt x="88" y="73"/>
                  </a:cubicBezTo>
                  <a:cubicBezTo>
                    <a:pt x="88" y="73"/>
                    <a:pt x="88" y="74"/>
                    <a:pt x="88" y="75"/>
                  </a:cubicBezTo>
                  <a:cubicBezTo>
                    <a:pt x="89" y="75"/>
                    <a:pt x="89" y="75"/>
                    <a:pt x="90" y="75"/>
                  </a:cubicBezTo>
                  <a:cubicBezTo>
                    <a:pt x="90" y="74"/>
                    <a:pt x="90" y="73"/>
                    <a:pt x="90" y="73"/>
                  </a:cubicBezTo>
                  <a:cubicBezTo>
                    <a:pt x="90" y="72"/>
                    <a:pt x="90" y="72"/>
                    <a:pt x="90" y="71"/>
                  </a:cubicBezTo>
                  <a:cubicBezTo>
                    <a:pt x="90" y="71"/>
                    <a:pt x="91" y="71"/>
                    <a:pt x="91" y="71"/>
                  </a:cubicBezTo>
                  <a:cubicBezTo>
                    <a:pt x="92" y="71"/>
                    <a:pt x="92" y="71"/>
                    <a:pt x="93" y="71"/>
                  </a:cubicBezTo>
                  <a:cubicBezTo>
                    <a:pt x="93" y="71"/>
                    <a:pt x="93" y="70"/>
                    <a:pt x="93" y="70"/>
                  </a:cubicBezTo>
                  <a:cubicBezTo>
                    <a:pt x="93" y="70"/>
                    <a:pt x="94" y="70"/>
                    <a:pt x="94" y="70"/>
                  </a:cubicBezTo>
                  <a:cubicBezTo>
                    <a:pt x="95" y="70"/>
                    <a:pt x="95" y="70"/>
                    <a:pt x="96" y="70"/>
                  </a:cubicBezTo>
                  <a:cubicBezTo>
                    <a:pt x="96" y="69"/>
                    <a:pt x="96" y="69"/>
                    <a:pt x="96" y="68"/>
                  </a:cubicBezTo>
                  <a:cubicBezTo>
                    <a:pt x="96" y="67"/>
                    <a:pt x="96" y="67"/>
                    <a:pt x="96" y="66"/>
                  </a:cubicBezTo>
                  <a:cubicBezTo>
                    <a:pt x="96" y="66"/>
                    <a:pt x="96" y="65"/>
                    <a:pt x="96" y="65"/>
                  </a:cubicBezTo>
                  <a:cubicBezTo>
                    <a:pt x="96" y="64"/>
                    <a:pt x="96" y="64"/>
                    <a:pt x="96" y="63"/>
                  </a:cubicBezTo>
                  <a:cubicBezTo>
                    <a:pt x="96" y="63"/>
                    <a:pt x="97" y="63"/>
                    <a:pt x="97" y="63"/>
                  </a:cubicBezTo>
                  <a:cubicBezTo>
                    <a:pt x="97" y="63"/>
                    <a:pt x="97" y="62"/>
                    <a:pt x="97" y="62"/>
                  </a:cubicBezTo>
                  <a:cubicBezTo>
                    <a:pt x="97" y="61"/>
                    <a:pt x="97" y="61"/>
                    <a:pt x="97" y="60"/>
                  </a:cubicBezTo>
                  <a:cubicBezTo>
                    <a:pt x="97" y="59"/>
                    <a:pt x="97" y="59"/>
                    <a:pt x="97" y="58"/>
                  </a:cubicBezTo>
                  <a:cubicBezTo>
                    <a:pt x="98" y="58"/>
                    <a:pt x="98" y="58"/>
                    <a:pt x="99" y="58"/>
                  </a:cubicBezTo>
                  <a:cubicBezTo>
                    <a:pt x="99" y="59"/>
                    <a:pt x="99" y="59"/>
                    <a:pt x="99" y="60"/>
                  </a:cubicBezTo>
                  <a:cubicBezTo>
                    <a:pt x="100" y="60"/>
                    <a:pt x="100" y="60"/>
                    <a:pt x="101" y="60"/>
                  </a:cubicBezTo>
                  <a:cubicBezTo>
                    <a:pt x="101" y="61"/>
                    <a:pt x="101" y="61"/>
                    <a:pt x="101" y="62"/>
                  </a:cubicBezTo>
                  <a:cubicBezTo>
                    <a:pt x="101" y="62"/>
                    <a:pt x="101" y="63"/>
                    <a:pt x="101" y="63"/>
                  </a:cubicBezTo>
                  <a:cubicBezTo>
                    <a:pt x="101" y="63"/>
                    <a:pt x="102" y="63"/>
                    <a:pt x="102" y="63"/>
                  </a:cubicBezTo>
                  <a:cubicBezTo>
                    <a:pt x="102" y="63"/>
                    <a:pt x="102" y="62"/>
                    <a:pt x="102" y="62"/>
                  </a:cubicBezTo>
                  <a:cubicBezTo>
                    <a:pt x="103" y="62"/>
                    <a:pt x="103" y="62"/>
                    <a:pt x="104" y="62"/>
                  </a:cubicBezTo>
                  <a:cubicBezTo>
                    <a:pt x="104" y="61"/>
                    <a:pt x="104" y="61"/>
                    <a:pt x="104" y="60"/>
                  </a:cubicBezTo>
                  <a:cubicBezTo>
                    <a:pt x="104" y="60"/>
                    <a:pt x="105" y="60"/>
                    <a:pt x="105" y="60"/>
                  </a:cubicBezTo>
                  <a:cubicBezTo>
                    <a:pt x="105" y="61"/>
                    <a:pt x="105" y="61"/>
                    <a:pt x="105" y="62"/>
                  </a:cubicBezTo>
                  <a:cubicBezTo>
                    <a:pt x="105" y="62"/>
                    <a:pt x="105" y="63"/>
                    <a:pt x="105" y="63"/>
                  </a:cubicBezTo>
                  <a:cubicBezTo>
                    <a:pt x="106" y="63"/>
                    <a:pt x="106" y="63"/>
                    <a:pt x="107" y="63"/>
                  </a:cubicBezTo>
                  <a:cubicBezTo>
                    <a:pt x="107" y="64"/>
                    <a:pt x="107" y="64"/>
                    <a:pt x="107" y="65"/>
                  </a:cubicBezTo>
                  <a:cubicBezTo>
                    <a:pt x="106" y="65"/>
                    <a:pt x="106" y="65"/>
                    <a:pt x="105" y="65"/>
                  </a:cubicBezTo>
                  <a:cubicBezTo>
                    <a:pt x="105" y="65"/>
                    <a:pt x="104" y="65"/>
                    <a:pt x="104" y="65"/>
                  </a:cubicBezTo>
                  <a:cubicBezTo>
                    <a:pt x="104" y="65"/>
                    <a:pt x="104" y="66"/>
                    <a:pt x="104" y="66"/>
                  </a:cubicBezTo>
                  <a:cubicBezTo>
                    <a:pt x="103" y="66"/>
                    <a:pt x="103" y="66"/>
                    <a:pt x="102" y="66"/>
                  </a:cubicBezTo>
                  <a:cubicBezTo>
                    <a:pt x="102" y="67"/>
                    <a:pt x="102" y="67"/>
                    <a:pt x="102" y="68"/>
                  </a:cubicBezTo>
                  <a:cubicBezTo>
                    <a:pt x="102" y="69"/>
                    <a:pt x="102" y="69"/>
                    <a:pt x="102" y="70"/>
                  </a:cubicBezTo>
                  <a:cubicBezTo>
                    <a:pt x="103" y="70"/>
                    <a:pt x="103" y="70"/>
                    <a:pt x="104" y="70"/>
                  </a:cubicBezTo>
                  <a:cubicBezTo>
                    <a:pt x="104" y="70"/>
                    <a:pt x="104" y="71"/>
                    <a:pt x="104" y="71"/>
                  </a:cubicBezTo>
                  <a:cubicBezTo>
                    <a:pt x="104" y="71"/>
                    <a:pt x="105" y="71"/>
                    <a:pt x="105" y="71"/>
                  </a:cubicBezTo>
                  <a:cubicBezTo>
                    <a:pt x="105" y="71"/>
                    <a:pt x="105" y="70"/>
                    <a:pt x="105" y="70"/>
                  </a:cubicBezTo>
                  <a:cubicBezTo>
                    <a:pt x="106" y="70"/>
                    <a:pt x="106" y="70"/>
                    <a:pt x="107" y="70"/>
                  </a:cubicBezTo>
                  <a:cubicBezTo>
                    <a:pt x="107" y="70"/>
                    <a:pt x="108" y="70"/>
                    <a:pt x="108" y="70"/>
                  </a:cubicBezTo>
                  <a:cubicBezTo>
                    <a:pt x="108" y="69"/>
                    <a:pt x="108" y="69"/>
                    <a:pt x="108" y="68"/>
                  </a:cubicBezTo>
                  <a:cubicBezTo>
                    <a:pt x="109" y="68"/>
                    <a:pt x="110" y="68"/>
                    <a:pt x="110" y="68"/>
                  </a:cubicBezTo>
                  <a:cubicBezTo>
                    <a:pt x="110" y="67"/>
                    <a:pt x="110" y="67"/>
                    <a:pt x="110" y="66"/>
                  </a:cubicBezTo>
                  <a:cubicBezTo>
                    <a:pt x="111" y="66"/>
                    <a:pt x="111" y="66"/>
                    <a:pt x="112" y="66"/>
                  </a:cubicBezTo>
                  <a:cubicBezTo>
                    <a:pt x="112" y="67"/>
                    <a:pt x="112" y="67"/>
                    <a:pt x="112" y="68"/>
                  </a:cubicBezTo>
                  <a:cubicBezTo>
                    <a:pt x="112" y="69"/>
                    <a:pt x="112" y="69"/>
                    <a:pt x="112" y="70"/>
                  </a:cubicBezTo>
                  <a:cubicBezTo>
                    <a:pt x="112" y="70"/>
                    <a:pt x="112" y="71"/>
                    <a:pt x="112" y="71"/>
                  </a:cubicBezTo>
                  <a:cubicBezTo>
                    <a:pt x="111" y="71"/>
                    <a:pt x="111" y="71"/>
                    <a:pt x="110" y="71"/>
                  </a:cubicBezTo>
                  <a:cubicBezTo>
                    <a:pt x="110" y="72"/>
                    <a:pt x="110" y="72"/>
                    <a:pt x="110" y="73"/>
                  </a:cubicBezTo>
                  <a:cubicBezTo>
                    <a:pt x="110" y="73"/>
                    <a:pt x="109" y="73"/>
                    <a:pt x="108" y="73"/>
                  </a:cubicBezTo>
                  <a:cubicBezTo>
                    <a:pt x="108" y="73"/>
                    <a:pt x="107" y="73"/>
                    <a:pt x="107" y="73"/>
                  </a:cubicBezTo>
                  <a:cubicBezTo>
                    <a:pt x="107" y="73"/>
                    <a:pt x="107" y="74"/>
                    <a:pt x="107" y="75"/>
                  </a:cubicBezTo>
                  <a:cubicBezTo>
                    <a:pt x="107" y="75"/>
                    <a:pt x="107" y="76"/>
                    <a:pt x="107" y="76"/>
                  </a:cubicBezTo>
                  <a:cubicBezTo>
                    <a:pt x="106" y="76"/>
                    <a:pt x="106" y="76"/>
                    <a:pt x="105" y="76"/>
                  </a:cubicBezTo>
                  <a:cubicBezTo>
                    <a:pt x="105" y="77"/>
                    <a:pt x="105" y="77"/>
                    <a:pt x="105" y="78"/>
                  </a:cubicBezTo>
                  <a:cubicBezTo>
                    <a:pt x="105" y="78"/>
                    <a:pt x="104" y="78"/>
                    <a:pt x="104" y="78"/>
                  </a:cubicBezTo>
                  <a:cubicBezTo>
                    <a:pt x="103" y="78"/>
                    <a:pt x="103" y="78"/>
                    <a:pt x="102" y="78"/>
                  </a:cubicBezTo>
                  <a:cubicBezTo>
                    <a:pt x="102" y="78"/>
                    <a:pt x="101" y="78"/>
                    <a:pt x="101" y="78"/>
                  </a:cubicBezTo>
                  <a:cubicBezTo>
                    <a:pt x="100" y="78"/>
                    <a:pt x="100" y="78"/>
                    <a:pt x="99" y="78"/>
                  </a:cubicBezTo>
                  <a:cubicBezTo>
                    <a:pt x="98" y="78"/>
                    <a:pt x="98" y="78"/>
                    <a:pt x="97" y="78"/>
                  </a:cubicBezTo>
                  <a:cubicBezTo>
                    <a:pt x="97" y="78"/>
                    <a:pt x="97" y="79"/>
                    <a:pt x="97" y="79"/>
                  </a:cubicBezTo>
                  <a:cubicBezTo>
                    <a:pt x="97" y="80"/>
                    <a:pt x="97" y="80"/>
                    <a:pt x="97" y="81"/>
                  </a:cubicBezTo>
                  <a:cubicBezTo>
                    <a:pt x="97" y="81"/>
                    <a:pt x="97" y="82"/>
                    <a:pt x="97" y="83"/>
                  </a:cubicBezTo>
                  <a:cubicBezTo>
                    <a:pt x="98" y="83"/>
                    <a:pt x="98" y="83"/>
                    <a:pt x="99" y="83"/>
                  </a:cubicBezTo>
                  <a:cubicBezTo>
                    <a:pt x="100" y="83"/>
                    <a:pt x="100" y="83"/>
                    <a:pt x="101" y="83"/>
                  </a:cubicBezTo>
                  <a:cubicBezTo>
                    <a:pt x="101" y="83"/>
                    <a:pt x="102" y="83"/>
                    <a:pt x="102" y="83"/>
                  </a:cubicBezTo>
                  <a:cubicBezTo>
                    <a:pt x="103" y="83"/>
                    <a:pt x="103" y="83"/>
                    <a:pt x="104" y="83"/>
                  </a:cubicBezTo>
                  <a:cubicBezTo>
                    <a:pt x="104" y="83"/>
                    <a:pt x="105" y="83"/>
                    <a:pt x="105" y="83"/>
                  </a:cubicBezTo>
                  <a:cubicBezTo>
                    <a:pt x="105" y="83"/>
                    <a:pt x="105" y="84"/>
                    <a:pt x="105" y="84"/>
                  </a:cubicBezTo>
                  <a:cubicBezTo>
                    <a:pt x="106" y="84"/>
                    <a:pt x="106" y="84"/>
                    <a:pt x="107" y="84"/>
                  </a:cubicBezTo>
                  <a:cubicBezTo>
                    <a:pt x="107" y="85"/>
                    <a:pt x="107" y="85"/>
                    <a:pt x="107" y="86"/>
                  </a:cubicBezTo>
                  <a:cubicBezTo>
                    <a:pt x="107" y="86"/>
                    <a:pt x="107" y="87"/>
                    <a:pt x="107" y="87"/>
                  </a:cubicBezTo>
                  <a:cubicBezTo>
                    <a:pt x="107" y="88"/>
                    <a:pt x="107" y="89"/>
                    <a:pt x="107" y="89"/>
                  </a:cubicBezTo>
                  <a:cubicBezTo>
                    <a:pt x="107" y="89"/>
                    <a:pt x="108" y="89"/>
                    <a:pt x="108" y="89"/>
                  </a:cubicBezTo>
                  <a:cubicBezTo>
                    <a:pt x="108" y="90"/>
                    <a:pt x="108" y="90"/>
                    <a:pt x="108" y="91"/>
                  </a:cubicBezTo>
                  <a:cubicBezTo>
                    <a:pt x="109" y="91"/>
                    <a:pt x="110" y="91"/>
                    <a:pt x="110" y="91"/>
                  </a:cubicBezTo>
                  <a:cubicBezTo>
                    <a:pt x="110" y="91"/>
                    <a:pt x="110" y="92"/>
                    <a:pt x="110" y="92"/>
                  </a:cubicBezTo>
                  <a:cubicBezTo>
                    <a:pt x="111" y="92"/>
                    <a:pt x="111" y="92"/>
                    <a:pt x="112" y="92"/>
                  </a:cubicBezTo>
                  <a:cubicBezTo>
                    <a:pt x="112" y="92"/>
                    <a:pt x="113" y="92"/>
                    <a:pt x="113" y="92"/>
                  </a:cubicBezTo>
                  <a:cubicBezTo>
                    <a:pt x="113" y="93"/>
                    <a:pt x="113" y="93"/>
                    <a:pt x="113" y="94"/>
                  </a:cubicBezTo>
                  <a:cubicBezTo>
                    <a:pt x="114" y="94"/>
                    <a:pt x="114" y="94"/>
                    <a:pt x="115" y="94"/>
                  </a:cubicBezTo>
                  <a:cubicBezTo>
                    <a:pt x="115" y="94"/>
                    <a:pt x="115" y="95"/>
                    <a:pt x="115" y="95"/>
                  </a:cubicBezTo>
                  <a:cubicBezTo>
                    <a:pt x="115" y="95"/>
                    <a:pt x="116" y="95"/>
                    <a:pt x="116" y="95"/>
                  </a:cubicBezTo>
                  <a:cubicBezTo>
                    <a:pt x="117" y="95"/>
                    <a:pt x="117" y="95"/>
                    <a:pt x="118" y="95"/>
                  </a:cubicBezTo>
                  <a:cubicBezTo>
                    <a:pt x="118" y="95"/>
                    <a:pt x="118" y="94"/>
                    <a:pt x="118" y="94"/>
                  </a:cubicBezTo>
                  <a:cubicBezTo>
                    <a:pt x="118" y="93"/>
                    <a:pt x="118" y="93"/>
                    <a:pt x="118" y="92"/>
                  </a:cubicBezTo>
                  <a:cubicBezTo>
                    <a:pt x="118" y="92"/>
                    <a:pt x="119" y="92"/>
                    <a:pt x="119" y="92"/>
                  </a:cubicBezTo>
                  <a:cubicBezTo>
                    <a:pt x="120" y="92"/>
                    <a:pt x="120" y="92"/>
                    <a:pt x="121" y="92"/>
                  </a:cubicBezTo>
                  <a:cubicBezTo>
                    <a:pt x="121" y="92"/>
                    <a:pt x="121" y="91"/>
                    <a:pt x="121" y="91"/>
                  </a:cubicBezTo>
                  <a:cubicBezTo>
                    <a:pt x="121" y="91"/>
                    <a:pt x="122" y="91"/>
                    <a:pt x="122" y="91"/>
                  </a:cubicBezTo>
                  <a:cubicBezTo>
                    <a:pt x="122" y="90"/>
                    <a:pt x="122" y="90"/>
                    <a:pt x="122" y="89"/>
                  </a:cubicBezTo>
                  <a:cubicBezTo>
                    <a:pt x="122" y="89"/>
                    <a:pt x="122" y="88"/>
                    <a:pt x="122" y="87"/>
                  </a:cubicBezTo>
                  <a:cubicBezTo>
                    <a:pt x="122" y="87"/>
                    <a:pt x="122" y="86"/>
                    <a:pt x="122" y="86"/>
                  </a:cubicBezTo>
                  <a:cubicBezTo>
                    <a:pt x="122" y="85"/>
                    <a:pt x="122" y="85"/>
                    <a:pt x="122" y="84"/>
                  </a:cubicBezTo>
                  <a:cubicBezTo>
                    <a:pt x="122" y="84"/>
                    <a:pt x="121" y="84"/>
                    <a:pt x="121" y="84"/>
                  </a:cubicBezTo>
                  <a:cubicBezTo>
                    <a:pt x="121" y="84"/>
                    <a:pt x="121" y="83"/>
                    <a:pt x="121" y="83"/>
                  </a:cubicBezTo>
                  <a:cubicBezTo>
                    <a:pt x="120" y="83"/>
                    <a:pt x="120" y="83"/>
                    <a:pt x="119" y="83"/>
                  </a:cubicBezTo>
                  <a:cubicBezTo>
                    <a:pt x="119" y="82"/>
                    <a:pt x="119" y="81"/>
                    <a:pt x="119" y="81"/>
                  </a:cubicBezTo>
                  <a:cubicBezTo>
                    <a:pt x="119" y="80"/>
                    <a:pt x="119" y="80"/>
                    <a:pt x="119" y="79"/>
                  </a:cubicBezTo>
                  <a:cubicBezTo>
                    <a:pt x="119" y="79"/>
                    <a:pt x="119" y="78"/>
                    <a:pt x="119" y="78"/>
                  </a:cubicBezTo>
                  <a:cubicBezTo>
                    <a:pt x="120" y="78"/>
                    <a:pt x="120" y="78"/>
                    <a:pt x="121" y="78"/>
                  </a:cubicBezTo>
                  <a:cubicBezTo>
                    <a:pt x="121" y="78"/>
                    <a:pt x="121" y="79"/>
                    <a:pt x="121" y="79"/>
                  </a:cubicBezTo>
                  <a:cubicBezTo>
                    <a:pt x="121" y="79"/>
                    <a:pt x="122" y="79"/>
                    <a:pt x="122" y="79"/>
                  </a:cubicBezTo>
                  <a:cubicBezTo>
                    <a:pt x="122" y="80"/>
                    <a:pt x="122" y="80"/>
                    <a:pt x="122" y="81"/>
                  </a:cubicBezTo>
                  <a:cubicBezTo>
                    <a:pt x="122" y="81"/>
                    <a:pt x="122" y="82"/>
                    <a:pt x="122" y="83"/>
                  </a:cubicBezTo>
                  <a:cubicBezTo>
                    <a:pt x="123" y="83"/>
                    <a:pt x="124" y="83"/>
                    <a:pt x="124" y="83"/>
                  </a:cubicBezTo>
                  <a:cubicBezTo>
                    <a:pt x="124" y="83"/>
                    <a:pt x="124" y="84"/>
                    <a:pt x="124" y="84"/>
                  </a:cubicBezTo>
                  <a:cubicBezTo>
                    <a:pt x="125" y="84"/>
                    <a:pt x="125" y="84"/>
                    <a:pt x="126" y="84"/>
                  </a:cubicBezTo>
                  <a:cubicBezTo>
                    <a:pt x="126" y="84"/>
                    <a:pt x="126" y="83"/>
                    <a:pt x="126" y="83"/>
                  </a:cubicBezTo>
                  <a:cubicBezTo>
                    <a:pt x="126" y="83"/>
                    <a:pt x="127" y="83"/>
                    <a:pt x="127" y="83"/>
                  </a:cubicBezTo>
                  <a:cubicBezTo>
                    <a:pt x="127" y="82"/>
                    <a:pt x="127" y="81"/>
                    <a:pt x="127" y="81"/>
                  </a:cubicBezTo>
                  <a:cubicBezTo>
                    <a:pt x="128" y="81"/>
                    <a:pt x="128" y="81"/>
                    <a:pt x="129" y="81"/>
                  </a:cubicBezTo>
                  <a:cubicBezTo>
                    <a:pt x="129" y="80"/>
                    <a:pt x="129" y="80"/>
                    <a:pt x="129" y="79"/>
                  </a:cubicBezTo>
                  <a:cubicBezTo>
                    <a:pt x="129" y="79"/>
                    <a:pt x="130" y="79"/>
                    <a:pt x="130" y="79"/>
                  </a:cubicBezTo>
                  <a:cubicBezTo>
                    <a:pt x="130" y="79"/>
                    <a:pt x="130" y="78"/>
                    <a:pt x="130" y="78"/>
                  </a:cubicBezTo>
                  <a:cubicBezTo>
                    <a:pt x="131" y="78"/>
                    <a:pt x="131" y="78"/>
                    <a:pt x="132" y="78"/>
                  </a:cubicBezTo>
                  <a:cubicBezTo>
                    <a:pt x="132" y="77"/>
                    <a:pt x="132" y="77"/>
                    <a:pt x="132" y="76"/>
                  </a:cubicBezTo>
                  <a:cubicBezTo>
                    <a:pt x="132" y="76"/>
                    <a:pt x="132" y="75"/>
                    <a:pt x="132" y="75"/>
                  </a:cubicBezTo>
                  <a:cubicBezTo>
                    <a:pt x="131" y="75"/>
                    <a:pt x="131" y="75"/>
                    <a:pt x="130" y="75"/>
                  </a:cubicBezTo>
                  <a:cubicBezTo>
                    <a:pt x="130" y="75"/>
                    <a:pt x="129" y="75"/>
                    <a:pt x="129" y="75"/>
                  </a:cubicBezTo>
                  <a:cubicBezTo>
                    <a:pt x="128" y="75"/>
                    <a:pt x="128" y="75"/>
                    <a:pt x="127" y="75"/>
                  </a:cubicBezTo>
                  <a:cubicBezTo>
                    <a:pt x="127" y="74"/>
                    <a:pt x="127" y="73"/>
                    <a:pt x="127" y="73"/>
                  </a:cubicBezTo>
                  <a:cubicBezTo>
                    <a:pt x="127" y="72"/>
                    <a:pt x="127" y="72"/>
                    <a:pt x="127" y="71"/>
                  </a:cubicBezTo>
                  <a:cubicBezTo>
                    <a:pt x="127" y="71"/>
                    <a:pt x="126" y="71"/>
                    <a:pt x="126" y="71"/>
                  </a:cubicBezTo>
                  <a:cubicBezTo>
                    <a:pt x="126" y="71"/>
                    <a:pt x="126" y="70"/>
                    <a:pt x="126" y="70"/>
                  </a:cubicBezTo>
                  <a:cubicBezTo>
                    <a:pt x="125" y="70"/>
                    <a:pt x="125" y="70"/>
                    <a:pt x="124" y="70"/>
                  </a:cubicBezTo>
                  <a:cubicBezTo>
                    <a:pt x="124" y="69"/>
                    <a:pt x="124" y="69"/>
                    <a:pt x="124" y="68"/>
                  </a:cubicBezTo>
                  <a:cubicBezTo>
                    <a:pt x="124" y="67"/>
                    <a:pt x="124" y="67"/>
                    <a:pt x="124" y="66"/>
                  </a:cubicBezTo>
                  <a:cubicBezTo>
                    <a:pt x="124" y="66"/>
                    <a:pt x="124" y="65"/>
                    <a:pt x="124" y="65"/>
                  </a:cubicBezTo>
                  <a:cubicBezTo>
                    <a:pt x="125" y="65"/>
                    <a:pt x="125" y="65"/>
                    <a:pt x="126" y="65"/>
                  </a:cubicBezTo>
                  <a:cubicBezTo>
                    <a:pt x="126" y="64"/>
                    <a:pt x="126" y="64"/>
                    <a:pt x="126" y="63"/>
                  </a:cubicBezTo>
                  <a:cubicBezTo>
                    <a:pt x="126" y="63"/>
                    <a:pt x="126" y="62"/>
                    <a:pt x="126" y="62"/>
                  </a:cubicBezTo>
                  <a:cubicBezTo>
                    <a:pt x="126" y="61"/>
                    <a:pt x="126" y="61"/>
                    <a:pt x="126" y="60"/>
                  </a:cubicBezTo>
                  <a:cubicBezTo>
                    <a:pt x="125" y="60"/>
                    <a:pt x="125" y="60"/>
                    <a:pt x="124" y="60"/>
                  </a:cubicBezTo>
                  <a:cubicBezTo>
                    <a:pt x="124" y="59"/>
                    <a:pt x="124" y="59"/>
                    <a:pt x="124" y="58"/>
                  </a:cubicBezTo>
                  <a:cubicBezTo>
                    <a:pt x="124" y="58"/>
                    <a:pt x="123" y="58"/>
                    <a:pt x="122" y="58"/>
                  </a:cubicBezTo>
                  <a:cubicBezTo>
                    <a:pt x="122" y="58"/>
                    <a:pt x="121" y="58"/>
                    <a:pt x="121" y="58"/>
                  </a:cubicBezTo>
                  <a:cubicBezTo>
                    <a:pt x="121" y="58"/>
                    <a:pt x="121" y="57"/>
                    <a:pt x="121" y="57"/>
                  </a:cubicBezTo>
                  <a:cubicBezTo>
                    <a:pt x="121" y="56"/>
                    <a:pt x="121" y="56"/>
                    <a:pt x="121" y="55"/>
                  </a:cubicBezTo>
                  <a:cubicBezTo>
                    <a:pt x="120" y="55"/>
                    <a:pt x="120" y="55"/>
                    <a:pt x="119" y="55"/>
                  </a:cubicBezTo>
                  <a:cubicBezTo>
                    <a:pt x="119" y="55"/>
                    <a:pt x="119" y="54"/>
                    <a:pt x="119" y="53"/>
                  </a:cubicBezTo>
                  <a:cubicBezTo>
                    <a:pt x="119" y="53"/>
                    <a:pt x="118" y="53"/>
                    <a:pt x="118" y="53"/>
                  </a:cubicBezTo>
                  <a:cubicBezTo>
                    <a:pt x="117" y="53"/>
                    <a:pt x="117" y="53"/>
                    <a:pt x="116" y="53"/>
                  </a:cubicBezTo>
                  <a:cubicBezTo>
                    <a:pt x="116" y="53"/>
                    <a:pt x="115" y="53"/>
                    <a:pt x="115" y="53"/>
                  </a:cubicBezTo>
                  <a:cubicBezTo>
                    <a:pt x="115" y="53"/>
                    <a:pt x="115" y="52"/>
                    <a:pt x="115" y="52"/>
                  </a:cubicBezTo>
                  <a:cubicBezTo>
                    <a:pt x="114" y="52"/>
                    <a:pt x="114" y="52"/>
                    <a:pt x="113" y="52"/>
                  </a:cubicBezTo>
                  <a:cubicBezTo>
                    <a:pt x="113" y="51"/>
                    <a:pt x="113" y="51"/>
                    <a:pt x="113" y="50"/>
                  </a:cubicBezTo>
                  <a:cubicBezTo>
                    <a:pt x="113" y="50"/>
                    <a:pt x="113" y="49"/>
                    <a:pt x="113" y="49"/>
                  </a:cubicBezTo>
                  <a:cubicBezTo>
                    <a:pt x="113" y="49"/>
                    <a:pt x="112" y="49"/>
                    <a:pt x="112" y="49"/>
                  </a:cubicBezTo>
                  <a:cubicBezTo>
                    <a:pt x="112" y="48"/>
                    <a:pt x="112" y="48"/>
                    <a:pt x="112" y="47"/>
                  </a:cubicBezTo>
                  <a:cubicBezTo>
                    <a:pt x="112" y="47"/>
                    <a:pt x="112" y="46"/>
                    <a:pt x="112" y="46"/>
                  </a:cubicBezTo>
                  <a:cubicBezTo>
                    <a:pt x="112" y="45"/>
                    <a:pt x="112" y="44"/>
                    <a:pt x="112" y="44"/>
                  </a:cubicBezTo>
                  <a:cubicBezTo>
                    <a:pt x="112" y="43"/>
                    <a:pt x="112" y="43"/>
                    <a:pt x="112" y="42"/>
                  </a:cubicBezTo>
                  <a:cubicBezTo>
                    <a:pt x="111" y="42"/>
                    <a:pt x="111" y="42"/>
                    <a:pt x="110" y="42"/>
                  </a:cubicBezTo>
                  <a:cubicBezTo>
                    <a:pt x="110" y="42"/>
                    <a:pt x="109" y="42"/>
                    <a:pt x="108" y="42"/>
                  </a:cubicBezTo>
                  <a:cubicBezTo>
                    <a:pt x="108" y="42"/>
                    <a:pt x="108" y="41"/>
                    <a:pt x="108" y="41"/>
                  </a:cubicBezTo>
                  <a:cubicBezTo>
                    <a:pt x="108" y="41"/>
                    <a:pt x="107" y="41"/>
                    <a:pt x="107" y="41"/>
                  </a:cubicBezTo>
                  <a:cubicBezTo>
                    <a:pt x="106" y="41"/>
                    <a:pt x="106" y="41"/>
                    <a:pt x="105" y="41"/>
                  </a:cubicBezTo>
                  <a:cubicBezTo>
                    <a:pt x="105" y="41"/>
                    <a:pt x="104" y="41"/>
                    <a:pt x="104" y="41"/>
                  </a:cubicBezTo>
                  <a:cubicBezTo>
                    <a:pt x="104" y="40"/>
                    <a:pt x="104" y="40"/>
                    <a:pt x="104" y="39"/>
                  </a:cubicBezTo>
                  <a:cubicBezTo>
                    <a:pt x="103" y="39"/>
                    <a:pt x="103" y="39"/>
                    <a:pt x="102" y="39"/>
                  </a:cubicBezTo>
                  <a:cubicBezTo>
                    <a:pt x="102" y="40"/>
                    <a:pt x="102" y="40"/>
                    <a:pt x="102" y="41"/>
                  </a:cubicBezTo>
                  <a:cubicBezTo>
                    <a:pt x="102" y="41"/>
                    <a:pt x="101" y="41"/>
                    <a:pt x="101" y="41"/>
                  </a:cubicBezTo>
                  <a:cubicBezTo>
                    <a:pt x="100" y="41"/>
                    <a:pt x="100" y="41"/>
                    <a:pt x="99" y="41"/>
                  </a:cubicBezTo>
                  <a:cubicBezTo>
                    <a:pt x="99" y="40"/>
                    <a:pt x="99" y="40"/>
                    <a:pt x="99" y="39"/>
                  </a:cubicBezTo>
                  <a:cubicBezTo>
                    <a:pt x="98" y="39"/>
                    <a:pt x="98" y="39"/>
                    <a:pt x="97" y="39"/>
                  </a:cubicBezTo>
                  <a:cubicBezTo>
                    <a:pt x="97" y="38"/>
                    <a:pt x="97" y="38"/>
                    <a:pt x="97" y="37"/>
                  </a:cubicBezTo>
                  <a:cubicBezTo>
                    <a:pt x="97" y="37"/>
                    <a:pt x="96" y="37"/>
                    <a:pt x="96" y="37"/>
                  </a:cubicBezTo>
                  <a:cubicBezTo>
                    <a:pt x="95" y="37"/>
                    <a:pt x="95" y="37"/>
                    <a:pt x="94" y="37"/>
                  </a:cubicBezTo>
                  <a:cubicBezTo>
                    <a:pt x="94" y="37"/>
                    <a:pt x="93" y="37"/>
                    <a:pt x="93" y="37"/>
                  </a:cubicBezTo>
                  <a:cubicBezTo>
                    <a:pt x="93" y="38"/>
                    <a:pt x="93" y="38"/>
                    <a:pt x="93" y="39"/>
                  </a:cubicBezTo>
                  <a:cubicBezTo>
                    <a:pt x="92" y="39"/>
                    <a:pt x="92" y="39"/>
                    <a:pt x="91" y="39"/>
                  </a:cubicBezTo>
                  <a:cubicBezTo>
                    <a:pt x="91" y="40"/>
                    <a:pt x="91" y="40"/>
                    <a:pt x="91" y="41"/>
                  </a:cubicBezTo>
                  <a:cubicBezTo>
                    <a:pt x="91" y="41"/>
                    <a:pt x="90" y="41"/>
                    <a:pt x="90" y="41"/>
                  </a:cubicBezTo>
                  <a:cubicBezTo>
                    <a:pt x="89" y="41"/>
                    <a:pt x="89" y="41"/>
                    <a:pt x="88" y="41"/>
                  </a:cubicBezTo>
                  <a:cubicBezTo>
                    <a:pt x="88" y="41"/>
                    <a:pt x="88" y="42"/>
                    <a:pt x="88" y="42"/>
                  </a:cubicBezTo>
                  <a:cubicBezTo>
                    <a:pt x="88" y="43"/>
                    <a:pt x="88" y="43"/>
                    <a:pt x="88" y="44"/>
                  </a:cubicBezTo>
                  <a:cubicBezTo>
                    <a:pt x="88" y="44"/>
                    <a:pt x="87" y="44"/>
                    <a:pt x="87" y="44"/>
                  </a:cubicBezTo>
                  <a:cubicBezTo>
                    <a:pt x="87" y="44"/>
                    <a:pt x="87" y="45"/>
                    <a:pt x="87" y="46"/>
                  </a:cubicBezTo>
                  <a:cubicBezTo>
                    <a:pt x="87" y="46"/>
                    <a:pt x="87" y="47"/>
                    <a:pt x="87" y="47"/>
                  </a:cubicBezTo>
                  <a:cubicBezTo>
                    <a:pt x="87" y="48"/>
                    <a:pt x="87" y="48"/>
                    <a:pt x="87" y="49"/>
                  </a:cubicBezTo>
                  <a:cubicBezTo>
                    <a:pt x="87" y="49"/>
                    <a:pt x="87" y="50"/>
                    <a:pt x="87" y="50"/>
                  </a:cubicBezTo>
                  <a:cubicBezTo>
                    <a:pt x="87" y="51"/>
                    <a:pt x="87" y="51"/>
                    <a:pt x="87" y="52"/>
                  </a:cubicBezTo>
                  <a:cubicBezTo>
                    <a:pt x="87" y="52"/>
                    <a:pt x="87" y="53"/>
                    <a:pt x="87" y="53"/>
                  </a:cubicBezTo>
                  <a:cubicBezTo>
                    <a:pt x="87" y="53"/>
                    <a:pt x="88" y="53"/>
                    <a:pt x="88" y="53"/>
                  </a:cubicBezTo>
                  <a:cubicBezTo>
                    <a:pt x="89" y="53"/>
                    <a:pt x="89" y="53"/>
                    <a:pt x="90" y="53"/>
                  </a:cubicBezTo>
                  <a:cubicBezTo>
                    <a:pt x="90" y="53"/>
                    <a:pt x="91" y="53"/>
                    <a:pt x="91" y="53"/>
                  </a:cubicBezTo>
                  <a:cubicBezTo>
                    <a:pt x="91" y="54"/>
                    <a:pt x="91" y="55"/>
                    <a:pt x="91" y="55"/>
                  </a:cubicBezTo>
                  <a:cubicBezTo>
                    <a:pt x="91" y="56"/>
                    <a:pt x="91" y="56"/>
                    <a:pt x="91" y="57"/>
                  </a:cubicBezTo>
                  <a:cubicBezTo>
                    <a:pt x="91" y="57"/>
                    <a:pt x="91" y="58"/>
                    <a:pt x="91" y="58"/>
                  </a:cubicBezTo>
                  <a:cubicBezTo>
                    <a:pt x="91" y="58"/>
                    <a:pt x="90" y="58"/>
                    <a:pt x="90" y="58"/>
                  </a:cubicBezTo>
                  <a:cubicBezTo>
                    <a:pt x="90" y="59"/>
                    <a:pt x="90" y="59"/>
                    <a:pt x="90" y="60"/>
                  </a:cubicBezTo>
                  <a:cubicBezTo>
                    <a:pt x="89" y="60"/>
                    <a:pt x="89" y="60"/>
                    <a:pt x="88" y="60"/>
                  </a:cubicBezTo>
                  <a:cubicBezTo>
                    <a:pt x="88" y="61"/>
                    <a:pt x="88" y="61"/>
                    <a:pt x="88" y="62"/>
                  </a:cubicBezTo>
                  <a:cubicBezTo>
                    <a:pt x="88" y="62"/>
                    <a:pt x="87" y="62"/>
                    <a:pt x="87" y="62"/>
                  </a:cubicBezTo>
                  <a:cubicBezTo>
                    <a:pt x="87" y="62"/>
                    <a:pt x="87" y="63"/>
                    <a:pt x="87" y="63"/>
                  </a:cubicBezTo>
                  <a:cubicBezTo>
                    <a:pt x="86" y="63"/>
                    <a:pt x="85" y="63"/>
                    <a:pt x="85" y="63"/>
                  </a:cubicBezTo>
                  <a:cubicBezTo>
                    <a:pt x="85" y="63"/>
                    <a:pt x="85" y="62"/>
                    <a:pt x="85" y="62"/>
                  </a:cubicBezTo>
                  <a:cubicBezTo>
                    <a:pt x="85" y="61"/>
                    <a:pt x="85" y="61"/>
                    <a:pt x="85" y="60"/>
                  </a:cubicBezTo>
                  <a:cubicBezTo>
                    <a:pt x="85" y="60"/>
                    <a:pt x="86" y="60"/>
                    <a:pt x="87" y="60"/>
                  </a:cubicBezTo>
                  <a:cubicBezTo>
                    <a:pt x="87" y="59"/>
                    <a:pt x="87" y="59"/>
                    <a:pt x="87" y="58"/>
                  </a:cubicBezTo>
                  <a:cubicBezTo>
                    <a:pt x="86" y="58"/>
                    <a:pt x="85" y="58"/>
                    <a:pt x="85" y="58"/>
                  </a:cubicBezTo>
                  <a:cubicBezTo>
                    <a:pt x="85" y="58"/>
                    <a:pt x="85" y="57"/>
                    <a:pt x="85" y="57"/>
                  </a:cubicBezTo>
                  <a:cubicBezTo>
                    <a:pt x="84" y="57"/>
                    <a:pt x="84" y="57"/>
                    <a:pt x="83" y="57"/>
                  </a:cubicBezTo>
                  <a:cubicBezTo>
                    <a:pt x="83" y="57"/>
                    <a:pt x="82" y="57"/>
                    <a:pt x="82" y="57"/>
                  </a:cubicBezTo>
                  <a:cubicBezTo>
                    <a:pt x="82" y="56"/>
                    <a:pt x="82" y="56"/>
                    <a:pt x="82" y="55"/>
                  </a:cubicBezTo>
                  <a:cubicBezTo>
                    <a:pt x="82" y="55"/>
                    <a:pt x="82" y="54"/>
                    <a:pt x="82" y="53"/>
                  </a:cubicBezTo>
                  <a:cubicBezTo>
                    <a:pt x="82" y="53"/>
                    <a:pt x="82" y="52"/>
                    <a:pt x="82" y="52"/>
                  </a:cubicBezTo>
                  <a:cubicBezTo>
                    <a:pt x="82" y="51"/>
                    <a:pt x="82" y="51"/>
                    <a:pt x="82" y="50"/>
                  </a:cubicBezTo>
                  <a:cubicBezTo>
                    <a:pt x="82" y="50"/>
                    <a:pt x="82" y="49"/>
                    <a:pt x="82" y="49"/>
                  </a:cubicBezTo>
                  <a:cubicBezTo>
                    <a:pt x="81" y="49"/>
                    <a:pt x="81" y="49"/>
                    <a:pt x="80" y="49"/>
                  </a:cubicBezTo>
                  <a:cubicBezTo>
                    <a:pt x="80" y="48"/>
                    <a:pt x="80" y="48"/>
                    <a:pt x="80" y="47"/>
                  </a:cubicBezTo>
                  <a:cubicBezTo>
                    <a:pt x="81" y="47"/>
                    <a:pt x="81" y="47"/>
                    <a:pt x="82" y="47"/>
                  </a:cubicBezTo>
                  <a:cubicBezTo>
                    <a:pt x="82" y="47"/>
                    <a:pt x="82" y="46"/>
                    <a:pt x="82" y="46"/>
                  </a:cubicBezTo>
                  <a:cubicBezTo>
                    <a:pt x="81" y="46"/>
                    <a:pt x="81" y="46"/>
                    <a:pt x="80" y="46"/>
                  </a:cubicBezTo>
                  <a:cubicBezTo>
                    <a:pt x="80" y="45"/>
                    <a:pt x="80" y="44"/>
                    <a:pt x="80" y="44"/>
                  </a:cubicBezTo>
                  <a:cubicBezTo>
                    <a:pt x="80" y="43"/>
                    <a:pt x="80" y="43"/>
                    <a:pt x="80" y="42"/>
                  </a:cubicBezTo>
                  <a:cubicBezTo>
                    <a:pt x="81" y="42"/>
                    <a:pt x="81" y="42"/>
                    <a:pt x="82" y="42"/>
                  </a:cubicBezTo>
                  <a:cubicBezTo>
                    <a:pt x="82" y="42"/>
                    <a:pt x="82" y="41"/>
                    <a:pt x="82" y="41"/>
                  </a:cubicBezTo>
                  <a:cubicBezTo>
                    <a:pt x="82" y="41"/>
                    <a:pt x="83" y="41"/>
                    <a:pt x="83" y="41"/>
                  </a:cubicBezTo>
                  <a:cubicBezTo>
                    <a:pt x="84" y="41"/>
                    <a:pt x="84" y="41"/>
                    <a:pt x="85" y="41"/>
                  </a:cubicBezTo>
                  <a:cubicBezTo>
                    <a:pt x="85" y="41"/>
                    <a:pt x="86" y="41"/>
                    <a:pt x="87" y="41"/>
                  </a:cubicBezTo>
                  <a:cubicBezTo>
                    <a:pt x="87" y="40"/>
                    <a:pt x="87" y="40"/>
                    <a:pt x="87" y="39"/>
                  </a:cubicBezTo>
                  <a:cubicBezTo>
                    <a:pt x="87" y="39"/>
                    <a:pt x="88" y="39"/>
                    <a:pt x="88" y="39"/>
                  </a:cubicBezTo>
                  <a:cubicBezTo>
                    <a:pt x="89" y="39"/>
                    <a:pt x="89" y="39"/>
                    <a:pt x="90" y="39"/>
                  </a:cubicBezTo>
                  <a:cubicBezTo>
                    <a:pt x="90" y="38"/>
                    <a:pt x="90" y="38"/>
                    <a:pt x="90" y="37"/>
                  </a:cubicBezTo>
                  <a:cubicBezTo>
                    <a:pt x="90" y="37"/>
                    <a:pt x="91" y="37"/>
                    <a:pt x="91" y="37"/>
                  </a:cubicBezTo>
                  <a:cubicBezTo>
                    <a:pt x="91" y="37"/>
                    <a:pt x="91" y="36"/>
                    <a:pt x="91" y="36"/>
                  </a:cubicBezTo>
                  <a:cubicBezTo>
                    <a:pt x="91" y="35"/>
                    <a:pt x="91" y="35"/>
                    <a:pt x="91" y="34"/>
                  </a:cubicBezTo>
                  <a:cubicBezTo>
                    <a:pt x="92" y="34"/>
                    <a:pt x="92" y="34"/>
                    <a:pt x="93" y="34"/>
                  </a:cubicBezTo>
                  <a:cubicBezTo>
                    <a:pt x="93" y="34"/>
                    <a:pt x="94" y="34"/>
                    <a:pt x="94" y="34"/>
                  </a:cubicBezTo>
                  <a:cubicBezTo>
                    <a:pt x="95" y="34"/>
                    <a:pt x="95" y="34"/>
                    <a:pt x="96" y="34"/>
                  </a:cubicBezTo>
                  <a:cubicBezTo>
                    <a:pt x="96" y="35"/>
                    <a:pt x="96" y="35"/>
                    <a:pt x="96" y="36"/>
                  </a:cubicBezTo>
                  <a:cubicBezTo>
                    <a:pt x="96" y="36"/>
                    <a:pt x="97" y="36"/>
                    <a:pt x="97" y="36"/>
                  </a:cubicBezTo>
                  <a:cubicBezTo>
                    <a:pt x="98" y="36"/>
                    <a:pt x="98" y="36"/>
                    <a:pt x="99" y="36"/>
                  </a:cubicBezTo>
                  <a:cubicBezTo>
                    <a:pt x="100" y="36"/>
                    <a:pt x="100" y="36"/>
                    <a:pt x="101" y="36"/>
                  </a:cubicBezTo>
                  <a:cubicBezTo>
                    <a:pt x="101" y="36"/>
                    <a:pt x="101" y="37"/>
                    <a:pt x="101" y="37"/>
                  </a:cubicBezTo>
                  <a:cubicBezTo>
                    <a:pt x="101" y="37"/>
                    <a:pt x="102" y="37"/>
                    <a:pt x="102" y="37"/>
                  </a:cubicBezTo>
                  <a:cubicBezTo>
                    <a:pt x="103" y="37"/>
                    <a:pt x="103" y="37"/>
                    <a:pt x="104" y="37"/>
                  </a:cubicBezTo>
                  <a:cubicBezTo>
                    <a:pt x="104" y="37"/>
                    <a:pt x="105" y="37"/>
                    <a:pt x="105" y="37"/>
                  </a:cubicBezTo>
                  <a:cubicBezTo>
                    <a:pt x="105" y="38"/>
                    <a:pt x="105" y="38"/>
                    <a:pt x="105" y="39"/>
                  </a:cubicBezTo>
                  <a:cubicBezTo>
                    <a:pt x="106" y="39"/>
                    <a:pt x="106" y="39"/>
                    <a:pt x="107" y="39"/>
                  </a:cubicBezTo>
                  <a:cubicBezTo>
                    <a:pt x="107" y="38"/>
                    <a:pt x="107" y="38"/>
                    <a:pt x="107" y="37"/>
                  </a:cubicBezTo>
                  <a:cubicBezTo>
                    <a:pt x="107" y="37"/>
                    <a:pt x="108" y="37"/>
                    <a:pt x="108" y="37"/>
                  </a:cubicBezTo>
                  <a:cubicBezTo>
                    <a:pt x="109" y="37"/>
                    <a:pt x="110" y="37"/>
                    <a:pt x="110" y="37"/>
                  </a:cubicBezTo>
                  <a:cubicBezTo>
                    <a:pt x="110" y="37"/>
                    <a:pt x="110" y="36"/>
                    <a:pt x="110" y="36"/>
                  </a:cubicBezTo>
                  <a:cubicBezTo>
                    <a:pt x="111" y="36"/>
                    <a:pt x="111" y="36"/>
                    <a:pt x="112" y="36"/>
                  </a:cubicBezTo>
                  <a:cubicBezTo>
                    <a:pt x="112" y="35"/>
                    <a:pt x="112" y="35"/>
                    <a:pt x="112" y="34"/>
                  </a:cubicBezTo>
                  <a:cubicBezTo>
                    <a:pt x="111" y="34"/>
                    <a:pt x="111" y="34"/>
                    <a:pt x="110" y="34"/>
                  </a:cubicBezTo>
                  <a:cubicBezTo>
                    <a:pt x="110" y="34"/>
                    <a:pt x="110" y="33"/>
                    <a:pt x="110" y="33"/>
                  </a:cubicBezTo>
                  <a:cubicBezTo>
                    <a:pt x="110" y="33"/>
                    <a:pt x="109" y="33"/>
                    <a:pt x="108" y="33"/>
                  </a:cubicBezTo>
                  <a:cubicBezTo>
                    <a:pt x="108" y="32"/>
                    <a:pt x="108" y="32"/>
                    <a:pt x="108" y="31"/>
                  </a:cubicBezTo>
                  <a:cubicBezTo>
                    <a:pt x="108" y="31"/>
                    <a:pt x="107" y="31"/>
                    <a:pt x="107" y="31"/>
                  </a:cubicBezTo>
                  <a:cubicBezTo>
                    <a:pt x="107" y="30"/>
                    <a:pt x="107" y="30"/>
                    <a:pt x="107" y="29"/>
                  </a:cubicBezTo>
                  <a:cubicBezTo>
                    <a:pt x="106" y="29"/>
                    <a:pt x="106" y="29"/>
                    <a:pt x="105" y="29"/>
                  </a:cubicBezTo>
                  <a:cubicBezTo>
                    <a:pt x="105" y="29"/>
                    <a:pt x="104" y="29"/>
                    <a:pt x="104" y="29"/>
                  </a:cubicBezTo>
                  <a:cubicBezTo>
                    <a:pt x="103" y="29"/>
                    <a:pt x="103" y="29"/>
                    <a:pt x="102" y="29"/>
                  </a:cubicBezTo>
                  <a:cubicBezTo>
                    <a:pt x="102" y="30"/>
                    <a:pt x="102" y="30"/>
                    <a:pt x="102" y="31"/>
                  </a:cubicBezTo>
                  <a:cubicBezTo>
                    <a:pt x="102" y="31"/>
                    <a:pt x="101" y="31"/>
                    <a:pt x="101" y="31"/>
                  </a:cubicBezTo>
                  <a:cubicBezTo>
                    <a:pt x="101" y="30"/>
                    <a:pt x="101" y="30"/>
                    <a:pt x="101" y="29"/>
                  </a:cubicBezTo>
                  <a:cubicBezTo>
                    <a:pt x="100" y="29"/>
                    <a:pt x="100" y="29"/>
                    <a:pt x="99" y="29"/>
                  </a:cubicBezTo>
                  <a:cubicBezTo>
                    <a:pt x="98" y="29"/>
                    <a:pt x="98" y="29"/>
                    <a:pt x="97" y="29"/>
                  </a:cubicBezTo>
                  <a:cubicBezTo>
                    <a:pt x="97" y="29"/>
                    <a:pt x="96" y="29"/>
                    <a:pt x="96" y="29"/>
                  </a:cubicBezTo>
                  <a:cubicBezTo>
                    <a:pt x="95" y="29"/>
                    <a:pt x="95" y="29"/>
                    <a:pt x="94" y="29"/>
                  </a:cubicBezTo>
                  <a:cubicBezTo>
                    <a:pt x="94" y="29"/>
                    <a:pt x="94" y="28"/>
                    <a:pt x="94" y="28"/>
                  </a:cubicBezTo>
                  <a:cubicBezTo>
                    <a:pt x="94" y="27"/>
                    <a:pt x="94" y="27"/>
                    <a:pt x="94" y="26"/>
                  </a:cubicBezTo>
                  <a:cubicBezTo>
                    <a:pt x="94" y="26"/>
                    <a:pt x="94" y="25"/>
                    <a:pt x="94" y="24"/>
                  </a:cubicBezTo>
                  <a:cubicBezTo>
                    <a:pt x="95" y="24"/>
                    <a:pt x="95" y="24"/>
                    <a:pt x="96" y="24"/>
                  </a:cubicBezTo>
                  <a:cubicBezTo>
                    <a:pt x="96" y="24"/>
                    <a:pt x="97" y="24"/>
                    <a:pt x="97" y="24"/>
                  </a:cubicBezTo>
                  <a:cubicBezTo>
                    <a:pt x="97" y="25"/>
                    <a:pt x="97" y="26"/>
                    <a:pt x="97" y="26"/>
                  </a:cubicBezTo>
                  <a:cubicBezTo>
                    <a:pt x="98" y="26"/>
                    <a:pt x="98" y="26"/>
                    <a:pt x="99" y="26"/>
                  </a:cubicBezTo>
                  <a:cubicBezTo>
                    <a:pt x="100" y="26"/>
                    <a:pt x="100" y="26"/>
                    <a:pt x="101" y="26"/>
                  </a:cubicBezTo>
                  <a:cubicBezTo>
                    <a:pt x="101" y="26"/>
                    <a:pt x="102" y="26"/>
                    <a:pt x="102" y="26"/>
                  </a:cubicBezTo>
                  <a:cubicBezTo>
                    <a:pt x="102" y="27"/>
                    <a:pt x="102" y="27"/>
                    <a:pt x="102" y="28"/>
                  </a:cubicBezTo>
                  <a:cubicBezTo>
                    <a:pt x="103" y="28"/>
                    <a:pt x="103" y="28"/>
                    <a:pt x="104" y="28"/>
                  </a:cubicBezTo>
                  <a:cubicBezTo>
                    <a:pt x="104" y="28"/>
                    <a:pt x="105" y="28"/>
                    <a:pt x="105" y="28"/>
                  </a:cubicBezTo>
                  <a:cubicBezTo>
                    <a:pt x="106" y="28"/>
                    <a:pt x="106" y="28"/>
                    <a:pt x="107" y="28"/>
                  </a:cubicBezTo>
                  <a:cubicBezTo>
                    <a:pt x="107" y="28"/>
                    <a:pt x="108" y="28"/>
                    <a:pt x="108" y="28"/>
                  </a:cubicBezTo>
                  <a:cubicBezTo>
                    <a:pt x="108" y="28"/>
                    <a:pt x="108" y="29"/>
                    <a:pt x="108" y="29"/>
                  </a:cubicBezTo>
                  <a:cubicBezTo>
                    <a:pt x="109" y="29"/>
                    <a:pt x="110" y="29"/>
                    <a:pt x="110" y="29"/>
                  </a:cubicBezTo>
                  <a:cubicBezTo>
                    <a:pt x="111" y="29"/>
                    <a:pt x="111" y="29"/>
                    <a:pt x="112" y="29"/>
                  </a:cubicBezTo>
                  <a:cubicBezTo>
                    <a:pt x="112" y="30"/>
                    <a:pt x="112" y="30"/>
                    <a:pt x="112" y="31"/>
                  </a:cubicBezTo>
                  <a:cubicBezTo>
                    <a:pt x="112" y="31"/>
                    <a:pt x="113" y="31"/>
                    <a:pt x="113" y="31"/>
                  </a:cubicBezTo>
                  <a:cubicBezTo>
                    <a:pt x="114" y="31"/>
                    <a:pt x="114" y="31"/>
                    <a:pt x="115" y="31"/>
                  </a:cubicBezTo>
                  <a:cubicBezTo>
                    <a:pt x="115" y="30"/>
                    <a:pt x="115" y="30"/>
                    <a:pt x="115" y="29"/>
                  </a:cubicBezTo>
                  <a:cubicBezTo>
                    <a:pt x="115" y="29"/>
                    <a:pt x="116" y="29"/>
                    <a:pt x="116" y="29"/>
                  </a:cubicBezTo>
                  <a:cubicBezTo>
                    <a:pt x="116" y="29"/>
                    <a:pt x="116" y="28"/>
                    <a:pt x="116" y="28"/>
                  </a:cubicBezTo>
                  <a:cubicBezTo>
                    <a:pt x="116" y="27"/>
                    <a:pt x="116" y="27"/>
                    <a:pt x="116" y="26"/>
                  </a:cubicBezTo>
                  <a:cubicBezTo>
                    <a:pt x="116" y="26"/>
                    <a:pt x="116" y="25"/>
                    <a:pt x="116" y="24"/>
                  </a:cubicBezTo>
                  <a:cubicBezTo>
                    <a:pt x="117" y="24"/>
                    <a:pt x="117" y="24"/>
                    <a:pt x="118" y="24"/>
                  </a:cubicBezTo>
                  <a:cubicBezTo>
                    <a:pt x="118" y="24"/>
                    <a:pt x="119" y="24"/>
                    <a:pt x="119" y="24"/>
                  </a:cubicBezTo>
                  <a:cubicBezTo>
                    <a:pt x="120" y="24"/>
                    <a:pt x="120" y="24"/>
                    <a:pt x="121" y="24"/>
                  </a:cubicBezTo>
                  <a:cubicBezTo>
                    <a:pt x="121" y="24"/>
                    <a:pt x="121" y="23"/>
                    <a:pt x="121" y="23"/>
                  </a:cubicBezTo>
                  <a:cubicBezTo>
                    <a:pt x="121" y="23"/>
                    <a:pt x="122" y="23"/>
                    <a:pt x="122" y="23"/>
                  </a:cubicBezTo>
                  <a:cubicBezTo>
                    <a:pt x="123" y="23"/>
                    <a:pt x="124" y="23"/>
                    <a:pt x="124" y="23"/>
                  </a:cubicBezTo>
                  <a:cubicBezTo>
                    <a:pt x="124" y="22"/>
                    <a:pt x="124" y="22"/>
                    <a:pt x="124" y="21"/>
                  </a:cubicBezTo>
                  <a:cubicBezTo>
                    <a:pt x="124" y="21"/>
                    <a:pt x="124" y="20"/>
                    <a:pt x="124" y="20"/>
                  </a:cubicBezTo>
                  <a:cubicBezTo>
                    <a:pt x="124" y="20"/>
                    <a:pt x="123" y="20"/>
                    <a:pt x="122" y="20"/>
                  </a:cubicBezTo>
                  <a:cubicBezTo>
                    <a:pt x="122" y="19"/>
                    <a:pt x="122" y="19"/>
                    <a:pt x="122" y="18"/>
                  </a:cubicBezTo>
                  <a:cubicBezTo>
                    <a:pt x="123" y="18"/>
                    <a:pt x="124" y="18"/>
                    <a:pt x="124" y="18"/>
                  </a:cubicBezTo>
                  <a:cubicBezTo>
                    <a:pt x="125" y="18"/>
                    <a:pt x="125" y="18"/>
                    <a:pt x="126" y="18"/>
                  </a:cubicBezTo>
                  <a:cubicBezTo>
                    <a:pt x="126" y="18"/>
                    <a:pt x="127" y="18"/>
                    <a:pt x="127" y="18"/>
                  </a:cubicBezTo>
                  <a:cubicBezTo>
                    <a:pt x="128" y="18"/>
                    <a:pt x="128" y="18"/>
                    <a:pt x="129" y="18"/>
                  </a:cubicBezTo>
                  <a:cubicBezTo>
                    <a:pt x="129" y="18"/>
                    <a:pt x="130" y="18"/>
                    <a:pt x="130" y="18"/>
                  </a:cubicBezTo>
                  <a:cubicBezTo>
                    <a:pt x="131" y="18"/>
                    <a:pt x="131" y="18"/>
                    <a:pt x="132" y="18"/>
                  </a:cubicBezTo>
                  <a:cubicBezTo>
                    <a:pt x="132" y="18"/>
                    <a:pt x="132" y="17"/>
                    <a:pt x="132" y="17"/>
                  </a:cubicBezTo>
                  <a:cubicBezTo>
                    <a:pt x="132" y="17"/>
                    <a:pt x="133" y="17"/>
                    <a:pt x="134" y="17"/>
                  </a:cubicBezTo>
                  <a:cubicBezTo>
                    <a:pt x="134" y="17"/>
                    <a:pt x="135" y="17"/>
                    <a:pt x="135" y="17"/>
                  </a:cubicBezTo>
                  <a:cubicBezTo>
                    <a:pt x="135" y="16"/>
                    <a:pt x="135" y="15"/>
                    <a:pt x="135" y="15"/>
                  </a:cubicBezTo>
                  <a:cubicBezTo>
                    <a:pt x="136" y="15"/>
                    <a:pt x="136" y="15"/>
                    <a:pt x="137" y="15"/>
                  </a:cubicBezTo>
                  <a:cubicBezTo>
                    <a:pt x="137" y="15"/>
                    <a:pt x="138" y="15"/>
                    <a:pt x="138" y="15"/>
                  </a:cubicBezTo>
                  <a:cubicBezTo>
                    <a:pt x="138" y="14"/>
                    <a:pt x="138" y="14"/>
                    <a:pt x="138" y="13"/>
                  </a:cubicBezTo>
                  <a:cubicBezTo>
                    <a:pt x="139" y="13"/>
                    <a:pt x="139" y="13"/>
                    <a:pt x="140" y="13"/>
                  </a:cubicBezTo>
                  <a:cubicBezTo>
                    <a:pt x="140" y="13"/>
                    <a:pt x="141" y="13"/>
                    <a:pt x="141" y="13"/>
                  </a:cubicBezTo>
                  <a:cubicBezTo>
                    <a:pt x="141" y="13"/>
                    <a:pt x="141" y="12"/>
                    <a:pt x="141" y="12"/>
                  </a:cubicBezTo>
                  <a:cubicBezTo>
                    <a:pt x="142" y="12"/>
                    <a:pt x="142" y="12"/>
                    <a:pt x="143" y="12"/>
                  </a:cubicBezTo>
                  <a:cubicBezTo>
                    <a:pt x="143" y="12"/>
                    <a:pt x="144" y="12"/>
                    <a:pt x="144" y="12"/>
                  </a:cubicBezTo>
                  <a:cubicBezTo>
                    <a:pt x="145" y="12"/>
                    <a:pt x="145" y="12"/>
                    <a:pt x="146" y="12"/>
                  </a:cubicBezTo>
                  <a:cubicBezTo>
                    <a:pt x="146" y="12"/>
                    <a:pt x="147" y="12"/>
                    <a:pt x="148" y="12"/>
                  </a:cubicBezTo>
                  <a:cubicBezTo>
                    <a:pt x="148" y="11"/>
                    <a:pt x="148" y="11"/>
                    <a:pt x="148" y="10"/>
                  </a:cubicBezTo>
                  <a:cubicBezTo>
                    <a:pt x="148" y="10"/>
                    <a:pt x="149" y="10"/>
                    <a:pt x="149" y="10"/>
                  </a:cubicBezTo>
                  <a:cubicBezTo>
                    <a:pt x="149" y="9"/>
                    <a:pt x="149" y="9"/>
                    <a:pt x="149" y="8"/>
                  </a:cubicBezTo>
                  <a:cubicBezTo>
                    <a:pt x="149" y="8"/>
                    <a:pt x="148" y="8"/>
                    <a:pt x="148" y="8"/>
                  </a:cubicBezTo>
                  <a:cubicBezTo>
                    <a:pt x="147" y="8"/>
                    <a:pt x="146" y="8"/>
                    <a:pt x="146" y="8"/>
                  </a:cubicBezTo>
                  <a:cubicBezTo>
                    <a:pt x="146" y="8"/>
                    <a:pt x="146" y="7"/>
                    <a:pt x="146" y="7"/>
                  </a:cubicBezTo>
                  <a:cubicBezTo>
                    <a:pt x="145" y="7"/>
                    <a:pt x="145" y="7"/>
                    <a:pt x="144" y="7"/>
                  </a:cubicBezTo>
                  <a:cubicBezTo>
                    <a:pt x="144" y="7"/>
                    <a:pt x="143" y="7"/>
                    <a:pt x="143" y="7"/>
                  </a:cubicBezTo>
                  <a:cubicBezTo>
                    <a:pt x="142" y="7"/>
                    <a:pt x="142" y="7"/>
                    <a:pt x="141" y="7"/>
                  </a:cubicBezTo>
                  <a:cubicBezTo>
                    <a:pt x="141" y="6"/>
                    <a:pt x="141" y="6"/>
                    <a:pt x="141" y="5"/>
                  </a:cubicBezTo>
                  <a:cubicBezTo>
                    <a:pt x="141" y="5"/>
                    <a:pt x="140" y="5"/>
                    <a:pt x="140" y="5"/>
                  </a:cubicBezTo>
                  <a:cubicBezTo>
                    <a:pt x="139" y="5"/>
                    <a:pt x="139" y="5"/>
                    <a:pt x="138" y="5"/>
                  </a:cubicBezTo>
                  <a:cubicBezTo>
                    <a:pt x="138" y="5"/>
                    <a:pt x="138" y="4"/>
                    <a:pt x="138" y="4"/>
                  </a:cubicBezTo>
                  <a:cubicBezTo>
                    <a:pt x="138" y="4"/>
                    <a:pt x="137" y="4"/>
                    <a:pt x="137" y="4"/>
                  </a:cubicBezTo>
                  <a:cubicBezTo>
                    <a:pt x="136" y="4"/>
                    <a:pt x="136" y="4"/>
                    <a:pt x="135" y="4"/>
                  </a:cubicBezTo>
                  <a:cubicBezTo>
                    <a:pt x="135" y="4"/>
                    <a:pt x="134" y="4"/>
                    <a:pt x="134" y="4"/>
                  </a:cubicBezTo>
                  <a:cubicBezTo>
                    <a:pt x="134" y="3"/>
                    <a:pt x="134" y="3"/>
                    <a:pt x="134" y="2"/>
                  </a:cubicBezTo>
                  <a:cubicBezTo>
                    <a:pt x="133" y="2"/>
                    <a:pt x="132" y="2"/>
                    <a:pt x="132" y="2"/>
                  </a:cubicBezTo>
                  <a:cubicBezTo>
                    <a:pt x="131" y="2"/>
                    <a:pt x="131" y="2"/>
                    <a:pt x="130" y="2"/>
                  </a:cubicBezTo>
                  <a:cubicBezTo>
                    <a:pt x="130" y="1"/>
                    <a:pt x="130" y="1"/>
                    <a:pt x="130" y="0"/>
                  </a:cubicBezTo>
                  <a:cubicBezTo>
                    <a:pt x="130" y="0"/>
                    <a:pt x="129" y="0"/>
                    <a:pt x="129" y="0"/>
                  </a:cubicBezTo>
                  <a:cubicBezTo>
                    <a:pt x="129" y="1"/>
                    <a:pt x="129" y="1"/>
                    <a:pt x="129" y="1"/>
                  </a:cubicBezTo>
                  <a:cubicBezTo>
                    <a:pt x="129" y="1"/>
                    <a:pt x="129" y="2"/>
                    <a:pt x="129" y="2"/>
                  </a:cubicBezTo>
                  <a:cubicBezTo>
                    <a:pt x="128" y="2"/>
                    <a:pt x="128" y="2"/>
                    <a:pt x="127" y="2"/>
                  </a:cubicBezTo>
                  <a:cubicBezTo>
                    <a:pt x="127" y="2"/>
                    <a:pt x="126" y="2"/>
                    <a:pt x="126" y="2"/>
                  </a:cubicBezTo>
                  <a:cubicBezTo>
                    <a:pt x="125" y="2"/>
                    <a:pt x="125" y="2"/>
                    <a:pt x="124" y="2"/>
                  </a:cubicBezTo>
                  <a:cubicBezTo>
                    <a:pt x="124" y="2"/>
                    <a:pt x="123" y="2"/>
                    <a:pt x="122" y="2"/>
                  </a:cubicBezTo>
                  <a:cubicBezTo>
                    <a:pt x="122" y="2"/>
                    <a:pt x="121" y="2"/>
                    <a:pt x="121" y="2"/>
                  </a:cubicBezTo>
                  <a:cubicBezTo>
                    <a:pt x="120" y="2"/>
                    <a:pt x="120" y="2"/>
                    <a:pt x="119" y="2"/>
                  </a:cubicBezTo>
                  <a:cubicBezTo>
                    <a:pt x="119" y="2"/>
                    <a:pt x="118" y="2"/>
                    <a:pt x="118" y="2"/>
                  </a:cubicBezTo>
                  <a:cubicBezTo>
                    <a:pt x="118" y="1"/>
                    <a:pt x="118" y="1"/>
                    <a:pt x="118" y="0"/>
                  </a:cubicBezTo>
                  <a:cubicBezTo>
                    <a:pt x="117" y="0"/>
                    <a:pt x="117" y="0"/>
                    <a:pt x="116" y="0"/>
                  </a:cubicBezTo>
                  <a:cubicBezTo>
                    <a:pt x="116" y="0"/>
                    <a:pt x="115" y="0"/>
                    <a:pt x="115" y="0"/>
                  </a:cubicBezTo>
                  <a:cubicBezTo>
                    <a:pt x="114" y="0"/>
                    <a:pt x="114" y="0"/>
                    <a:pt x="113" y="0"/>
                  </a:cubicBezTo>
                  <a:cubicBezTo>
                    <a:pt x="113" y="0"/>
                    <a:pt x="112" y="0"/>
                    <a:pt x="112" y="0"/>
                  </a:cubicBezTo>
                  <a:cubicBezTo>
                    <a:pt x="111" y="0"/>
                    <a:pt x="111" y="0"/>
                    <a:pt x="110" y="0"/>
                  </a:cubicBezTo>
                  <a:cubicBezTo>
                    <a:pt x="110" y="0"/>
                    <a:pt x="109" y="0"/>
                    <a:pt x="108" y="0"/>
                  </a:cubicBezTo>
                  <a:cubicBezTo>
                    <a:pt x="107" y="1"/>
                    <a:pt x="105" y="2"/>
                    <a:pt x="104" y="3"/>
                  </a:cubicBezTo>
                  <a:cubicBezTo>
                    <a:pt x="104" y="4"/>
                    <a:pt x="104" y="4"/>
                    <a:pt x="104" y="4"/>
                  </a:cubicBezTo>
                  <a:cubicBezTo>
                    <a:pt x="104" y="4"/>
                    <a:pt x="104" y="5"/>
                    <a:pt x="104" y="5"/>
                  </a:cubicBezTo>
                  <a:cubicBezTo>
                    <a:pt x="104" y="5"/>
                    <a:pt x="105" y="5"/>
                    <a:pt x="105" y="5"/>
                  </a:cubicBezTo>
                  <a:cubicBezTo>
                    <a:pt x="105" y="6"/>
                    <a:pt x="105" y="6"/>
                    <a:pt x="105" y="7"/>
                  </a:cubicBezTo>
                  <a:cubicBezTo>
                    <a:pt x="105" y="7"/>
                    <a:pt x="104" y="7"/>
                    <a:pt x="104" y="7"/>
                  </a:cubicBezTo>
                  <a:cubicBezTo>
                    <a:pt x="103" y="7"/>
                    <a:pt x="103" y="7"/>
                    <a:pt x="102" y="7"/>
                  </a:cubicBezTo>
                  <a:cubicBezTo>
                    <a:pt x="102" y="6"/>
                    <a:pt x="102" y="6"/>
                    <a:pt x="102" y="5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98" y="7"/>
                    <a:pt x="96" y="9"/>
                    <a:pt x="93" y="11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3" y="12"/>
                    <a:pt x="93" y="13"/>
                    <a:pt x="93" y="13"/>
                  </a:cubicBezTo>
                  <a:cubicBezTo>
                    <a:pt x="93" y="13"/>
                    <a:pt x="94" y="13"/>
                    <a:pt x="94" y="13"/>
                  </a:cubicBezTo>
                  <a:cubicBezTo>
                    <a:pt x="94" y="14"/>
                    <a:pt x="94" y="14"/>
                    <a:pt x="94" y="15"/>
                  </a:cubicBezTo>
                  <a:cubicBezTo>
                    <a:pt x="95" y="15"/>
                    <a:pt x="95" y="15"/>
                    <a:pt x="96" y="15"/>
                  </a:cubicBezTo>
                  <a:cubicBezTo>
                    <a:pt x="96" y="15"/>
                    <a:pt x="97" y="15"/>
                    <a:pt x="97" y="15"/>
                  </a:cubicBezTo>
                  <a:cubicBezTo>
                    <a:pt x="97" y="15"/>
                    <a:pt x="97" y="16"/>
                    <a:pt x="97" y="17"/>
                  </a:cubicBezTo>
                  <a:cubicBezTo>
                    <a:pt x="98" y="17"/>
                    <a:pt x="98" y="17"/>
                    <a:pt x="99" y="17"/>
                  </a:cubicBezTo>
                  <a:cubicBezTo>
                    <a:pt x="100" y="17"/>
                    <a:pt x="100" y="17"/>
                    <a:pt x="101" y="17"/>
                  </a:cubicBezTo>
                  <a:cubicBezTo>
                    <a:pt x="101" y="17"/>
                    <a:pt x="102" y="17"/>
                    <a:pt x="102" y="17"/>
                  </a:cubicBezTo>
                  <a:cubicBezTo>
                    <a:pt x="102" y="16"/>
                    <a:pt x="102" y="15"/>
                    <a:pt x="102" y="15"/>
                  </a:cubicBezTo>
                  <a:cubicBezTo>
                    <a:pt x="103" y="15"/>
                    <a:pt x="103" y="15"/>
                    <a:pt x="104" y="15"/>
                  </a:cubicBezTo>
                  <a:cubicBezTo>
                    <a:pt x="104" y="15"/>
                    <a:pt x="104" y="16"/>
                    <a:pt x="104" y="17"/>
                  </a:cubicBezTo>
                  <a:cubicBezTo>
                    <a:pt x="103" y="17"/>
                    <a:pt x="103" y="17"/>
                    <a:pt x="102" y="17"/>
                  </a:cubicBezTo>
                  <a:cubicBezTo>
                    <a:pt x="102" y="17"/>
                    <a:pt x="102" y="18"/>
                    <a:pt x="102" y="18"/>
                  </a:cubicBezTo>
                  <a:cubicBezTo>
                    <a:pt x="102" y="18"/>
                    <a:pt x="101" y="18"/>
                    <a:pt x="101" y="18"/>
                  </a:cubicBezTo>
                  <a:cubicBezTo>
                    <a:pt x="101" y="19"/>
                    <a:pt x="101" y="19"/>
                    <a:pt x="101" y="20"/>
                  </a:cubicBezTo>
                  <a:cubicBezTo>
                    <a:pt x="100" y="20"/>
                    <a:pt x="100" y="20"/>
                    <a:pt x="99" y="20"/>
                  </a:cubicBezTo>
                  <a:cubicBezTo>
                    <a:pt x="99" y="20"/>
                    <a:pt x="99" y="21"/>
                    <a:pt x="99" y="21"/>
                  </a:cubicBezTo>
                  <a:cubicBezTo>
                    <a:pt x="98" y="21"/>
                    <a:pt x="98" y="21"/>
                    <a:pt x="97" y="21"/>
                  </a:cubicBezTo>
                  <a:cubicBezTo>
                    <a:pt x="97" y="21"/>
                    <a:pt x="96" y="21"/>
                    <a:pt x="96" y="21"/>
                  </a:cubicBezTo>
                  <a:cubicBezTo>
                    <a:pt x="96" y="22"/>
                    <a:pt x="96" y="22"/>
                    <a:pt x="96" y="23"/>
                  </a:cubicBezTo>
                  <a:cubicBezTo>
                    <a:pt x="95" y="23"/>
                    <a:pt x="95" y="23"/>
                    <a:pt x="94" y="23"/>
                  </a:cubicBezTo>
                  <a:cubicBezTo>
                    <a:pt x="94" y="23"/>
                    <a:pt x="93" y="23"/>
                    <a:pt x="93" y="23"/>
                  </a:cubicBezTo>
                  <a:cubicBezTo>
                    <a:pt x="93" y="22"/>
                    <a:pt x="93" y="22"/>
                    <a:pt x="93" y="21"/>
                  </a:cubicBezTo>
                  <a:cubicBezTo>
                    <a:pt x="92" y="21"/>
                    <a:pt x="92" y="21"/>
                    <a:pt x="91" y="21"/>
                  </a:cubicBezTo>
                  <a:cubicBezTo>
                    <a:pt x="91" y="21"/>
                    <a:pt x="90" y="21"/>
                    <a:pt x="90" y="21"/>
                  </a:cubicBezTo>
                  <a:cubicBezTo>
                    <a:pt x="90" y="21"/>
                    <a:pt x="90" y="20"/>
                    <a:pt x="90" y="20"/>
                  </a:cubicBezTo>
                  <a:cubicBezTo>
                    <a:pt x="90" y="19"/>
                    <a:pt x="90" y="19"/>
                    <a:pt x="90" y="18"/>
                  </a:cubicBezTo>
                  <a:cubicBezTo>
                    <a:pt x="90" y="18"/>
                    <a:pt x="91" y="18"/>
                    <a:pt x="91" y="18"/>
                  </a:cubicBezTo>
                  <a:cubicBezTo>
                    <a:pt x="92" y="18"/>
                    <a:pt x="92" y="18"/>
                    <a:pt x="93" y="18"/>
                  </a:cubicBezTo>
                  <a:cubicBezTo>
                    <a:pt x="93" y="18"/>
                    <a:pt x="93" y="17"/>
                    <a:pt x="93" y="17"/>
                  </a:cubicBezTo>
                  <a:cubicBezTo>
                    <a:pt x="92" y="17"/>
                    <a:pt x="92" y="17"/>
                    <a:pt x="91" y="17"/>
                  </a:cubicBezTo>
                  <a:cubicBezTo>
                    <a:pt x="91" y="16"/>
                    <a:pt x="91" y="15"/>
                    <a:pt x="91" y="15"/>
                  </a:cubicBezTo>
                  <a:cubicBezTo>
                    <a:pt x="91" y="14"/>
                    <a:pt x="91" y="14"/>
                    <a:pt x="91" y="13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0" y="13"/>
                    <a:pt x="89" y="14"/>
                    <a:pt x="89" y="15"/>
                  </a:cubicBezTo>
                  <a:cubicBezTo>
                    <a:pt x="90" y="15"/>
                    <a:pt x="90" y="15"/>
                    <a:pt x="90" y="15"/>
                  </a:cubicBezTo>
                  <a:cubicBezTo>
                    <a:pt x="90" y="15"/>
                    <a:pt x="90" y="16"/>
                    <a:pt x="90" y="17"/>
                  </a:cubicBezTo>
                  <a:cubicBezTo>
                    <a:pt x="89" y="17"/>
                    <a:pt x="89" y="17"/>
                    <a:pt x="88" y="17"/>
                  </a:cubicBezTo>
                  <a:cubicBezTo>
                    <a:pt x="88" y="17"/>
                    <a:pt x="88" y="18"/>
                    <a:pt x="88" y="18"/>
                  </a:cubicBezTo>
                  <a:cubicBezTo>
                    <a:pt x="88" y="18"/>
                    <a:pt x="87" y="18"/>
                    <a:pt x="87" y="18"/>
                  </a:cubicBezTo>
                  <a:cubicBezTo>
                    <a:pt x="86" y="18"/>
                    <a:pt x="85" y="18"/>
                    <a:pt x="85" y="18"/>
                  </a:cubicBezTo>
                  <a:cubicBezTo>
                    <a:pt x="85" y="18"/>
                    <a:pt x="85" y="18"/>
                    <a:pt x="85" y="18"/>
                  </a:cubicBezTo>
                  <a:cubicBezTo>
                    <a:pt x="84" y="18"/>
                    <a:pt x="84" y="19"/>
                    <a:pt x="83" y="19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3" y="20"/>
                    <a:pt x="83" y="21"/>
                    <a:pt x="83" y="21"/>
                  </a:cubicBezTo>
                  <a:cubicBezTo>
                    <a:pt x="84" y="21"/>
                    <a:pt x="84" y="21"/>
                    <a:pt x="85" y="21"/>
                  </a:cubicBezTo>
                  <a:cubicBezTo>
                    <a:pt x="85" y="22"/>
                    <a:pt x="85" y="22"/>
                    <a:pt x="85" y="23"/>
                  </a:cubicBezTo>
                  <a:cubicBezTo>
                    <a:pt x="85" y="23"/>
                    <a:pt x="85" y="24"/>
                    <a:pt x="85" y="24"/>
                  </a:cubicBezTo>
                  <a:cubicBezTo>
                    <a:pt x="85" y="24"/>
                    <a:pt x="86" y="24"/>
                    <a:pt x="87" y="24"/>
                  </a:cubicBezTo>
                  <a:cubicBezTo>
                    <a:pt x="87" y="24"/>
                    <a:pt x="88" y="24"/>
                    <a:pt x="88" y="24"/>
                  </a:cubicBezTo>
                  <a:cubicBezTo>
                    <a:pt x="88" y="25"/>
                    <a:pt x="88" y="26"/>
                    <a:pt x="88" y="26"/>
                  </a:cubicBezTo>
                  <a:cubicBezTo>
                    <a:pt x="88" y="27"/>
                    <a:pt x="88" y="27"/>
                    <a:pt x="88" y="28"/>
                  </a:cubicBezTo>
                  <a:cubicBezTo>
                    <a:pt x="88" y="28"/>
                    <a:pt x="88" y="29"/>
                    <a:pt x="88" y="29"/>
                  </a:cubicBezTo>
                  <a:cubicBezTo>
                    <a:pt x="88" y="30"/>
                    <a:pt x="88" y="30"/>
                    <a:pt x="88" y="31"/>
                  </a:cubicBezTo>
                  <a:cubicBezTo>
                    <a:pt x="88" y="32"/>
                    <a:pt x="88" y="32"/>
                    <a:pt x="88" y="33"/>
                  </a:cubicBezTo>
                  <a:cubicBezTo>
                    <a:pt x="89" y="33"/>
                    <a:pt x="89" y="33"/>
                    <a:pt x="90" y="33"/>
                  </a:cubicBezTo>
                  <a:cubicBezTo>
                    <a:pt x="90" y="33"/>
                    <a:pt x="90" y="34"/>
                    <a:pt x="90" y="34"/>
                  </a:cubicBezTo>
                  <a:cubicBezTo>
                    <a:pt x="89" y="34"/>
                    <a:pt x="89" y="34"/>
                    <a:pt x="88" y="34"/>
                  </a:cubicBezTo>
                  <a:cubicBezTo>
                    <a:pt x="88" y="34"/>
                    <a:pt x="87" y="34"/>
                    <a:pt x="87" y="34"/>
                  </a:cubicBezTo>
                  <a:cubicBezTo>
                    <a:pt x="86" y="34"/>
                    <a:pt x="85" y="34"/>
                    <a:pt x="85" y="34"/>
                  </a:cubicBezTo>
                  <a:cubicBezTo>
                    <a:pt x="85" y="34"/>
                    <a:pt x="85" y="33"/>
                    <a:pt x="85" y="33"/>
                  </a:cubicBezTo>
                  <a:cubicBezTo>
                    <a:pt x="84" y="33"/>
                    <a:pt x="84" y="33"/>
                    <a:pt x="83" y="33"/>
                  </a:cubicBezTo>
                  <a:cubicBezTo>
                    <a:pt x="83" y="33"/>
                    <a:pt x="82" y="33"/>
                    <a:pt x="82" y="33"/>
                  </a:cubicBezTo>
                  <a:cubicBezTo>
                    <a:pt x="81" y="33"/>
                    <a:pt x="81" y="33"/>
                    <a:pt x="80" y="33"/>
                  </a:cubicBezTo>
                  <a:cubicBezTo>
                    <a:pt x="80" y="33"/>
                    <a:pt x="80" y="34"/>
                    <a:pt x="80" y="34"/>
                  </a:cubicBezTo>
                  <a:cubicBezTo>
                    <a:pt x="80" y="35"/>
                    <a:pt x="80" y="35"/>
                    <a:pt x="80" y="36"/>
                  </a:cubicBezTo>
                  <a:cubicBezTo>
                    <a:pt x="80" y="36"/>
                    <a:pt x="79" y="36"/>
                    <a:pt x="79" y="36"/>
                  </a:cubicBezTo>
                  <a:cubicBezTo>
                    <a:pt x="79" y="36"/>
                    <a:pt x="79" y="37"/>
                    <a:pt x="79" y="37"/>
                  </a:cubicBezTo>
                  <a:cubicBezTo>
                    <a:pt x="79" y="38"/>
                    <a:pt x="79" y="38"/>
                    <a:pt x="79" y="39"/>
                  </a:cubicBezTo>
                  <a:cubicBezTo>
                    <a:pt x="79" y="40"/>
                    <a:pt x="79" y="40"/>
                    <a:pt x="79" y="41"/>
                  </a:cubicBezTo>
                  <a:cubicBezTo>
                    <a:pt x="79" y="41"/>
                    <a:pt x="79" y="42"/>
                    <a:pt x="79" y="42"/>
                  </a:cubicBezTo>
                  <a:cubicBezTo>
                    <a:pt x="78" y="42"/>
                    <a:pt x="78" y="42"/>
                    <a:pt x="77" y="42"/>
                  </a:cubicBezTo>
                  <a:cubicBezTo>
                    <a:pt x="77" y="42"/>
                    <a:pt x="76" y="42"/>
                    <a:pt x="76" y="42"/>
                  </a:cubicBezTo>
                  <a:cubicBezTo>
                    <a:pt x="76" y="43"/>
                    <a:pt x="76" y="43"/>
                    <a:pt x="76" y="44"/>
                  </a:cubicBezTo>
                  <a:cubicBezTo>
                    <a:pt x="75" y="44"/>
                    <a:pt x="75" y="44"/>
                    <a:pt x="74" y="44"/>
                  </a:cubicBezTo>
                  <a:cubicBezTo>
                    <a:pt x="74" y="44"/>
                    <a:pt x="74" y="45"/>
                    <a:pt x="74" y="46"/>
                  </a:cubicBezTo>
                  <a:cubicBezTo>
                    <a:pt x="74" y="46"/>
                    <a:pt x="73" y="46"/>
                    <a:pt x="73" y="46"/>
                  </a:cubicBezTo>
                  <a:cubicBezTo>
                    <a:pt x="73" y="46"/>
                    <a:pt x="73" y="47"/>
                    <a:pt x="73" y="47"/>
                  </a:cubicBezTo>
                  <a:cubicBezTo>
                    <a:pt x="73" y="48"/>
                    <a:pt x="73" y="48"/>
                    <a:pt x="73" y="49"/>
                  </a:cubicBezTo>
                  <a:cubicBezTo>
                    <a:pt x="73" y="49"/>
                    <a:pt x="73" y="50"/>
                    <a:pt x="73" y="50"/>
                  </a:cubicBezTo>
                  <a:cubicBezTo>
                    <a:pt x="73" y="51"/>
                    <a:pt x="73" y="51"/>
                    <a:pt x="73" y="52"/>
                  </a:cubicBezTo>
                  <a:cubicBezTo>
                    <a:pt x="72" y="52"/>
                    <a:pt x="71" y="52"/>
                    <a:pt x="71" y="52"/>
                  </a:cubicBezTo>
                  <a:cubicBezTo>
                    <a:pt x="71" y="51"/>
                    <a:pt x="71" y="51"/>
                    <a:pt x="71" y="50"/>
                  </a:cubicBezTo>
                  <a:cubicBezTo>
                    <a:pt x="70" y="50"/>
                    <a:pt x="70" y="50"/>
                    <a:pt x="69" y="50"/>
                  </a:cubicBezTo>
                  <a:cubicBezTo>
                    <a:pt x="69" y="50"/>
                    <a:pt x="68" y="50"/>
                    <a:pt x="68" y="50"/>
                  </a:cubicBezTo>
                  <a:cubicBezTo>
                    <a:pt x="68" y="51"/>
                    <a:pt x="68" y="51"/>
                    <a:pt x="68" y="52"/>
                  </a:cubicBezTo>
                  <a:cubicBezTo>
                    <a:pt x="67" y="52"/>
                    <a:pt x="67" y="52"/>
                    <a:pt x="66" y="52"/>
                  </a:cubicBezTo>
                  <a:cubicBezTo>
                    <a:pt x="66" y="52"/>
                    <a:pt x="65" y="52"/>
                    <a:pt x="65" y="52"/>
                  </a:cubicBezTo>
                  <a:cubicBezTo>
                    <a:pt x="64" y="52"/>
                    <a:pt x="64" y="52"/>
                    <a:pt x="63" y="52"/>
                  </a:cubicBezTo>
                  <a:cubicBezTo>
                    <a:pt x="63" y="52"/>
                    <a:pt x="62" y="52"/>
                    <a:pt x="61" y="52"/>
                  </a:cubicBezTo>
                  <a:cubicBezTo>
                    <a:pt x="61" y="51"/>
                    <a:pt x="61" y="51"/>
                    <a:pt x="61" y="50"/>
                  </a:cubicBezTo>
                  <a:cubicBezTo>
                    <a:pt x="62" y="50"/>
                    <a:pt x="63" y="50"/>
                    <a:pt x="63" y="50"/>
                  </a:cubicBezTo>
                  <a:cubicBezTo>
                    <a:pt x="64" y="50"/>
                    <a:pt x="64" y="50"/>
                    <a:pt x="65" y="50"/>
                  </a:cubicBezTo>
                  <a:cubicBezTo>
                    <a:pt x="65" y="50"/>
                    <a:pt x="65" y="49"/>
                    <a:pt x="65" y="49"/>
                  </a:cubicBezTo>
                  <a:cubicBezTo>
                    <a:pt x="65" y="48"/>
                    <a:pt x="65" y="48"/>
                    <a:pt x="65" y="47"/>
                  </a:cubicBezTo>
                  <a:cubicBezTo>
                    <a:pt x="65" y="47"/>
                    <a:pt x="65" y="46"/>
                    <a:pt x="65" y="46"/>
                  </a:cubicBezTo>
                  <a:cubicBezTo>
                    <a:pt x="64" y="46"/>
                    <a:pt x="64" y="46"/>
                    <a:pt x="63" y="46"/>
                  </a:cubicBezTo>
                  <a:cubicBezTo>
                    <a:pt x="63" y="45"/>
                    <a:pt x="63" y="44"/>
                    <a:pt x="63" y="44"/>
                  </a:cubicBezTo>
                  <a:cubicBezTo>
                    <a:pt x="63" y="44"/>
                    <a:pt x="62" y="44"/>
                    <a:pt x="61" y="44"/>
                  </a:cubicBezTo>
                  <a:cubicBezTo>
                    <a:pt x="61" y="43"/>
                    <a:pt x="61" y="43"/>
                    <a:pt x="61" y="42"/>
                  </a:cubicBezTo>
                  <a:cubicBezTo>
                    <a:pt x="61" y="42"/>
                    <a:pt x="61" y="41"/>
                    <a:pt x="61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59" y="44"/>
                    <a:pt x="56" y="47"/>
                    <a:pt x="54" y="50"/>
                  </a:cubicBezTo>
                  <a:cubicBezTo>
                    <a:pt x="54" y="50"/>
                    <a:pt x="54" y="50"/>
                    <a:pt x="54" y="50"/>
                  </a:cubicBezTo>
                  <a:cubicBezTo>
                    <a:pt x="53" y="50"/>
                    <a:pt x="53" y="50"/>
                    <a:pt x="53" y="50"/>
                  </a:cubicBezTo>
                  <a:cubicBezTo>
                    <a:pt x="20" y="91"/>
                    <a:pt x="0" y="143"/>
                    <a:pt x="0" y="200"/>
                  </a:cubicBezTo>
                  <a:cubicBezTo>
                    <a:pt x="0" y="209"/>
                    <a:pt x="1" y="219"/>
                    <a:pt x="2" y="228"/>
                  </a:cubicBezTo>
                  <a:cubicBezTo>
                    <a:pt x="2" y="228"/>
                    <a:pt x="2" y="228"/>
                    <a:pt x="2" y="228"/>
                  </a:cubicBezTo>
                  <a:cubicBezTo>
                    <a:pt x="3" y="228"/>
                    <a:pt x="3" y="228"/>
                    <a:pt x="4" y="228"/>
                  </a:cubicBezTo>
                  <a:cubicBezTo>
                    <a:pt x="4" y="228"/>
                    <a:pt x="4" y="229"/>
                    <a:pt x="4" y="229"/>
                  </a:cubicBezTo>
                  <a:cubicBezTo>
                    <a:pt x="4" y="229"/>
                    <a:pt x="5" y="229"/>
                    <a:pt x="5" y="229"/>
                  </a:cubicBezTo>
                  <a:cubicBezTo>
                    <a:pt x="5" y="230"/>
                    <a:pt x="5" y="230"/>
                    <a:pt x="5" y="231"/>
                  </a:cubicBezTo>
                  <a:cubicBezTo>
                    <a:pt x="6" y="231"/>
                    <a:pt x="6" y="231"/>
                    <a:pt x="7" y="231"/>
                  </a:cubicBezTo>
                  <a:cubicBezTo>
                    <a:pt x="7" y="231"/>
                    <a:pt x="8" y="231"/>
                    <a:pt x="8" y="231"/>
                  </a:cubicBezTo>
                  <a:cubicBezTo>
                    <a:pt x="8" y="231"/>
                    <a:pt x="8" y="232"/>
                    <a:pt x="8" y="233"/>
                  </a:cubicBezTo>
                  <a:cubicBezTo>
                    <a:pt x="9" y="233"/>
                    <a:pt x="9" y="233"/>
                    <a:pt x="10" y="233"/>
                  </a:cubicBezTo>
                  <a:cubicBezTo>
                    <a:pt x="10" y="233"/>
                    <a:pt x="11" y="233"/>
                    <a:pt x="11" y="233"/>
                  </a:cubicBezTo>
                  <a:cubicBezTo>
                    <a:pt x="11" y="233"/>
                    <a:pt x="11" y="234"/>
                    <a:pt x="11" y="234"/>
                  </a:cubicBezTo>
                  <a:cubicBezTo>
                    <a:pt x="12" y="234"/>
                    <a:pt x="12" y="234"/>
                    <a:pt x="13" y="234"/>
                  </a:cubicBezTo>
                  <a:cubicBezTo>
                    <a:pt x="13" y="234"/>
                    <a:pt x="14" y="234"/>
                    <a:pt x="14" y="234"/>
                  </a:cubicBezTo>
                  <a:cubicBezTo>
                    <a:pt x="15" y="234"/>
                    <a:pt x="16" y="234"/>
                    <a:pt x="16" y="234"/>
                  </a:cubicBezTo>
                  <a:cubicBezTo>
                    <a:pt x="17" y="234"/>
                    <a:pt x="17" y="234"/>
                    <a:pt x="18" y="234"/>
                  </a:cubicBezTo>
                  <a:cubicBezTo>
                    <a:pt x="18" y="234"/>
                    <a:pt x="18" y="233"/>
                    <a:pt x="18" y="233"/>
                  </a:cubicBezTo>
                  <a:cubicBezTo>
                    <a:pt x="18" y="233"/>
                    <a:pt x="19" y="233"/>
                    <a:pt x="19" y="233"/>
                  </a:cubicBezTo>
                  <a:cubicBezTo>
                    <a:pt x="19" y="233"/>
                    <a:pt x="19" y="234"/>
                    <a:pt x="19" y="234"/>
                  </a:cubicBezTo>
                  <a:cubicBezTo>
                    <a:pt x="20" y="234"/>
                    <a:pt x="20" y="234"/>
                    <a:pt x="21" y="234"/>
                  </a:cubicBezTo>
                  <a:cubicBezTo>
                    <a:pt x="21" y="235"/>
                    <a:pt x="21" y="235"/>
                    <a:pt x="21" y="236"/>
                  </a:cubicBezTo>
                  <a:cubicBezTo>
                    <a:pt x="21" y="236"/>
                    <a:pt x="22" y="236"/>
                    <a:pt x="22" y="236"/>
                  </a:cubicBezTo>
                  <a:cubicBezTo>
                    <a:pt x="22" y="236"/>
                    <a:pt x="22" y="237"/>
                    <a:pt x="22" y="237"/>
                  </a:cubicBezTo>
                  <a:cubicBezTo>
                    <a:pt x="23" y="237"/>
                    <a:pt x="23" y="237"/>
                    <a:pt x="24" y="237"/>
                  </a:cubicBezTo>
                  <a:cubicBezTo>
                    <a:pt x="24" y="238"/>
                    <a:pt x="24" y="239"/>
                    <a:pt x="24" y="239"/>
                  </a:cubicBezTo>
                  <a:cubicBezTo>
                    <a:pt x="24" y="240"/>
                    <a:pt x="24" y="240"/>
                    <a:pt x="24" y="241"/>
                  </a:cubicBezTo>
                  <a:cubicBezTo>
                    <a:pt x="24" y="241"/>
                    <a:pt x="25" y="241"/>
                    <a:pt x="26" y="241"/>
                  </a:cubicBezTo>
                  <a:cubicBezTo>
                    <a:pt x="26" y="241"/>
                    <a:pt x="27" y="241"/>
                    <a:pt x="27" y="241"/>
                  </a:cubicBezTo>
                  <a:cubicBezTo>
                    <a:pt x="28" y="241"/>
                    <a:pt x="28" y="241"/>
                    <a:pt x="29" y="241"/>
                  </a:cubicBezTo>
                  <a:cubicBezTo>
                    <a:pt x="29" y="241"/>
                    <a:pt x="30" y="241"/>
                    <a:pt x="30" y="241"/>
                  </a:cubicBezTo>
                  <a:cubicBezTo>
                    <a:pt x="30" y="241"/>
                    <a:pt x="30" y="242"/>
                    <a:pt x="30" y="242"/>
                  </a:cubicBezTo>
                  <a:cubicBezTo>
                    <a:pt x="31" y="242"/>
                    <a:pt x="31" y="242"/>
                    <a:pt x="32" y="242"/>
                  </a:cubicBezTo>
                  <a:cubicBezTo>
                    <a:pt x="32" y="242"/>
                    <a:pt x="33" y="242"/>
                    <a:pt x="33" y="242"/>
                  </a:cubicBezTo>
                  <a:cubicBezTo>
                    <a:pt x="33" y="243"/>
                    <a:pt x="33" y="243"/>
                    <a:pt x="33" y="244"/>
                  </a:cubicBezTo>
                  <a:cubicBezTo>
                    <a:pt x="34" y="244"/>
                    <a:pt x="34" y="244"/>
                    <a:pt x="35" y="244"/>
                  </a:cubicBezTo>
                  <a:cubicBezTo>
                    <a:pt x="35" y="244"/>
                    <a:pt x="35" y="245"/>
                    <a:pt x="35" y="245"/>
                  </a:cubicBezTo>
                  <a:cubicBezTo>
                    <a:pt x="35" y="245"/>
                    <a:pt x="36" y="245"/>
                    <a:pt x="36" y="245"/>
                  </a:cubicBezTo>
                  <a:cubicBezTo>
                    <a:pt x="36" y="246"/>
                    <a:pt x="36" y="247"/>
                    <a:pt x="36" y="247"/>
                  </a:cubicBezTo>
                  <a:cubicBezTo>
                    <a:pt x="37" y="247"/>
                    <a:pt x="37" y="247"/>
                    <a:pt x="38" y="247"/>
                  </a:cubicBezTo>
                  <a:cubicBezTo>
                    <a:pt x="38" y="248"/>
                    <a:pt x="38" y="248"/>
                    <a:pt x="38" y="249"/>
                  </a:cubicBezTo>
                  <a:cubicBezTo>
                    <a:pt x="38" y="249"/>
                    <a:pt x="38" y="250"/>
                    <a:pt x="38" y="250"/>
                  </a:cubicBezTo>
                  <a:cubicBezTo>
                    <a:pt x="38" y="251"/>
                    <a:pt x="38" y="251"/>
                    <a:pt x="38" y="252"/>
                  </a:cubicBezTo>
                  <a:cubicBezTo>
                    <a:pt x="39" y="252"/>
                    <a:pt x="39" y="252"/>
                    <a:pt x="40" y="252"/>
                  </a:cubicBezTo>
                  <a:cubicBezTo>
                    <a:pt x="40" y="252"/>
                    <a:pt x="40" y="253"/>
                    <a:pt x="40" y="254"/>
                  </a:cubicBezTo>
                  <a:cubicBezTo>
                    <a:pt x="40" y="254"/>
                    <a:pt x="41" y="254"/>
                    <a:pt x="41" y="254"/>
                  </a:cubicBezTo>
                  <a:cubicBezTo>
                    <a:pt x="41" y="254"/>
                    <a:pt x="41" y="255"/>
                    <a:pt x="41" y="255"/>
                  </a:cubicBezTo>
                  <a:cubicBezTo>
                    <a:pt x="42" y="255"/>
                    <a:pt x="42" y="255"/>
                    <a:pt x="43" y="255"/>
                  </a:cubicBezTo>
                  <a:cubicBezTo>
                    <a:pt x="43" y="256"/>
                    <a:pt x="43" y="256"/>
                    <a:pt x="43" y="257"/>
                  </a:cubicBezTo>
                  <a:cubicBezTo>
                    <a:pt x="43" y="257"/>
                    <a:pt x="44" y="257"/>
                    <a:pt x="44" y="257"/>
                  </a:cubicBezTo>
                  <a:cubicBezTo>
                    <a:pt x="45" y="257"/>
                    <a:pt x="45" y="257"/>
                    <a:pt x="46" y="257"/>
                  </a:cubicBezTo>
                  <a:cubicBezTo>
                    <a:pt x="46" y="257"/>
                    <a:pt x="47" y="257"/>
                    <a:pt x="47" y="257"/>
                  </a:cubicBezTo>
                  <a:cubicBezTo>
                    <a:pt x="47" y="257"/>
                    <a:pt x="47" y="258"/>
                    <a:pt x="47" y="258"/>
                  </a:cubicBezTo>
                  <a:cubicBezTo>
                    <a:pt x="48" y="258"/>
                    <a:pt x="48" y="258"/>
                    <a:pt x="49" y="258"/>
                  </a:cubicBezTo>
                  <a:cubicBezTo>
                    <a:pt x="49" y="259"/>
                    <a:pt x="49" y="259"/>
                    <a:pt x="49" y="260"/>
                  </a:cubicBezTo>
                  <a:cubicBezTo>
                    <a:pt x="50" y="260"/>
                    <a:pt x="50" y="260"/>
                    <a:pt x="51" y="260"/>
                  </a:cubicBezTo>
                  <a:cubicBezTo>
                    <a:pt x="51" y="259"/>
                    <a:pt x="51" y="259"/>
                    <a:pt x="51" y="258"/>
                  </a:cubicBezTo>
                  <a:cubicBezTo>
                    <a:pt x="51" y="258"/>
                    <a:pt x="52" y="258"/>
                    <a:pt x="52" y="258"/>
                  </a:cubicBezTo>
                  <a:cubicBezTo>
                    <a:pt x="52" y="258"/>
                    <a:pt x="52" y="257"/>
                    <a:pt x="52" y="257"/>
                  </a:cubicBezTo>
                  <a:cubicBezTo>
                    <a:pt x="52" y="256"/>
                    <a:pt x="52" y="256"/>
                    <a:pt x="52" y="255"/>
                  </a:cubicBezTo>
                  <a:cubicBezTo>
                    <a:pt x="53" y="255"/>
                    <a:pt x="53" y="255"/>
                    <a:pt x="54" y="255"/>
                  </a:cubicBezTo>
                  <a:cubicBezTo>
                    <a:pt x="54" y="255"/>
                    <a:pt x="55" y="255"/>
                    <a:pt x="55" y="255"/>
                  </a:cubicBezTo>
                  <a:cubicBezTo>
                    <a:pt x="55" y="256"/>
                    <a:pt x="55" y="256"/>
                    <a:pt x="55" y="257"/>
                  </a:cubicBezTo>
                  <a:cubicBezTo>
                    <a:pt x="56" y="257"/>
                    <a:pt x="56" y="257"/>
                    <a:pt x="57" y="257"/>
                  </a:cubicBezTo>
                  <a:cubicBezTo>
                    <a:pt x="57" y="257"/>
                    <a:pt x="57" y="258"/>
                    <a:pt x="57" y="258"/>
                  </a:cubicBezTo>
                  <a:cubicBezTo>
                    <a:pt x="57" y="259"/>
                    <a:pt x="57" y="259"/>
                    <a:pt x="57" y="260"/>
                  </a:cubicBezTo>
                  <a:cubicBezTo>
                    <a:pt x="57" y="260"/>
                    <a:pt x="57" y="261"/>
                    <a:pt x="57" y="262"/>
                  </a:cubicBezTo>
                  <a:cubicBezTo>
                    <a:pt x="57" y="262"/>
                    <a:pt x="57" y="263"/>
                    <a:pt x="57" y="263"/>
                  </a:cubicBezTo>
                  <a:cubicBezTo>
                    <a:pt x="57" y="264"/>
                    <a:pt x="57" y="264"/>
                    <a:pt x="57" y="265"/>
                  </a:cubicBezTo>
                  <a:cubicBezTo>
                    <a:pt x="57" y="265"/>
                    <a:pt x="57" y="266"/>
                    <a:pt x="57" y="266"/>
                  </a:cubicBezTo>
                  <a:cubicBezTo>
                    <a:pt x="57" y="267"/>
                    <a:pt x="57" y="268"/>
                    <a:pt x="57" y="268"/>
                  </a:cubicBezTo>
                  <a:cubicBezTo>
                    <a:pt x="57" y="269"/>
                    <a:pt x="57" y="269"/>
                    <a:pt x="57" y="270"/>
                  </a:cubicBezTo>
                  <a:cubicBezTo>
                    <a:pt x="57" y="270"/>
                    <a:pt x="57" y="271"/>
                    <a:pt x="57" y="271"/>
                  </a:cubicBezTo>
                  <a:cubicBezTo>
                    <a:pt x="56" y="271"/>
                    <a:pt x="56" y="271"/>
                    <a:pt x="55" y="271"/>
                  </a:cubicBezTo>
                  <a:cubicBezTo>
                    <a:pt x="55" y="272"/>
                    <a:pt x="55" y="272"/>
                    <a:pt x="55" y="273"/>
                  </a:cubicBezTo>
                  <a:cubicBezTo>
                    <a:pt x="55" y="273"/>
                    <a:pt x="54" y="273"/>
                    <a:pt x="54" y="273"/>
                  </a:cubicBezTo>
                  <a:cubicBezTo>
                    <a:pt x="54" y="273"/>
                    <a:pt x="54" y="274"/>
                    <a:pt x="54" y="274"/>
                  </a:cubicBezTo>
                  <a:cubicBezTo>
                    <a:pt x="53" y="274"/>
                    <a:pt x="53" y="274"/>
                    <a:pt x="52" y="274"/>
                  </a:cubicBezTo>
                  <a:cubicBezTo>
                    <a:pt x="52" y="275"/>
                    <a:pt x="52" y="276"/>
                    <a:pt x="52" y="276"/>
                  </a:cubicBezTo>
                  <a:cubicBezTo>
                    <a:pt x="52" y="276"/>
                    <a:pt x="51" y="276"/>
                    <a:pt x="51" y="276"/>
                  </a:cubicBezTo>
                  <a:cubicBezTo>
                    <a:pt x="51" y="277"/>
                    <a:pt x="51" y="277"/>
                    <a:pt x="51" y="278"/>
                  </a:cubicBezTo>
                  <a:cubicBezTo>
                    <a:pt x="50" y="278"/>
                    <a:pt x="50" y="278"/>
                    <a:pt x="49" y="278"/>
                  </a:cubicBezTo>
                  <a:cubicBezTo>
                    <a:pt x="49" y="278"/>
                    <a:pt x="49" y="279"/>
                    <a:pt x="49" y="279"/>
                  </a:cubicBezTo>
                  <a:cubicBezTo>
                    <a:pt x="49" y="280"/>
                    <a:pt x="49" y="280"/>
                    <a:pt x="49" y="281"/>
                  </a:cubicBezTo>
                  <a:cubicBezTo>
                    <a:pt x="49" y="281"/>
                    <a:pt x="49" y="282"/>
                    <a:pt x="49" y="283"/>
                  </a:cubicBezTo>
                  <a:cubicBezTo>
                    <a:pt x="49" y="283"/>
                    <a:pt x="49" y="284"/>
                    <a:pt x="49" y="284"/>
                  </a:cubicBezTo>
                  <a:cubicBezTo>
                    <a:pt x="49" y="285"/>
                    <a:pt x="49" y="285"/>
                    <a:pt x="49" y="286"/>
                  </a:cubicBezTo>
                  <a:cubicBezTo>
                    <a:pt x="49" y="286"/>
                    <a:pt x="49" y="287"/>
                    <a:pt x="49" y="287"/>
                  </a:cubicBezTo>
                  <a:cubicBezTo>
                    <a:pt x="49" y="288"/>
                    <a:pt x="49" y="288"/>
                    <a:pt x="49" y="289"/>
                  </a:cubicBezTo>
                  <a:cubicBezTo>
                    <a:pt x="48" y="289"/>
                    <a:pt x="48" y="289"/>
                    <a:pt x="47" y="289"/>
                  </a:cubicBezTo>
                  <a:cubicBezTo>
                    <a:pt x="47" y="290"/>
                    <a:pt x="47" y="290"/>
                    <a:pt x="47" y="291"/>
                  </a:cubicBezTo>
                  <a:cubicBezTo>
                    <a:pt x="47" y="291"/>
                    <a:pt x="47" y="292"/>
                    <a:pt x="47" y="292"/>
                  </a:cubicBezTo>
                  <a:cubicBezTo>
                    <a:pt x="47" y="293"/>
                    <a:pt x="47" y="293"/>
                    <a:pt x="47" y="294"/>
                  </a:cubicBezTo>
                  <a:cubicBezTo>
                    <a:pt x="48" y="294"/>
                    <a:pt x="48" y="294"/>
                    <a:pt x="49" y="294"/>
                  </a:cubicBezTo>
                  <a:cubicBezTo>
                    <a:pt x="49" y="294"/>
                    <a:pt x="49" y="295"/>
                    <a:pt x="49" y="295"/>
                  </a:cubicBezTo>
                  <a:cubicBezTo>
                    <a:pt x="49" y="296"/>
                    <a:pt x="49" y="297"/>
                    <a:pt x="49" y="297"/>
                  </a:cubicBezTo>
                  <a:cubicBezTo>
                    <a:pt x="50" y="297"/>
                    <a:pt x="50" y="297"/>
                    <a:pt x="51" y="297"/>
                  </a:cubicBezTo>
                  <a:cubicBezTo>
                    <a:pt x="51" y="297"/>
                    <a:pt x="52" y="297"/>
                    <a:pt x="52" y="297"/>
                  </a:cubicBezTo>
                  <a:cubicBezTo>
                    <a:pt x="52" y="298"/>
                    <a:pt x="52" y="298"/>
                    <a:pt x="52" y="299"/>
                  </a:cubicBezTo>
                  <a:cubicBezTo>
                    <a:pt x="52" y="299"/>
                    <a:pt x="52" y="300"/>
                    <a:pt x="52" y="300"/>
                  </a:cubicBezTo>
                  <a:cubicBezTo>
                    <a:pt x="53" y="300"/>
                    <a:pt x="53" y="300"/>
                    <a:pt x="54" y="300"/>
                  </a:cubicBezTo>
                  <a:cubicBezTo>
                    <a:pt x="54" y="301"/>
                    <a:pt x="54" y="301"/>
                    <a:pt x="54" y="302"/>
                  </a:cubicBezTo>
                  <a:cubicBezTo>
                    <a:pt x="54" y="303"/>
                    <a:pt x="54" y="303"/>
                    <a:pt x="54" y="304"/>
                  </a:cubicBezTo>
                  <a:cubicBezTo>
                    <a:pt x="54" y="304"/>
                    <a:pt x="55" y="304"/>
                    <a:pt x="55" y="304"/>
                  </a:cubicBezTo>
                  <a:cubicBezTo>
                    <a:pt x="55" y="304"/>
                    <a:pt x="55" y="305"/>
                    <a:pt x="55" y="305"/>
                  </a:cubicBezTo>
                  <a:cubicBezTo>
                    <a:pt x="55" y="306"/>
                    <a:pt x="55" y="306"/>
                    <a:pt x="55" y="307"/>
                  </a:cubicBezTo>
                  <a:cubicBezTo>
                    <a:pt x="56" y="307"/>
                    <a:pt x="56" y="307"/>
                    <a:pt x="57" y="307"/>
                  </a:cubicBezTo>
                  <a:cubicBezTo>
                    <a:pt x="57" y="307"/>
                    <a:pt x="57" y="308"/>
                    <a:pt x="57" y="308"/>
                  </a:cubicBezTo>
                  <a:cubicBezTo>
                    <a:pt x="57" y="309"/>
                    <a:pt x="57" y="309"/>
                    <a:pt x="57" y="310"/>
                  </a:cubicBezTo>
                  <a:cubicBezTo>
                    <a:pt x="57" y="310"/>
                    <a:pt x="58" y="310"/>
                    <a:pt x="58" y="310"/>
                  </a:cubicBezTo>
                  <a:cubicBezTo>
                    <a:pt x="58" y="310"/>
                    <a:pt x="58" y="311"/>
                    <a:pt x="58" y="312"/>
                  </a:cubicBezTo>
                  <a:cubicBezTo>
                    <a:pt x="59" y="312"/>
                    <a:pt x="59" y="312"/>
                    <a:pt x="60" y="312"/>
                  </a:cubicBezTo>
                  <a:cubicBezTo>
                    <a:pt x="60" y="312"/>
                    <a:pt x="60" y="313"/>
                    <a:pt x="60" y="313"/>
                  </a:cubicBezTo>
                  <a:cubicBezTo>
                    <a:pt x="60" y="314"/>
                    <a:pt x="60" y="314"/>
                    <a:pt x="60" y="315"/>
                  </a:cubicBezTo>
                  <a:cubicBezTo>
                    <a:pt x="60" y="315"/>
                    <a:pt x="60" y="316"/>
                    <a:pt x="60" y="317"/>
                  </a:cubicBezTo>
                  <a:cubicBezTo>
                    <a:pt x="60" y="317"/>
                    <a:pt x="61" y="317"/>
                    <a:pt x="61" y="317"/>
                  </a:cubicBezTo>
                  <a:cubicBezTo>
                    <a:pt x="61" y="317"/>
                    <a:pt x="61" y="318"/>
                    <a:pt x="61" y="318"/>
                  </a:cubicBezTo>
                  <a:cubicBezTo>
                    <a:pt x="62" y="318"/>
                    <a:pt x="63" y="318"/>
                    <a:pt x="63" y="318"/>
                  </a:cubicBezTo>
                  <a:cubicBezTo>
                    <a:pt x="63" y="319"/>
                    <a:pt x="63" y="319"/>
                    <a:pt x="63" y="320"/>
                  </a:cubicBezTo>
                  <a:cubicBezTo>
                    <a:pt x="63" y="320"/>
                    <a:pt x="63" y="321"/>
                    <a:pt x="63" y="321"/>
                  </a:cubicBezTo>
                  <a:cubicBezTo>
                    <a:pt x="64" y="321"/>
                    <a:pt x="64" y="321"/>
                    <a:pt x="65" y="321"/>
                  </a:cubicBezTo>
                  <a:cubicBezTo>
                    <a:pt x="65" y="322"/>
                    <a:pt x="65" y="322"/>
                    <a:pt x="65" y="323"/>
                  </a:cubicBezTo>
                  <a:cubicBezTo>
                    <a:pt x="65" y="323"/>
                    <a:pt x="66" y="323"/>
                    <a:pt x="66" y="323"/>
                  </a:cubicBezTo>
                  <a:cubicBezTo>
                    <a:pt x="67" y="323"/>
                    <a:pt x="67" y="323"/>
                    <a:pt x="68" y="323"/>
                  </a:cubicBezTo>
                  <a:cubicBezTo>
                    <a:pt x="68" y="323"/>
                    <a:pt x="69" y="323"/>
                    <a:pt x="69" y="323"/>
                  </a:cubicBezTo>
                  <a:cubicBezTo>
                    <a:pt x="69" y="323"/>
                    <a:pt x="69" y="324"/>
                    <a:pt x="69" y="324"/>
                  </a:cubicBezTo>
                  <a:cubicBezTo>
                    <a:pt x="70" y="324"/>
                    <a:pt x="70" y="324"/>
                    <a:pt x="71" y="324"/>
                  </a:cubicBezTo>
                  <a:cubicBezTo>
                    <a:pt x="71" y="324"/>
                    <a:pt x="72" y="324"/>
                    <a:pt x="73" y="324"/>
                  </a:cubicBezTo>
                  <a:cubicBezTo>
                    <a:pt x="73" y="325"/>
                    <a:pt x="73" y="326"/>
                    <a:pt x="73" y="326"/>
                  </a:cubicBezTo>
                  <a:cubicBezTo>
                    <a:pt x="73" y="326"/>
                    <a:pt x="74" y="326"/>
                    <a:pt x="74" y="326"/>
                  </a:cubicBezTo>
                  <a:cubicBezTo>
                    <a:pt x="74" y="327"/>
                    <a:pt x="74" y="327"/>
                    <a:pt x="74" y="328"/>
                  </a:cubicBezTo>
                  <a:cubicBezTo>
                    <a:pt x="75" y="328"/>
                    <a:pt x="75" y="328"/>
                    <a:pt x="76" y="328"/>
                  </a:cubicBezTo>
                  <a:cubicBezTo>
                    <a:pt x="76" y="328"/>
                    <a:pt x="76" y="329"/>
                    <a:pt x="76" y="329"/>
                  </a:cubicBezTo>
                  <a:cubicBezTo>
                    <a:pt x="76" y="329"/>
                    <a:pt x="77" y="329"/>
                    <a:pt x="77" y="329"/>
                  </a:cubicBezTo>
                  <a:cubicBezTo>
                    <a:pt x="77" y="330"/>
                    <a:pt x="77" y="330"/>
                    <a:pt x="77" y="331"/>
                  </a:cubicBezTo>
                  <a:cubicBezTo>
                    <a:pt x="77" y="332"/>
                    <a:pt x="77" y="332"/>
                    <a:pt x="77" y="333"/>
                  </a:cubicBezTo>
                  <a:cubicBezTo>
                    <a:pt x="77" y="333"/>
                    <a:pt x="77" y="334"/>
                    <a:pt x="77" y="334"/>
                  </a:cubicBezTo>
                  <a:cubicBezTo>
                    <a:pt x="77" y="335"/>
                    <a:pt x="77" y="335"/>
                    <a:pt x="77" y="336"/>
                  </a:cubicBezTo>
                  <a:cubicBezTo>
                    <a:pt x="77" y="336"/>
                    <a:pt x="77" y="337"/>
                    <a:pt x="77" y="337"/>
                  </a:cubicBezTo>
                  <a:cubicBezTo>
                    <a:pt x="78" y="337"/>
                    <a:pt x="78" y="337"/>
                    <a:pt x="79" y="337"/>
                  </a:cubicBezTo>
                  <a:cubicBezTo>
                    <a:pt x="79" y="338"/>
                    <a:pt x="79" y="338"/>
                    <a:pt x="79" y="339"/>
                  </a:cubicBezTo>
                  <a:cubicBezTo>
                    <a:pt x="79" y="340"/>
                    <a:pt x="79" y="340"/>
                    <a:pt x="79" y="341"/>
                  </a:cubicBezTo>
                  <a:cubicBezTo>
                    <a:pt x="78" y="341"/>
                    <a:pt x="78" y="341"/>
                    <a:pt x="77" y="341"/>
                  </a:cubicBezTo>
                  <a:cubicBezTo>
                    <a:pt x="77" y="341"/>
                    <a:pt x="77" y="342"/>
                    <a:pt x="77" y="342"/>
                  </a:cubicBezTo>
                  <a:cubicBezTo>
                    <a:pt x="77" y="343"/>
                    <a:pt x="77" y="343"/>
                    <a:pt x="77" y="344"/>
                  </a:cubicBezTo>
                  <a:cubicBezTo>
                    <a:pt x="78" y="344"/>
                    <a:pt x="78" y="344"/>
                    <a:pt x="79" y="344"/>
                  </a:cubicBezTo>
                  <a:cubicBezTo>
                    <a:pt x="79" y="344"/>
                    <a:pt x="79" y="345"/>
                    <a:pt x="79" y="346"/>
                  </a:cubicBezTo>
                  <a:cubicBezTo>
                    <a:pt x="79" y="346"/>
                    <a:pt x="79" y="347"/>
                    <a:pt x="79" y="347"/>
                  </a:cubicBezTo>
                  <a:cubicBezTo>
                    <a:pt x="79" y="348"/>
                    <a:pt x="79" y="348"/>
                    <a:pt x="79" y="349"/>
                  </a:cubicBezTo>
                  <a:cubicBezTo>
                    <a:pt x="78" y="349"/>
                    <a:pt x="78" y="349"/>
                    <a:pt x="77" y="349"/>
                  </a:cubicBezTo>
                  <a:cubicBezTo>
                    <a:pt x="77" y="349"/>
                    <a:pt x="77" y="350"/>
                    <a:pt x="77" y="350"/>
                  </a:cubicBezTo>
                  <a:cubicBezTo>
                    <a:pt x="78" y="350"/>
                    <a:pt x="78" y="350"/>
                    <a:pt x="79" y="350"/>
                  </a:cubicBezTo>
                  <a:cubicBezTo>
                    <a:pt x="79" y="351"/>
                    <a:pt x="79" y="351"/>
                    <a:pt x="79" y="352"/>
                  </a:cubicBezTo>
                  <a:cubicBezTo>
                    <a:pt x="79" y="352"/>
                    <a:pt x="79" y="353"/>
                    <a:pt x="79" y="353"/>
                  </a:cubicBezTo>
                  <a:cubicBezTo>
                    <a:pt x="79" y="354"/>
                    <a:pt x="79" y="355"/>
                    <a:pt x="79" y="355"/>
                  </a:cubicBezTo>
                  <a:cubicBezTo>
                    <a:pt x="79" y="356"/>
                    <a:pt x="79" y="356"/>
                    <a:pt x="79" y="357"/>
                  </a:cubicBezTo>
                  <a:cubicBezTo>
                    <a:pt x="79" y="357"/>
                    <a:pt x="79" y="358"/>
                    <a:pt x="79" y="358"/>
                  </a:cubicBezTo>
                  <a:cubicBezTo>
                    <a:pt x="79" y="359"/>
                    <a:pt x="79" y="359"/>
                    <a:pt x="79" y="360"/>
                  </a:cubicBezTo>
                  <a:cubicBezTo>
                    <a:pt x="79" y="361"/>
                    <a:pt x="79" y="361"/>
                    <a:pt x="79" y="362"/>
                  </a:cubicBezTo>
                  <a:cubicBezTo>
                    <a:pt x="79" y="362"/>
                    <a:pt x="79" y="363"/>
                    <a:pt x="79" y="363"/>
                  </a:cubicBezTo>
                  <a:cubicBezTo>
                    <a:pt x="79" y="364"/>
                    <a:pt x="79" y="364"/>
                    <a:pt x="79" y="365"/>
                  </a:cubicBezTo>
                  <a:cubicBezTo>
                    <a:pt x="79" y="365"/>
                    <a:pt x="79" y="366"/>
                    <a:pt x="79" y="366"/>
                  </a:cubicBezTo>
                  <a:cubicBezTo>
                    <a:pt x="79" y="366"/>
                    <a:pt x="80" y="366"/>
                    <a:pt x="80" y="366"/>
                  </a:cubicBezTo>
                  <a:cubicBezTo>
                    <a:pt x="80" y="367"/>
                    <a:pt x="80" y="367"/>
                    <a:pt x="80" y="368"/>
                  </a:cubicBezTo>
                  <a:cubicBezTo>
                    <a:pt x="80" y="369"/>
                    <a:pt x="80" y="369"/>
                    <a:pt x="80" y="370"/>
                  </a:cubicBezTo>
                  <a:cubicBezTo>
                    <a:pt x="80" y="370"/>
                    <a:pt x="80" y="371"/>
                    <a:pt x="80" y="371"/>
                  </a:cubicBezTo>
                  <a:cubicBezTo>
                    <a:pt x="80" y="372"/>
                    <a:pt x="80" y="372"/>
                    <a:pt x="80" y="373"/>
                  </a:cubicBezTo>
                  <a:cubicBezTo>
                    <a:pt x="80" y="373"/>
                    <a:pt x="80" y="374"/>
                    <a:pt x="80" y="375"/>
                  </a:cubicBezTo>
                  <a:cubicBezTo>
                    <a:pt x="80" y="375"/>
                    <a:pt x="80" y="376"/>
                    <a:pt x="80" y="376"/>
                  </a:cubicBezTo>
                  <a:cubicBezTo>
                    <a:pt x="80" y="376"/>
                    <a:pt x="79" y="376"/>
                    <a:pt x="79" y="376"/>
                  </a:cubicBezTo>
                  <a:cubicBezTo>
                    <a:pt x="79" y="377"/>
                    <a:pt x="79" y="377"/>
                    <a:pt x="79" y="377"/>
                  </a:cubicBezTo>
                  <a:cubicBezTo>
                    <a:pt x="87" y="384"/>
                    <a:pt x="95" y="391"/>
                    <a:pt x="104" y="397"/>
                  </a:cubicBezTo>
                  <a:cubicBezTo>
                    <a:pt x="104" y="396"/>
                    <a:pt x="104" y="396"/>
                    <a:pt x="104" y="395"/>
                  </a:cubicBezTo>
                  <a:cubicBezTo>
                    <a:pt x="103" y="395"/>
                    <a:pt x="103" y="395"/>
                    <a:pt x="102" y="395"/>
                  </a:cubicBezTo>
                  <a:moveTo>
                    <a:pt x="96" y="41"/>
                  </a:moveTo>
                  <a:cubicBezTo>
                    <a:pt x="96" y="41"/>
                    <a:pt x="97" y="41"/>
                    <a:pt x="97" y="41"/>
                  </a:cubicBezTo>
                  <a:cubicBezTo>
                    <a:pt x="97" y="41"/>
                    <a:pt x="97" y="42"/>
                    <a:pt x="97" y="42"/>
                  </a:cubicBezTo>
                  <a:cubicBezTo>
                    <a:pt x="97" y="42"/>
                    <a:pt x="96" y="42"/>
                    <a:pt x="96" y="42"/>
                  </a:cubicBezTo>
                  <a:cubicBezTo>
                    <a:pt x="96" y="42"/>
                    <a:pt x="96" y="41"/>
                    <a:pt x="96" y="41"/>
                  </a:cubicBezTo>
                  <a:moveTo>
                    <a:pt x="105" y="8"/>
                  </a:moveTo>
                  <a:cubicBezTo>
                    <a:pt x="106" y="8"/>
                    <a:pt x="106" y="8"/>
                    <a:pt x="107" y="8"/>
                  </a:cubicBezTo>
                  <a:cubicBezTo>
                    <a:pt x="107" y="8"/>
                    <a:pt x="108" y="8"/>
                    <a:pt x="108" y="8"/>
                  </a:cubicBezTo>
                  <a:cubicBezTo>
                    <a:pt x="109" y="8"/>
                    <a:pt x="110" y="8"/>
                    <a:pt x="110" y="8"/>
                  </a:cubicBezTo>
                  <a:cubicBezTo>
                    <a:pt x="111" y="8"/>
                    <a:pt x="111" y="8"/>
                    <a:pt x="112" y="8"/>
                  </a:cubicBezTo>
                  <a:cubicBezTo>
                    <a:pt x="112" y="8"/>
                    <a:pt x="113" y="8"/>
                    <a:pt x="113" y="8"/>
                  </a:cubicBezTo>
                  <a:cubicBezTo>
                    <a:pt x="113" y="9"/>
                    <a:pt x="113" y="9"/>
                    <a:pt x="113" y="10"/>
                  </a:cubicBezTo>
                  <a:cubicBezTo>
                    <a:pt x="114" y="10"/>
                    <a:pt x="114" y="10"/>
                    <a:pt x="115" y="10"/>
                  </a:cubicBezTo>
                  <a:cubicBezTo>
                    <a:pt x="115" y="11"/>
                    <a:pt x="115" y="11"/>
                    <a:pt x="115" y="12"/>
                  </a:cubicBezTo>
                  <a:cubicBezTo>
                    <a:pt x="115" y="12"/>
                    <a:pt x="116" y="12"/>
                    <a:pt x="116" y="12"/>
                  </a:cubicBezTo>
                  <a:cubicBezTo>
                    <a:pt x="116" y="12"/>
                    <a:pt x="116" y="13"/>
                    <a:pt x="116" y="13"/>
                  </a:cubicBezTo>
                  <a:cubicBezTo>
                    <a:pt x="116" y="13"/>
                    <a:pt x="115" y="13"/>
                    <a:pt x="115" y="13"/>
                  </a:cubicBezTo>
                  <a:cubicBezTo>
                    <a:pt x="114" y="13"/>
                    <a:pt x="114" y="13"/>
                    <a:pt x="113" y="13"/>
                  </a:cubicBezTo>
                  <a:cubicBezTo>
                    <a:pt x="113" y="13"/>
                    <a:pt x="113" y="12"/>
                    <a:pt x="113" y="12"/>
                  </a:cubicBezTo>
                  <a:cubicBezTo>
                    <a:pt x="113" y="11"/>
                    <a:pt x="113" y="11"/>
                    <a:pt x="113" y="10"/>
                  </a:cubicBezTo>
                  <a:cubicBezTo>
                    <a:pt x="113" y="10"/>
                    <a:pt x="112" y="10"/>
                    <a:pt x="112" y="10"/>
                  </a:cubicBezTo>
                  <a:cubicBezTo>
                    <a:pt x="111" y="10"/>
                    <a:pt x="111" y="10"/>
                    <a:pt x="110" y="10"/>
                  </a:cubicBezTo>
                  <a:cubicBezTo>
                    <a:pt x="110" y="10"/>
                    <a:pt x="109" y="10"/>
                    <a:pt x="108" y="10"/>
                  </a:cubicBezTo>
                  <a:cubicBezTo>
                    <a:pt x="108" y="11"/>
                    <a:pt x="108" y="11"/>
                    <a:pt x="108" y="12"/>
                  </a:cubicBezTo>
                  <a:cubicBezTo>
                    <a:pt x="108" y="12"/>
                    <a:pt x="108" y="13"/>
                    <a:pt x="108" y="13"/>
                  </a:cubicBezTo>
                  <a:cubicBezTo>
                    <a:pt x="109" y="13"/>
                    <a:pt x="110" y="13"/>
                    <a:pt x="110" y="13"/>
                  </a:cubicBezTo>
                  <a:cubicBezTo>
                    <a:pt x="110" y="14"/>
                    <a:pt x="110" y="14"/>
                    <a:pt x="110" y="15"/>
                  </a:cubicBezTo>
                  <a:cubicBezTo>
                    <a:pt x="110" y="15"/>
                    <a:pt x="109" y="15"/>
                    <a:pt x="108" y="15"/>
                  </a:cubicBezTo>
                  <a:cubicBezTo>
                    <a:pt x="108" y="15"/>
                    <a:pt x="107" y="15"/>
                    <a:pt x="107" y="15"/>
                  </a:cubicBezTo>
                  <a:cubicBezTo>
                    <a:pt x="107" y="14"/>
                    <a:pt x="107" y="14"/>
                    <a:pt x="107" y="13"/>
                  </a:cubicBezTo>
                  <a:cubicBezTo>
                    <a:pt x="107" y="13"/>
                    <a:pt x="107" y="12"/>
                    <a:pt x="107" y="12"/>
                  </a:cubicBezTo>
                  <a:cubicBezTo>
                    <a:pt x="107" y="11"/>
                    <a:pt x="107" y="11"/>
                    <a:pt x="107" y="10"/>
                  </a:cubicBezTo>
                  <a:cubicBezTo>
                    <a:pt x="106" y="10"/>
                    <a:pt x="106" y="10"/>
                    <a:pt x="105" y="10"/>
                  </a:cubicBezTo>
                  <a:cubicBezTo>
                    <a:pt x="105" y="9"/>
                    <a:pt x="105" y="9"/>
                    <a:pt x="105" y="8"/>
                  </a:cubicBezTo>
                  <a:moveTo>
                    <a:pt x="69" y="58"/>
                  </a:moveTo>
                  <a:cubicBezTo>
                    <a:pt x="69" y="58"/>
                    <a:pt x="69" y="57"/>
                    <a:pt x="69" y="57"/>
                  </a:cubicBezTo>
                  <a:cubicBezTo>
                    <a:pt x="70" y="57"/>
                    <a:pt x="70" y="57"/>
                    <a:pt x="71" y="57"/>
                  </a:cubicBezTo>
                  <a:cubicBezTo>
                    <a:pt x="71" y="57"/>
                    <a:pt x="72" y="57"/>
                    <a:pt x="73" y="57"/>
                  </a:cubicBezTo>
                  <a:cubicBezTo>
                    <a:pt x="73" y="56"/>
                    <a:pt x="73" y="56"/>
                    <a:pt x="73" y="55"/>
                  </a:cubicBezTo>
                  <a:cubicBezTo>
                    <a:pt x="73" y="55"/>
                    <a:pt x="73" y="54"/>
                    <a:pt x="73" y="53"/>
                  </a:cubicBezTo>
                  <a:cubicBezTo>
                    <a:pt x="73" y="53"/>
                    <a:pt x="74" y="53"/>
                    <a:pt x="74" y="53"/>
                  </a:cubicBezTo>
                  <a:cubicBezTo>
                    <a:pt x="74" y="54"/>
                    <a:pt x="74" y="55"/>
                    <a:pt x="74" y="55"/>
                  </a:cubicBezTo>
                  <a:cubicBezTo>
                    <a:pt x="74" y="56"/>
                    <a:pt x="74" y="56"/>
                    <a:pt x="74" y="57"/>
                  </a:cubicBezTo>
                  <a:cubicBezTo>
                    <a:pt x="74" y="57"/>
                    <a:pt x="74" y="58"/>
                    <a:pt x="74" y="58"/>
                  </a:cubicBezTo>
                  <a:cubicBezTo>
                    <a:pt x="74" y="58"/>
                    <a:pt x="73" y="58"/>
                    <a:pt x="73" y="58"/>
                  </a:cubicBezTo>
                  <a:cubicBezTo>
                    <a:pt x="72" y="58"/>
                    <a:pt x="71" y="58"/>
                    <a:pt x="71" y="58"/>
                  </a:cubicBezTo>
                  <a:cubicBezTo>
                    <a:pt x="71" y="59"/>
                    <a:pt x="71" y="59"/>
                    <a:pt x="71" y="60"/>
                  </a:cubicBezTo>
                  <a:cubicBezTo>
                    <a:pt x="70" y="60"/>
                    <a:pt x="70" y="60"/>
                    <a:pt x="69" y="60"/>
                  </a:cubicBezTo>
                  <a:cubicBezTo>
                    <a:pt x="69" y="59"/>
                    <a:pt x="69" y="59"/>
                    <a:pt x="69" y="58"/>
                  </a:cubicBezTo>
                  <a:moveTo>
                    <a:pt x="54" y="52"/>
                  </a:moveTo>
                  <a:cubicBezTo>
                    <a:pt x="54" y="52"/>
                    <a:pt x="55" y="52"/>
                    <a:pt x="55" y="52"/>
                  </a:cubicBezTo>
                  <a:cubicBezTo>
                    <a:pt x="56" y="52"/>
                    <a:pt x="56" y="52"/>
                    <a:pt x="57" y="52"/>
                  </a:cubicBezTo>
                  <a:cubicBezTo>
                    <a:pt x="57" y="52"/>
                    <a:pt x="57" y="53"/>
                    <a:pt x="57" y="53"/>
                  </a:cubicBezTo>
                  <a:cubicBezTo>
                    <a:pt x="57" y="53"/>
                    <a:pt x="58" y="53"/>
                    <a:pt x="58" y="53"/>
                  </a:cubicBezTo>
                  <a:cubicBezTo>
                    <a:pt x="59" y="53"/>
                    <a:pt x="59" y="53"/>
                    <a:pt x="60" y="53"/>
                  </a:cubicBezTo>
                  <a:cubicBezTo>
                    <a:pt x="60" y="53"/>
                    <a:pt x="61" y="53"/>
                    <a:pt x="61" y="53"/>
                  </a:cubicBezTo>
                  <a:cubicBezTo>
                    <a:pt x="62" y="53"/>
                    <a:pt x="63" y="53"/>
                    <a:pt x="63" y="53"/>
                  </a:cubicBezTo>
                  <a:cubicBezTo>
                    <a:pt x="64" y="53"/>
                    <a:pt x="64" y="53"/>
                    <a:pt x="65" y="53"/>
                  </a:cubicBezTo>
                  <a:cubicBezTo>
                    <a:pt x="65" y="54"/>
                    <a:pt x="65" y="55"/>
                    <a:pt x="65" y="55"/>
                  </a:cubicBezTo>
                  <a:cubicBezTo>
                    <a:pt x="65" y="55"/>
                    <a:pt x="66" y="55"/>
                    <a:pt x="66" y="55"/>
                  </a:cubicBezTo>
                  <a:cubicBezTo>
                    <a:pt x="66" y="56"/>
                    <a:pt x="66" y="56"/>
                    <a:pt x="66" y="57"/>
                  </a:cubicBezTo>
                  <a:cubicBezTo>
                    <a:pt x="66" y="57"/>
                    <a:pt x="65" y="57"/>
                    <a:pt x="65" y="57"/>
                  </a:cubicBezTo>
                  <a:cubicBezTo>
                    <a:pt x="65" y="57"/>
                    <a:pt x="65" y="58"/>
                    <a:pt x="65" y="58"/>
                  </a:cubicBezTo>
                  <a:cubicBezTo>
                    <a:pt x="64" y="58"/>
                    <a:pt x="64" y="58"/>
                    <a:pt x="63" y="58"/>
                  </a:cubicBezTo>
                  <a:cubicBezTo>
                    <a:pt x="63" y="58"/>
                    <a:pt x="62" y="58"/>
                    <a:pt x="61" y="58"/>
                  </a:cubicBezTo>
                  <a:cubicBezTo>
                    <a:pt x="61" y="58"/>
                    <a:pt x="61" y="57"/>
                    <a:pt x="61" y="57"/>
                  </a:cubicBezTo>
                  <a:cubicBezTo>
                    <a:pt x="61" y="57"/>
                    <a:pt x="60" y="57"/>
                    <a:pt x="60" y="57"/>
                  </a:cubicBezTo>
                  <a:cubicBezTo>
                    <a:pt x="59" y="57"/>
                    <a:pt x="59" y="57"/>
                    <a:pt x="58" y="57"/>
                  </a:cubicBezTo>
                  <a:cubicBezTo>
                    <a:pt x="58" y="56"/>
                    <a:pt x="58" y="56"/>
                    <a:pt x="58" y="55"/>
                  </a:cubicBezTo>
                  <a:cubicBezTo>
                    <a:pt x="58" y="55"/>
                    <a:pt x="57" y="55"/>
                    <a:pt x="57" y="55"/>
                  </a:cubicBezTo>
                  <a:cubicBezTo>
                    <a:pt x="56" y="55"/>
                    <a:pt x="56" y="55"/>
                    <a:pt x="55" y="55"/>
                  </a:cubicBezTo>
                  <a:cubicBezTo>
                    <a:pt x="55" y="55"/>
                    <a:pt x="55" y="54"/>
                    <a:pt x="55" y="53"/>
                  </a:cubicBezTo>
                  <a:cubicBezTo>
                    <a:pt x="55" y="53"/>
                    <a:pt x="54" y="53"/>
                    <a:pt x="54" y="53"/>
                  </a:cubicBezTo>
                  <a:cubicBezTo>
                    <a:pt x="54" y="53"/>
                    <a:pt x="54" y="52"/>
                    <a:pt x="54" y="52"/>
                  </a:cubicBezTo>
                  <a:moveTo>
                    <a:pt x="80" y="317"/>
                  </a:moveTo>
                  <a:cubicBezTo>
                    <a:pt x="80" y="317"/>
                    <a:pt x="79" y="317"/>
                    <a:pt x="79" y="317"/>
                  </a:cubicBezTo>
                  <a:cubicBezTo>
                    <a:pt x="79" y="316"/>
                    <a:pt x="79" y="315"/>
                    <a:pt x="79" y="315"/>
                  </a:cubicBezTo>
                  <a:cubicBezTo>
                    <a:pt x="79" y="315"/>
                    <a:pt x="80" y="315"/>
                    <a:pt x="80" y="315"/>
                  </a:cubicBezTo>
                  <a:cubicBezTo>
                    <a:pt x="80" y="315"/>
                    <a:pt x="80" y="316"/>
                    <a:pt x="80" y="317"/>
                  </a:cubicBezTo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78" name="Freeform 41070"/>
            <p:cNvSpPr>
              <a:spLocks/>
            </p:cNvSpPr>
            <p:nvPr/>
          </p:nvSpPr>
          <p:spPr bwMode="auto">
            <a:xfrm>
              <a:off x="4237" y="867"/>
              <a:ext cx="5" cy="2"/>
            </a:xfrm>
            <a:custGeom>
              <a:avLst/>
              <a:gdLst>
                <a:gd name="T0" fmla="*/ 3 w 3"/>
                <a:gd name="T1" fmla="*/ 0 h 1"/>
                <a:gd name="T2" fmla="*/ 0 w 3"/>
                <a:gd name="T3" fmla="*/ 0 h 1"/>
                <a:gd name="T4" fmla="*/ 0 w 3"/>
                <a:gd name="T5" fmla="*/ 2 h 1"/>
                <a:gd name="T6" fmla="*/ 3 w 3"/>
                <a:gd name="T7" fmla="*/ 2 h 1"/>
                <a:gd name="T8" fmla="*/ 5 w 3"/>
                <a:gd name="T9" fmla="*/ 2 h 1"/>
                <a:gd name="T10" fmla="*/ 5 w 3"/>
                <a:gd name="T11" fmla="*/ 0 h 1"/>
                <a:gd name="T12" fmla="*/ 3 w 3"/>
                <a:gd name="T13" fmla="*/ 0 h 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" h="1">
                  <a:moveTo>
                    <a:pt x="2" y="0"/>
                  </a:move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1" y="1"/>
                    <a:pt x="1" y="1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3" y="1"/>
                    <a:pt x="3" y="0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79" name="Freeform 41071"/>
            <p:cNvSpPr>
              <a:spLocks/>
            </p:cNvSpPr>
            <p:nvPr/>
          </p:nvSpPr>
          <p:spPr bwMode="auto">
            <a:xfrm>
              <a:off x="3777" y="881"/>
              <a:ext cx="11" cy="16"/>
            </a:xfrm>
            <a:custGeom>
              <a:avLst/>
              <a:gdLst>
                <a:gd name="T0" fmla="*/ 2 w 6"/>
                <a:gd name="T1" fmla="*/ 14 h 9"/>
                <a:gd name="T2" fmla="*/ 2 w 6"/>
                <a:gd name="T3" fmla="*/ 16 h 9"/>
                <a:gd name="T4" fmla="*/ 6 w 6"/>
                <a:gd name="T5" fmla="*/ 16 h 9"/>
                <a:gd name="T6" fmla="*/ 6 w 6"/>
                <a:gd name="T7" fmla="*/ 14 h 9"/>
                <a:gd name="T8" fmla="*/ 7 w 6"/>
                <a:gd name="T9" fmla="*/ 14 h 9"/>
                <a:gd name="T10" fmla="*/ 7 w 6"/>
                <a:gd name="T11" fmla="*/ 11 h 9"/>
                <a:gd name="T12" fmla="*/ 11 w 6"/>
                <a:gd name="T13" fmla="*/ 11 h 9"/>
                <a:gd name="T14" fmla="*/ 11 w 6"/>
                <a:gd name="T15" fmla="*/ 7 h 9"/>
                <a:gd name="T16" fmla="*/ 11 w 6"/>
                <a:gd name="T17" fmla="*/ 5 h 9"/>
                <a:gd name="T18" fmla="*/ 11 w 6"/>
                <a:gd name="T19" fmla="*/ 2 h 9"/>
                <a:gd name="T20" fmla="*/ 11 w 6"/>
                <a:gd name="T21" fmla="*/ 0 h 9"/>
                <a:gd name="T22" fmla="*/ 0 w 6"/>
                <a:gd name="T23" fmla="*/ 11 h 9"/>
                <a:gd name="T24" fmla="*/ 0 w 6"/>
                <a:gd name="T25" fmla="*/ 14 h 9"/>
                <a:gd name="T26" fmla="*/ 2 w 6"/>
                <a:gd name="T27" fmla="*/ 14 h 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" h="9">
                  <a:moveTo>
                    <a:pt x="1" y="8"/>
                  </a:moveTo>
                  <a:cubicBezTo>
                    <a:pt x="1" y="8"/>
                    <a:pt x="1" y="9"/>
                    <a:pt x="1" y="9"/>
                  </a:cubicBezTo>
                  <a:cubicBezTo>
                    <a:pt x="2" y="9"/>
                    <a:pt x="2" y="9"/>
                    <a:pt x="3" y="9"/>
                  </a:cubicBezTo>
                  <a:cubicBezTo>
                    <a:pt x="3" y="9"/>
                    <a:pt x="3" y="8"/>
                    <a:pt x="3" y="8"/>
                  </a:cubicBezTo>
                  <a:cubicBezTo>
                    <a:pt x="3" y="8"/>
                    <a:pt x="4" y="8"/>
                    <a:pt x="4" y="8"/>
                  </a:cubicBezTo>
                  <a:cubicBezTo>
                    <a:pt x="4" y="7"/>
                    <a:pt x="4" y="7"/>
                    <a:pt x="4" y="6"/>
                  </a:cubicBezTo>
                  <a:cubicBezTo>
                    <a:pt x="5" y="6"/>
                    <a:pt x="5" y="6"/>
                    <a:pt x="6" y="6"/>
                  </a:cubicBezTo>
                  <a:cubicBezTo>
                    <a:pt x="6" y="6"/>
                    <a:pt x="6" y="5"/>
                    <a:pt x="6" y="4"/>
                  </a:cubicBezTo>
                  <a:cubicBezTo>
                    <a:pt x="6" y="4"/>
                    <a:pt x="6" y="3"/>
                    <a:pt x="6" y="3"/>
                  </a:cubicBezTo>
                  <a:cubicBezTo>
                    <a:pt x="6" y="2"/>
                    <a:pt x="6" y="2"/>
                    <a:pt x="6" y="1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4" y="2"/>
                    <a:pt x="2" y="4"/>
                    <a:pt x="0" y="6"/>
                  </a:cubicBezTo>
                  <a:cubicBezTo>
                    <a:pt x="0" y="7"/>
                    <a:pt x="0" y="7"/>
                    <a:pt x="0" y="8"/>
                  </a:cubicBezTo>
                  <a:cubicBezTo>
                    <a:pt x="0" y="8"/>
                    <a:pt x="1" y="8"/>
                    <a:pt x="1" y="8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80" name="Freeform 41072"/>
            <p:cNvSpPr>
              <a:spLocks/>
            </p:cNvSpPr>
            <p:nvPr/>
          </p:nvSpPr>
          <p:spPr bwMode="auto">
            <a:xfrm>
              <a:off x="4212" y="869"/>
              <a:ext cx="35" cy="18"/>
            </a:xfrm>
            <a:custGeom>
              <a:avLst/>
              <a:gdLst>
                <a:gd name="T0" fmla="*/ 5 w 20"/>
                <a:gd name="T1" fmla="*/ 18 h 10"/>
                <a:gd name="T2" fmla="*/ 9 w 20"/>
                <a:gd name="T3" fmla="*/ 18 h 10"/>
                <a:gd name="T4" fmla="*/ 9 w 20"/>
                <a:gd name="T5" fmla="*/ 16 h 10"/>
                <a:gd name="T6" fmla="*/ 9 w 20"/>
                <a:gd name="T7" fmla="*/ 14 h 10"/>
                <a:gd name="T8" fmla="*/ 11 w 20"/>
                <a:gd name="T9" fmla="*/ 14 h 10"/>
                <a:gd name="T10" fmla="*/ 11 w 20"/>
                <a:gd name="T11" fmla="*/ 18 h 10"/>
                <a:gd name="T12" fmla="*/ 14 w 20"/>
                <a:gd name="T13" fmla="*/ 18 h 10"/>
                <a:gd name="T14" fmla="*/ 14 w 20"/>
                <a:gd name="T15" fmla="*/ 14 h 10"/>
                <a:gd name="T16" fmla="*/ 16 w 20"/>
                <a:gd name="T17" fmla="*/ 14 h 10"/>
                <a:gd name="T18" fmla="*/ 19 w 20"/>
                <a:gd name="T19" fmla="*/ 14 h 10"/>
                <a:gd name="T20" fmla="*/ 19 w 20"/>
                <a:gd name="T21" fmla="*/ 13 h 10"/>
                <a:gd name="T22" fmla="*/ 21 w 20"/>
                <a:gd name="T23" fmla="*/ 13 h 10"/>
                <a:gd name="T24" fmla="*/ 25 w 20"/>
                <a:gd name="T25" fmla="*/ 13 h 10"/>
                <a:gd name="T26" fmla="*/ 28 w 20"/>
                <a:gd name="T27" fmla="*/ 13 h 10"/>
                <a:gd name="T28" fmla="*/ 28 w 20"/>
                <a:gd name="T29" fmla="*/ 9 h 10"/>
                <a:gd name="T30" fmla="*/ 30 w 20"/>
                <a:gd name="T31" fmla="*/ 9 h 10"/>
                <a:gd name="T32" fmla="*/ 33 w 20"/>
                <a:gd name="T33" fmla="*/ 9 h 10"/>
                <a:gd name="T34" fmla="*/ 35 w 20"/>
                <a:gd name="T35" fmla="*/ 9 h 10"/>
                <a:gd name="T36" fmla="*/ 35 w 20"/>
                <a:gd name="T37" fmla="*/ 7 h 10"/>
                <a:gd name="T38" fmla="*/ 35 w 20"/>
                <a:gd name="T39" fmla="*/ 4 h 10"/>
                <a:gd name="T40" fmla="*/ 35 w 20"/>
                <a:gd name="T41" fmla="*/ 0 h 10"/>
                <a:gd name="T42" fmla="*/ 33 w 20"/>
                <a:gd name="T43" fmla="*/ 0 h 10"/>
                <a:gd name="T44" fmla="*/ 30 w 20"/>
                <a:gd name="T45" fmla="*/ 0 h 10"/>
                <a:gd name="T46" fmla="*/ 30 w 20"/>
                <a:gd name="T47" fmla="*/ 4 h 10"/>
                <a:gd name="T48" fmla="*/ 28 w 20"/>
                <a:gd name="T49" fmla="*/ 4 h 10"/>
                <a:gd name="T50" fmla="*/ 28 w 20"/>
                <a:gd name="T51" fmla="*/ 7 h 10"/>
                <a:gd name="T52" fmla="*/ 25 w 20"/>
                <a:gd name="T53" fmla="*/ 7 h 10"/>
                <a:gd name="T54" fmla="*/ 25 w 20"/>
                <a:gd name="T55" fmla="*/ 4 h 10"/>
                <a:gd name="T56" fmla="*/ 21 w 20"/>
                <a:gd name="T57" fmla="*/ 4 h 10"/>
                <a:gd name="T58" fmla="*/ 19 w 20"/>
                <a:gd name="T59" fmla="*/ 4 h 10"/>
                <a:gd name="T60" fmla="*/ 19 w 20"/>
                <a:gd name="T61" fmla="*/ 7 h 10"/>
                <a:gd name="T62" fmla="*/ 19 w 20"/>
                <a:gd name="T63" fmla="*/ 9 h 10"/>
                <a:gd name="T64" fmla="*/ 16 w 20"/>
                <a:gd name="T65" fmla="*/ 9 h 10"/>
                <a:gd name="T66" fmla="*/ 14 w 20"/>
                <a:gd name="T67" fmla="*/ 9 h 10"/>
                <a:gd name="T68" fmla="*/ 14 w 20"/>
                <a:gd name="T69" fmla="*/ 7 h 10"/>
                <a:gd name="T70" fmla="*/ 14 w 20"/>
                <a:gd name="T71" fmla="*/ 4 h 10"/>
                <a:gd name="T72" fmla="*/ 14 w 20"/>
                <a:gd name="T73" fmla="*/ 0 h 10"/>
                <a:gd name="T74" fmla="*/ 11 w 20"/>
                <a:gd name="T75" fmla="*/ 0 h 10"/>
                <a:gd name="T76" fmla="*/ 9 w 20"/>
                <a:gd name="T77" fmla="*/ 0 h 10"/>
                <a:gd name="T78" fmla="*/ 9 w 20"/>
                <a:gd name="T79" fmla="*/ 4 h 10"/>
                <a:gd name="T80" fmla="*/ 5 w 20"/>
                <a:gd name="T81" fmla="*/ 4 h 10"/>
                <a:gd name="T82" fmla="*/ 5 w 20"/>
                <a:gd name="T83" fmla="*/ 7 h 10"/>
                <a:gd name="T84" fmla="*/ 5 w 20"/>
                <a:gd name="T85" fmla="*/ 9 h 10"/>
                <a:gd name="T86" fmla="*/ 5 w 20"/>
                <a:gd name="T87" fmla="*/ 13 h 10"/>
                <a:gd name="T88" fmla="*/ 2 w 20"/>
                <a:gd name="T89" fmla="*/ 13 h 10"/>
                <a:gd name="T90" fmla="*/ 2 w 20"/>
                <a:gd name="T91" fmla="*/ 14 h 10"/>
                <a:gd name="T92" fmla="*/ 0 w 20"/>
                <a:gd name="T93" fmla="*/ 14 h 10"/>
                <a:gd name="T94" fmla="*/ 0 w 20"/>
                <a:gd name="T95" fmla="*/ 18 h 10"/>
                <a:gd name="T96" fmla="*/ 2 w 20"/>
                <a:gd name="T97" fmla="*/ 18 h 10"/>
                <a:gd name="T98" fmla="*/ 5 w 20"/>
                <a:gd name="T99" fmla="*/ 18 h 1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20" h="10">
                  <a:moveTo>
                    <a:pt x="3" y="10"/>
                  </a:moveTo>
                  <a:cubicBezTo>
                    <a:pt x="4" y="10"/>
                    <a:pt x="4" y="10"/>
                    <a:pt x="5" y="10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6" y="8"/>
                    <a:pt x="6" y="8"/>
                  </a:cubicBezTo>
                  <a:cubicBezTo>
                    <a:pt x="6" y="9"/>
                    <a:pt x="6" y="9"/>
                    <a:pt x="6" y="10"/>
                  </a:cubicBezTo>
                  <a:cubicBezTo>
                    <a:pt x="7" y="10"/>
                    <a:pt x="7" y="10"/>
                    <a:pt x="8" y="10"/>
                  </a:cubicBezTo>
                  <a:cubicBezTo>
                    <a:pt x="8" y="9"/>
                    <a:pt x="8" y="9"/>
                    <a:pt x="8" y="8"/>
                  </a:cubicBezTo>
                  <a:cubicBezTo>
                    <a:pt x="8" y="8"/>
                    <a:pt x="9" y="8"/>
                    <a:pt x="9" y="8"/>
                  </a:cubicBezTo>
                  <a:cubicBezTo>
                    <a:pt x="10" y="8"/>
                    <a:pt x="10" y="8"/>
                    <a:pt x="11" y="8"/>
                  </a:cubicBezTo>
                  <a:cubicBezTo>
                    <a:pt x="11" y="8"/>
                    <a:pt x="11" y="7"/>
                    <a:pt x="11" y="7"/>
                  </a:cubicBezTo>
                  <a:cubicBezTo>
                    <a:pt x="11" y="7"/>
                    <a:pt x="12" y="7"/>
                    <a:pt x="12" y="7"/>
                  </a:cubicBezTo>
                  <a:cubicBezTo>
                    <a:pt x="13" y="7"/>
                    <a:pt x="14" y="7"/>
                    <a:pt x="14" y="7"/>
                  </a:cubicBezTo>
                  <a:cubicBezTo>
                    <a:pt x="15" y="7"/>
                    <a:pt x="15" y="7"/>
                    <a:pt x="16" y="7"/>
                  </a:cubicBezTo>
                  <a:cubicBezTo>
                    <a:pt x="16" y="6"/>
                    <a:pt x="16" y="6"/>
                    <a:pt x="16" y="5"/>
                  </a:cubicBezTo>
                  <a:cubicBezTo>
                    <a:pt x="16" y="5"/>
                    <a:pt x="17" y="5"/>
                    <a:pt x="17" y="5"/>
                  </a:cubicBezTo>
                  <a:cubicBezTo>
                    <a:pt x="18" y="5"/>
                    <a:pt x="18" y="5"/>
                    <a:pt x="19" y="5"/>
                  </a:cubicBezTo>
                  <a:cubicBezTo>
                    <a:pt x="19" y="5"/>
                    <a:pt x="20" y="5"/>
                    <a:pt x="20" y="5"/>
                  </a:cubicBezTo>
                  <a:cubicBezTo>
                    <a:pt x="20" y="5"/>
                    <a:pt x="20" y="4"/>
                    <a:pt x="20" y="4"/>
                  </a:cubicBezTo>
                  <a:cubicBezTo>
                    <a:pt x="20" y="3"/>
                    <a:pt x="20" y="2"/>
                    <a:pt x="20" y="2"/>
                  </a:cubicBezTo>
                  <a:cubicBezTo>
                    <a:pt x="20" y="1"/>
                    <a:pt x="20" y="1"/>
                    <a:pt x="20" y="0"/>
                  </a:cubicBezTo>
                  <a:cubicBezTo>
                    <a:pt x="20" y="0"/>
                    <a:pt x="19" y="0"/>
                    <a:pt x="19" y="0"/>
                  </a:cubicBezTo>
                  <a:cubicBezTo>
                    <a:pt x="18" y="0"/>
                    <a:pt x="18" y="0"/>
                    <a:pt x="17" y="0"/>
                  </a:cubicBezTo>
                  <a:cubicBezTo>
                    <a:pt x="17" y="1"/>
                    <a:pt x="17" y="1"/>
                    <a:pt x="17" y="2"/>
                  </a:cubicBezTo>
                  <a:cubicBezTo>
                    <a:pt x="17" y="2"/>
                    <a:pt x="16" y="2"/>
                    <a:pt x="16" y="2"/>
                  </a:cubicBezTo>
                  <a:cubicBezTo>
                    <a:pt x="16" y="2"/>
                    <a:pt x="16" y="3"/>
                    <a:pt x="16" y="4"/>
                  </a:cubicBezTo>
                  <a:cubicBezTo>
                    <a:pt x="15" y="4"/>
                    <a:pt x="15" y="4"/>
                    <a:pt x="14" y="4"/>
                  </a:cubicBezTo>
                  <a:cubicBezTo>
                    <a:pt x="14" y="3"/>
                    <a:pt x="14" y="2"/>
                    <a:pt x="14" y="2"/>
                  </a:cubicBezTo>
                  <a:cubicBezTo>
                    <a:pt x="14" y="2"/>
                    <a:pt x="13" y="2"/>
                    <a:pt x="12" y="2"/>
                  </a:cubicBezTo>
                  <a:cubicBezTo>
                    <a:pt x="12" y="2"/>
                    <a:pt x="11" y="2"/>
                    <a:pt x="11" y="2"/>
                  </a:cubicBezTo>
                  <a:cubicBezTo>
                    <a:pt x="11" y="2"/>
                    <a:pt x="11" y="3"/>
                    <a:pt x="11" y="4"/>
                  </a:cubicBezTo>
                  <a:cubicBezTo>
                    <a:pt x="11" y="4"/>
                    <a:pt x="11" y="5"/>
                    <a:pt x="11" y="5"/>
                  </a:cubicBezTo>
                  <a:cubicBezTo>
                    <a:pt x="10" y="5"/>
                    <a:pt x="10" y="5"/>
                    <a:pt x="9" y="5"/>
                  </a:cubicBezTo>
                  <a:cubicBezTo>
                    <a:pt x="9" y="5"/>
                    <a:pt x="8" y="5"/>
                    <a:pt x="8" y="5"/>
                  </a:cubicBezTo>
                  <a:cubicBezTo>
                    <a:pt x="8" y="5"/>
                    <a:pt x="8" y="4"/>
                    <a:pt x="8" y="4"/>
                  </a:cubicBezTo>
                  <a:cubicBezTo>
                    <a:pt x="8" y="3"/>
                    <a:pt x="8" y="2"/>
                    <a:pt x="8" y="2"/>
                  </a:cubicBezTo>
                  <a:cubicBezTo>
                    <a:pt x="8" y="1"/>
                    <a:pt x="8" y="1"/>
                    <a:pt x="8" y="0"/>
                  </a:cubicBezTo>
                  <a:cubicBezTo>
                    <a:pt x="7" y="0"/>
                    <a:pt x="7" y="0"/>
                    <a:pt x="6" y="0"/>
                  </a:cubicBezTo>
                  <a:cubicBezTo>
                    <a:pt x="6" y="0"/>
                    <a:pt x="5" y="0"/>
                    <a:pt x="5" y="0"/>
                  </a:cubicBezTo>
                  <a:cubicBezTo>
                    <a:pt x="5" y="1"/>
                    <a:pt x="5" y="1"/>
                    <a:pt x="5" y="2"/>
                  </a:cubicBezTo>
                  <a:cubicBezTo>
                    <a:pt x="4" y="2"/>
                    <a:pt x="4" y="2"/>
                    <a:pt x="3" y="2"/>
                  </a:cubicBezTo>
                  <a:cubicBezTo>
                    <a:pt x="3" y="2"/>
                    <a:pt x="3" y="3"/>
                    <a:pt x="3" y="4"/>
                  </a:cubicBezTo>
                  <a:cubicBezTo>
                    <a:pt x="3" y="4"/>
                    <a:pt x="3" y="5"/>
                    <a:pt x="3" y="5"/>
                  </a:cubicBezTo>
                  <a:cubicBezTo>
                    <a:pt x="3" y="6"/>
                    <a:pt x="3" y="6"/>
                    <a:pt x="3" y="7"/>
                  </a:cubicBezTo>
                  <a:cubicBezTo>
                    <a:pt x="3" y="7"/>
                    <a:pt x="2" y="7"/>
                    <a:pt x="1" y="7"/>
                  </a:cubicBezTo>
                  <a:cubicBezTo>
                    <a:pt x="1" y="7"/>
                    <a:pt x="1" y="8"/>
                    <a:pt x="1" y="8"/>
                  </a:cubicBezTo>
                  <a:cubicBezTo>
                    <a:pt x="1" y="8"/>
                    <a:pt x="0" y="8"/>
                    <a:pt x="0" y="8"/>
                  </a:cubicBezTo>
                  <a:cubicBezTo>
                    <a:pt x="0" y="9"/>
                    <a:pt x="0" y="9"/>
                    <a:pt x="0" y="10"/>
                  </a:cubicBezTo>
                  <a:cubicBezTo>
                    <a:pt x="0" y="10"/>
                    <a:pt x="1" y="10"/>
                    <a:pt x="1" y="10"/>
                  </a:cubicBezTo>
                  <a:cubicBezTo>
                    <a:pt x="2" y="10"/>
                    <a:pt x="3" y="10"/>
                    <a:pt x="3" y="10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81" name="Freeform 41073"/>
            <p:cNvSpPr>
              <a:spLocks/>
            </p:cNvSpPr>
            <p:nvPr/>
          </p:nvSpPr>
          <p:spPr bwMode="auto">
            <a:xfrm>
              <a:off x="4199" y="881"/>
              <a:ext cx="10" cy="7"/>
            </a:xfrm>
            <a:custGeom>
              <a:avLst/>
              <a:gdLst>
                <a:gd name="T0" fmla="*/ 5 w 6"/>
                <a:gd name="T1" fmla="*/ 7 h 4"/>
                <a:gd name="T2" fmla="*/ 8 w 6"/>
                <a:gd name="T3" fmla="*/ 7 h 4"/>
                <a:gd name="T4" fmla="*/ 10 w 6"/>
                <a:gd name="T5" fmla="*/ 7 h 4"/>
                <a:gd name="T6" fmla="*/ 10 w 6"/>
                <a:gd name="T7" fmla="*/ 5 h 4"/>
                <a:gd name="T8" fmla="*/ 10 w 6"/>
                <a:gd name="T9" fmla="*/ 2 h 4"/>
                <a:gd name="T10" fmla="*/ 10 w 6"/>
                <a:gd name="T11" fmla="*/ 0 h 4"/>
                <a:gd name="T12" fmla="*/ 8 w 6"/>
                <a:gd name="T13" fmla="*/ 0 h 4"/>
                <a:gd name="T14" fmla="*/ 5 w 6"/>
                <a:gd name="T15" fmla="*/ 0 h 4"/>
                <a:gd name="T16" fmla="*/ 3 w 6"/>
                <a:gd name="T17" fmla="*/ 0 h 4"/>
                <a:gd name="T18" fmla="*/ 0 w 6"/>
                <a:gd name="T19" fmla="*/ 0 h 4"/>
                <a:gd name="T20" fmla="*/ 0 w 6"/>
                <a:gd name="T21" fmla="*/ 2 h 4"/>
                <a:gd name="T22" fmla="*/ 0 w 6"/>
                <a:gd name="T23" fmla="*/ 5 h 4"/>
                <a:gd name="T24" fmla="*/ 0 w 6"/>
                <a:gd name="T25" fmla="*/ 7 h 4"/>
                <a:gd name="T26" fmla="*/ 3 w 6"/>
                <a:gd name="T27" fmla="*/ 7 h 4"/>
                <a:gd name="T28" fmla="*/ 5 w 6"/>
                <a:gd name="T29" fmla="*/ 7 h 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6" h="4">
                  <a:moveTo>
                    <a:pt x="3" y="4"/>
                  </a:moveTo>
                  <a:cubicBezTo>
                    <a:pt x="4" y="4"/>
                    <a:pt x="4" y="4"/>
                    <a:pt x="5" y="4"/>
                  </a:cubicBezTo>
                  <a:cubicBezTo>
                    <a:pt x="5" y="4"/>
                    <a:pt x="6" y="4"/>
                    <a:pt x="6" y="4"/>
                  </a:cubicBezTo>
                  <a:cubicBezTo>
                    <a:pt x="6" y="4"/>
                    <a:pt x="6" y="3"/>
                    <a:pt x="6" y="3"/>
                  </a:cubicBezTo>
                  <a:cubicBezTo>
                    <a:pt x="6" y="2"/>
                    <a:pt x="6" y="2"/>
                    <a:pt x="6" y="1"/>
                  </a:cubicBezTo>
                  <a:cubicBezTo>
                    <a:pt x="6" y="1"/>
                    <a:pt x="6" y="0"/>
                    <a:pt x="6" y="0"/>
                  </a:cubicBezTo>
                  <a:cubicBezTo>
                    <a:pt x="6" y="0"/>
                    <a:pt x="5" y="0"/>
                    <a:pt x="5" y="0"/>
                  </a:cubicBezTo>
                  <a:cubicBezTo>
                    <a:pt x="4" y="0"/>
                    <a:pt x="4" y="0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0" y="3"/>
                    <a:pt x="0" y="4"/>
                    <a:pt x="0" y="4"/>
                  </a:cubicBezTo>
                  <a:cubicBezTo>
                    <a:pt x="1" y="4"/>
                    <a:pt x="1" y="4"/>
                    <a:pt x="2" y="4"/>
                  </a:cubicBezTo>
                  <a:cubicBezTo>
                    <a:pt x="2" y="4"/>
                    <a:pt x="3" y="4"/>
                    <a:pt x="3" y="4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82" name="Freeform 41074"/>
            <p:cNvSpPr>
              <a:spLocks/>
            </p:cNvSpPr>
            <p:nvPr/>
          </p:nvSpPr>
          <p:spPr bwMode="auto">
            <a:xfrm>
              <a:off x="4152" y="888"/>
              <a:ext cx="6" cy="7"/>
            </a:xfrm>
            <a:custGeom>
              <a:avLst/>
              <a:gdLst>
                <a:gd name="T0" fmla="*/ 6 w 4"/>
                <a:gd name="T1" fmla="*/ 7 h 4"/>
                <a:gd name="T2" fmla="*/ 6 w 4"/>
                <a:gd name="T3" fmla="*/ 4 h 4"/>
                <a:gd name="T4" fmla="*/ 6 w 4"/>
                <a:gd name="T5" fmla="*/ 0 h 4"/>
                <a:gd name="T6" fmla="*/ 3 w 4"/>
                <a:gd name="T7" fmla="*/ 0 h 4"/>
                <a:gd name="T8" fmla="*/ 3 w 4"/>
                <a:gd name="T9" fmla="*/ 4 h 4"/>
                <a:gd name="T10" fmla="*/ 0 w 4"/>
                <a:gd name="T11" fmla="*/ 4 h 4"/>
                <a:gd name="T12" fmla="*/ 0 w 4"/>
                <a:gd name="T13" fmla="*/ 7 h 4"/>
                <a:gd name="T14" fmla="*/ 3 w 4"/>
                <a:gd name="T15" fmla="*/ 7 h 4"/>
                <a:gd name="T16" fmla="*/ 6 w 4"/>
                <a:gd name="T17" fmla="*/ 7 h 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" h="4">
                  <a:moveTo>
                    <a:pt x="4" y="4"/>
                  </a:moveTo>
                  <a:cubicBezTo>
                    <a:pt x="4" y="3"/>
                    <a:pt x="4" y="3"/>
                    <a:pt x="4" y="2"/>
                  </a:cubicBezTo>
                  <a:cubicBezTo>
                    <a:pt x="4" y="2"/>
                    <a:pt x="4" y="1"/>
                    <a:pt x="4" y="0"/>
                  </a:cubicBezTo>
                  <a:cubicBezTo>
                    <a:pt x="3" y="0"/>
                    <a:pt x="3" y="0"/>
                    <a:pt x="2" y="0"/>
                  </a:cubicBezTo>
                  <a:cubicBezTo>
                    <a:pt x="2" y="1"/>
                    <a:pt x="2" y="2"/>
                    <a:pt x="2" y="2"/>
                  </a:cubicBezTo>
                  <a:cubicBezTo>
                    <a:pt x="2" y="2"/>
                    <a:pt x="1" y="2"/>
                    <a:pt x="0" y="2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1" y="4"/>
                    <a:pt x="2" y="4"/>
                    <a:pt x="2" y="4"/>
                  </a:cubicBezTo>
                  <a:cubicBezTo>
                    <a:pt x="3" y="4"/>
                    <a:pt x="3" y="4"/>
                    <a:pt x="4" y="4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83" name="Freeform 41075"/>
            <p:cNvSpPr>
              <a:spLocks/>
            </p:cNvSpPr>
            <p:nvPr/>
          </p:nvSpPr>
          <p:spPr bwMode="auto">
            <a:xfrm>
              <a:off x="3784" y="892"/>
              <a:ext cx="12" cy="8"/>
            </a:xfrm>
            <a:custGeom>
              <a:avLst/>
              <a:gdLst>
                <a:gd name="T0" fmla="*/ 0 w 7"/>
                <a:gd name="T1" fmla="*/ 3 h 5"/>
                <a:gd name="T2" fmla="*/ 0 w 7"/>
                <a:gd name="T3" fmla="*/ 5 h 5"/>
                <a:gd name="T4" fmla="*/ 0 w 7"/>
                <a:gd name="T5" fmla="*/ 8 h 5"/>
                <a:gd name="T6" fmla="*/ 3 w 7"/>
                <a:gd name="T7" fmla="*/ 8 h 5"/>
                <a:gd name="T8" fmla="*/ 5 w 7"/>
                <a:gd name="T9" fmla="*/ 8 h 5"/>
                <a:gd name="T10" fmla="*/ 9 w 7"/>
                <a:gd name="T11" fmla="*/ 8 h 5"/>
                <a:gd name="T12" fmla="*/ 12 w 7"/>
                <a:gd name="T13" fmla="*/ 8 h 5"/>
                <a:gd name="T14" fmla="*/ 12 w 7"/>
                <a:gd name="T15" fmla="*/ 5 h 5"/>
                <a:gd name="T16" fmla="*/ 12 w 7"/>
                <a:gd name="T17" fmla="*/ 3 h 5"/>
                <a:gd name="T18" fmla="*/ 9 w 7"/>
                <a:gd name="T19" fmla="*/ 3 h 5"/>
                <a:gd name="T20" fmla="*/ 9 w 7"/>
                <a:gd name="T21" fmla="*/ 0 h 5"/>
                <a:gd name="T22" fmla="*/ 5 w 7"/>
                <a:gd name="T23" fmla="*/ 0 h 5"/>
                <a:gd name="T24" fmla="*/ 3 w 7"/>
                <a:gd name="T25" fmla="*/ 0 h 5"/>
                <a:gd name="T26" fmla="*/ 3 w 7"/>
                <a:gd name="T27" fmla="*/ 3 h 5"/>
                <a:gd name="T28" fmla="*/ 0 w 7"/>
                <a:gd name="T29" fmla="*/ 3 h 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7" h="5">
                  <a:moveTo>
                    <a:pt x="0" y="2"/>
                  </a:moveTo>
                  <a:cubicBezTo>
                    <a:pt x="0" y="2"/>
                    <a:pt x="0" y="3"/>
                    <a:pt x="0" y="3"/>
                  </a:cubicBezTo>
                  <a:cubicBezTo>
                    <a:pt x="0" y="4"/>
                    <a:pt x="0" y="4"/>
                    <a:pt x="0" y="5"/>
                  </a:cubicBezTo>
                  <a:cubicBezTo>
                    <a:pt x="1" y="5"/>
                    <a:pt x="1" y="5"/>
                    <a:pt x="2" y="5"/>
                  </a:cubicBezTo>
                  <a:cubicBezTo>
                    <a:pt x="2" y="5"/>
                    <a:pt x="3" y="5"/>
                    <a:pt x="3" y="5"/>
                  </a:cubicBezTo>
                  <a:cubicBezTo>
                    <a:pt x="4" y="5"/>
                    <a:pt x="4" y="5"/>
                    <a:pt x="5" y="5"/>
                  </a:cubicBezTo>
                  <a:cubicBezTo>
                    <a:pt x="5" y="5"/>
                    <a:pt x="6" y="5"/>
                    <a:pt x="7" y="5"/>
                  </a:cubicBezTo>
                  <a:cubicBezTo>
                    <a:pt x="7" y="4"/>
                    <a:pt x="7" y="4"/>
                    <a:pt x="7" y="3"/>
                  </a:cubicBezTo>
                  <a:cubicBezTo>
                    <a:pt x="7" y="3"/>
                    <a:pt x="7" y="2"/>
                    <a:pt x="7" y="2"/>
                  </a:cubicBezTo>
                  <a:cubicBezTo>
                    <a:pt x="6" y="2"/>
                    <a:pt x="5" y="2"/>
                    <a:pt x="5" y="2"/>
                  </a:cubicBezTo>
                  <a:cubicBezTo>
                    <a:pt x="5" y="1"/>
                    <a:pt x="5" y="1"/>
                    <a:pt x="5" y="0"/>
                  </a:cubicBezTo>
                  <a:cubicBezTo>
                    <a:pt x="4" y="0"/>
                    <a:pt x="4" y="0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2" y="1"/>
                    <a:pt x="2" y="1"/>
                    <a:pt x="2" y="2"/>
                  </a:cubicBezTo>
                  <a:cubicBezTo>
                    <a:pt x="1" y="2"/>
                    <a:pt x="1" y="2"/>
                    <a:pt x="0" y="2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84" name="Freeform 41076"/>
            <p:cNvSpPr>
              <a:spLocks/>
            </p:cNvSpPr>
            <p:nvPr/>
          </p:nvSpPr>
          <p:spPr bwMode="auto">
            <a:xfrm>
              <a:off x="4145" y="900"/>
              <a:ext cx="5" cy="6"/>
            </a:xfrm>
            <a:custGeom>
              <a:avLst/>
              <a:gdLst>
                <a:gd name="T0" fmla="*/ 0 w 3"/>
                <a:gd name="T1" fmla="*/ 6 h 3"/>
                <a:gd name="T2" fmla="*/ 2 w 3"/>
                <a:gd name="T3" fmla="*/ 6 h 3"/>
                <a:gd name="T4" fmla="*/ 5 w 3"/>
                <a:gd name="T5" fmla="*/ 6 h 3"/>
                <a:gd name="T6" fmla="*/ 5 w 3"/>
                <a:gd name="T7" fmla="*/ 4 h 3"/>
                <a:gd name="T8" fmla="*/ 5 w 3"/>
                <a:gd name="T9" fmla="*/ 0 h 3"/>
                <a:gd name="T10" fmla="*/ 2 w 3"/>
                <a:gd name="T11" fmla="*/ 0 h 3"/>
                <a:gd name="T12" fmla="*/ 2 w 3"/>
                <a:gd name="T13" fmla="*/ 4 h 3"/>
                <a:gd name="T14" fmla="*/ 0 w 3"/>
                <a:gd name="T15" fmla="*/ 4 h 3"/>
                <a:gd name="T16" fmla="*/ 0 w 3"/>
                <a:gd name="T17" fmla="*/ 6 h 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" h="3">
                  <a:moveTo>
                    <a:pt x="0" y="3"/>
                  </a:moveTo>
                  <a:cubicBezTo>
                    <a:pt x="0" y="3"/>
                    <a:pt x="1" y="3"/>
                    <a:pt x="1" y="3"/>
                  </a:cubicBezTo>
                  <a:cubicBezTo>
                    <a:pt x="2" y="3"/>
                    <a:pt x="2" y="3"/>
                    <a:pt x="3" y="3"/>
                  </a:cubicBezTo>
                  <a:cubicBezTo>
                    <a:pt x="3" y="3"/>
                    <a:pt x="3" y="2"/>
                    <a:pt x="3" y="2"/>
                  </a:cubicBezTo>
                  <a:cubicBezTo>
                    <a:pt x="3" y="1"/>
                    <a:pt x="3" y="1"/>
                    <a:pt x="3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1"/>
                    <a:pt x="1" y="1"/>
                    <a:pt x="1" y="2"/>
                  </a:cubicBezTo>
                  <a:cubicBezTo>
                    <a:pt x="1" y="2"/>
                    <a:pt x="0" y="2"/>
                    <a:pt x="0" y="2"/>
                  </a:cubicBezTo>
                  <a:cubicBezTo>
                    <a:pt x="0" y="2"/>
                    <a:pt x="0" y="3"/>
                    <a:pt x="0" y="3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85" name="Freeform 41077"/>
            <p:cNvSpPr>
              <a:spLocks/>
            </p:cNvSpPr>
            <p:nvPr/>
          </p:nvSpPr>
          <p:spPr bwMode="auto">
            <a:xfrm>
              <a:off x="4308" y="904"/>
              <a:ext cx="7" cy="7"/>
            </a:xfrm>
            <a:custGeom>
              <a:avLst/>
              <a:gdLst>
                <a:gd name="T0" fmla="*/ 2 w 4"/>
                <a:gd name="T1" fmla="*/ 5 h 4"/>
                <a:gd name="T2" fmla="*/ 2 w 4"/>
                <a:gd name="T3" fmla="*/ 7 h 4"/>
                <a:gd name="T4" fmla="*/ 5 w 4"/>
                <a:gd name="T5" fmla="*/ 7 h 4"/>
                <a:gd name="T6" fmla="*/ 7 w 4"/>
                <a:gd name="T7" fmla="*/ 7 h 4"/>
                <a:gd name="T8" fmla="*/ 7 w 4"/>
                <a:gd name="T9" fmla="*/ 5 h 4"/>
                <a:gd name="T10" fmla="*/ 5 w 4"/>
                <a:gd name="T11" fmla="*/ 5 h 4"/>
                <a:gd name="T12" fmla="*/ 5 w 4"/>
                <a:gd name="T13" fmla="*/ 2 h 4"/>
                <a:gd name="T14" fmla="*/ 5 w 4"/>
                <a:gd name="T15" fmla="*/ 0 h 4"/>
                <a:gd name="T16" fmla="*/ 2 w 4"/>
                <a:gd name="T17" fmla="*/ 0 h 4"/>
                <a:gd name="T18" fmla="*/ 0 w 4"/>
                <a:gd name="T19" fmla="*/ 0 h 4"/>
                <a:gd name="T20" fmla="*/ 0 w 4"/>
                <a:gd name="T21" fmla="*/ 2 h 4"/>
                <a:gd name="T22" fmla="*/ 2 w 4"/>
                <a:gd name="T23" fmla="*/ 2 h 4"/>
                <a:gd name="T24" fmla="*/ 2 w 4"/>
                <a:gd name="T25" fmla="*/ 5 h 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" h="4">
                  <a:moveTo>
                    <a:pt x="1" y="3"/>
                  </a:moveTo>
                  <a:cubicBezTo>
                    <a:pt x="1" y="3"/>
                    <a:pt x="1" y="4"/>
                    <a:pt x="1" y="4"/>
                  </a:cubicBezTo>
                  <a:cubicBezTo>
                    <a:pt x="2" y="4"/>
                    <a:pt x="2" y="4"/>
                    <a:pt x="3" y="4"/>
                  </a:cubicBezTo>
                  <a:cubicBezTo>
                    <a:pt x="3" y="4"/>
                    <a:pt x="4" y="4"/>
                    <a:pt x="4" y="4"/>
                  </a:cubicBezTo>
                  <a:cubicBezTo>
                    <a:pt x="4" y="4"/>
                    <a:pt x="4" y="3"/>
                    <a:pt x="4" y="3"/>
                  </a:cubicBezTo>
                  <a:cubicBezTo>
                    <a:pt x="4" y="3"/>
                    <a:pt x="3" y="3"/>
                    <a:pt x="3" y="3"/>
                  </a:cubicBezTo>
                  <a:cubicBezTo>
                    <a:pt x="3" y="2"/>
                    <a:pt x="3" y="2"/>
                    <a:pt x="3" y="1"/>
                  </a:cubicBezTo>
                  <a:cubicBezTo>
                    <a:pt x="3" y="1"/>
                    <a:pt x="3" y="0"/>
                    <a:pt x="3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ubicBezTo>
                    <a:pt x="1" y="2"/>
                    <a:pt x="1" y="2"/>
                    <a:pt x="1" y="3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86" name="Freeform 41078"/>
            <p:cNvSpPr>
              <a:spLocks/>
            </p:cNvSpPr>
            <p:nvPr/>
          </p:nvSpPr>
          <p:spPr bwMode="auto">
            <a:xfrm>
              <a:off x="4098" y="888"/>
              <a:ext cx="47" cy="35"/>
            </a:xfrm>
            <a:custGeom>
              <a:avLst/>
              <a:gdLst>
                <a:gd name="T0" fmla="*/ 5 w 27"/>
                <a:gd name="T1" fmla="*/ 23 h 20"/>
                <a:gd name="T2" fmla="*/ 5 w 27"/>
                <a:gd name="T3" fmla="*/ 30 h 20"/>
                <a:gd name="T4" fmla="*/ 10 w 27"/>
                <a:gd name="T5" fmla="*/ 30 h 20"/>
                <a:gd name="T6" fmla="*/ 14 w 27"/>
                <a:gd name="T7" fmla="*/ 32 h 20"/>
                <a:gd name="T8" fmla="*/ 17 w 27"/>
                <a:gd name="T9" fmla="*/ 35 h 20"/>
                <a:gd name="T10" fmla="*/ 19 w 27"/>
                <a:gd name="T11" fmla="*/ 32 h 20"/>
                <a:gd name="T12" fmla="*/ 23 w 27"/>
                <a:gd name="T13" fmla="*/ 30 h 20"/>
                <a:gd name="T14" fmla="*/ 24 w 27"/>
                <a:gd name="T15" fmla="*/ 26 h 20"/>
                <a:gd name="T16" fmla="*/ 28 w 27"/>
                <a:gd name="T17" fmla="*/ 23 h 20"/>
                <a:gd name="T18" fmla="*/ 30 w 27"/>
                <a:gd name="T19" fmla="*/ 26 h 20"/>
                <a:gd name="T20" fmla="*/ 33 w 27"/>
                <a:gd name="T21" fmla="*/ 30 h 20"/>
                <a:gd name="T22" fmla="*/ 38 w 27"/>
                <a:gd name="T23" fmla="*/ 30 h 20"/>
                <a:gd name="T24" fmla="*/ 38 w 27"/>
                <a:gd name="T25" fmla="*/ 23 h 20"/>
                <a:gd name="T26" fmla="*/ 37 w 27"/>
                <a:gd name="T27" fmla="*/ 21 h 20"/>
                <a:gd name="T28" fmla="*/ 33 w 27"/>
                <a:gd name="T29" fmla="*/ 18 h 20"/>
                <a:gd name="T30" fmla="*/ 30 w 27"/>
                <a:gd name="T31" fmla="*/ 16 h 20"/>
                <a:gd name="T32" fmla="*/ 37 w 27"/>
                <a:gd name="T33" fmla="*/ 16 h 20"/>
                <a:gd name="T34" fmla="*/ 42 w 27"/>
                <a:gd name="T35" fmla="*/ 16 h 20"/>
                <a:gd name="T36" fmla="*/ 44 w 27"/>
                <a:gd name="T37" fmla="*/ 12 h 20"/>
                <a:gd name="T38" fmla="*/ 47 w 27"/>
                <a:gd name="T39" fmla="*/ 9 h 20"/>
                <a:gd name="T40" fmla="*/ 44 w 27"/>
                <a:gd name="T41" fmla="*/ 7 h 20"/>
                <a:gd name="T42" fmla="*/ 42 w 27"/>
                <a:gd name="T43" fmla="*/ 4 h 20"/>
                <a:gd name="T44" fmla="*/ 37 w 27"/>
                <a:gd name="T45" fmla="*/ 4 h 20"/>
                <a:gd name="T46" fmla="*/ 30 w 27"/>
                <a:gd name="T47" fmla="*/ 4 h 20"/>
                <a:gd name="T48" fmla="*/ 28 w 27"/>
                <a:gd name="T49" fmla="*/ 0 h 20"/>
                <a:gd name="T50" fmla="*/ 24 w 27"/>
                <a:gd name="T51" fmla="*/ 4 h 20"/>
                <a:gd name="T52" fmla="*/ 23 w 27"/>
                <a:gd name="T53" fmla="*/ 7 h 20"/>
                <a:gd name="T54" fmla="*/ 19 w 27"/>
                <a:gd name="T55" fmla="*/ 9 h 20"/>
                <a:gd name="T56" fmla="*/ 14 w 27"/>
                <a:gd name="T57" fmla="*/ 9 h 20"/>
                <a:gd name="T58" fmla="*/ 10 w 27"/>
                <a:gd name="T59" fmla="*/ 12 h 20"/>
                <a:gd name="T60" fmla="*/ 5 w 27"/>
                <a:gd name="T61" fmla="*/ 12 h 20"/>
                <a:gd name="T62" fmla="*/ 3 w 27"/>
                <a:gd name="T63" fmla="*/ 16 h 20"/>
                <a:gd name="T64" fmla="*/ 0 w 27"/>
                <a:gd name="T65" fmla="*/ 18 h 20"/>
                <a:gd name="T66" fmla="*/ 3 w 27"/>
                <a:gd name="T67" fmla="*/ 21 h 20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27" h="20">
                  <a:moveTo>
                    <a:pt x="2" y="13"/>
                  </a:moveTo>
                  <a:cubicBezTo>
                    <a:pt x="2" y="13"/>
                    <a:pt x="3" y="13"/>
                    <a:pt x="3" y="13"/>
                  </a:cubicBezTo>
                  <a:cubicBezTo>
                    <a:pt x="3" y="14"/>
                    <a:pt x="3" y="14"/>
                    <a:pt x="3" y="15"/>
                  </a:cubicBezTo>
                  <a:cubicBezTo>
                    <a:pt x="3" y="16"/>
                    <a:pt x="3" y="16"/>
                    <a:pt x="3" y="17"/>
                  </a:cubicBezTo>
                  <a:cubicBezTo>
                    <a:pt x="4" y="17"/>
                    <a:pt x="4" y="17"/>
                    <a:pt x="5" y="17"/>
                  </a:cubicBezTo>
                  <a:cubicBezTo>
                    <a:pt x="5" y="17"/>
                    <a:pt x="6" y="17"/>
                    <a:pt x="6" y="17"/>
                  </a:cubicBezTo>
                  <a:cubicBezTo>
                    <a:pt x="6" y="17"/>
                    <a:pt x="6" y="18"/>
                    <a:pt x="6" y="18"/>
                  </a:cubicBezTo>
                  <a:cubicBezTo>
                    <a:pt x="7" y="18"/>
                    <a:pt x="7" y="18"/>
                    <a:pt x="8" y="18"/>
                  </a:cubicBezTo>
                  <a:cubicBezTo>
                    <a:pt x="8" y="19"/>
                    <a:pt x="8" y="19"/>
                    <a:pt x="8" y="20"/>
                  </a:cubicBezTo>
                  <a:cubicBezTo>
                    <a:pt x="9" y="20"/>
                    <a:pt x="9" y="20"/>
                    <a:pt x="10" y="20"/>
                  </a:cubicBezTo>
                  <a:cubicBezTo>
                    <a:pt x="10" y="20"/>
                    <a:pt x="11" y="20"/>
                    <a:pt x="11" y="20"/>
                  </a:cubicBezTo>
                  <a:cubicBezTo>
                    <a:pt x="11" y="19"/>
                    <a:pt x="11" y="19"/>
                    <a:pt x="11" y="18"/>
                  </a:cubicBezTo>
                  <a:cubicBezTo>
                    <a:pt x="11" y="18"/>
                    <a:pt x="11" y="17"/>
                    <a:pt x="11" y="17"/>
                  </a:cubicBezTo>
                  <a:cubicBezTo>
                    <a:pt x="12" y="17"/>
                    <a:pt x="12" y="17"/>
                    <a:pt x="13" y="17"/>
                  </a:cubicBezTo>
                  <a:cubicBezTo>
                    <a:pt x="13" y="16"/>
                    <a:pt x="13" y="16"/>
                    <a:pt x="13" y="15"/>
                  </a:cubicBezTo>
                  <a:cubicBezTo>
                    <a:pt x="13" y="15"/>
                    <a:pt x="14" y="15"/>
                    <a:pt x="14" y="15"/>
                  </a:cubicBezTo>
                  <a:cubicBezTo>
                    <a:pt x="14" y="14"/>
                    <a:pt x="14" y="14"/>
                    <a:pt x="14" y="13"/>
                  </a:cubicBezTo>
                  <a:cubicBezTo>
                    <a:pt x="15" y="13"/>
                    <a:pt x="15" y="13"/>
                    <a:pt x="16" y="13"/>
                  </a:cubicBezTo>
                  <a:cubicBezTo>
                    <a:pt x="16" y="13"/>
                    <a:pt x="17" y="13"/>
                    <a:pt x="17" y="13"/>
                  </a:cubicBezTo>
                  <a:cubicBezTo>
                    <a:pt x="17" y="14"/>
                    <a:pt x="17" y="14"/>
                    <a:pt x="17" y="15"/>
                  </a:cubicBezTo>
                  <a:cubicBezTo>
                    <a:pt x="17" y="16"/>
                    <a:pt x="17" y="16"/>
                    <a:pt x="17" y="17"/>
                  </a:cubicBezTo>
                  <a:cubicBezTo>
                    <a:pt x="18" y="17"/>
                    <a:pt x="18" y="17"/>
                    <a:pt x="19" y="17"/>
                  </a:cubicBezTo>
                  <a:cubicBezTo>
                    <a:pt x="20" y="17"/>
                    <a:pt x="20" y="17"/>
                    <a:pt x="21" y="17"/>
                  </a:cubicBezTo>
                  <a:cubicBezTo>
                    <a:pt x="21" y="17"/>
                    <a:pt x="22" y="17"/>
                    <a:pt x="22" y="17"/>
                  </a:cubicBezTo>
                  <a:cubicBezTo>
                    <a:pt x="22" y="16"/>
                    <a:pt x="22" y="16"/>
                    <a:pt x="22" y="15"/>
                  </a:cubicBezTo>
                  <a:cubicBezTo>
                    <a:pt x="22" y="14"/>
                    <a:pt x="22" y="14"/>
                    <a:pt x="22" y="13"/>
                  </a:cubicBezTo>
                  <a:cubicBezTo>
                    <a:pt x="22" y="13"/>
                    <a:pt x="21" y="13"/>
                    <a:pt x="21" y="13"/>
                  </a:cubicBezTo>
                  <a:cubicBezTo>
                    <a:pt x="21" y="13"/>
                    <a:pt x="21" y="12"/>
                    <a:pt x="21" y="12"/>
                  </a:cubicBezTo>
                  <a:cubicBezTo>
                    <a:pt x="20" y="12"/>
                    <a:pt x="20" y="12"/>
                    <a:pt x="19" y="12"/>
                  </a:cubicBezTo>
                  <a:cubicBezTo>
                    <a:pt x="19" y="11"/>
                    <a:pt x="19" y="11"/>
                    <a:pt x="19" y="10"/>
                  </a:cubicBezTo>
                  <a:cubicBezTo>
                    <a:pt x="18" y="10"/>
                    <a:pt x="18" y="10"/>
                    <a:pt x="17" y="10"/>
                  </a:cubicBezTo>
                  <a:cubicBezTo>
                    <a:pt x="17" y="10"/>
                    <a:pt x="17" y="9"/>
                    <a:pt x="17" y="9"/>
                  </a:cubicBezTo>
                  <a:cubicBezTo>
                    <a:pt x="18" y="9"/>
                    <a:pt x="18" y="9"/>
                    <a:pt x="19" y="9"/>
                  </a:cubicBezTo>
                  <a:cubicBezTo>
                    <a:pt x="20" y="9"/>
                    <a:pt x="20" y="9"/>
                    <a:pt x="21" y="9"/>
                  </a:cubicBezTo>
                  <a:cubicBezTo>
                    <a:pt x="21" y="9"/>
                    <a:pt x="22" y="9"/>
                    <a:pt x="22" y="9"/>
                  </a:cubicBezTo>
                  <a:cubicBezTo>
                    <a:pt x="23" y="9"/>
                    <a:pt x="23" y="9"/>
                    <a:pt x="24" y="9"/>
                  </a:cubicBezTo>
                  <a:cubicBezTo>
                    <a:pt x="24" y="9"/>
                    <a:pt x="25" y="9"/>
                    <a:pt x="25" y="9"/>
                  </a:cubicBezTo>
                  <a:cubicBezTo>
                    <a:pt x="25" y="8"/>
                    <a:pt x="25" y="8"/>
                    <a:pt x="25" y="7"/>
                  </a:cubicBezTo>
                  <a:cubicBezTo>
                    <a:pt x="26" y="7"/>
                    <a:pt x="26" y="7"/>
                    <a:pt x="27" y="7"/>
                  </a:cubicBezTo>
                  <a:cubicBezTo>
                    <a:pt x="27" y="6"/>
                    <a:pt x="27" y="6"/>
                    <a:pt x="27" y="5"/>
                  </a:cubicBezTo>
                  <a:cubicBezTo>
                    <a:pt x="27" y="5"/>
                    <a:pt x="27" y="4"/>
                    <a:pt x="27" y="4"/>
                  </a:cubicBezTo>
                  <a:cubicBezTo>
                    <a:pt x="26" y="4"/>
                    <a:pt x="26" y="4"/>
                    <a:pt x="25" y="4"/>
                  </a:cubicBezTo>
                  <a:cubicBezTo>
                    <a:pt x="25" y="3"/>
                    <a:pt x="25" y="3"/>
                    <a:pt x="25" y="2"/>
                  </a:cubicBezTo>
                  <a:cubicBezTo>
                    <a:pt x="25" y="2"/>
                    <a:pt x="24" y="2"/>
                    <a:pt x="24" y="2"/>
                  </a:cubicBezTo>
                  <a:cubicBezTo>
                    <a:pt x="23" y="2"/>
                    <a:pt x="23" y="2"/>
                    <a:pt x="22" y="2"/>
                  </a:cubicBezTo>
                  <a:cubicBezTo>
                    <a:pt x="22" y="2"/>
                    <a:pt x="21" y="2"/>
                    <a:pt x="21" y="2"/>
                  </a:cubicBezTo>
                  <a:cubicBezTo>
                    <a:pt x="20" y="2"/>
                    <a:pt x="20" y="2"/>
                    <a:pt x="19" y="2"/>
                  </a:cubicBezTo>
                  <a:cubicBezTo>
                    <a:pt x="18" y="2"/>
                    <a:pt x="18" y="2"/>
                    <a:pt x="17" y="2"/>
                  </a:cubicBezTo>
                  <a:cubicBezTo>
                    <a:pt x="17" y="2"/>
                    <a:pt x="16" y="2"/>
                    <a:pt x="16" y="2"/>
                  </a:cubicBezTo>
                  <a:cubicBezTo>
                    <a:pt x="16" y="2"/>
                    <a:pt x="16" y="1"/>
                    <a:pt x="16" y="0"/>
                  </a:cubicBezTo>
                  <a:cubicBezTo>
                    <a:pt x="15" y="0"/>
                    <a:pt x="15" y="0"/>
                    <a:pt x="14" y="0"/>
                  </a:cubicBezTo>
                  <a:cubicBezTo>
                    <a:pt x="14" y="1"/>
                    <a:pt x="14" y="2"/>
                    <a:pt x="14" y="2"/>
                  </a:cubicBezTo>
                  <a:cubicBezTo>
                    <a:pt x="14" y="2"/>
                    <a:pt x="13" y="2"/>
                    <a:pt x="13" y="2"/>
                  </a:cubicBezTo>
                  <a:cubicBezTo>
                    <a:pt x="13" y="3"/>
                    <a:pt x="13" y="3"/>
                    <a:pt x="13" y="4"/>
                  </a:cubicBezTo>
                  <a:cubicBezTo>
                    <a:pt x="12" y="4"/>
                    <a:pt x="12" y="4"/>
                    <a:pt x="11" y="4"/>
                  </a:cubicBezTo>
                  <a:cubicBezTo>
                    <a:pt x="11" y="4"/>
                    <a:pt x="11" y="5"/>
                    <a:pt x="11" y="5"/>
                  </a:cubicBezTo>
                  <a:cubicBezTo>
                    <a:pt x="11" y="5"/>
                    <a:pt x="10" y="5"/>
                    <a:pt x="10" y="5"/>
                  </a:cubicBezTo>
                  <a:cubicBezTo>
                    <a:pt x="9" y="5"/>
                    <a:pt x="9" y="5"/>
                    <a:pt x="8" y="5"/>
                  </a:cubicBezTo>
                  <a:cubicBezTo>
                    <a:pt x="8" y="6"/>
                    <a:pt x="8" y="6"/>
                    <a:pt x="8" y="7"/>
                  </a:cubicBezTo>
                  <a:cubicBezTo>
                    <a:pt x="7" y="7"/>
                    <a:pt x="7" y="7"/>
                    <a:pt x="6" y="7"/>
                  </a:cubicBezTo>
                  <a:cubicBezTo>
                    <a:pt x="6" y="7"/>
                    <a:pt x="5" y="7"/>
                    <a:pt x="5" y="7"/>
                  </a:cubicBezTo>
                  <a:cubicBezTo>
                    <a:pt x="4" y="7"/>
                    <a:pt x="4" y="7"/>
                    <a:pt x="3" y="7"/>
                  </a:cubicBezTo>
                  <a:cubicBezTo>
                    <a:pt x="3" y="7"/>
                    <a:pt x="2" y="7"/>
                    <a:pt x="2" y="7"/>
                  </a:cubicBezTo>
                  <a:cubicBezTo>
                    <a:pt x="2" y="8"/>
                    <a:pt x="2" y="8"/>
                    <a:pt x="2" y="9"/>
                  </a:cubicBezTo>
                  <a:cubicBezTo>
                    <a:pt x="1" y="9"/>
                    <a:pt x="1" y="9"/>
                    <a:pt x="0" y="9"/>
                  </a:cubicBezTo>
                  <a:cubicBezTo>
                    <a:pt x="0" y="9"/>
                    <a:pt x="0" y="10"/>
                    <a:pt x="0" y="10"/>
                  </a:cubicBezTo>
                  <a:cubicBezTo>
                    <a:pt x="0" y="11"/>
                    <a:pt x="0" y="11"/>
                    <a:pt x="0" y="12"/>
                  </a:cubicBezTo>
                  <a:cubicBezTo>
                    <a:pt x="1" y="12"/>
                    <a:pt x="1" y="12"/>
                    <a:pt x="2" y="12"/>
                  </a:cubicBezTo>
                  <a:cubicBezTo>
                    <a:pt x="2" y="12"/>
                    <a:pt x="2" y="13"/>
                    <a:pt x="2" y="13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87" name="Freeform 41079"/>
            <p:cNvSpPr>
              <a:spLocks/>
            </p:cNvSpPr>
            <p:nvPr/>
          </p:nvSpPr>
          <p:spPr bwMode="auto">
            <a:xfrm>
              <a:off x="3760" y="900"/>
              <a:ext cx="22" cy="23"/>
            </a:xfrm>
            <a:custGeom>
              <a:avLst/>
              <a:gdLst>
                <a:gd name="T0" fmla="*/ 0 w 13"/>
                <a:gd name="T1" fmla="*/ 11 h 13"/>
                <a:gd name="T2" fmla="*/ 2 w 13"/>
                <a:gd name="T3" fmla="*/ 11 h 13"/>
                <a:gd name="T4" fmla="*/ 2 w 13"/>
                <a:gd name="T5" fmla="*/ 11 h 13"/>
                <a:gd name="T6" fmla="*/ 3 w 13"/>
                <a:gd name="T7" fmla="*/ 11 h 13"/>
                <a:gd name="T8" fmla="*/ 3 w 13"/>
                <a:gd name="T9" fmla="*/ 14 h 13"/>
                <a:gd name="T10" fmla="*/ 5 w 13"/>
                <a:gd name="T11" fmla="*/ 14 h 13"/>
                <a:gd name="T12" fmla="*/ 5 w 13"/>
                <a:gd name="T13" fmla="*/ 18 h 13"/>
                <a:gd name="T14" fmla="*/ 5 w 13"/>
                <a:gd name="T15" fmla="*/ 19 h 13"/>
                <a:gd name="T16" fmla="*/ 5 w 13"/>
                <a:gd name="T17" fmla="*/ 23 h 13"/>
                <a:gd name="T18" fmla="*/ 8 w 13"/>
                <a:gd name="T19" fmla="*/ 23 h 13"/>
                <a:gd name="T20" fmla="*/ 12 w 13"/>
                <a:gd name="T21" fmla="*/ 23 h 13"/>
                <a:gd name="T22" fmla="*/ 12 w 13"/>
                <a:gd name="T23" fmla="*/ 19 h 13"/>
                <a:gd name="T24" fmla="*/ 14 w 13"/>
                <a:gd name="T25" fmla="*/ 19 h 13"/>
                <a:gd name="T26" fmla="*/ 17 w 13"/>
                <a:gd name="T27" fmla="*/ 19 h 13"/>
                <a:gd name="T28" fmla="*/ 17 w 13"/>
                <a:gd name="T29" fmla="*/ 18 h 13"/>
                <a:gd name="T30" fmla="*/ 17 w 13"/>
                <a:gd name="T31" fmla="*/ 14 h 13"/>
                <a:gd name="T32" fmla="*/ 17 w 13"/>
                <a:gd name="T33" fmla="*/ 11 h 13"/>
                <a:gd name="T34" fmla="*/ 17 w 13"/>
                <a:gd name="T35" fmla="*/ 9 h 13"/>
                <a:gd name="T36" fmla="*/ 19 w 13"/>
                <a:gd name="T37" fmla="*/ 9 h 13"/>
                <a:gd name="T38" fmla="*/ 19 w 13"/>
                <a:gd name="T39" fmla="*/ 5 h 13"/>
                <a:gd name="T40" fmla="*/ 22 w 13"/>
                <a:gd name="T41" fmla="*/ 5 h 13"/>
                <a:gd name="T42" fmla="*/ 22 w 13"/>
                <a:gd name="T43" fmla="*/ 4 h 13"/>
                <a:gd name="T44" fmla="*/ 19 w 13"/>
                <a:gd name="T45" fmla="*/ 4 h 13"/>
                <a:gd name="T46" fmla="*/ 19 w 13"/>
                <a:gd name="T47" fmla="*/ 0 h 13"/>
                <a:gd name="T48" fmla="*/ 17 w 13"/>
                <a:gd name="T49" fmla="*/ 0 h 13"/>
                <a:gd name="T50" fmla="*/ 14 w 13"/>
                <a:gd name="T51" fmla="*/ 0 h 13"/>
                <a:gd name="T52" fmla="*/ 12 w 13"/>
                <a:gd name="T53" fmla="*/ 0 h 13"/>
                <a:gd name="T54" fmla="*/ 8 w 13"/>
                <a:gd name="T55" fmla="*/ 0 h 13"/>
                <a:gd name="T56" fmla="*/ 8 w 13"/>
                <a:gd name="T57" fmla="*/ 4 h 13"/>
                <a:gd name="T58" fmla="*/ 8 w 13"/>
                <a:gd name="T59" fmla="*/ 5 h 13"/>
                <a:gd name="T60" fmla="*/ 5 w 13"/>
                <a:gd name="T61" fmla="*/ 5 h 13"/>
                <a:gd name="T62" fmla="*/ 3 w 13"/>
                <a:gd name="T63" fmla="*/ 5 h 13"/>
                <a:gd name="T64" fmla="*/ 3 w 13"/>
                <a:gd name="T65" fmla="*/ 5 h 13"/>
                <a:gd name="T66" fmla="*/ 0 w 13"/>
                <a:gd name="T67" fmla="*/ 9 h 13"/>
                <a:gd name="T68" fmla="*/ 0 w 13"/>
                <a:gd name="T69" fmla="*/ 9 h 13"/>
                <a:gd name="T70" fmla="*/ 0 w 13"/>
                <a:gd name="T71" fmla="*/ 11 h 13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13" h="13">
                  <a:moveTo>
                    <a:pt x="0" y="6"/>
                  </a:moveTo>
                  <a:cubicBezTo>
                    <a:pt x="1" y="6"/>
                    <a:pt x="1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7"/>
                    <a:pt x="2" y="7"/>
                    <a:pt x="2" y="8"/>
                  </a:cubicBezTo>
                  <a:cubicBezTo>
                    <a:pt x="2" y="8"/>
                    <a:pt x="3" y="8"/>
                    <a:pt x="3" y="8"/>
                  </a:cubicBezTo>
                  <a:cubicBezTo>
                    <a:pt x="3" y="9"/>
                    <a:pt x="3" y="9"/>
                    <a:pt x="3" y="10"/>
                  </a:cubicBezTo>
                  <a:cubicBezTo>
                    <a:pt x="3" y="10"/>
                    <a:pt x="3" y="11"/>
                    <a:pt x="3" y="11"/>
                  </a:cubicBezTo>
                  <a:cubicBezTo>
                    <a:pt x="3" y="12"/>
                    <a:pt x="3" y="12"/>
                    <a:pt x="3" y="13"/>
                  </a:cubicBezTo>
                  <a:cubicBezTo>
                    <a:pt x="4" y="13"/>
                    <a:pt x="4" y="13"/>
                    <a:pt x="5" y="13"/>
                  </a:cubicBezTo>
                  <a:cubicBezTo>
                    <a:pt x="5" y="13"/>
                    <a:pt x="6" y="13"/>
                    <a:pt x="7" y="13"/>
                  </a:cubicBezTo>
                  <a:cubicBezTo>
                    <a:pt x="7" y="12"/>
                    <a:pt x="7" y="12"/>
                    <a:pt x="7" y="11"/>
                  </a:cubicBezTo>
                  <a:cubicBezTo>
                    <a:pt x="7" y="11"/>
                    <a:pt x="8" y="11"/>
                    <a:pt x="8" y="11"/>
                  </a:cubicBezTo>
                  <a:cubicBezTo>
                    <a:pt x="9" y="11"/>
                    <a:pt x="9" y="11"/>
                    <a:pt x="10" y="11"/>
                  </a:cubicBezTo>
                  <a:cubicBezTo>
                    <a:pt x="10" y="11"/>
                    <a:pt x="10" y="10"/>
                    <a:pt x="10" y="10"/>
                  </a:cubicBezTo>
                  <a:cubicBezTo>
                    <a:pt x="10" y="9"/>
                    <a:pt x="10" y="9"/>
                    <a:pt x="10" y="8"/>
                  </a:cubicBezTo>
                  <a:cubicBezTo>
                    <a:pt x="10" y="7"/>
                    <a:pt x="10" y="7"/>
                    <a:pt x="10" y="6"/>
                  </a:cubicBezTo>
                  <a:cubicBezTo>
                    <a:pt x="10" y="6"/>
                    <a:pt x="10" y="5"/>
                    <a:pt x="10" y="5"/>
                  </a:cubicBezTo>
                  <a:cubicBezTo>
                    <a:pt x="10" y="5"/>
                    <a:pt x="11" y="5"/>
                    <a:pt x="11" y="5"/>
                  </a:cubicBezTo>
                  <a:cubicBezTo>
                    <a:pt x="11" y="4"/>
                    <a:pt x="11" y="4"/>
                    <a:pt x="11" y="3"/>
                  </a:cubicBezTo>
                  <a:cubicBezTo>
                    <a:pt x="12" y="3"/>
                    <a:pt x="12" y="3"/>
                    <a:pt x="13" y="3"/>
                  </a:cubicBezTo>
                  <a:cubicBezTo>
                    <a:pt x="13" y="3"/>
                    <a:pt x="13" y="2"/>
                    <a:pt x="13" y="2"/>
                  </a:cubicBezTo>
                  <a:cubicBezTo>
                    <a:pt x="12" y="2"/>
                    <a:pt x="12" y="2"/>
                    <a:pt x="11" y="2"/>
                  </a:cubicBezTo>
                  <a:cubicBezTo>
                    <a:pt x="11" y="1"/>
                    <a:pt x="11" y="1"/>
                    <a:pt x="11" y="0"/>
                  </a:cubicBezTo>
                  <a:cubicBezTo>
                    <a:pt x="11" y="0"/>
                    <a:pt x="10" y="0"/>
                    <a:pt x="10" y="0"/>
                  </a:cubicBezTo>
                  <a:cubicBezTo>
                    <a:pt x="9" y="0"/>
                    <a:pt x="9" y="0"/>
                    <a:pt x="8" y="0"/>
                  </a:cubicBezTo>
                  <a:cubicBezTo>
                    <a:pt x="8" y="0"/>
                    <a:pt x="7" y="0"/>
                    <a:pt x="7" y="0"/>
                  </a:cubicBezTo>
                  <a:cubicBezTo>
                    <a:pt x="6" y="0"/>
                    <a:pt x="5" y="0"/>
                    <a:pt x="5" y="0"/>
                  </a:cubicBezTo>
                  <a:cubicBezTo>
                    <a:pt x="5" y="1"/>
                    <a:pt x="5" y="1"/>
                    <a:pt x="5" y="2"/>
                  </a:cubicBezTo>
                  <a:cubicBezTo>
                    <a:pt x="5" y="2"/>
                    <a:pt x="5" y="3"/>
                    <a:pt x="5" y="3"/>
                  </a:cubicBezTo>
                  <a:cubicBezTo>
                    <a:pt x="4" y="3"/>
                    <a:pt x="4" y="3"/>
                    <a:pt x="3" y="3"/>
                  </a:cubicBezTo>
                  <a:cubicBezTo>
                    <a:pt x="3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1" y="4"/>
                    <a:pt x="1" y="4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6"/>
                    <a:pt x="0" y="6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88" name="Freeform 41080"/>
            <p:cNvSpPr>
              <a:spLocks/>
            </p:cNvSpPr>
            <p:nvPr/>
          </p:nvSpPr>
          <p:spPr bwMode="auto">
            <a:xfrm>
              <a:off x="4296" y="918"/>
              <a:ext cx="3" cy="5"/>
            </a:xfrm>
            <a:custGeom>
              <a:avLst/>
              <a:gdLst>
                <a:gd name="T0" fmla="*/ 3 w 2"/>
                <a:gd name="T1" fmla="*/ 2 h 3"/>
                <a:gd name="T2" fmla="*/ 3 w 2"/>
                <a:gd name="T3" fmla="*/ 0 h 3"/>
                <a:gd name="T4" fmla="*/ 0 w 2"/>
                <a:gd name="T5" fmla="*/ 0 h 3"/>
                <a:gd name="T6" fmla="*/ 0 w 2"/>
                <a:gd name="T7" fmla="*/ 2 h 3"/>
                <a:gd name="T8" fmla="*/ 0 w 2"/>
                <a:gd name="T9" fmla="*/ 5 h 3"/>
                <a:gd name="T10" fmla="*/ 3 w 2"/>
                <a:gd name="T11" fmla="*/ 5 h 3"/>
                <a:gd name="T12" fmla="*/ 3 w 2"/>
                <a:gd name="T13" fmla="*/ 2 h 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" h="3">
                  <a:moveTo>
                    <a:pt x="2" y="1"/>
                  </a:moveTo>
                  <a:cubicBezTo>
                    <a:pt x="2" y="1"/>
                    <a:pt x="2" y="0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1" y="3"/>
                    <a:pt x="1" y="3"/>
                    <a:pt x="2" y="3"/>
                  </a:cubicBezTo>
                  <a:cubicBezTo>
                    <a:pt x="2" y="2"/>
                    <a:pt x="2" y="2"/>
                    <a:pt x="2" y="1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89" name="Freeform 41081"/>
            <p:cNvSpPr>
              <a:spLocks noEditPoints="1"/>
            </p:cNvSpPr>
            <p:nvPr/>
          </p:nvSpPr>
          <p:spPr bwMode="auto">
            <a:xfrm>
              <a:off x="3864" y="864"/>
              <a:ext cx="174" cy="170"/>
            </a:xfrm>
            <a:custGeom>
              <a:avLst/>
              <a:gdLst>
                <a:gd name="T0" fmla="*/ 24 w 100"/>
                <a:gd name="T1" fmla="*/ 9 h 98"/>
                <a:gd name="T2" fmla="*/ 16 w 100"/>
                <a:gd name="T3" fmla="*/ 17 h 98"/>
                <a:gd name="T4" fmla="*/ 5 w 100"/>
                <a:gd name="T5" fmla="*/ 23 h 98"/>
                <a:gd name="T6" fmla="*/ 2 w 100"/>
                <a:gd name="T7" fmla="*/ 31 h 98"/>
                <a:gd name="T8" fmla="*/ 7 w 100"/>
                <a:gd name="T9" fmla="*/ 42 h 98"/>
                <a:gd name="T10" fmla="*/ 19 w 100"/>
                <a:gd name="T11" fmla="*/ 47 h 98"/>
                <a:gd name="T12" fmla="*/ 30 w 100"/>
                <a:gd name="T13" fmla="*/ 54 h 98"/>
                <a:gd name="T14" fmla="*/ 35 w 100"/>
                <a:gd name="T15" fmla="*/ 64 h 98"/>
                <a:gd name="T16" fmla="*/ 38 w 100"/>
                <a:gd name="T17" fmla="*/ 78 h 98"/>
                <a:gd name="T18" fmla="*/ 38 w 100"/>
                <a:gd name="T19" fmla="*/ 90 h 98"/>
                <a:gd name="T20" fmla="*/ 31 w 100"/>
                <a:gd name="T21" fmla="*/ 101 h 98"/>
                <a:gd name="T22" fmla="*/ 44 w 100"/>
                <a:gd name="T23" fmla="*/ 104 h 98"/>
                <a:gd name="T24" fmla="*/ 35 w 100"/>
                <a:gd name="T25" fmla="*/ 113 h 98"/>
                <a:gd name="T26" fmla="*/ 31 w 100"/>
                <a:gd name="T27" fmla="*/ 127 h 98"/>
                <a:gd name="T28" fmla="*/ 35 w 100"/>
                <a:gd name="T29" fmla="*/ 141 h 98"/>
                <a:gd name="T30" fmla="*/ 38 w 100"/>
                <a:gd name="T31" fmla="*/ 154 h 98"/>
                <a:gd name="T32" fmla="*/ 45 w 100"/>
                <a:gd name="T33" fmla="*/ 163 h 98"/>
                <a:gd name="T34" fmla="*/ 54 w 100"/>
                <a:gd name="T35" fmla="*/ 170 h 98"/>
                <a:gd name="T36" fmla="*/ 63 w 100"/>
                <a:gd name="T37" fmla="*/ 163 h 98"/>
                <a:gd name="T38" fmla="*/ 68 w 100"/>
                <a:gd name="T39" fmla="*/ 151 h 98"/>
                <a:gd name="T40" fmla="*/ 75 w 100"/>
                <a:gd name="T41" fmla="*/ 142 h 98"/>
                <a:gd name="T42" fmla="*/ 84 w 100"/>
                <a:gd name="T43" fmla="*/ 134 h 98"/>
                <a:gd name="T44" fmla="*/ 97 w 100"/>
                <a:gd name="T45" fmla="*/ 132 h 98"/>
                <a:gd name="T46" fmla="*/ 103 w 100"/>
                <a:gd name="T47" fmla="*/ 120 h 98"/>
                <a:gd name="T48" fmla="*/ 120 w 100"/>
                <a:gd name="T49" fmla="*/ 120 h 98"/>
                <a:gd name="T50" fmla="*/ 131 w 100"/>
                <a:gd name="T51" fmla="*/ 114 h 98"/>
                <a:gd name="T52" fmla="*/ 137 w 100"/>
                <a:gd name="T53" fmla="*/ 106 h 98"/>
                <a:gd name="T54" fmla="*/ 144 w 100"/>
                <a:gd name="T55" fmla="*/ 95 h 98"/>
                <a:gd name="T56" fmla="*/ 146 w 100"/>
                <a:gd name="T57" fmla="*/ 82 h 98"/>
                <a:gd name="T58" fmla="*/ 150 w 100"/>
                <a:gd name="T59" fmla="*/ 78 h 98"/>
                <a:gd name="T60" fmla="*/ 150 w 100"/>
                <a:gd name="T61" fmla="*/ 68 h 98"/>
                <a:gd name="T62" fmla="*/ 146 w 100"/>
                <a:gd name="T63" fmla="*/ 59 h 98"/>
                <a:gd name="T64" fmla="*/ 155 w 100"/>
                <a:gd name="T65" fmla="*/ 62 h 98"/>
                <a:gd name="T66" fmla="*/ 151 w 100"/>
                <a:gd name="T67" fmla="*/ 47 h 98"/>
                <a:gd name="T68" fmla="*/ 155 w 100"/>
                <a:gd name="T69" fmla="*/ 40 h 98"/>
                <a:gd name="T70" fmla="*/ 164 w 100"/>
                <a:gd name="T71" fmla="*/ 31 h 98"/>
                <a:gd name="T72" fmla="*/ 174 w 100"/>
                <a:gd name="T73" fmla="*/ 24 h 98"/>
                <a:gd name="T74" fmla="*/ 164 w 100"/>
                <a:gd name="T75" fmla="*/ 19 h 98"/>
                <a:gd name="T76" fmla="*/ 155 w 100"/>
                <a:gd name="T77" fmla="*/ 17 h 98"/>
                <a:gd name="T78" fmla="*/ 146 w 100"/>
                <a:gd name="T79" fmla="*/ 14 h 98"/>
                <a:gd name="T80" fmla="*/ 137 w 100"/>
                <a:gd name="T81" fmla="*/ 5 h 98"/>
                <a:gd name="T82" fmla="*/ 127 w 100"/>
                <a:gd name="T83" fmla="*/ 0 h 98"/>
                <a:gd name="T84" fmla="*/ 111 w 100"/>
                <a:gd name="T85" fmla="*/ 0 h 98"/>
                <a:gd name="T86" fmla="*/ 97 w 100"/>
                <a:gd name="T87" fmla="*/ 3 h 98"/>
                <a:gd name="T88" fmla="*/ 84 w 100"/>
                <a:gd name="T89" fmla="*/ 0 h 98"/>
                <a:gd name="T90" fmla="*/ 87 w 100"/>
                <a:gd name="T91" fmla="*/ 9 h 98"/>
                <a:gd name="T92" fmla="*/ 78 w 100"/>
                <a:gd name="T93" fmla="*/ 5 h 98"/>
                <a:gd name="T94" fmla="*/ 64 w 100"/>
                <a:gd name="T95" fmla="*/ 3 h 98"/>
                <a:gd name="T96" fmla="*/ 54 w 100"/>
                <a:gd name="T97" fmla="*/ 3 h 98"/>
                <a:gd name="T98" fmla="*/ 38 w 100"/>
                <a:gd name="T99" fmla="*/ 3 h 98"/>
                <a:gd name="T100" fmla="*/ 137 w 100"/>
                <a:gd name="T101" fmla="*/ 17 h 98"/>
                <a:gd name="T102" fmla="*/ 132 w 100"/>
                <a:gd name="T103" fmla="*/ 83 h 98"/>
                <a:gd name="T104" fmla="*/ 132 w 100"/>
                <a:gd name="T105" fmla="*/ 90 h 98"/>
                <a:gd name="T106" fmla="*/ 127 w 100"/>
                <a:gd name="T107" fmla="*/ 104 h 98"/>
                <a:gd name="T108" fmla="*/ 125 w 100"/>
                <a:gd name="T109" fmla="*/ 17 h 98"/>
                <a:gd name="T110" fmla="*/ 44 w 100"/>
                <a:gd name="T111" fmla="*/ 90 h 98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100" h="98">
                  <a:moveTo>
                    <a:pt x="20" y="3"/>
                  </a:moveTo>
                  <a:cubicBezTo>
                    <a:pt x="19" y="3"/>
                    <a:pt x="19" y="3"/>
                    <a:pt x="18" y="3"/>
                  </a:cubicBezTo>
                  <a:cubicBezTo>
                    <a:pt x="18" y="4"/>
                    <a:pt x="18" y="4"/>
                    <a:pt x="18" y="5"/>
                  </a:cubicBezTo>
                  <a:cubicBezTo>
                    <a:pt x="18" y="5"/>
                    <a:pt x="17" y="5"/>
                    <a:pt x="17" y="5"/>
                  </a:cubicBezTo>
                  <a:cubicBezTo>
                    <a:pt x="16" y="5"/>
                    <a:pt x="16" y="5"/>
                    <a:pt x="15" y="5"/>
                  </a:cubicBezTo>
                  <a:cubicBezTo>
                    <a:pt x="15" y="5"/>
                    <a:pt x="14" y="5"/>
                    <a:pt x="14" y="5"/>
                  </a:cubicBezTo>
                  <a:cubicBezTo>
                    <a:pt x="14" y="5"/>
                    <a:pt x="14" y="6"/>
                    <a:pt x="14" y="7"/>
                  </a:cubicBezTo>
                  <a:cubicBezTo>
                    <a:pt x="13" y="7"/>
                    <a:pt x="13" y="7"/>
                    <a:pt x="12" y="7"/>
                  </a:cubicBezTo>
                  <a:cubicBezTo>
                    <a:pt x="12" y="7"/>
                    <a:pt x="11" y="7"/>
                    <a:pt x="11" y="7"/>
                  </a:cubicBezTo>
                  <a:cubicBezTo>
                    <a:pt x="11" y="7"/>
                    <a:pt x="11" y="8"/>
                    <a:pt x="11" y="8"/>
                  </a:cubicBezTo>
                  <a:cubicBezTo>
                    <a:pt x="11" y="9"/>
                    <a:pt x="11" y="9"/>
                    <a:pt x="11" y="10"/>
                  </a:cubicBezTo>
                  <a:cubicBezTo>
                    <a:pt x="10" y="10"/>
                    <a:pt x="10" y="10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9" y="11"/>
                    <a:pt x="8" y="11"/>
                    <a:pt x="8" y="11"/>
                  </a:cubicBezTo>
                  <a:cubicBezTo>
                    <a:pt x="7" y="11"/>
                    <a:pt x="6" y="11"/>
                    <a:pt x="6" y="11"/>
                  </a:cubicBezTo>
                  <a:cubicBezTo>
                    <a:pt x="5" y="11"/>
                    <a:pt x="5" y="11"/>
                    <a:pt x="4" y="11"/>
                  </a:cubicBezTo>
                  <a:cubicBezTo>
                    <a:pt x="4" y="11"/>
                    <a:pt x="3" y="11"/>
                    <a:pt x="3" y="11"/>
                  </a:cubicBezTo>
                  <a:cubicBezTo>
                    <a:pt x="3" y="12"/>
                    <a:pt x="3" y="12"/>
                    <a:pt x="3" y="13"/>
                  </a:cubicBezTo>
                  <a:cubicBezTo>
                    <a:pt x="2" y="13"/>
                    <a:pt x="2" y="13"/>
                    <a:pt x="1" y="13"/>
                  </a:cubicBezTo>
                  <a:cubicBezTo>
                    <a:pt x="1" y="13"/>
                    <a:pt x="1" y="14"/>
                    <a:pt x="1" y="14"/>
                  </a:cubicBezTo>
                  <a:cubicBezTo>
                    <a:pt x="1" y="14"/>
                    <a:pt x="0" y="14"/>
                    <a:pt x="0" y="14"/>
                  </a:cubicBezTo>
                  <a:cubicBezTo>
                    <a:pt x="0" y="15"/>
                    <a:pt x="0" y="16"/>
                    <a:pt x="0" y="16"/>
                  </a:cubicBezTo>
                  <a:cubicBezTo>
                    <a:pt x="0" y="17"/>
                    <a:pt x="0" y="17"/>
                    <a:pt x="0" y="18"/>
                  </a:cubicBezTo>
                  <a:cubicBezTo>
                    <a:pt x="0" y="18"/>
                    <a:pt x="1" y="18"/>
                    <a:pt x="1" y="18"/>
                  </a:cubicBezTo>
                  <a:cubicBezTo>
                    <a:pt x="1" y="18"/>
                    <a:pt x="1" y="19"/>
                    <a:pt x="1" y="19"/>
                  </a:cubicBezTo>
                  <a:cubicBezTo>
                    <a:pt x="1" y="20"/>
                    <a:pt x="1" y="20"/>
                    <a:pt x="1" y="21"/>
                  </a:cubicBezTo>
                  <a:cubicBezTo>
                    <a:pt x="2" y="21"/>
                    <a:pt x="2" y="21"/>
                    <a:pt x="3" y="21"/>
                  </a:cubicBezTo>
                  <a:cubicBezTo>
                    <a:pt x="3" y="22"/>
                    <a:pt x="3" y="22"/>
                    <a:pt x="3" y="23"/>
                  </a:cubicBezTo>
                  <a:cubicBezTo>
                    <a:pt x="3" y="23"/>
                    <a:pt x="3" y="24"/>
                    <a:pt x="3" y="24"/>
                  </a:cubicBezTo>
                  <a:cubicBezTo>
                    <a:pt x="3" y="24"/>
                    <a:pt x="4" y="24"/>
                    <a:pt x="4" y="24"/>
                  </a:cubicBezTo>
                  <a:cubicBezTo>
                    <a:pt x="4" y="25"/>
                    <a:pt x="4" y="25"/>
                    <a:pt x="4" y="26"/>
                  </a:cubicBezTo>
                  <a:cubicBezTo>
                    <a:pt x="4" y="26"/>
                    <a:pt x="4" y="27"/>
                    <a:pt x="4" y="27"/>
                  </a:cubicBezTo>
                  <a:cubicBezTo>
                    <a:pt x="5" y="27"/>
                    <a:pt x="5" y="27"/>
                    <a:pt x="6" y="27"/>
                  </a:cubicBezTo>
                  <a:cubicBezTo>
                    <a:pt x="6" y="27"/>
                    <a:pt x="7" y="27"/>
                    <a:pt x="8" y="27"/>
                  </a:cubicBezTo>
                  <a:cubicBezTo>
                    <a:pt x="8" y="27"/>
                    <a:pt x="9" y="27"/>
                    <a:pt x="9" y="27"/>
                  </a:cubicBezTo>
                  <a:cubicBezTo>
                    <a:pt x="10" y="27"/>
                    <a:pt x="10" y="27"/>
                    <a:pt x="11" y="27"/>
                  </a:cubicBezTo>
                  <a:cubicBezTo>
                    <a:pt x="11" y="27"/>
                    <a:pt x="12" y="27"/>
                    <a:pt x="12" y="27"/>
                  </a:cubicBezTo>
                  <a:cubicBezTo>
                    <a:pt x="13" y="27"/>
                    <a:pt x="13" y="27"/>
                    <a:pt x="14" y="27"/>
                  </a:cubicBezTo>
                  <a:cubicBezTo>
                    <a:pt x="14" y="27"/>
                    <a:pt x="15" y="27"/>
                    <a:pt x="15" y="27"/>
                  </a:cubicBezTo>
                  <a:cubicBezTo>
                    <a:pt x="15" y="28"/>
                    <a:pt x="15" y="28"/>
                    <a:pt x="15" y="29"/>
                  </a:cubicBezTo>
                  <a:cubicBezTo>
                    <a:pt x="16" y="29"/>
                    <a:pt x="16" y="29"/>
                    <a:pt x="17" y="29"/>
                  </a:cubicBezTo>
                  <a:cubicBezTo>
                    <a:pt x="17" y="30"/>
                    <a:pt x="17" y="30"/>
                    <a:pt x="17" y="31"/>
                  </a:cubicBezTo>
                  <a:cubicBezTo>
                    <a:pt x="17" y="31"/>
                    <a:pt x="18" y="31"/>
                    <a:pt x="18" y="31"/>
                  </a:cubicBezTo>
                  <a:cubicBezTo>
                    <a:pt x="18" y="31"/>
                    <a:pt x="18" y="32"/>
                    <a:pt x="18" y="32"/>
                  </a:cubicBezTo>
                  <a:cubicBezTo>
                    <a:pt x="18" y="33"/>
                    <a:pt x="18" y="33"/>
                    <a:pt x="18" y="34"/>
                  </a:cubicBezTo>
                  <a:cubicBezTo>
                    <a:pt x="18" y="34"/>
                    <a:pt x="18" y="35"/>
                    <a:pt x="18" y="36"/>
                  </a:cubicBezTo>
                  <a:cubicBezTo>
                    <a:pt x="18" y="36"/>
                    <a:pt x="18" y="37"/>
                    <a:pt x="18" y="37"/>
                  </a:cubicBezTo>
                  <a:cubicBezTo>
                    <a:pt x="19" y="37"/>
                    <a:pt x="19" y="37"/>
                    <a:pt x="20" y="37"/>
                  </a:cubicBezTo>
                  <a:cubicBezTo>
                    <a:pt x="20" y="38"/>
                    <a:pt x="20" y="38"/>
                    <a:pt x="20" y="39"/>
                  </a:cubicBezTo>
                  <a:cubicBezTo>
                    <a:pt x="20" y="39"/>
                    <a:pt x="21" y="39"/>
                    <a:pt x="22" y="39"/>
                  </a:cubicBezTo>
                  <a:cubicBezTo>
                    <a:pt x="22" y="39"/>
                    <a:pt x="22" y="40"/>
                    <a:pt x="22" y="40"/>
                  </a:cubicBezTo>
                  <a:cubicBezTo>
                    <a:pt x="22" y="41"/>
                    <a:pt x="22" y="41"/>
                    <a:pt x="22" y="42"/>
                  </a:cubicBezTo>
                  <a:cubicBezTo>
                    <a:pt x="22" y="42"/>
                    <a:pt x="22" y="43"/>
                    <a:pt x="22" y="43"/>
                  </a:cubicBezTo>
                  <a:cubicBezTo>
                    <a:pt x="22" y="44"/>
                    <a:pt x="22" y="45"/>
                    <a:pt x="22" y="45"/>
                  </a:cubicBezTo>
                  <a:cubicBezTo>
                    <a:pt x="22" y="46"/>
                    <a:pt x="22" y="46"/>
                    <a:pt x="22" y="47"/>
                  </a:cubicBezTo>
                  <a:cubicBezTo>
                    <a:pt x="21" y="47"/>
                    <a:pt x="20" y="47"/>
                    <a:pt x="20" y="47"/>
                  </a:cubicBezTo>
                  <a:cubicBezTo>
                    <a:pt x="20" y="47"/>
                    <a:pt x="20" y="48"/>
                    <a:pt x="20" y="48"/>
                  </a:cubicBezTo>
                  <a:cubicBezTo>
                    <a:pt x="20" y="49"/>
                    <a:pt x="20" y="49"/>
                    <a:pt x="20" y="50"/>
                  </a:cubicBezTo>
                  <a:cubicBezTo>
                    <a:pt x="20" y="51"/>
                    <a:pt x="20" y="51"/>
                    <a:pt x="20" y="52"/>
                  </a:cubicBezTo>
                  <a:cubicBezTo>
                    <a:pt x="20" y="52"/>
                    <a:pt x="21" y="52"/>
                    <a:pt x="22" y="52"/>
                  </a:cubicBezTo>
                  <a:cubicBezTo>
                    <a:pt x="22" y="52"/>
                    <a:pt x="22" y="53"/>
                    <a:pt x="22" y="53"/>
                  </a:cubicBezTo>
                  <a:cubicBezTo>
                    <a:pt x="21" y="53"/>
                    <a:pt x="20" y="53"/>
                    <a:pt x="20" y="53"/>
                  </a:cubicBezTo>
                  <a:cubicBezTo>
                    <a:pt x="20" y="54"/>
                    <a:pt x="20" y="54"/>
                    <a:pt x="20" y="55"/>
                  </a:cubicBezTo>
                  <a:cubicBezTo>
                    <a:pt x="19" y="55"/>
                    <a:pt x="19" y="55"/>
                    <a:pt x="18" y="55"/>
                  </a:cubicBezTo>
                  <a:cubicBezTo>
                    <a:pt x="18" y="55"/>
                    <a:pt x="18" y="56"/>
                    <a:pt x="18" y="56"/>
                  </a:cubicBezTo>
                  <a:cubicBezTo>
                    <a:pt x="18" y="57"/>
                    <a:pt x="18" y="57"/>
                    <a:pt x="18" y="58"/>
                  </a:cubicBezTo>
                  <a:cubicBezTo>
                    <a:pt x="18" y="59"/>
                    <a:pt x="18" y="59"/>
                    <a:pt x="18" y="60"/>
                  </a:cubicBezTo>
                  <a:cubicBezTo>
                    <a:pt x="19" y="60"/>
                    <a:pt x="19" y="60"/>
                    <a:pt x="19" y="60"/>
                  </a:cubicBezTo>
                  <a:cubicBezTo>
                    <a:pt x="20" y="60"/>
                    <a:pt x="20" y="60"/>
                    <a:pt x="20" y="60"/>
                  </a:cubicBezTo>
                  <a:cubicBezTo>
                    <a:pt x="20" y="60"/>
                    <a:pt x="21" y="60"/>
                    <a:pt x="22" y="60"/>
                  </a:cubicBezTo>
                  <a:cubicBezTo>
                    <a:pt x="22" y="60"/>
                    <a:pt x="23" y="60"/>
                    <a:pt x="23" y="60"/>
                  </a:cubicBezTo>
                  <a:cubicBezTo>
                    <a:pt x="24" y="60"/>
                    <a:pt x="24" y="60"/>
                    <a:pt x="25" y="60"/>
                  </a:cubicBezTo>
                  <a:cubicBezTo>
                    <a:pt x="25" y="60"/>
                    <a:pt x="25" y="61"/>
                    <a:pt x="25" y="61"/>
                  </a:cubicBezTo>
                  <a:cubicBezTo>
                    <a:pt x="24" y="61"/>
                    <a:pt x="24" y="61"/>
                    <a:pt x="23" y="61"/>
                  </a:cubicBezTo>
                  <a:cubicBezTo>
                    <a:pt x="23" y="62"/>
                    <a:pt x="23" y="62"/>
                    <a:pt x="23" y="63"/>
                  </a:cubicBezTo>
                  <a:cubicBezTo>
                    <a:pt x="23" y="63"/>
                    <a:pt x="22" y="63"/>
                    <a:pt x="22" y="63"/>
                  </a:cubicBezTo>
                  <a:cubicBezTo>
                    <a:pt x="22" y="63"/>
                    <a:pt x="22" y="64"/>
                    <a:pt x="22" y="65"/>
                  </a:cubicBezTo>
                  <a:cubicBezTo>
                    <a:pt x="21" y="65"/>
                    <a:pt x="20" y="65"/>
                    <a:pt x="20" y="65"/>
                  </a:cubicBezTo>
                  <a:cubicBezTo>
                    <a:pt x="20" y="65"/>
                    <a:pt x="20" y="66"/>
                    <a:pt x="20" y="66"/>
                  </a:cubicBezTo>
                  <a:cubicBezTo>
                    <a:pt x="20" y="67"/>
                    <a:pt x="20" y="67"/>
                    <a:pt x="20" y="68"/>
                  </a:cubicBezTo>
                  <a:cubicBezTo>
                    <a:pt x="19" y="68"/>
                    <a:pt x="19" y="68"/>
                    <a:pt x="18" y="68"/>
                  </a:cubicBezTo>
                  <a:cubicBezTo>
                    <a:pt x="18" y="68"/>
                    <a:pt x="18" y="69"/>
                    <a:pt x="18" y="69"/>
                  </a:cubicBezTo>
                  <a:cubicBezTo>
                    <a:pt x="18" y="70"/>
                    <a:pt x="18" y="70"/>
                    <a:pt x="18" y="71"/>
                  </a:cubicBezTo>
                  <a:cubicBezTo>
                    <a:pt x="18" y="71"/>
                    <a:pt x="18" y="72"/>
                    <a:pt x="18" y="73"/>
                  </a:cubicBezTo>
                  <a:cubicBezTo>
                    <a:pt x="18" y="73"/>
                    <a:pt x="18" y="74"/>
                    <a:pt x="18" y="74"/>
                  </a:cubicBezTo>
                  <a:cubicBezTo>
                    <a:pt x="19" y="74"/>
                    <a:pt x="19" y="74"/>
                    <a:pt x="20" y="74"/>
                  </a:cubicBezTo>
                  <a:cubicBezTo>
                    <a:pt x="20" y="75"/>
                    <a:pt x="20" y="75"/>
                    <a:pt x="20" y="76"/>
                  </a:cubicBezTo>
                  <a:cubicBezTo>
                    <a:pt x="20" y="76"/>
                    <a:pt x="20" y="77"/>
                    <a:pt x="20" y="77"/>
                  </a:cubicBezTo>
                  <a:cubicBezTo>
                    <a:pt x="20" y="78"/>
                    <a:pt x="20" y="79"/>
                    <a:pt x="20" y="79"/>
                  </a:cubicBezTo>
                  <a:cubicBezTo>
                    <a:pt x="20" y="80"/>
                    <a:pt x="20" y="80"/>
                    <a:pt x="20" y="81"/>
                  </a:cubicBezTo>
                  <a:cubicBezTo>
                    <a:pt x="20" y="81"/>
                    <a:pt x="20" y="82"/>
                    <a:pt x="20" y="82"/>
                  </a:cubicBezTo>
                  <a:cubicBezTo>
                    <a:pt x="20" y="83"/>
                    <a:pt x="20" y="83"/>
                    <a:pt x="20" y="84"/>
                  </a:cubicBezTo>
                  <a:cubicBezTo>
                    <a:pt x="20" y="84"/>
                    <a:pt x="20" y="85"/>
                    <a:pt x="20" y="85"/>
                  </a:cubicBezTo>
                  <a:cubicBezTo>
                    <a:pt x="20" y="86"/>
                    <a:pt x="20" y="87"/>
                    <a:pt x="20" y="87"/>
                  </a:cubicBezTo>
                  <a:cubicBezTo>
                    <a:pt x="20" y="87"/>
                    <a:pt x="21" y="87"/>
                    <a:pt x="22" y="87"/>
                  </a:cubicBezTo>
                  <a:cubicBezTo>
                    <a:pt x="22" y="88"/>
                    <a:pt x="22" y="88"/>
                    <a:pt x="22" y="89"/>
                  </a:cubicBezTo>
                  <a:cubicBezTo>
                    <a:pt x="22" y="89"/>
                    <a:pt x="22" y="90"/>
                    <a:pt x="22" y="90"/>
                  </a:cubicBezTo>
                  <a:cubicBezTo>
                    <a:pt x="22" y="90"/>
                    <a:pt x="23" y="90"/>
                    <a:pt x="23" y="90"/>
                  </a:cubicBezTo>
                  <a:cubicBezTo>
                    <a:pt x="23" y="91"/>
                    <a:pt x="23" y="91"/>
                    <a:pt x="23" y="92"/>
                  </a:cubicBezTo>
                  <a:cubicBezTo>
                    <a:pt x="24" y="92"/>
                    <a:pt x="24" y="92"/>
                    <a:pt x="25" y="92"/>
                  </a:cubicBezTo>
                  <a:cubicBezTo>
                    <a:pt x="25" y="92"/>
                    <a:pt x="25" y="93"/>
                    <a:pt x="25" y="94"/>
                  </a:cubicBezTo>
                  <a:cubicBezTo>
                    <a:pt x="25" y="94"/>
                    <a:pt x="26" y="94"/>
                    <a:pt x="26" y="94"/>
                  </a:cubicBezTo>
                  <a:cubicBezTo>
                    <a:pt x="27" y="94"/>
                    <a:pt x="27" y="94"/>
                    <a:pt x="28" y="94"/>
                  </a:cubicBezTo>
                  <a:cubicBezTo>
                    <a:pt x="28" y="94"/>
                    <a:pt x="28" y="95"/>
                    <a:pt x="28" y="95"/>
                  </a:cubicBezTo>
                  <a:cubicBezTo>
                    <a:pt x="28" y="95"/>
                    <a:pt x="29" y="95"/>
                    <a:pt x="29" y="95"/>
                  </a:cubicBezTo>
                  <a:cubicBezTo>
                    <a:pt x="29" y="96"/>
                    <a:pt x="29" y="96"/>
                    <a:pt x="29" y="97"/>
                  </a:cubicBezTo>
                  <a:cubicBezTo>
                    <a:pt x="30" y="97"/>
                    <a:pt x="30" y="97"/>
                    <a:pt x="31" y="97"/>
                  </a:cubicBezTo>
                  <a:cubicBezTo>
                    <a:pt x="31" y="97"/>
                    <a:pt x="31" y="98"/>
                    <a:pt x="31" y="98"/>
                  </a:cubicBezTo>
                  <a:cubicBezTo>
                    <a:pt x="32" y="98"/>
                    <a:pt x="32" y="98"/>
                    <a:pt x="33" y="98"/>
                  </a:cubicBezTo>
                  <a:cubicBezTo>
                    <a:pt x="33" y="98"/>
                    <a:pt x="34" y="98"/>
                    <a:pt x="34" y="98"/>
                  </a:cubicBezTo>
                  <a:cubicBezTo>
                    <a:pt x="34" y="98"/>
                    <a:pt x="34" y="97"/>
                    <a:pt x="34" y="97"/>
                  </a:cubicBezTo>
                  <a:cubicBezTo>
                    <a:pt x="35" y="97"/>
                    <a:pt x="35" y="97"/>
                    <a:pt x="36" y="97"/>
                  </a:cubicBezTo>
                  <a:cubicBezTo>
                    <a:pt x="36" y="96"/>
                    <a:pt x="36" y="96"/>
                    <a:pt x="36" y="95"/>
                  </a:cubicBezTo>
                  <a:cubicBezTo>
                    <a:pt x="36" y="95"/>
                    <a:pt x="36" y="94"/>
                    <a:pt x="36" y="94"/>
                  </a:cubicBezTo>
                  <a:cubicBezTo>
                    <a:pt x="36" y="94"/>
                    <a:pt x="37" y="94"/>
                    <a:pt x="37" y="94"/>
                  </a:cubicBezTo>
                  <a:cubicBezTo>
                    <a:pt x="37" y="93"/>
                    <a:pt x="37" y="92"/>
                    <a:pt x="37" y="92"/>
                  </a:cubicBezTo>
                  <a:cubicBezTo>
                    <a:pt x="37" y="91"/>
                    <a:pt x="37" y="91"/>
                    <a:pt x="37" y="90"/>
                  </a:cubicBezTo>
                  <a:cubicBezTo>
                    <a:pt x="38" y="90"/>
                    <a:pt x="38" y="90"/>
                    <a:pt x="39" y="90"/>
                  </a:cubicBezTo>
                  <a:cubicBezTo>
                    <a:pt x="39" y="90"/>
                    <a:pt x="39" y="89"/>
                    <a:pt x="39" y="89"/>
                  </a:cubicBezTo>
                  <a:cubicBezTo>
                    <a:pt x="39" y="88"/>
                    <a:pt x="39" y="88"/>
                    <a:pt x="39" y="87"/>
                  </a:cubicBezTo>
                  <a:cubicBezTo>
                    <a:pt x="39" y="87"/>
                    <a:pt x="40" y="87"/>
                    <a:pt x="40" y="87"/>
                  </a:cubicBezTo>
                  <a:cubicBezTo>
                    <a:pt x="40" y="87"/>
                    <a:pt x="40" y="86"/>
                    <a:pt x="40" y="85"/>
                  </a:cubicBezTo>
                  <a:cubicBezTo>
                    <a:pt x="41" y="85"/>
                    <a:pt x="41" y="85"/>
                    <a:pt x="42" y="85"/>
                  </a:cubicBezTo>
                  <a:cubicBezTo>
                    <a:pt x="42" y="85"/>
                    <a:pt x="42" y="84"/>
                    <a:pt x="42" y="84"/>
                  </a:cubicBezTo>
                  <a:cubicBezTo>
                    <a:pt x="42" y="83"/>
                    <a:pt x="42" y="83"/>
                    <a:pt x="42" y="82"/>
                  </a:cubicBezTo>
                  <a:cubicBezTo>
                    <a:pt x="42" y="82"/>
                    <a:pt x="43" y="82"/>
                    <a:pt x="43" y="82"/>
                  </a:cubicBezTo>
                  <a:cubicBezTo>
                    <a:pt x="43" y="82"/>
                    <a:pt x="43" y="81"/>
                    <a:pt x="43" y="81"/>
                  </a:cubicBezTo>
                  <a:cubicBezTo>
                    <a:pt x="43" y="80"/>
                    <a:pt x="43" y="80"/>
                    <a:pt x="43" y="79"/>
                  </a:cubicBezTo>
                  <a:cubicBezTo>
                    <a:pt x="44" y="79"/>
                    <a:pt x="45" y="79"/>
                    <a:pt x="45" y="79"/>
                  </a:cubicBezTo>
                  <a:cubicBezTo>
                    <a:pt x="46" y="79"/>
                    <a:pt x="46" y="79"/>
                    <a:pt x="47" y="79"/>
                  </a:cubicBezTo>
                  <a:cubicBezTo>
                    <a:pt x="47" y="79"/>
                    <a:pt x="48" y="79"/>
                    <a:pt x="48" y="79"/>
                  </a:cubicBezTo>
                  <a:cubicBezTo>
                    <a:pt x="48" y="79"/>
                    <a:pt x="48" y="78"/>
                    <a:pt x="48" y="77"/>
                  </a:cubicBezTo>
                  <a:cubicBezTo>
                    <a:pt x="49" y="77"/>
                    <a:pt x="49" y="77"/>
                    <a:pt x="50" y="77"/>
                  </a:cubicBezTo>
                  <a:cubicBezTo>
                    <a:pt x="50" y="77"/>
                    <a:pt x="51" y="77"/>
                    <a:pt x="51" y="77"/>
                  </a:cubicBezTo>
                  <a:cubicBezTo>
                    <a:pt x="52" y="77"/>
                    <a:pt x="52" y="77"/>
                    <a:pt x="53" y="77"/>
                  </a:cubicBezTo>
                  <a:cubicBezTo>
                    <a:pt x="53" y="77"/>
                    <a:pt x="54" y="77"/>
                    <a:pt x="54" y="77"/>
                  </a:cubicBezTo>
                  <a:cubicBezTo>
                    <a:pt x="54" y="77"/>
                    <a:pt x="54" y="76"/>
                    <a:pt x="54" y="76"/>
                  </a:cubicBezTo>
                  <a:cubicBezTo>
                    <a:pt x="55" y="76"/>
                    <a:pt x="55" y="76"/>
                    <a:pt x="56" y="76"/>
                  </a:cubicBezTo>
                  <a:cubicBezTo>
                    <a:pt x="56" y="75"/>
                    <a:pt x="56" y="75"/>
                    <a:pt x="56" y="74"/>
                  </a:cubicBezTo>
                  <a:cubicBezTo>
                    <a:pt x="56" y="74"/>
                    <a:pt x="57" y="74"/>
                    <a:pt x="57" y="74"/>
                  </a:cubicBezTo>
                  <a:cubicBezTo>
                    <a:pt x="57" y="74"/>
                    <a:pt x="57" y="73"/>
                    <a:pt x="57" y="73"/>
                  </a:cubicBezTo>
                  <a:cubicBezTo>
                    <a:pt x="57" y="72"/>
                    <a:pt x="57" y="71"/>
                    <a:pt x="57" y="71"/>
                  </a:cubicBezTo>
                  <a:cubicBezTo>
                    <a:pt x="58" y="71"/>
                    <a:pt x="59" y="71"/>
                    <a:pt x="59" y="71"/>
                  </a:cubicBezTo>
                  <a:cubicBezTo>
                    <a:pt x="59" y="70"/>
                    <a:pt x="59" y="70"/>
                    <a:pt x="59" y="69"/>
                  </a:cubicBezTo>
                  <a:cubicBezTo>
                    <a:pt x="60" y="69"/>
                    <a:pt x="60" y="69"/>
                    <a:pt x="61" y="69"/>
                  </a:cubicBezTo>
                  <a:cubicBezTo>
                    <a:pt x="61" y="69"/>
                    <a:pt x="62" y="69"/>
                    <a:pt x="62" y="69"/>
                  </a:cubicBezTo>
                  <a:cubicBezTo>
                    <a:pt x="63" y="69"/>
                    <a:pt x="63" y="69"/>
                    <a:pt x="64" y="69"/>
                  </a:cubicBezTo>
                  <a:cubicBezTo>
                    <a:pt x="64" y="69"/>
                    <a:pt x="65" y="69"/>
                    <a:pt x="65" y="69"/>
                  </a:cubicBezTo>
                  <a:cubicBezTo>
                    <a:pt x="66" y="69"/>
                    <a:pt x="66" y="69"/>
                    <a:pt x="67" y="69"/>
                  </a:cubicBezTo>
                  <a:cubicBezTo>
                    <a:pt x="67" y="69"/>
                    <a:pt x="68" y="69"/>
                    <a:pt x="69" y="69"/>
                  </a:cubicBezTo>
                  <a:cubicBezTo>
                    <a:pt x="69" y="69"/>
                    <a:pt x="69" y="68"/>
                    <a:pt x="69" y="68"/>
                  </a:cubicBezTo>
                  <a:cubicBezTo>
                    <a:pt x="69" y="68"/>
                    <a:pt x="70" y="68"/>
                    <a:pt x="70" y="68"/>
                  </a:cubicBezTo>
                  <a:cubicBezTo>
                    <a:pt x="71" y="68"/>
                    <a:pt x="71" y="68"/>
                    <a:pt x="72" y="68"/>
                  </a:cubicBezTo>
                  <a:cubicBezTo>
                    <a:pt x="72" y="67"/>
                    <a:pt x="72" y="67"/>
                    <a:pt x="72" y="66"/>
                  </a:cubicBezTo>
                  <a:cubicBezTo>
                    <a:pt x="72" y="66"/>
                    <a:pt x="73" y="66"/>
                    <a:pt x="73" y="66"/>
                  </a:cubicBezTo>
                  <a:cubicBezTo>
                    <a:pt x="74" y="66"/>
                    <a:pt x="74" y="66"/>
                    <a:pt x="75" y="66"/>
                  </a:cubicBezTo>
                  <a:cubicBezTo>
                    <a:pt x="75" y="66"/>
                    <a:pt x="75" y="65"/>
                    <a:pt x="75" y="65"/>
                  </a:cubicBezTo>
                  <a:cubicBezTo>
                    <a:pt x="75" y="65"/>
                    <a:pt x="76" y="65"/>
                    <a:pt x="76" y="65"/>
                  </a:cubicBezTo>
                  <a:cubicBezTo>
                    <a:pt x="76" y="64"/>
                    <a:pt x="76" y="63"/>
                    <a:pt x="76" y="63"/>
                  </a:cubicBezTo>
                  <a:cubicBezTo>
                    <a:pt x="77" y="63"/>
                    <a:pt x="77" y="63"/>
                    <a:pt x="78" y="63"/>
                  </a:cubicBezTo>
                  <a:cubicBezTo>
                    <a:pt x="78" y="62"/>
                    <a:pt x="78" y="62"/>
                    <a:pt x="78" y="61"/>
                  </a:cubicBezTo>
                  <a:cubicBezTo>
                    <a:pt x="78" y="61"/>
                    <a:pt x="79" y="61"/>
                    <a:pt x="79" y="61"/>
                  </a:cubicBezTo>
                  <a:cubicBezTo>
                    <a:pt x="80" y="61"/>
                    <a:pt x="80" y="61"/>
                    <a:pt x="81" y="61"/>
                  </a:cubicBezTo>
                  <a:cubicBezTo>
                    <a:pt x="81" y="61"/>
                    <a:pt x="81" y="60"/>
                    <a:pt x="81" y="60"/>
                  </a:cubicBezTo>
                  <a:cubicBezTo>
                    <a:pt x="81" y="59"/>
                    <a:pt x="81" y="59"/>
                    <a:pt x="81" y="58"/>
                  </a:cubicBezTo>
                  <a:cubicBezTo>
                    <a:pt x="81" y="57"/>
                    <a:pt x="81" y="57"/>
                    <a:pt x="81" y="56"/>
                  </a:cubicBezTo>
                  <a:cubicBezTo>
                    <a:pt x="81" y="56"/>
                    <a:pt x="81" y="55"/>
                    <a:pt x="81" y="55"/>
                  </a:cubicBezTo>
                  <a:cubicBezTo>
                    <a:pt x="82" y="55"/>
                    <a:pt x="82" y="55"/>
                    <a:pt x="83" y="55"/>
                  </a:cubicBezTo>
                  <a:cubicBezTo>
                    <a:pt x="83" y="54"/>
                    <a:pt x="83" y="54"/>
                    <a:pt x="83" y="53"/>
                  </a:cubicBezTo>
                  <a:cubicBezTo>
                    <a:pt x="83" y="53"/>
                    <a:pt x="83" y="52"/>
                    <a:pt x="83" y="52"/>
                  </a:cubicBezTo>
                  <a:cubicBezTo>
                    <a:pt x="83" y="51"/>
                    <a:pt x="83" y="51"/>
                    <a:pt x="83" y="50"/>
                  </a:cubicBezTo>
                  <a:cubicBezTo>
                    <a:pt x="83" y="49"/>
                    <a:pt x="83" y="49"/>
                    <a:pt x="83" y="48"/>
                  </a:cubicBezTo>
                  <a:cubicBezTo>
                    <a:pt x="83" y="48"/>
                    <a:pt x="84" y="48"/>
                    <a:pt x="84" y="48"/>
                  </a:cubicBezTo>
                  <a:cubicBezTo>
                    <a:pt x="84" y="48"/>
                    <a:pt x="84" y="47"/>
                    <a:pt x="84" y="47"/>
                  </a:cubicBezTo>
                  <a:cubicBezTo>
                    <a:pt x="84" y="46"/>
                    <a:pt x="84" y="46"/>
                    <a:pt x="84" y="45"/>
                  </a:cubicBezTo>
                  <a:cubicBezTo>
                    <a:pt x="84" y="45"/>
                    <a:pt x="83" y="45"/>
                    <a:pt x="83" y="45"/>
                  </a:cubicBezTo>
                  <a:cubicBezTo>
                    <a:pt x="83" y="45"/>
                    <a:pt x="83" y="44"/>
                    <a:pt x="83" y="43"/>
                  </a:cubicBezTo>
                  <a:cubicBezTo>
                    <a:pt x="83" y="43"/>
                    <a:pt x="84" y="43"/>
                    <a:pt x="84" y="43"/>
                  </a:cubicBezTo>
                  <a:cubicBezTo>
                    <a:pt x="84" y="44"/>
                    <a:pt x="84" y="45"/>
                    <a:pt x="84" y="45"/>
                  </a:cubicBezTo>
                  <a:cubicBezTo>
                    <a:pt x="85" y="45"/>
                    <a:pt x="85" y="45"/>
                    <a:pt x="86" y="45"/>
                  </a:cubicBezTo>
                  <a:cubicBezTo>
                    <a:pt x="86" y="45"/>
                    <a:pt x="87" y="45"/>
                    <a:pt x="87" y="45"/>
                  </a:cubicBezTo>
                  <a:cubicBezTo>
                    <a:pt x="87" y="45"/>
                    <a:pt x="87" y="44"/>
                    <a:pt x="87" y="43"/>
                  </a:cubicBezTo>
                  <a:cubicBezTo>
                    <a:pt x="87" y="43"/>
                    <a:pt x="87" y="42"/>
                    <a:pt x="87" y="42"/>
                  </a:cubicBezTo>
                  <a:cubicBezTo>
                    <a:pt x="87" y="41"/>
                    <a:pt x="87" y="41"/>
                    <a:pt x="87" y="40"/>
                  </a:cubicBezTo>
                  <a:cubicBezTo>
                    <a:pt x="87" y="40"/>
                    <a:pt x="86" y="40"/>
                    <a:pt x="86" y="40"/>
                  </a:cubicBezTo>
                  <a:cubicBezTo>
                    <a:pt x="86" y="40"/>
                    <a:pt x="86" y="39"/>
                    <a:pt x="86" y="39"/>
                  </a:cubicBezTo>
                  <a:cubicBezTo>
                    <a:pt x="86" y="39"/>
                    <a:pt x="87" y="39"/>
                    <a:pt x="87" y="39"/>
                  </a:cubicBezTo>
                  <a:cubicBezTo>
                    <a:pt x="87" y="38"/>
                    <a:pt x="87" y="38"/>
                    <a:pt x="87" y="37"/>
                  </a:cubicBezTo>
                  <a:cubicBezTo>
                    <a:pt x="87" y="37"/>
                    <a:pt x="86" y="37"/>
                    <a:pt x="86" y="37"/>
                  </a:cubicBezTo>
                  <a:cubicBezTo>
                    <a:pt x="85" y="37"/>
                    <a:pt x="85" y="37"/>
                    <a:pt x="84" y="37"/>
                  </a:cubicBezTo>
                  <a:cubicBezTo>
                    <a:pt x="84" y="37"/>
                    <a:pt x="84" y="36"/>
                    <a:pt x="84" y="36"/>
                  </a:cubicBezTo>
                  <a:cubicBezTo>
                    <a:pt x="84" y="35"/>
                    <a:pt x="84" y="34"/>
                    <a:pt x="84" y="34"/>
                  </a:cubicBezTo>
                  <a:cubicBezTo>
                    <a:pt x="85" y="34"/>
                    <a:pt x="85" y="34"/>
                    <a:pt x="86" y="34"/>
                  </a:cubicBezTo>
                  <a:cubicBezTo>
                    <a:pt x="86" y="34"/>
                    <a:pt x="86" y="35"/>
                    <a:pt x="86" y="36"/>
                  </a:cubicBezTo>
                  <a:cubicBezTo>
                    <a:pt x="86" y="36"/>
                    <a:pt x="87" y="36"/>
                    <a:pt x="87" y="36"/>
                  </a:cubicBezTo>
                  <a:cubicBezTo>
                    <a:pt x="87" y="36"/>
                    <a:pt x="87" y="37"/>
                    <a:pt x="87" y="37"/>
                  </a:cubicBezTo>
                  <a:cubicBezTo>
                    <a:pt x="88" y="37"/>
                    <a:pt x="88" y="37"/>
                    <a:pt x="89" y="37"/>
                  </a:cubicBezTo>
                  <a:cubicBezTo>
                    <a:pt x="89" y="37"/>
                    <a:pt x="89" y="36"/>
                    <a:pt x="89" y="36"/>
                  </a:cubicBezTo>
                  <a:cubicBezTo>
                    <a:pt x="89" y="35"/>
                    <a:pt x="89" y="34"/>
                    <a:pt x="89" y="34"/>
                  </a:cubicBezTo>
                  <a:cubicBezTo>
                    <a:pt x="89" y="33"/>
                    <a:pt x="89" y="33"/>
                    <a:pt x="89" y="32"/>
                  </a:cubicBezTo>
                  <a:cubicBezTo>
                    <a:pt x="89" y="32"/>
                    <a:pt x="89" y="31"/>
                    <a:pt x="89" y="31"/>
                  </a:cubicBezTo>
                  <a:cubicBezTo>
                    <a:pt x="89" y="30"/>
                    <a:pt x="89" y="30"/>
                    <a:pt x="89" y="29"/>
                  </a:cubicBezTo>
                  <a:cubicBezTo>
                    <a:pt x="89" y="28"/>
                    <a:pt x="89" y="28"/>
                    <a:pt x="89" y="27"/>
                  </a:cubicBezTo>
                  <a:cubicBezTo>
                    <a:pt x="88" y="27"/>
                    <a:pt x="88" y="27"/>
                    <a:pt x="87" y="27"/>
                  </a:cubicBezTo>
                  <a:cubicBezTo>
                    <a:pt x="87" y="27"/>
                    <a:pt x="86" y="27"/>
                    <a:pt x="86" y="27"/>
                  </a:cubicBezTo>
                  <a:cubicBezTo>
                    <a:pt x="86" y="27"/>
                    <a:pt x="86" y="26"/>
                    <a:pt x="86" y="26"/>
                  </a:cubicBezTo>
                  <a:cubicBezTo>
                    <a:pt x="86" y="26"/>
                    <a:pt x="87" y="26"/>
                    <a:pt x="87" y="26"/>
                  </a:cubicBezTo>
                  <a:cubicBezTo>
                    <a:pt x="87" y="25"/>
                    <a:pt x="87" y="25"/>
                    <a:pt x="87" y="24"/>
                  </a:cubicBezTo>
                  <a:cubicBezTo>
                    <a:pt x="88" y="24"/>
                    <a:pt x="88" y="24"/>
                    <a:pt x="89" y="24"/>
                  </a:cubicBezTo>
                  <a:cubicBezTo>
                    <a:pt x="89" y="24"/>
                    <a:pt x="89" y="23"/>
                    <a:pt x="89" y="23"/>
                  </a:cubicBezTo>
                  <a:cubicBezTo>
                    <a:pt x="89" y="23"/>
                    <a:pt x="90" y="23"/>
                    <a:pt x="90" y="23"/>
                  </a:cubicBezTo>
                  <a:cubicBezTo>
                    <a:pt x="90" y="22"/>
                    <a:pt x="90" y="22"/>
                    <a:pt x="90" y="21"/>
                  </a:cubicBezTo>
                  <a:cubicBezTo>
                    <a:pt x="90" y="20"/>
                    <a:pt x="90" y="20"/>
                    <a:pt x="90" y="19"/>
                  </a:cubicBezTo>
                  <a:cubicBezTo>
                    <a:pt x="91" y="19"/>
                    <a:pt x="91" y="19"/>
                    <a:pt x="92" y="19"/>
                  </a:cubicBezTo>
                  <a:cubicBezTo>
                    <a:pt x="92" y="19"/>
                    <a:pt x="92" y="18"/>
                    <a:pt x="92" y="18"/>
                  </a:cubicBezTo>
                  <a:cubicBezTo>
                    <a:pt x="93" y="18"/>
                    <a:pt x="93" y="18"/>
                    <a:pt x="94" y="18"/>
                  </a:cubicBezTo>
                  <a:cubicBezTo>
                    <a:pt x="94" y="18"/>
                    <a:pt x="95" y="18"/>
                    <a:pt x="95" y="18"/>
                  </a:cubicBezTo>
                  <a:cubicBezTo>
                    <a:pt x="95" y="17"/>
                    <a:pt x="95" y="17"/>
                    <a:pt x="95" y="16"/>
                  </a:cubicBezTo>
                  <a:cubicBezTo>
                    <a:pt x="96" y="16"/>
                    <a:pt x="96" y="16"/>
                    <a:pt x="97" y="16"/>
                  </a:cubicBezTo>
                  <a:cubicBezTo>
                    <a:pt x="97" y="16"/>
                    <a:pt x="97" y="15"/>
                    <a:pt x="97" y="14"/>
                  </a:cubicBezTo>
                  <a:cubicBezTo>
                    <a:pt x="97" y="14"/>
                    <a:pt x="98" y="14"/>
                    <a:pt x="98" y="14"/>
                  </a:cubicBezTo>
                  <a:cubicBezTo>
                    <a:pt x="99" y="14"/>
                    <a:pt x="99" y="14"/>
                    <a:pt x="100" y="14"/>
                  </a:cubicBezTo>
                  <a:cubicBezTo>
                    <a:pt x="100" y="14"/>
                    <a:pt x="100" y="13"/>
                    <a:pt x="100" y="13"/>
                  </a:cubicBezTo>
                  <a:cubicBezTo>
                    <a:pt x="99" y="13"/>
                    <a:pt x="99" y="13"/>
                    <a:pt x="98" y="13"/>
                  </a:cubicBezTo>
                  <a:cubicBezTo>
                    <a:pt x="98" y="12"/>
                    <a:pt x="98" y="12"/>
                    <a:pt x="98" y="11"/>
                  </a:cubicBezTo>
                  <a:cubicBezTo>
                    <a:pt x="98" y="11"/>
                    <a:pt x="97" y="11"/>
                    <a:pt x="97" y="11"/>
                  </a:cubicBezTo>
                  <a:cubicBezTo>
                    <a:pt x="96" y="11"/>
                    <a:pt x="96" y="11"/>
                    <a:pt x="95" y="11"/>
                  </a:cubicBezTo>
                  <a:cubicBezTo>
                    <a:pt x="95" y="11"/>
                    <a:pt x="94" y="11"/>
                    <a:pt x="94" y="11"/>
                  </a:cubicBezTo>
                  <a:cubicBezTo>
                    <a:pt x="93" y="11"/>
                    <a:pt x="93" y="11"/>
                    <a:pt x="92" y="11"/>
                  </a:cubicBezTo>
                  <a:cubicBezTo>
                    <a:pt x="91" y="11"/>
                    <a:pt x="91" y="11"/>
                    <a:pt x="90" y="11"/>
                  </a:cubicBezTo>
                  <a:cubicBezTo>
                    <a:pt x="90" y="12"/>
                    <a:pt x="90" y="12"/>
                    <a:pt x="90" y="13"/>
                  </a:cubicBezTo>
                  <a:cubicBezTo>
                    <a:pt x="90" y="13"/>
                    <a:pt x="89" y="13"/>
                    <a:pt x="89" y="13"/>
                  </a:cubicBezTo>
                  <a:cubicBezTo>
                    <a:pt x="89" y="12"/>
                    <a:pt x="89" y="12"/>
                    <a:pt x="89" y="11"/>
                  </a:cubicBezTo>
                  <a:cubicBezTo>
                    <a:pt x="89" y="11"/>
                    <a:pt x="89" y="10"/>
                    <a:pt x="89" y="10"/>
                  </a:cubicBezTo>
                  <a:cubicBezTo>
                    <a:pt x="88" y="10"/>
                    <a:pt x="88" y="10"/>
                    <a:pt x="87" y="10"/>
                  </a:cubicBezTo>
                  <a:cubicBezTo>
                    <a:pt x="87" y="10"/>
                    <a:pt x="86" y="10"/>
                    <a:pt x="86" y="10"/>
                  </a:cubicBezTo>
                  <a:cubicBezTo>
                    <a:pt x="86" y="10"/>
                    <a:pt x="86" y="11"/>
                    <a:pt x="86" y="11"/>
                  </a:cubicBezTo>
                  <a:cubicBezTo>
                    <a:pt x="85" y="11"/>
                    <a:pt x="85" y="11"/>
                    <a:pt x="84" y="11"/>
                  </a:cubicBezTo>
                  <a:cubicBezTo>
                    <a:pt x="84" y="11"/>
                    <a:pt x="84" y="10"/>
                    <a:pt x="84" y="10"/>
                  </a:cubicBezTo>
                  <a:cubicBezTo>
                    <a:pt x="84" y="9"/>
                    <a:pt x="84" y="9"/>
                    <a:pt x="84" y="8"/>
                  </a:cubicBezTo>
                  <a:cubicBezTo>
                    <a:pt x="84" y="8"/>
                    <a:pt x="83" y="8"/>
                    <a:pt x="83" y="8"/>
                  </a:cubicBezTo>
                  <a:cubicBezTo>
                    <a:pt x="83" y="8"/>
                    <a:pt x="83" y="7"/>
                    <a:pt x="83" y="7"/>
                  </a:cubicBezTo>
                  <a:cubicBezTo>
                    <a:pt x="82" y="7"/>
                    <a:pt x="82" y="7"/>
                    <a:pt x="81" y="7"/>
                  </a:cubicBezTo>
                  <a:cubicBezTo>
                    <a:pt x="81" y="6"/>
                    <a:pt x="81" y="5"/>
                    <a:pt x="81" y="5"/>
                  </a:cubicBezTo>
                  <a:cubicBezTo>
                    <a:pt x="80" y="5"/>
                    <a:pt x="80" y="5"/>
                    <a:pt x="79" y="5"/>
                  </a:cubicBezTo>
                  <a:cubicBezTo>
                    <a:pt x="79" y="4"/>
                    <a:pt x="79" y="4"/>
                    <a:pt x="79" y="3"/>
                  </a:cubicBezTo>
                  <a:cubicBezTo>
                    <a:pt x="79" y="3"/>
                    <a:pt x="78" y="3"/>
                    <a:pt x="78" y="3"/>
                  </a:cubicBezTo>
                  <a:cubicBezTo>
                    <a:pt x="78" y="3"/>
                    <a:pt x="78" y="2"/>
                    <a:pt x="78" y="2"/>
                  </a:cubicBezTo>
                  <a:cubicBezTo>
                    <a:pt x="77" y="2"/>
                    <a:pt x="77" y="2"/>
                    <a:pt x="76" y="2"/>
                  </a:cubicBezTo>
                  <a:cubicBezTo>
                    <a:pt x="76" y="1"/>
                    <a:pt x="76" y="1"/>
                    <a:pt x="76" y="0"/>
                  </a:cubicBezTo>
                  <a:cubicBezTo>
                    <a:pt x="76" y="0"/>
                    <a:pt x="75" y="0"/>
                    <a:pt x="75" y="0"/>
                  </a:cubicBezTo>
                  <a:cubicBezTo>
                    <a:pt x="74" y="0"/>
                    <a:pt x="74" y="0"/>
                    <a:pt x="73" y="0"/>
                  </a:cubicBezTo>
                  <a:cubicBezTo>
                    <a:pt x="73" y="0"/>
                    <a:pt x="72" y="0"/>
                    <a:pt x="72" y="0"/>
                  </a:cubicBezTo>
                  <a:cubicBezTo>
                    <a:pt x="71" y="0"/>
                    <a:pt x="71" y="0"/>
                    <a:pt x="70" y="0"/>
                  </a:cubicBezTo>
                  <a:cubicBezTo>
                    <a:pt x="70" y="0"/>
                    <a:pt x="69" y="0"/>
                    <a:pt x="69" y="0"/>
                  </a:cubicBezTo>
                  <a:cubicBezTo>
                    <a:pt x="68" y="0"/>
                    <a:pt x="67" y="0"/>
                    <a:pt x="67" y="0"/>
                  </a:cubicBezTo>
                  <a:cubicBezTo>
                    <a:pt x="66" y="0"/>
                    <a:pt x="66" y="0"/>
                    <a:pt x="65" y="0"/>
                  </a:cubicBezTo>
                  <a:cubicBezTo>
                    <a:pt x="65" y="0"/>
                    <a:pt x="64" y="0"/>
                    <a:pt x="64" y="0"/>
                  </a:cubicBezTo>
                  <a:cubicBezTo>
                    <a:pt x="63" y="0"/>
                    <a:pt x="63" y="0"/>
                    <a:pt x="62" y="0"/>
                  </a:cubicBezTo>
                  <a:cubicBezTo>
                    <a:pt x="62" y="0"/>
                    <a:pt x="61" y="0"/>
                    <a:pt x="61" y="0"/>
                  </a:cubicBezTo>
                  <a:cubicBezTo>
                    <a:pt x="60" y="0"/>
                    <a:pt x="60" y="0"/>
                    <a:pt x="59" y="0"/>
                  </a:cubicBezTo>
                  <a:cubicBezTo>
                    <a:pt x="59" y="0"/>
                    <a:pt x="58" y="0"/>
                    <a:pt x="57" y="0"/>
                  </a:cubicBezTo>
                  <a:cubicBezTo>
                    <a:pt x="57" y="0"/>
                    <a:pt x="56" y="0"/>
                    <a:pt x="56" y="0"/>
                  </a:cubicBezTo>
                  <a:cubicBezTo>
                    <a:pt x="56" y="1"/>
                    <a:pt x="56" y="1"/>
                    <a:pt x="56" y="2"/>
                  </a:cubicBezTo>
                  <a:cubicBezTo>
                    <a:pt x="55" y="2"/>
                    <a:pt x="55" y="2"/>
                    <a:pt x="54" y="2"/>
                  </a:cubicBezTo>
                  <a:cubicBezTo>
                    <a:pt x="54" y="1"/>
                    <a:pt x="54" y="1"/>
                    <a:pt x="54" y="0"/>
                  </a:cubicBezTo>
                  <a:cubicBezTo>
                    <a:pt x="54" y="0"/>
                    <a:pt x="53" y="0"/>
                    <a:pt x="53" y="0"/>
                  </a:cubicBezTo>
                  <a:cubicBezTo>
                    <a:pt x="52" y="0"/>
                    <a:pt x="52" y="0"/>
                    <a:pt x="51" y="0"/>
                  </a:cubicBezTo>
                  <a:cubicBezTo>
                    <a:pt x="51" y="0"/>
                    <a:pt x="50" y="0"/>
                    <a:pt x="50" y="0"/>
                  </a:cubicBezTo>
                  <a:cubicBezTo>
                    <a:pt x="49" y="0"/>
                    <a:pt x="49" y="0"/>
                    <a:pt x="48" y="0"/>
                  </a:cubicBezTo>
                  <a:cubicBezTo>
                    <a:pt x="48" y="1"/>
                    <a:pt x="48" y="1"/>
                    <a:pt x="48" y="2"/>
                  </a:cubicBezTo>
                  <a:cubicBezTo>
                    <a:pt x="48" y="2"/>
                    <a:pt x="47" y="2"/>
                    <a:pt x="47" y="2"/>
                  </a:cubicBezTo>
                  <a:cubicBezTo>
                    <a:pt x="47" y="2"/>
                    <a:pt x="47" y="3"/>
                    <a:pt x="47" y="3"/>
                  </a:cubicBezTo>
                  <a:cubicBezTo>
                    <a:pt x="47" y="3"/>
                    <a:pt x="48" y="3"/>
                    <a:pt x="48" y="3"/>
                  </a:cubicBezTo>
                  <a:cubicBezTo>
                    <a:pt x="49" y="3"/>
                    <a:pt x="49" y="3"/>
                    <a:pt x="50" y="3"/>
                  </a:cubicBezTo>
                  <a:cubicBezTo>
                    <a:pt x="50" y="4"/>
                    <a:pt x="50" y="4"/>
                    <a:pt x="50" y="5"/>
                  </a:cubicBezTo>
                  <a:cubicBezTo>
                    <a:pt x="49" y="5"/>
                    <a:pt x="49" y="5"/>
                    <a:pt x="48" y="5"/>
                  </a:cubicBezTo>
                  <a:cubicBezTo>
                    <a:pt x="48" y="5"/>
                    <a:pt x="48" y="6"/>
                    <a:pt x="48" y="7"/>
                  </a:cubicBezTo>
                  <a:cubicBezTo>
                    <a:pt x="48" y="7"/>
                    <a:pt x="47" y="7"/>
                    <a:pt x="47" y="7"/>
                  </a:cubicBezTo>
                  <a:cubicBezTo>
                    <a:pt x="47" y="6"/>
                    <a:pt x="47" y="5"/>
                    <a:pt x="47" y="5"/>
                  </a:cubicBezTo>
                  <a:cubicBezTo>
                    <a:pt x="47" y="4"/>
                    <a:pt x="47" y="4"/>
                    <a:pt x="47" y="3"/>
                  </a:cubicBezTo>
                  <a:cubicBezTo>
                    <a:pt x="46" y="3"/>
                    <a:pt x="46" y="3"/>
                    <a:pt x="45" y="3"/>
                  </a:cubicBezTo>
                  <a:cubicBezTo>
                    <a:pt x="45" y="3"/>
                    <a:pt x="44" y="3"/>
                    <a:pt x="43" y="3"/>
                  </a:cubicBezTo>
                  <a:cubicBezTo>
                    <a:pt x="43" y="3"/>
                    <a:pt x="42" y="3"/>
                    <a:pt x="42" y="3"/>
                  </a:cubicBezTo>
                  <a:cubicBezTo>
                    <a:pt x="42" y="3"/>
                    <a:pt x="42" y="2"/>
                    <a:pt x="42" y="2"/>
                  </a:cubicBezTo>
                  <a:cubicBezTo>
                    <a:pt x="41" y="2"/>
                    <a:pt x="41" y="2"/>
                    <a:pt x="40" y="2"/>
                  </a:cubicBezTo>
                  <a:cubicBezTo>
                    <a:pt x="40" y="2"/>
                    <a:pt x="39" y="2"/>
                    <a:pt x="39" y="2"/>
                  </a:cubicBezTo>
                  <a:cubicBezTo>
                    <a:pt x="38" y="2"/>
                    <a:pt x="38" y="2"/>
                    <a:pt x="37" y="2"/>
                  </a:cubicBezTo>
                  <a:cubicBezTo>
                    <a:pt x="37" y="2"/>
                    <a:pt x="36" y="2"/>
                    <a:pt x="36" y="2"/>
                  </a:cubicBezTo>
                  <a:cubicBezTo>
                    <a:pt x="36" y="2"/>
                    <a:pt x="36" y="3"/>
                    <a:pt x="36" y="3"/>
                  </a:cubicBezTo>
                  <a:cubicBezTo>
                    <a:pt x="35" y="3"/>
                    <a:pt x="35" y="3"/>
                    <a:pt x="34" y="3"/>
                  </a:cubicBezTo>
                  <a:cubicBezTo>
                    <a:pt x="34" y="3"/>
                    <a:pt x="34" y="2"/>
                    <a:pt x="34" y="2"/>
                  </a:cubicBezTo>
                  <a:cubicBezTo>
                    <a:pt x="34" y="2"/>
                    <a:pt x="33" y="2"/>
                    <a:pt x="33" y="2"/>
                  </a:cubicBezTo>
                  <a:cubicBezTo>
                    <a:pt x="32" y="2"/>
                    <a:pt x="32" y="2"/>
                    <a:pt x="31" y="2"/>
                  </a:cubicBezTo>
                  <a:cubicBezTo>
                    <a:pt x="30" y="2"/>
                    <a:pt x="30" y="2"/>
                    <a:pt x="29" y="2"/>
                  </a:cubicBezTo>
                  <a:cubicBezTo>
                    <a:pt x="29" y="2"/>
                    <a:pt x="28" y="2"/>
                    <a:pt x="28" y="2"/>
                  </a:cubicBezTo>
                  <a:cubicBezTo>
                    <a:pt x="27" y="2"/>
                    <a:pt x="27" y="2"/>
                    <a:pt x="26" y="2"/>
                  </a:cubicBezTo>
                  <a:cubicBezTo>
                    <a:pt x="26" y="2"/>
                    <a:pt x="25" y="2"/>
                    <a:pt x="25" y="2"/>
                  </a:cubicBezTo>
                  <a:cubicBezTo>
                    <a:pt x="24" y="2"/>
                    <a:pt x="24" y="2"/>
                    <a:pt x="23" y="2"/>
                  </a:cubicBezTo>
                  <a:cubicBezTo>
                    <a:pt x="23" y="2"/>
                    <a:pt x="22" y="2"/>
                    <a:pt x="22" y="2"/>
                  </a:cubicBezTo>
                  <a:cubicBezTo>
                    <a:pt x="22" y="2"/>
                    <a:pt x="22" y="3"/>
                    <a:pt x="22" y="3"/>
                  </a:cubicBezTo>
                  <a:cubicBezTo>
                    <a:pt x="21" y="3"/>
                    <a:pt x="20" y="3"/>
                    <a:pt x="20" y="3"/>
                  </a:cubicBezTo>
                  <a:close/>
                  <a:moveTo>
                    <a:pt x="78" y="10"/>
                  </a:moveTo>
                  <a:cubicBezTo>
                    <a:pt x="78" y="9"/>
                    <a:pt x="78" y="9"/>
                    <a:pt x="78" y="8"/>
                  </a:cubicBezTo>
                  <a:cubicBezTo>
                    <a:pt x="78" y="8"/>
                    <a:pt x="79" y="8"/>
                    <a:pt x="79" y="8"/>
                  </a:cubicBezTo>
                  <a:cubicBezTo>
                    <a:pt x="79" y="9"/>
                    <a:pt x="79" y="9"/>
                    <a:pt x="79" y="10"/>
                  </a:cubicBezTo>
                  <a:cubicBezTo>
                    <a:pt x="79" y="10"/>
                    <a:pt x="79" y="11"/>
                    <a:pt x="79" y="11"/>
                  </a:cubicBezTo>
                  <a:cubicBezTo>
                    <a:pt x="79" y="11"/>
                    <a:pt x="78" y="11"/>
                    <a:pt x="78" y="11"/>
                  </a:cubicBezTo>
                  <a:cubicBezTo>
                    <a:pt x="78" y="11"/>
                    <a:pt x="78" y="10"/>
                    <a:pt x="78" y="10"/>
                  </a:cubicBezTo>
                  <a:close/>
                  <a:moveTo>
                    <a:pt x="75" y="50"/>
                  </a:moveTo>
                  <a:cubicBezTo>
                    <a:pt x="75" y="49"/>
                    <a:pt x="75" y="49"/>
                    <a:pt x="75" y="48"/>
                  </a:cubicBezTo>
                  <a:cubicBezTo>
                    <a:pt x="75" y="48"/>
                    <a:pt x="76" y="48"/>
                    <a:pt x="76" y="48"/>
                  </a:cubicBezTo>
                  <a:cubicBezTo>
                    <a:pt x="76" y="48"/>
                    <a:pt x="76" y="47"/>
                    <a:pt x="76" y="47"/>
                  </a:cubicBezTo>
                  <a:cubicBezTo>
                    <a:pt x="77" y="47"/>
                    <a:pt x="77" y="47"/>
                    <a:pt x="78" y="47"/>
                  </a:cubicBezTo>
                  <a:cubicBezTo>
                    <a:pt x="78" y="47"/>
                    <a:pt x="78" y="48"/>
                    <a:pt x="78" y="48"/>
                  </a:cubicBezTo>
                  <a:cubicBezTo>
                    <a:pt x="78" y="49"/>
                    <a:pt x="78" y="49"/>
                    <a:pt x="78" y="50"/>
                  </a:cubicBezTo>
                  <a:cubicBezTo>
                    <a:pt x="77" y="50"/>
                    <a:pt x="77" y="50"/>
                    <a:pt x="76" y="50"/>
                  </a:cubicBezTo>
                  <a:cubicBezTo>
                    <a:pt x="76" y="51"/>
                    <a:pt x="76" y="51"/>
                    <a:pt x="76" y="52"/>
                  </a:cubicBezTo>
                  <a:cubicBezTo>
                    <a:pt x="76" y="52"/>
                    <a:pt x="75" y="52"/>
                    <a:pt x="75" y="52"/>
                  </a:cubicBezTo>
                  <a:cubicBezTo>
                    <a:pt x="75" y="51"/>
                    <a:pt x="75" y="51"/>
                    <a:pt x="75" y="50"/>
                  </a:cubicBezTo>
                  <a:close/>
                  <a:moveTo>
                    <a:pt x="73" y="58"/>
                  </a:moveTo>
                  <a:cubicBezTo>
                    <a:pt x="74" y="58"/>
                    <a:pt x="74" y="58"/>
                    <a:pt x="75" y="58"/>
                  </a:cubicBezTo>
                  <a:cubicBezTo>
                    <a:pt x="75" y="59"/>
                    <a:pt x="75" y="59"/>
                    <a:pt x="75" y="60"/>
                  </a:cubicBezTo>
                  <a:cubicBezTo>
                    <a:pt x="74" y="60"/>
                    <a:pt x="74" y="60"/>
                    <a:pt x="73" y="60"/>
                  </a:cubicBezTo>
                  <a:cubicBezTo>
                    <a:pt x="73" y="60"/>
                    <a:pt x="72" y="60"/>
                    <a:pt x="72" y="60"/>
                  </a:cubicBezTo>
                  <a:cubicBezTo>
                    <a:pt x="72" y="59"/>
                    <a:pt x="72" y="59"/>
                    <a:pt x="72" y="58"/>
                  </a:cubicBezTo>
                  <a:cubicBezTo>
                    <a:pt x="72" y="58"/>
                    <a:pt x="73" y="58"/>
                    <a:pt x="73" y="58"/>
                  </a:cubicBezTo>
                  <a:close/>
                  <a:moveTo>
                    <a:pt x="70" y="8"/>
                  </a:moveTo>
                  <a:cubicBezTo>
                    <a:pt x="71" y="8"/>
                    <a:pt x="71" y="8"/>
                    <a:pt x="72" y="8"/>
                  </a:cubicBezTo>
                  <a:cubicBezTo>
                    <a:pt x="72" y="9"/>
                    <a:pt x="72" y="9"/>
                    <a:pt x="72" y="10"/>
                  </a:cubicBezTo>
                  <a:cubicBezTo>
                    <a:pt x="71" y="10"/>
                    <a:pt x="71" y="10"/>
                    <a:pt x="70" y="10"/>
                  </a:cubicBezTo>
                  <a:cubicBezTo>
                    <a:pt x="70" y="9"/>
                    <a:pt x="70" y="9"/>
                    <a:pt x="70" y="8"/>
                  </a:cubicBezTo>
                  <a:close/>
                  <a:moveTo>
                    <a:pt x="23" y="52"/>
                  </a:moveTo>
                  <a:cubicBezTo>
                    <a:pt x="23" y="51"/>
                    <a:pt x="23" y="51"/>
                    <a:pt x="23" y="50"/>
                  </a:cubicBezTo>
                  <a:cubicBezTo>
                    <a:pt x="24" y="50"/>
                    <a:pt x="24" y="50"/>
                    <a:pt x="25" y="50"/>
                  </a:cubicBezTo>
                  <a:cubicBezTo>
                    <a:pt x="25" y="51"/>
                    <a:pt x="25" y="51"/>
                    <a:pt x="25" y="52"/>
                  </a:cubicBezTo>
                  <a:cubicBezTo>
                    <a:pt x="25" y="52"/>
                    <a:pt x="25" y="53"/>
                    <a:pt x="25" y="53"/>
                  </a:cubicBezTo>
                  <a:cubicBezTo>
                    <a:pt x="24" y="53"/>
                    <a:pt x="24" y="53"/>
                    <a:pt x="23" y="53"/>
                  </a:cubicBezTo>
                  <a:cubicBezTo>
                    <a:pt x="23" y="53"/>
                    <a:pt x="23" y="52"/>
                    <a:pt x="23" y="52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90" name="Freeform 41082"/>
            <p:cNvSpPr>
              <a:spLocks/>
            </p:cNvSpPr>
            <p:nvPr/>
          </p:nvSpPr>
          <p:spPr bwMode="auto">
            <a:xfrm>
              <a:off x="4108" y="982"/>
              <a:ext cx="3" cy="2"/>
            </a:xfrm>
            <a:custGeom>
              <a:avLst/>
              <a:gdLst>
                <a:gd name="T0" fmla="*/ 0 w 2"/>
                <a:gd name="T1" fmla="*/ 2 h 1"/>
                <a:gd name="T2" fmla="*/ 3 w 2"/>
                <a:gd name="T3" fmla="*/ 2 h 1"/>
                <a:gd name="T4" fmla="*/ 3 w 2"/>
                <a:gd name="T5" fmla="*/ 0 h 1"/>
                <a:gd name="T6" fmla="*/ 0 w 2"/>
                <a:gd name="T7" fmla="*/ 0 h 1"/>
                <a:gd name="T8" fmla="*/ 0 w 2"/>
                <a:gd name="T9" fmla="*/ 2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1">
                  <a:moveTo>
                    <a:pt x="0" y="1"/>
                  </a:moveTo>
                  <a:cubicBezTo>
                    <a:pt x="1" y="1"/>
                    <a:pt x="1" y="1"/>
                    <a:pt x="2" y="1"/>
                  </a:cubicBezTo>
                  <a:cubicBezTo>
                    <a:pt x="2" y="1"/>
                    <a:pt x="2" y="0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91" name="Freeform 41083"/>
            <p:cNvSpPr>
              <a:spLocks/>
            </p:cNvSpPr>
            <p:nvPr/>
          </p:nvSpPr>
          <p:spPr bwMode="auto">
            <a:xfrm>
              <a:off x="3789" y="993"/>
              <a:ext cx="9" cy="8"/>
            </a:xfrm>
            <a:custGeom>
              <a:avLst/>
              <a:gdLst>
                <a:gd name="T0" fmla="*/ 0 w 5"/>
                <a:gd name="T1" fmla="*/ 3 h 5"/>
                <a:gd name="T2" fmla="*/ 0 w 5"/>
                <a:gd name="T3" fmla="*/ 5 h 5"/>
                <a:gd name="T4" fmla="*/ 0 w 5"/>
                <a:gd name="T5" fmla="*/ 8 h 5"/>
                <a:gd name="T6" fmla="*/ 4 w 5"/>
                <a:gd name="T7" fmla="*/ 8 h 5"/>
                <a:gd name="T8" fmla="*/ 7 w 5"/>
                <a:gd name="T9" fmla="*/ 8 h 5"/>
                <a:gd name="T10" fmla="*/ 7 w 5"/>
                <a:gd name="T11" fmla="*/ 5 h 5"/>
                <a:gd name="T12" fmla="*/ 9 w 5"/>
                <a:gd name="T13" fmla="*/ 5 h 5"/>
                <a:gd name="T14" fmla="*/ 9 w 5"/>
                <a:gd name="T15" fmla="*/ 3 h 5"/>
                <a:gd name="T16" fmla="*/ 9 w 5"/>
                <a:gd name="T17" fmla="*/ 0 h 5"/>
                <a:gd name="T18" fmla="*/ 7 w 5"/>
                <a:gd name="T19" fmla="*/ 0 h 5"/>
                <a:gd name="T20" fmla="*/ 4 w 5"/>
                <a:gd name="T21" fmla="*/ 0 h 5"/>
                <a:gd name="T22" fmla="*/ 4 w 5"/>
                <a:gd name="T23" fmla="*/ 3 h 5"/>
                <a:gd name="T24" fmla="*/ 0 w 5"/>
                <a:gd name="T25" fmla="*/ 3 h 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" h="5">
                  <a:moveTo>
                    <a:pt x="0" y="2"/>
                  </a:moveTo>
                  <a:cubicBezTo>
                    <a:pt x="0" y="2"/>
                    <a:pt x="0" y="3"/>
                    <a:pt x="0" y="3"/>
                  </a:cubicBezTo>
                  <a:cubicBezTo>
                    <a:pt x="0" y="4"/>
                    <a:pt x="0" y="5"/>
                    <a:pt x="0" y="5"/>
                  </a:cubicBezTo>
                  <a:cubicBezTo>
                    <a:pt x="1" y="5"/>
                    <a:pt x="1" y="5"/>
                    <a:pt x="2" y="5"/>
                  </a:cubicBezTo>
                  <a:cubicBezTo>
                    <a:pt x="2" y="5"/>
                    <a:pt x="3" y="5"/>
                    <a:pt x="4" y="5"/>
                  </a:cubicBezTo>
                  <a:cubicBezTo>
                    <a:pt x="4" y="5"/>
                    <a:pt x="4" y="4"/>
                    <a:pt x="4" y="3"/>
                  </a:cubicBezTo>
                  <a:cubicBezTo>
                    <a:pt x="4" y="3"/>
                    <a:pt x="5" y="3"/>
                    <a:pt x="5" y="3"/>
                  </a:cubicBezTo>
                  <a:cubicBezTo>
                    <a:pt x="5" y="3"/>
                    <a:pt x="5" y="2"/>
                    <a:pt x="5" y="2"/>
                  </a:cubicBezTo>
                  <a:cubicBezTo>
                    <a:pt x="5" y="1"/>
                    <a:pt x="5" y="1"/>
                    <a:pt x="5" y="0"/>
                  </a:cubicBezTo>
                  <a:cubicBezTo>
                    <a:pt x="5" y="0"/>
                    <a:pt x="4" y="0"/>
                    <a:pt x="4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2" y="1"/>
                    <a:pt x="2" y="1"/>
                    <a:pt x="2" y="2"/>
                  </a:cubicBezTo>
                  <a:cubicBezTo>
                    <a:pt x="1" y="2"/>
                    <a:pt x="1" y="2"/>
                    <a:pt x="0" y="2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92" name="Freeform 41084"/>
            <p:cNvSpPr>
              <a:spLocks/>
            </p:cNvSpPr>
            <p:nvPr/>
          </p:nvSpPr>
          <p:spPr bwMode="auto">
            <a:xfrm>
              <a:off x="3802" y="998"/>
              <a:ext cx="5" cy="9"/>
            </a:xfrm>
            <a:custGeom>
              <a:avLst/>
              <a:gdLst>
                <a:gd name="T0" fmla="*/ 0 w 3"/>
                <a:gd name="T1" fmla="*/ 0 h 5"/>
                <a:gd name="T2" fmla="*/ 0 w 3"/>
                <a:gd name="T3" fmla="*/ 4 h 5"/>
                <a:gd name="T4" fmla="*/ 0 w 3"/>
                <a:gd name="T5" fmla="*/ 7 h 5"/>
                <a:gd name="T6" fmla="*/ 0 w 3"/>
                <a:gd name="T7" fmla="*/ 9 h 5"/>
                <a:gd name="T8" fmla="*/ 2 w 3"/>
                <a:gd name="T9" fmla="*/ 9 h 5"/>
                <a:gd name="T10" fmla="*/ 2 w 3"/>
                <a:gd name="T11" fmla="*/ 7 h 5"/>
                <a:gd name="T12" fmla="*/ 5 w 3"/>
                <a:gd name="T13" fmla="*/ 7 h 5"/>
                <a:gd name="T14" fmla="*/ 5 w 3"/>
                <a:gd name="T15" fmla="*/ 4 h 5"/>
                <a:gd name="T16" fmla="*/ 5 w 3"/>
                <a:gd name="T17" fmla="*/ 0 h 5"/>
                <a:gd name="T18" fmla="*/ 2 w 3"/>
                <a:gd name="T19" fmla="*/ 0 h 5"/>
                <a:gd name="T20" fmla="*/ 0 w 3"/>
                <a:gd name="T21" fmla="*/ 0 h 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" h="5">
                  <a:moveTo>
                    <a:pt x="0" y="0"/>
                  </a:move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0" y="4"/>
                    <a:pt x="0" y="5"/>
                    <a:pt x="0" y="5"/>
                  </a:cubicBezTo>
                  <a:cubicBezTo>
                    <a:pt x="0" y="5"/>
                    <a:pt x="1" y="5"/>
                    <a:pt x="1" y="5"/>
                  </a:cubicBezTo>
                  <a:cubicBezTo>
                    <a:pt x="1" y="5"/>
                    <a:pt x="1" y="4"/>
                    <a:pt x="1" y="4"/>
                  </a:cubicBezTo>
                  <a:cubicBezTo>
                    <a:pt x="2" y="4"/>
                    <a:pt x="2" y="4"/>
                    <a:pt x="3" y="4"/>
                  </a:cubicBezTo>
                  <a:cubicBezTo>
                    <a:pt x="3" y="3"/>
                    <a:pt x="3" y="3"/>
                    <a:pt x="3" y="2"/>
                  </a:cubicBezTo>
                  <a:cubicBezTo>
                    <a:pt x="3" y="2"/>
                    <a:pt x="3" y="1"/>
                    <a:pt x="3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93" name="Freeform 41085"/>
            <p:cNvSpPr>
              <a:spLocks/>
            </p:cNvSpPr>
            <p:nvPr/>
          </p:nvSpPr>
          <p:spPr bwMode="auto">
            <a:xfrm>
              <a:off x="3990" y="996"/>
              <a:ext cx="34" cy="23"/>
            </a:xfrm>
            <a:custGeom>
              <a:avLst/>
              <a:gdLst>
                <a:gd name="T0" fmla="*/ 2 w 20"/>
                <a:gd name="T1" fmla="*/ 16 h 13"/>
                <a:gd name="T2" fmla="*/ 5 w 20"/>
                <a:gd name="T3" fmla="*/ 16 h 13"/>
                <a:gd name="T4" fmla="*/ 5 w 20"/>
                <a:gd name="T5" fmla="*/ 19 h 13"/>
                <a:gd name="T6" fmla="*/ 7 w 20"/>
                <a:gd name="T7" fmla="*/ 19 h 13"/>
                <a:gd name="T8" fmla="*/ 10 w 20"/>
                <a:gd name="T9" fmla="*/ 19 h 13"/>
                <a:gd name="T10" fmla="*/ 10 w 20"/>
                <a:gd name="T11" fmla="*/ 23 h 13"/>
                <a:gd name="T12" fmla="*/ 12 w 20"/>
                <a:gd name="T13" fmla="*/ 23 h 13"/>
                <a:gd name="T14" fmla="*/ 15 w 20"/>
                <a:gd name="T15" fmla="*/ 23 h 13"/>
                <a:gd name="T16" fmla="*/ 19 w 20"/>
                <a:gd name="T17" fmla="*/ 23 h 13"/>
                <a:gd name="T18" fmla="*/ 20 w 20"/>
                <a:gd name="T19" fmla="*/ 23 h 13"/>
                <a:gd name="T20" fmla="*/ 24 w 20"/>
                <a:gd name="T21" fmla="*/ 23 h 13"/>
                <a:gd name="T22" fmla="*/ 24 w 20"/>
                <a:gd name="T23" fmla="*/ 19 h 13"/>
                <a:gd name="T24" fmla="*/ 26 w 20"/>
                <a:gd name="T25" fmla="*/ 19 h 13"/>
                <a:gd name="T26" fmla="*/ 29 w 20"/>
                <a:gd name="T27" fmla="*/ 19 h 13"/>
                <a:gd name="T28" fmla="*/ 31 w 20"/>
                <a:gd name="T29" fmla="*/ 19 h 13"/>
                <a:gd name="T30" fmla="*/ 31 w 20"/>
                <a:gd name="T31" fmla="*/ 18 h 13"/>
                <a:gd name="T32" fmla="*/ 31 w 20"/>
                <a:gd name="T33" fmla="*/ 16 h 13"/>
                <a:gd name="T34" fmla="*/ 34 w 20"/>
                <a:gd name="T35" fmla="*/ 16 h 13"/>
                <a:gd name="T36" fmla="*/ 34 w 20"/>
                <a:gd name="T37" fmla="*/ 14 h 13"/>
                <a:gd name="T38" fmla="*/ 34 w 20"/>
                <a:gd name="T39" fmla="*/ 11 h 13"/>
                <a:gd name="T40" fmla="*/ 34 w 20"/>
                <a:gd name="T41" fmla="*/ 9 h 13"/>
                <a:gd name="T42" fmla="*/ 34 w 20"/>
                <a:gd name="T43" fmla="*/ 5 h 13"/>
                <a:gd name="T44" fmla="*/ 31 w 20"/>
                <a:gd name="T45" fmla="*/ 5 h 13"/>
                <a:gd name="T46" fmla="*/ 31 w 20"/>
                <a:gd name="T47" fmla="*/ 2 h 13"/>
                <a:gd name="T48" fmla="*/ 31 w 20"/>
                <a:gd name="T49" fmla="*/ 0 h 13"/>
                <a:gd name="T50" fmla="*/ 29 w 20"/>
                <a:gd name="T51" fmla="*/ 0 h 13"/>
                <a:gd name="T52" fmla="*/ 26 w 20"/>
                <a:gd name="T53" fmla="*/ 0 h 13"/>
                <a:gd name="T54" fmla="*/ 24 w 20"/>
                <a:gd name="T55" fmla="*/ 0 h 13"/>
                <a:gd name="T56" fmla="*/ 20 w 20"/>
                <a:gd name="T57" fmla="*/ 0 h 13"/>
                <a:gd name="T58" fmla="*/ 20 w 20"/>
                <a:gd name="T59" fmla="*/ 2 h 13"/>
                <a:gd name="T60" fmla="*/ 19 w 20"/>
                <a:gd name="T61" fmla="*/ 2 h 13"/>
                <a:gd name="T62" fmla="*/ 15 w 20"/>
                <a:gd name="T63" fmla="*/ 2 h 13"/>
                <a:gd name="T64" fmla="*/ 15 w 20"/>
                <a:gd name="T65" fmla="*/ 0 h 13"/>
                <a:gd name="T66" fmla="*/ 12 w 20"/>
                <a:gd name="T67" fmla="*/ 0 h 13"/>
                <a:gd name="T68" fmla="*/ 12 w 20"/>
                <a:gd name="T69" fmla="*/ 2 h 13"/>
                <a:gd name="T70" fmla="*/ 10 w 20"/>
                <a:gd name="T71" fmla="*/ 2 h 13"/>
                <a:gd name="T72" fmla="*/ 7 w 20"/>
                <a:gd name="T73" fmla="*/ 2 h 13"/>
                <a:gd name="T74" fmla="*/ 7 w 20"/>
                <a:gd name="T75" fmla="*/ 0 h 13"/>
                <a:gd name="T76" fmla="*/ 5 w 20"/>
                <a:gd name="T77" fmla="*/ 0 h 13"/>
                <a:gd name="T78" fmla="*/ 2 w 20"/>
                <a:gd name="T79" fmla="*/ 0 h 13"/>
                <a:gd name="T80" fmla="*/ 2 w 20"/>
                <a:gd name="T81" fmla="*/ 2 h 13"/>
                <a:gd name="T82" fmla="*/ 0 w 20"/>
                <a:gd name="T83" fmla="*/ 2 h 13"/>
                <a:gd name="T84" fmla="*/ 0 w 20"/>
                <a:gd name="T85" fmla="*/ 5 h 13"/>
                <a:gd name="T86" fmla="*/ 0 w 20"/>
                <a:gd name="T87" fmla="*/ 9 h 13"/>
                <a:gd name="T88" fmla="*/ 0 w 20"/>
                <a:gd name="T89" fmla="*/ 11 h 13"/>
                <a:gd name="T90" fmla="*/ 2 w 20"/>
                <a:gd name="T91" fmla="*/ 11 h 13"/>
                <a:gd name="T92" fmla="*/ 2 w 20"/>
                <a:gd name="T93" fmla="*/ 14 h 13"/>
                <a:gd name="T94" fmla="*/ 2 w 20"/>
                <a:gd name="T95" fmla="*/ 16 h 13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" h="13">
                  <a:moveTo>
                    <a:pt x="1" y="9"/>
                  </a:moveTo>
                  <a:cubicBezTo>
                    <a:pt x="2" y="9"/>
                    <a:pt x="2" y="9"/>
                    <a:pt x="3" y="9"/>
                  </a:cubicBezTo>
                  <a:cubicBezTo>
                    <a:pt x="3" y="10"/>
                    <a:pt x="3" y="11"/>
                    <a:pt x="3" y="11"/>
                  </a:cubicBezTo>
                  <a:cubicBezTo>
                    <a:pt x="3" y="11"/>
                    <a:pt x="4" y="11"/>
                    <a:pt x="4" y="11"/>
                  </a:cubicBezTo>
                  <a:cubicBezTo>
                    <a:pt x="5" y="11"/>
                    <a:pt x="5" y="11"/>
                    <a:pt x="6" y="11"/>
                  </a:cubicBezTo>
                  <a:cubicBezTo>
                    <a:pt x="6" y="12"/>
                    <a:pt x="6" y="12"/>
                    <a:pt x="6" y="13"/>
                  </a:cubicBezTo>
                  <a:cubicBezTo>
                    <a:pt x="6" y="13"/>
                    <a:pt x="7" y="13"/>
                    <a:pt x="7" y="13"/>
                  </a:cubicBezTo>
                  <a:cubicBezTo>
                    <a:pt x="8" y="13"/>
                    <a:pt x="8" y="13"/>
                    <a:pt x="9" y="13"/>
                  </a:cubicBezTo>
                  <a:cubicBezTo>
                    <a:pt x="10" y="13"/>
                    <a:pt x="10" y="13"/>
                    <a:pt x="11" y="13"/>
                  </a:cubicBezTo>
                  <a:cubicBezTo>
                    <a:pt x="11" y="13"/>
                    <a:pt x="12" y="13"/>
                    <a:pt x="12" y="13"/>
                  </a:cubicBezTo>
                  <a:cubicBezTo>
                    <a:pt x="13" y="13"/>
                    <a:pt x="13" y="13"/>
                    <a:pt x="14" y="13"/>
                  </a:cubicBezTo>
                  <a:cubicBezTo>
                    <a:pt x="14" y="12"/>
                    <a:pt x="14" y="12"/>
                    <a:pt x="14" y="11"/>
                  </a:cubicBezTo>
                  <a:cubicBezTo>
                    <a:pt x="14" y="11"/>
                    <a:pt x="15" y="11"/>
                    <a:pt x="15" y="11"/>
                  </a:cubicBezTo>
                  <a:cubicBezTo>
                    <a:pt x="16" y="11"/>
                    <a:pt x="16" y="11"/>
                    <a:pt x="17" y="11"/>
                  </a:cubicBezTo>
                  <a:cubicBezTo>
                    <a:pt x="17" y="11"/>
                    <a:pt x="18" y="11"/>
                    <a:pt x="18" y="11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9" y="9"/>
                    <a:pt x="19" y="9"/>
                    <a:pt x="20" y="9"/>
                  </a:cubicBezTo>
                  <a:cubicBezTo>
                    <a:pt x="20" y="9"/>
                    <a:pt x="20" y="8"/>
                    <a:pt x="20" y="8"/>
                  </a:cubicBezTo>
                  <a:cubicBezTo>
                    <a:pt x="20" y="7"/>
                    <a:pt x="20" y="7"/>
                    <a:pt x="20" y="6"/>
                  </a:cubicBezTo>
                  <a:cubicBezTo>
                    <a:pt x="20" y="6"/>
                    <a:pt x="20" y="5"/>
                    <a:pt x="20" y="5"/>
                  </a:cubicBezTo>
                  <a:cubicBezTo>
                    <a:pt x="20" y="4"/>
                    <a:pt x="20" y="4"/>
                    <a:pt x="20" y="3"/>
                  </a:cubicBezTo>
                  <a:cubicBezTo>
                    <a:pt x="19" y="3"/>
                    <a:pt x="19" y="3"/>
                    <a:pt x="18" y="3"/>
                  </a:cubicBezTo>
                  <a:cubicBezTo>
                    <a:pt x="18" y="3"/>
                    <a:pt x="18" y="2"/>
                    <a:pt x="18" y="1"/>
                  </a:cubicBezTo>
                  <a:cubicBezTo>
                    <a:pt x="18" y="1"/>
                    <a:pt x="18" y="0"/>
                    <a:pt x="18" y="0"/>
                  </a:cubicBezTo>
                  <a:cubicBezTo>
                    <a:pt x="18" y="0"/>
                    <a:pt x="17" y="0"/>
                    <a:pt x="17" y="0"/>
                  </a:cubicBezTo>
                  <a:cubicBezTo>
                    <a:pt x="16" y="0"/>
                    <a:pt x="16" y="0"/>
                    <a:pt x="15" y="0"/>
                  </a:cubicBezTo>
                  <a:cubicBezTo>
                    <a:pt x="15" y="0"/>
                    <a:pt x="14" y="0"/>
                    <a:pt x="14" y="0"/>
                  </a:cubicBezTo>
                  <a:cubicBezTo>
                    <a:pt x="13" y="0"/>
                    <a:pt x="13" y="0"/>
                    <a:pt x="12" y="0"/>
                  </a:cubicBezTo>
                  <a:cubicBezTo>
                    <a:pt x="12" y="0"/>
                    <a:pt x="12" y="1"/>
                    <a:pt x="12" y="1"/>
                  </a:cubicBezTo>
                  <a:cubicBezTo>
                    <a:pt x="12" y="1"/>
                    <a:pt x="11" y="1"/>
                    <a:pt x="11" y="1"/>
                  </a:cubicBezTo>
                  <a:cubicBezTo>
                    <a:pt x="10" y="1"/>
                    <a:pt x="10" y="1"/>
                    <a:pt x="9" y="1"/>
                  </a:cubicBezTo>
                  <a:cubicBezTo>
                    <a:pt x="9" y="1"/>
                    <a:pt x="9" y="0"/>
                    <a:pt x="9" y="0"/>
                  </a:cubicBezTo>
                  <a:cubicBezTo>
                    <a:pt x="8" y="0"/>
                    <a:pt x="8" y="0"/>
                    <a:pt x="7" y="0"/>
                  </a:cubicBezTo>
                  <a:cubicBezTo>
                    <a:pt x="7" y="0"/>
                    <a:pt x="7" y="1"/>
                    <a:pt x="7" y="1"/>
                  </a:cubicBezTo>
                  <a:cubicBezTo>
                    <a:pt x="7" y="1"/>
                    <a:pt x="6" y="1"/>
                    <a:pt x="6" y="1"/>
                  </a:cubicBezTo>
                  <a:cubicBezTo>
                    <a:pt x="5" y="1"/>
                    <a:pt x="5" y="1"/>
                    <a:pt x="4" y="1"/>
                  </a:cubicBezTo>
                  <a:cubicBezTo>
                    <a:pt x="4" y="1"/>
                    <a:pt x="4" y="0"/>
                    <a:pt x="4" y="0"/>
                  </a:cubicBezTo>
                  <a:cubicBezTo>
                    <a:pt x="4" y="0"/>
                    <a:pt x="3" y="0"/>
                    <a:pt x="3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0" y="4"/>
                    <a:pt x="0" y="4"/>
                    <a:pt x="0" y="5"/>
                  </a:cubicBezTo>
                  <a:cubicBezTo>
                    <a:pt x="0" y="5"/>
                    <a:pt x="0" y="6"/>
                    <a:pt x="0" y="6"/>
                  </a:cubicBezTo>
                  <a:cubicBezTo>
                    <a:pt x="0" y="6"/>
                    <a:pt x="1" y="6"/>
                    <a:pt x="1" y="6"/>
                  </a:cubicBezTo>
                  <a:cubicBezTo>
                    <a:pt x="1" y="7"/>
                    <a:pt x="1" y="7"/>
                    <a:pt x="1" y="8"/>
                  </a:cubicBezTo>
                  <a:cubicBezTo>
                    <a:pt x="1" y="8"/>
                    <a:pt x="1" y="9"/>
                    <a:pt x="1" y="9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94" name="Freeform 41086"/>
            <p:cNvSpPr>
              <a:spLocks/>
            </p:cNvSpPr>
            <p:nvPr/>
          </p:nvSpPr>
          <p:spPr bwMode="auto">
            <a:xfrm>
              <a:off x="3840" y="1019"/>
              <a:ext cx="2" cy="2"/>
            </a:xfrm>
            <a:custGeom>
              <a:avLst/>
              <a:gdLst>
                <a:gd name="T0" fmla="*/ 0 w 1"/>
                <a:gd name="T1" fmla="*/ 2 h 1"/>
                <a:gd name="T2" fmla="*/ 2 w 1"/>
                <a:gd name="T3" fmla="*/ 2 h 1"/>
                <a:gd name="T4" fmla="*/ 2 w 1"/>
                <a:gd name="T5" fmla="*/ 0 h 1"/>
                <a:gd name="T6" fmla="*/ 0 w 1"/>
                <a:gd name="T7" fmla="*/ 0 h 1"/>
                <a:gd name="T8" fmla="*/ 0 w 1"/>
                <a:gd name="T9" fmla="*/ 2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cubicBezTo>
                    <a:pt x="0" y="1"/>
                    <a:pt x="1" y="1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95" name="Freeform 41087"/>
            <p:cNvSpPr>
              <a:spLocks/>
            </p:cNvSpPr>
            <p:nvPr/>
          </p:nvSpPr>
          <p:spPr bwMode="auto">
            <a:xfrm>
              <a:off x="3788" y="1034"/>
              <a:ext cx="8" cy="9"/>
            </a:xfrm>
            <a:custGeom>
              <a:avLst/>
              <a:gdLst>
                <a:gd name="T0" fmla="*/ 5 w 5"/>
                <a:gd name="T1" fmla="*/ 0 h 5"/>
                <a:gd name="T2" fmla="*/ 2 w 5"/>
                <a:gd name="T3" fmla="*/ 0 h 5"/>
                <a:gd name="T4" fmla="*/ 2 w 5"/>
                <a:gd name="T5" fmla="*/ 4 h 5"/>
                <a:gd name="T6" fmla="*/ 0 w 5"/>
                <a:gd name="T7" fmla="*/ 4 h 5"/>
                <a:gd name="T8" fmla="*/ 0 w 5"/>
                <a:gd name="T9" fmla="*/ 7 h 5"/>
                <a:gd name="T10" fmla="*/ 2 w 5"/>
                <a:gd name="T11" fmla="*/ 7 h 5"/>
                <a:gd name="T12" fmla="*/ 2 w 5"/>
                <a:gd name="T13" fmla="*/ 9 h 5"/>
                <a:gd name="T14" fmla="*/ 5 w 5"/>
                <a:gd name="T15" fmla="*/ 9 h 5"/>
                <a:gd name="T16" fmla="*/ 5 w 5"/>
                <a:gd name="T17" fmla="*/ 7 h 5"/>
                <a:gd name="T18" fmla="*/ 8 w 5"/>
                <a:gd name="T19" fmla="*/ 7 h 5"/>
                <a:gd name="T20" fmla="*/ 8 w 5"/>
                <a:gd name="T21" fmla="*/ 4 h 5"/>
                <a:gd name="T22" fmla="*/ 5 w 5"/>
                <a:gd name="T23" fmla="*/ 4 h 5"/>
                <a:gd name="T24" fmla="*/ 5 w 5"/>
                <a:gd name="T25" fmla="*/ 0 h 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" h="5">
                  <a:moveTo>
                    <a:pt x="3" y="0"/>
                  </a:moveTo>
                  <a:cubicBezTo>
                    <a:pt x="2" y="0"/>
                    <a:pt x="2" y="0"/>
                    <a:pt x="1" y="0"/>
                  </a:cubicBezTo>
                  <a:cubicBezTo>
                    <a:pt x="1" y="1"/>
                    <a:pt x="1" y="1"/>
                    <a:pt x="1" y="2"/>
                  </a:cubicBezTo>
                  <a:cubicBezTo>
                    <a:pt x="1" y="2"/>
                    <a:pt x="0" y="2"/>
                    <a:pt x="0" y="2"/>
                  </a:cubicBezTo>
                  <a:cubicBezTo>
                    <a:pt x="0" y="2"/>
                    <a:pt x="0" y="3"/>
                    <a:pt x="0" y="4"/>
                  </a:cubicBezTo>
                  <a:cubicBezTo>
                    <a:pt x="0" y="4"/>
                    <a:pt x="1" y="4"/>
                    <a:pt x="1" y="4"/>
                  </a:cubicBezTo>
                  <a:cubicBezTo>
                    <a:pt x="1" y="4"/>
                    <a:pt x="1" y="5"/>
                    <a:pt x="1" y="5"/>
                  </a:cubicBezTo>
                  <a:cubicBezTo>
                    <a:pt x="2" y="5"/>
                    <a:pt x="2" y="5"/>
                    <a:pt x="3" y="5"/>
                  </a:cubicBezTo>
                  <a:cubicBezTo>
                    <a:pt x="3" y="5"/>
                    <a:pt x="3" y="4"/>
                    <a:pt x="3" y="4"/>
                  </a:cubicBezTo>
                  <a:cubicBezTo>
                    <a:pt x="3" y="4"/>
                    <a:pt x="4" y="4"/>
                    <a:pt x="5" y="4"/>
                  </a:cubicBezTo>
                  <a:cubicBezTo>
                    <a:pt x="5" y="3"/>
                    <a:pt x="5" y="2"/>
                    <a:pt x="5" y="2"/>
                  </a:cubicBezTo>
                  <a:cubicBezTo>
                    <a:pt x="4" y="2"/>
                    <a:pt x="3" y="2"/>
                    <a:pt x="3" y="2"/>
                  </a:cubicBezTo>
                  <a:cubicBezTo>
                    <a:pt x="3" y="1"/>
                    <a:pt x="3" y="1"/>
                    <a:pt x="3" y="0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96" name="Freeform 41088"/>
            <p:cNvSpPr>
              <a:spLocks/>
            </p:cNvSpPr>
            <p:nvPr/>
          </p:nvSpPr>
          <p:spPr bwMode="auto">
            <a:xfrm>
              <a:off x="4077" y="1148"/>
              <a:ext cx="7" cy="5"/>
            </a:xfrm>
            <a:custGeom>
              <a:avLst/>
              <a:gdLst>
                <a:gd name="T0" fmla="*/ 2 w 4"/>
                <a:gd name="T1" fmla="*/ 0 h 3"/>
                <a:gd name="T2" fmla="*/ 0 w 4"/>
                <a:gd name="T3" fmla="*/ 0 h 3"/>
                <a:gd name="T4" fmla="*/ 0 w 4"/>
                <a:gd name="T5" fmla="*/ 2 h 3"/>
                <a:gd name="T6" fmla="*/ 2 w 4"/>
                <a:gd name="T7" fmla="*/ 2 h 3"/>
                <a:gd name="T8" fmla="*/ 2 w 4"/>
                <a:gd name="T9" fmla="*/ 5 h 3"/>
                <a:gd name="T10" fmla="*/ 5 w 4"/>
                <a:gd name="T11" fmla="*/ 5 h 3"/>
                <a:gd name="T12" fmla="*/ 5 w 4"/>
                <a:gd name="T13" fmla="*/ 2 h 3"/>
                <a:gd name="T14" fmla="*/ 7 w 4"/>
                <a:gd name="T15" fmla="*/ 2 h 3"/>
                <a:gd name="T16" fmla="*/ 7 w 4"/>
                <a:gd name="T17" fmla="*/ 0 h 3"/>
                <a:gd name="T18" fmla="*/ 5 w 4"/>
                <a:gd name="T19" fmla="*/ 0 h 3"/>
                <a:gd name="T20" fmla="*/ 2 w 4"/>
                <a:gd name="T21" fmla="*/ 0 h 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" h="3">
                  <a:moveTo>
                    <a:pt x="1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ubicBezTo>
                    <a:pt x="1" y="2"/>
                    <a:pt x="1" y="3"/>
                    <a:pt x="1" y="3"/>
                  </a:cubicBezTo>
                  <a:cubicBezTo>
                    <a:pt x="2" y="3"/>
                    <a:pt x="2" y="3"/>
                    <a:pt x="3" y="3"/>
                  </a:cubicBezTo>
                  <a:cubicBezTo>
                    <a:pt x="3" y="3"/>
                    <a:pt x="3" y="2"/>
                    <a:pt x="3" y="1"/>
                  </a:cubicBezTo>
                  <a:cubicBezTo>
                    <a:pt x="3" y="1"/>
                    <a:pt x="4" y="1"/>
                    <a:pt x="4" y="1"/>
                  </a:cubicBezTo>
                  <a:cubicBezTo>
                    <a:pt x="4" y="1"/>
                    <a:pt x="4" y="0"/>
                    <a:pt x="4" y="0"/>
                  </a:cubicBezTo>
                  <a:cubicBezTo>
                    <a:pt x="4" y="0"/>
                    <a:pt x="3" y="0"/>
                    <a:pt x="3" y="0"/>
                  </a:cubicBezTo>
                  <a:cubicBezTo>
                    <a:pt x="2" y="0"/>
                    <a:pt x="2" y="0"/>
                    <a:pt x="1" y="0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97" name="Freeform 41089"/>
            <p:cNvSpPr>
              <a:spLocks/>
            </p:cNvSpPr>
            <p:nvPr/>
          </p:nvSpPr>
          <p:spPr bwMode="auto">
            <a:xfrm>
              <a:off x="4098" y="1134"/>
              <a:ext cx="8" cy="19"/>
            </a:xfrm>
            <a:custGeom>
              <a:avLst/>
              <a:gdLst>
                <a:gd name="T0" fmla="*/ 5 w 5"/>
                <a:gd name="T1" fmla="*/ 5 h 11"/>
                <a:gd name="T2" fmla="*/ 5 w 5"/>
                <a:gd name="T3" fmla="*/ 3 h 11"/>
                <a:gd name="T4" fmla="*/ 5 w 5"/>
                <a:gd name="T5" fmla="*/ 0 h 11"/>
                <a:gd name="T6" fmla="*/ 3 w 5"/>
                <a:gd name="T7" fmla="*/ 0 h 11"/>
                <a:gd name="T8" fmla="*/ 3 w 5"/>
                <a:gd name="T9" fmla="*/ 3 h 11"/>
                <a:gd name="T10" fmla="*/ 3 w 5"/>
                <a:gd name="T11" fmla="*/ 5 h 11"/>
                <a:gd name="T12" fmla="*/ 3 w 5"/>
                <a:gd name="T13" fmla="*/ 9 h 11"/>
                <a:gd name="T14" fmla="*/ 3 w 5"/>
                <a:gd name="T15" fmla="*/ 10 h 11"/>
                <a:gd name="T16" fmla="*/ 0 w 5"/>
                <a:gd name="T17" fmla="*/ 10 h 11"/>
                <a:gd name="T18" fmla="*/ 0 w 5"/>
                <a:gd name="T19" fmla="*/ 14 h 11"/>
                <a:gd name="T20" fmla="*/ 0 w 5"/>
                <a:gd name="T21" fmla="*/ 16 h 11"/>
                <a:gd name="T22" fmla="*/ 0 w 5"/>
                <a:gd name="T23" fmla="*/ 19 h 11"/>
                <a:gd name="T24" fmla="*/ 3 w 5"/>
                <a:gd name="T25" fmla="*/ 19 h 11"/>
                <a:gd name="T26" fmla="*/ 5 w 5"/>
                <a:gd name="T27" fmla="*/ 19 h 11"/>
                <a:gd name="T28" fmla="*/ 8 w 5"/>
                <a:gd name="T29" fmla="*/ 19 h 11"/>
                <a:gd name="T30" fmla="*/ 8 w 5"/>
                <a:gd name="T31" fmla="*/ 16 h 11"/>
                <a:gd name="T32" fmla="*/ 8 w 5"/>
                <a:gd name="T33" fmla="*/ 14 h 11"/>
                <a:gd name="T34" fmla="*/ 8 w 5"/>
                <a:gd name="T35" fmla="*/ 10 h 11"/>
                <a:gd name="T36" fmla="*/ 8 w 5"/>
                <a:gd name="T37" fmla="*/ 9 h 11"/>
                <a:gd name="T38" fmla="*/ 5 w 5"/>
                <a:gd name="T39" fmla="*/ 9 h 11"/>
                <a:gd name="T40" fmla="*/ 5 w 5"/>
                <a:gd name="T41" fmla="*/ 5 h 1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5" h="11">
                  <a:moveTo>
                    <a:pt x="3" y="3"/>
                  </a:moveTo>
                  <a:cubicBezTo>
                    <a:pt x="3" y="3"/>
                    <a:pt x="3" y="2"/>
                    <a:pt x="3" y="2"/>
                  </a:cubicBezTo>
                  <a:cubicBezTo>
                    <a:pt x="3" y="1"/>
                    <a:pt x="3" y="0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2" y="0"/>
                    <a:pt x="2" y="1"/>
                    <a:pt x="2" y="2"/>
                  </a:cubicBezTo>
                  <a:cubicBezTo>
                    <a:pt x="2" y="2"/>
                    <a:pt x="2" y="3"/>
                    <a:pt x="2" y="3"/>
                  </a:cubicBezTo>
                  <a:cubicBezTo>
                    <a:pt x="2" y="4"/>
                    <a:pt x="2" y="4"/>
                    <a:pt x="2" y="5"/>
                  </a:cubicBezTo>
                  <a:cubicBezTo>
                    <a:pt x="2" y="5"/>
                    <a:pt x="2" y="6"/>
                    <a:pt x="2" y="6"/>
                  </a:cubicBezTo>
                  <a:cubicBezTo>
                    <a:pt x="1" y="6"/>
                    <a:pt x="1" y="6"/>
                    <a:pt x="0" y="6"/>
                  </a:cubicBezTo>
                  <a:cubicBezTo>
                    <a:pt x="0" y="7"/>
                    <a:pt x="0" y="7"/>
                    <a:pt x="0" y="8"/>
                  </a:cubicBezTo>
                  <a:cubicBezTo>
                    <a:pt x="0" y="8"/>
                    <a:pt x="0" y="9"/>
                    <a:pt x="0" y="9"/>
                  </a:cubicBezTo>
                  <a:cubicBezTo>
                    <a:pt x="0" y="10"/>
                    <a:pt x="0" y="11"/>
                    <a:pt x="0" y="11"/>
                  </a:cubicBezTo>
                  <a:cubicBezTo>
                    <a:pt x="1" y="11"/>
                    <a:pt x="1" y="11"/>
                    <a:pt x="2" y="11"/>
                  </a:cubicBezTo>
                  <a:cubicBezTo>
                    <a:pt x="2" y="11"/>
                    <a:pt x="3" y="11"/>
                    <a:pt x="3" y="11"/>
                  </a:cubicBezTo>
                  <a:cubicBezTo>
                    <a:pt x="4" y="11"/>
                    <a:pt x="4" y="11"/>
                    <a:pt x="5" y="11"/>
                  </a:cubicBezTo>
                  <a:cubicBezTo>
                    <a:pt x="5" y="11"/>
                    <a:pt x="5" y="10"/>
                    <a:pt x="5" y="9"/>
                  </a:cubicBezTo>
                  <a:cubicBezTo>
                    <a:pt x="5" y="9"/>
                    <a:pt x="5" y="8"/>
                    <a:pt x="5" y="8"/>
                  </a:cubicBezTo>
                  <a:cubicBezTo>
                    <a:pt x="5" y="7"/>
                    <a:pt x="5" y="7"/>
                    <a:pt x="5" y="6"/>
                  </a:cubicBezTo>
                  <a:cubicBezTo>
                    <a:pt x="5" y="6"/>
                    <a:pt x="5" y="5"/>
                    <a:pt x="5" y="5"/>
                  </a:cubicBezTo>
                  <a:cubicBezTo>
                    <a:pt x="4" y="5"/>
                    <a:pt x="4" y="5"/>
                    <a:pt x="3" y="5"/>
                  </a:cubicBezTo>
                  <a:cubicBezTo>
                    <a:pt x="3" y="4"/>
                    <a:pt x="3" y="4"/>
                    <a:pt x="3" y="3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98" name="Freeform 41090"/>
            <p:cNvSpPr>
              <a:spLocks/>
            </p:cNvSpPr>
            <p:nvPr/>
          </p:nvSpPr>
          <p:spPr bwMode="auto">
            <a:xfrm>
              <a:off x="4160" y="1167"/>
              <a:ext cx="14" cy="5"/>
            </a:xfrm>
            <a:custGeom>
              <a:avLst/>
              <a:gdLst>
                <a:gd name="T0" fmla="*/ 9 w 8"/>
                <a:gd name="T1" fmla="*/ 0 h 3"/>
                <a:gd name="T2" fmla="*/ 5 w 8"/>
                <a:gd name="T3" fmla="*/ 0 h 3"/>
                <a:gd name="T4" fmla="*/ 4 w 8"/>
                <a:gd name="T5" fmla="*/ 0 h 3"/>
                <a:gd name="T6" fmla="*/ 0 w 8"/>
                <a:gd name="T7" fmla="*/ 0 h 3"/>
                <a:gd name="T8" fmla="*/ 0 w 8"/>
                <a:gd name="T9" fmla="*/ 3 h 3"/>
                <a:gd name="T10" fmla="*/ 0 w 8"/>
                <a:gd name="T11" fmla="*/ 5 h 3"/>
                <a:gd name="T12" fmla="*/ 4 w 8"/>
                <a:gd name="T13" fmla="*/ 5 h 3"/>
                <a:gd name="T14" fmla="*/ 5 w 8"/>
                <a:gd name="T15" fmla="*/ 5 h 3"/>
                <a:gd name="T16" fmla="*/ 9 w 8"/>
                <a:gd name="T17" fmla="*/ 5 h 3"/>
                <a:gd name="T18" fmla="*/ 12 w 8"/>
                <a:gd name="T19" fmla="*/ 5 h 3"/>
                <a:gd name="T20" fmla="*/ 12 w 8"/>
                <a:gd name="T21" fmla="*/ 3 h 3"/>
                <a:gd name="T22" fmla="*/ 14 w 8"/>
                <a:gd name="T23" fmla="*/ 3 h 3"/>
                <a:gd name="T24" fmla="*/ 14 w 8"/>
                <a:gd name="T25" fmla="*/ 0 h 3"/>
                <a:gd name="T26" fmla="*/ 12 w 8"/>
                <a:gd name="T27" fmla="*/ 0 h 3"/>
                <a:gd name="T28" fmla="*/ 9 w 8"/>
                <a:gd name="T29" fmla="*/ 0 h 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8" h="3">
                  <a:moveTo>
                    <a:pt x="5" y="0"/>
                  </a:moveTo>
                  <a:cubicBezTo>
                    <a:pt x="4" y="0"/>
                    <a:pt x="4" y="0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1" y="3"/>
                    <a:pt x="1" y="3"/>
                    <a:pt x="2" y="3"/>
                  </a:cubicBezTo>
                  <a:cubicBezTo>
                    <a:pt x="2" y="3"/>
                    <a:pt x="3" y="3"/>
                    <a:pt x="3" y="3"/>
                  </a:cubicBezTo>
                  <a:cubicBezTo>
                    <a:pt x="4" y="3"/>
                    <a:pt x="4" y="3"/>
                    <a:pt x="5" y="3"/>
                  </a:cubicBezTo>
                  <a:cubicBezTo>
                    <a:pt x="5" y="3"/>
                    <a:pt x="6" y="3"/>
                    <a:pt x="7" y="3"/>
                  </a:cubicBezTo>
                  <a:cubicBezTo>
                    <a:pt x="7" y="3"/>
                    <a:pt x="7" y="2"/>
                    <a:pt x="7" y="2"/>
                  </a:cubicBezTo>
                  <a:cubicBezTo>
                    <a:pt x="7" y="2"/>
                    <a:pt x="8" y="2"/>
                    <a:pt x="8" y="2"/>
                  </a:cubicBezTo>
                  <a:cubicBezTo>
                    <a:pt x="8" y="1"/>
                    <a:pt x="8" y="1"/>
                    <a:pt x="8" y="0"/>
                  </a:cubicBezTo>
                  <a:cubicBezTo>
                    <a:pt x="8" y="0"/>
                    <a:pt x="7" y="0"/>
                    <a:pt x="7" y="0"/>
                  </a:cubicBezTo>
                  <a:cubicBezTo>
                    <a:pt x="6" y="0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99" name="Freeform 41091"/>
            <p:cNvSpPr>
              <a:spLocks/>
            </p:cNvSpPr>
            <p:nvPr/>
          </p:nvSpPr>
          <p:spPr bwMode="auto">
            <a:xfrm>
              <a:off x="4010" y="1200"/>
              <a:ext cx="4" cy="3"/>
            </a:xfrm>
            <a:custGeom>
              <a:avLst/>
              <a:gdLst>
                <a:gd name="T0" fmla="*/ 0 w 2"/>
                <a:gd name="T1" fmla="*/ 3 h 2"/>
                <a:gd name="T2" fmla="*/ 4 w 2"/>
                <a:gd name="T3" fmla="*/ 3 h 2"/>
                <a:gd name="T4" fmla="*/ 4 w 2"/>
                <a:gd name="T5" fmla="*/ 0 h 2"/>
                <a:gd name="T6" fmla="*/ 0 w 2"/>
                <a:gd name="T7" fmla="*/ 0 h 2"/>
                <a:gd name="T8" fmla="*/ 0 w 2"/>
                <a:gd name="T9" fmla="*/ 3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2">
                  <a:moveTo>
                    <a:pt x="0" y="2"/>
                  </a:moveTo>
                  <a:cubicBezTo>
                    <a:pt x="1" y="2"/>
                    <a:pt x="1" y="2"/>
                    <a:pt x="2" y="2"/>
                  </a:cubicBezTo>
                  <a:cubicBezTo>
                    <a:pt x="2" y="2"/>
                    <a:pt x="2" y="1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1"/>
                    <a:pt x="0" y="2"/>
                    <a:pt x="0" y="2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00" name="Freeform 41092"/>
            <p:cNvSpPr>
              <a:spLocks/>
            </p:cNvSpPr>
            <p:nvPr/>
          </p:nvSpPr>
          <p:spPr bwMode="auto">
            <a:xfrm>
              <a:off x="3751" y="1203"/>
              <a:ext cx="9" cy="4"/>
            </a:xfrm>
            <a:custGeom>
              <a:avLst/>
              <a:gdLst>
                <a:gd name="T0" fmla="*/ 7 w 5"/>
                <a:gd name="T1" fmla="*/ 4 h 2"/>
                <a:gd name="T2" fmla="*/ 9 w 5"/>
                <a:gd name="T3" fmla="*/ 4 h 2"/>
                <a:gd name="T4" fmla="*/ 9 w 5"/>
                <a:gd name="T5" fmla="*/ 0 h 2"/>
                <a:gd name="T6" fmla="*/ 7 w 5"/>
                <a:gd name="T7" fmla="*/ 0 h 2"/>
                <a:gd name="T8" fmla="*/ 4 w 5"/>
                <a:gd name="T9" fmla="*/ 0 h 2"/>
                <a:gd name="T10" fmla="*/ 0 w 5"/>
                <a:gd name="T11" fmla="*/ 0 h 2"/>
                <a:gd name="T12" fmla="*/ 0 w 5"/>
                <a:gd name="T13" fmla="*/ 4 h 2"/>
                <a:gd name="T14" fmla="*/ 4 w 5"/>
                <a:gd name="T15" fmla="*/ 4 h 2"/>
                <a:gd name="T16" fmla="*/ 7 w 5"/>
                <a:gd name="T17" fmla="*/ 4 h 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" h="2">
                  <a:moveTo>
                    <a:pt x="4" y="2"/>
                  </a:moveTo>
                  <a:cubicBezTo>
                    <a:pt x="4" y="2"/>
                    <a:pt x="5" y="2"/>
                    <a:pt x="5" y="2"/>
                  </a:cubicBezTo>
                  <a:cubicBezTo>
                    <a:pt x="5" y="1"/>
                    <a:pt x="5" y="1"/>
                    <a:pt x="5" y="0"/>
                  </a:cubicBezTo>
                  <a:cubicBezTo>
                    <a:pt x="5" y="0"/>
                    <a:pt x="4" y="0"/>
                    <a:pt x="4" y="0"/>
                  </a:cubicBezTo>
                  <a:cubicBezTo>
                    <a:pt x="3" y="0"/>
                    <a:pt x="3" y="0"/>
                    <a:pt x="2" y="0"/>
                  </a:cubicBezTo>
                  <a:cubicBezTo>
                    <a:pt x="2" y="0"/>
                    <a:pt x="1" y="0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1" y="2"/>
                    <a:pt x="2" y="2"/>
                    <a:pt x="2" y="2"/>
                  </a:cubicBezTo>
                  <a:cubicBezTo>
                    <a:pt x="3" y="2"/>
                    <a:pt x="3" y="2"/>
                    <a:pt x="4" y="2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01" name="Freeform 41093"/>
            <p:cNvSpPr>
              <a:spLocks/>
            </p:cNvSpPr>
            <p:nvPr/>
          </p:nvSpPr>
          <p:spPr bwMode="auto">
            <a:xfrm>
              <a:off x="4000" y="1203"/>
              <a:ext cx="5" cy="4"/>
            </a:xfrm>
            <a:custGeom>
              <a:avLst/>
              <a:gdLst>
                <a:gd name="T0" fmla="*/ 0 w 3"/>
                <a:gd name="T1" fmla="*/ 0 h 2"/>
                <a:gd name="T2" fmla="*/ 0 w 3"/>
                <a:gd name="T3" fmla="*/ 4 h 2"/>
                <a:gd name="T4" fmla="*/ 2 w 3"/>
                <a:gd name="T5" fmla="*/ 4 h 2"/>
                <a:gd name="T6" fmla="*/ 5 w 3"/>
                <a:gd name="T7" fmla="*/ 4 h 2"/>
                <a:gd name="T8" fmla="*/ 5 w 3"/>
                <a:gd name="T9" fmla="*/ 0 h 2"/>
                <a:gd name="T10" fmla="*/ 2 w 3"/>
                <a:gd name="T11" fmla="*/ 0 h 2"/>
                <a:gd name="T12" fmla="*/ 0 w 3"/>
                <a:gd name="T13" fmla="*/ 0 h 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cubicBezTo>
                    <a:pt x="0" y="1"/>
                    <a:pt x="0" y="1"/>
                    <a:pt x="0" y="2"/>
                  </a:cubicBezTo>
                  <a:cubicBezTo>
                    <a:pt x="0" y="2"/>
                    <a:pt x="1" y="2"/>
                    <a:pt x="1" y="2"/>
                  </a:cubicBezTo>
                  <a:cubicBezTo>
                    <a:pt x="2" y="2"/>
                    <a:pt x="2" y="2"/>
                    <a:pt x="3" y="2"/>
                  </a:cubicBezTo>
                  <a:cubicBezTo>
                    <a:pt x="3" y="1"/>
                    <a:pt x="3" y="1"/>
                    <a:pt x="3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02" name="Freeform 41094"/>
            <p:cNvSpPr>
              <a:spLocks/>
            </p:cNvSpPr>
            <p:nvPr/>
          </p:nvSpPr>
          <p:spPr bwMode="auto">
            <a:xfrm>
              <a:off x="3749" y="1212"/>
              <a:ext cx="6" cy="5"/>
            </a:xfrm>
            <a:custGeom>
              <a:avLst/>
              <a:gdLst>
                <a:gd name="T0" fmla="*/ 2 w 3"/>
                <a:gd name="T1" fmla="*/ 5 h 3"/>
                <a:gd name="T2" fmla="*/ 6 w 3"/>
                <a:gd name="T3" fmla="*/ 5 h 3"/>
                <a:gd name="T4" fmla="*/ 6 w 3"/>
                <a:gd name="T5" fmla="*/ 3 h 3"/>
                <a:gd name="T6" fmla="*/ 6 w 3"/>
                <a:gd name="T7" fmla="*/ 0 h 3"/>
                <a:gd name="T8" fmla="*/ 2 w 3"/>
                <a:gd name="T9" fmla="*/ 0 h 3"/>
                <a:gd name="T10" fmla="*/ 0 w 3"/>
                <a:gd name="T11" fmla="*/ 0 h 3"/>
                <a:gd name="T12" fmla="*/ 0 w 3"/>
                <a:gd name="T13" fmla="*/ 3 h 3"/>
                <a:gd name="T14" fmla="*/ 2 w 3"/>
                <a:gd name="T15" fmla="*/ 3 h 3"/>
                <a:gd name="T16" fmla="*/ 2 w 3"/>
                <a:gd name="T17" fmla="*/ 5 h 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" h="3">
                  <a:moveTo>
                    <a:pt x="1" y="3"/>
                  </a:moveTo>
                  <a:cubicBezTo>
                    <a:pt x="2" y="3"/>
                    <a:pt x="3" y="3"/>
                    <a:pt x="3" y="3"/>
                  </a:cubicBezTo>
                  <a:cubicBezTo>
                    <a:pt x="3" y="3"/>
                    <a:pt x="3" y="2"/>
                    <a:pt x="3" y="2"/>
                  </a:cubicBezTo>
                  <a:cubicBezTo>
                    <a:pt x="3" y="1"/>
                    <a:pt x="3" y="1"/>
                    <a:pt x="3" y="0"/>
                  </a:cubicBezTo>
                  <a:cubicBezTo>
                    <a:pt x="3" y="0"/>
                    <a:pt x="2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0" y="2"/>
                    <a:pt x="1" y="2"/>
                    <a:pt x="1" y="2"/>
                  </a:cubicBezTo>
                  <a:cubicBezTo>
                    <a:pt x="1" y="2"/>
                    <a:pt x="1" y="3"/>
                    <a:pt x="1" y="3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03" name="Freeform 41095"/>
            <p:cNvSpPr>
              <a:spLocks/>
            </p:cNvSpPr>
            <p:nvPr/>
          </p:nvSpPr>
          <p:spPr bwMode="auto">
            <a:xfrm>
              <a:off x="3760" y="1212"/>
              <a:ext cx="3" cy="4"/>
            </a:xfrm>
            <a:custGeom>
              <a:avLst/>
              <a:gdLst>
                <a:gd name="T0" fmla="*/ 0 w 2"/>
                <a:gd name="T1" fmla="*/ 4 h 2"/>
                <a:gd name="T2" fmla="*/ 3 w 2"/>
                <a:gd name="T3" fmla="*/ 4 h 2"/>
                <a:gd name="T4" fmla="*/ 3 w 2"/>
                <a:gd name="T5" fmla="*/ 0 h 2"/>
                <a:gd name="T6" fmla="*/ 0 w 2"/>
                <a:gd name="T7" fmla="*/ 0 h 2"/>
                <a:gd name="T8" fmla="*/ 0 w 2"/>
                <a:gd name="T9" fmla="*/ 4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2">
                  <a:moveTo>
                    <a:pt x="0" y="2"/>
                  </a:moveTo>
                  <a:cubicBezTo>
                    <a:pt x="1" y="2"/>
                    <a:pt x="1" y="2"/>
                    <a:pt x="2" y="2"/>
                  </a:cubicBezTo>
                  <a:cubicBezTo>
                    <a:pt x="2" y="1"/>
                    <a:pt x="2" y="1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04" name="Freeform 41096"/>
            <p:cNvSpPr>
              <a:spLocks/>
            </p:cNvSpPr>
            <p:nvPr/>
          </p:nvSpPr>
          <p:spPr bwMode="auto">
            <a:xfrm>
              <a:off x="3721" y="1221"/>
              <a:ext cx="44" cy="17"/>
            </a:xfrm>
            <a:custGeom>
              <a:avLst/>
              <a:gdLst>
                <a:gd name="T0" fmla="*/ 44 w 25"/>
                <a:gd name="T1" fmla="*/ 17 h 10"/>
                <a:gd name="T2" fmla="*/ 44 w 25"/>
                <a:gd name="T3" fmla="*/ 14 h 10"/>
                <a:gd name="T4" fmla="*/ 42 w 25"/>
                <a:gd name="T5" fmla="*/ 14 h 10"/>
                <a:gd name="T6" fmla="*/ 42 w 25"/>
                <a:gd name="T7" fmla="*/ 10 h 10"/>
                <a:gd name="T8" fmla="*/ 39 w 25"/>
                <a:gd name="T9" fmla="*/ 10 h 10"/>
                <a:gd name="T10" fmla="*/ 39 w 25"/>
                <a:gd name="T11" fmla="*/ 9 h 10"/>
                <a:gd name="T12" fmla="*/ 37 w 25"/>
                <a:gd name="T13" fmla="*/ 9 h 10"/>
                <a:gd name="T14" fmla="*/ 33 w 25"/>
                <a:gd name="T15" fmla="*/ 9 h 10"/>
                <a:gd name="T16" fmla="*/ 33 w 25"/>
                <a:gd name="T17" fmla="*/ 5 h 10"/>
                <a:gd name="T18" fmla="*/ 30 w 25"/>
                <a:gd name="T19" fmla="*/ 5 h 10"/>
                <a:gd name="T20" fmla="*/ 30 w 25"/>
                <a:gd name="T21" fmla="*/ 2 h 10"/>
                <a:gd name="T22" fmla="*/ 28 w 25"/>
                <a:gd name="T23" fmla="*/ 2 h 10"/>
                <a:gd name="T24" fmla="*/ 25 w 25"/>
                <a:gd name="T25" fmla="*/ 2 h 10"/>
                <a:gd name="T26" fmla="*/ 25 w 25"/>
                <a:gd name="T27" fmla="*/ 0 h 10"/>
                <a:gd name="T28" fmla="*/ 23 w 25"/>
                <a:gd name="T29" fmla="*/ 0 h 10"/>
                <a:gd name="T30" fmla="*/ 19 w 25"/>
                <a:gd name="T31" fmla="*/ 0 h 10"/>
                <a:gd name="T32" fmla="*/ 18 w 25"/>
                <a:gd name="T33" fmla="*/ 0 h 10"/>
                <a:gd name="T34" fmla="*/ 14 w 25"/>
                <a:gd name="T35" fmla="*/ 0 h 10"/>
                <a:gd name="T36" fmla="*/ 12 w 25"/>
                <a:gd name="T37" fmla="*/ 0 h 10"/>
                <a:gd name="T38" fmla="*/ 9 w 25"/>
                <a:gd name="T39" fmla="*/ 0 h 10"/>
                <a:gd name="T40" fmla="*/ 5 w 25"/>
                <a:gd name="T41" fmla="*/ 0 h 10"/>
                <a:gd name="T42" fmla="*/ 5 w 25"/>
                <a:gd name="T43" fmla="*/ 2 h 10"/>
                <a:gd name="T44" fmla="*/ 4 w 25"/>
                <a:gd name="T45" fmla="*/ 2 h 10"/>
                <a:gd name="T46" fmla="*/ 0 w 25"/>
                <a:gd name="T47" fmla="*/ 2 h 10"/>
                <a:gd name="T48" fmla="*/ 0 w 25"/>
                <a:gd name="T49" fmla="*/ 5 h 10"/>
                <a:gd name="T50" fmla="*/ 4 w 25"/>
                <a:gd name="T51" fmla="*/ 5 h 10"/>
                <a:gd name="T52" fmla="*/ 5 w 25"/>
                <a:gd name="T53" fmla="*/ 5 h 10"/>
                <a:gd name="T54" fmla="*/ 9 w 25"/>
                <a:gd name="T55" fmla="*/ 5 h 10"/>
                <a:gd name="T56" fmla="*/ 9 w 25"/>
                <a:gd name="T57" fmla="*/ 9 h 10"/>
                <a:gd name="T58" fmla="*/ 12 w 25"/>
                <a:gd name="T59" fmla="*/ 9 h 10"/>
                <a:gd name="T60" fmla="*/ 12 w 25"/>
                <a:gd name="T61" fmla="*/ 5 h 10"/>
                <a:gd name="T62" fmla="*/ 14 w 25"/>
                <a:gd name="T63" fmla="*/ 5 h 10"/>
                <a:gd name="T64" fmla="*/ 18 w 25"/>
                <a:gd name="T65" fmla="*/ 5 h 10"/>
                <a:gd name="T66" fmla="*/ 18 w 25"/>
                <a:gd name="T67" fmla="*/ 9 h 10"/>
                <a:gd name="T68" fmla="*/ 19 w 25"/>
                <a:gd name="T69" fmla="*/ 9 h 10"/>
                <a:gd name="T70" fmla="*/ 23 w 25"/>
                <a:gd name="T71" fmla="*/ 9 h 10"/>
                <a:gd name="T72" fmla="*/ 25 w 25"/>
                <a:gd name="T73" fmla="*/ 9 h 10"/>
                <a:gd name="T74" fmla="*/ 25 w 25"/>
                <a:gd name="T75" fmla="*/ 10 h 10"/>
                <a:gd name="T76" fmla="*/ 28 w 25"/>
                <a:gd name="T77" fmla="*/ 10 h 10"/>
                <a:gd name="T78" fmla="*/ 28 w 25"/>
                <a:gd name="T79" fmla="*/ 14 h 10"/>
                <a:gd name="T80" fmla="*/ 28 w 25"/>
                <a:gd name="T81" fmla="*/ 17 h 10"/>
                <a:gd name="T82" fmla="*/ 30 w 25"/>
                <a:gd name="T83" fmla="*/ 17 h 10"/>
                <a:gd name="T84" fmla="*/ 30 w 25"/>
                <a:gd name="T85" fmla="*/ 17 h 10"/>
                <a:gd name="T86" fmla="*/ 33 w 25"/>
                <a:gd name="T87" fmla="*/ 17 h 10"/>
                <a:gd name="T88" fmla="*/ 37 w 25"/>
                <a:gd name="T89" fmla="*/ 17 h 10"/>
                <a:gd name="T90" fmla="*/ 39 w 25"/>
                <a:gd name="T91" fmla="*/ 17 h 10"/>
                <a:gd name="T92" fmla="*/ 42 w 25"/>
                <a:gd name="T93" fmla="*/ 17 h 10"/>
                <a:gd name="T94" fmla="*/ 44 w 25"/>
                <a:gd name="T95" fmla="*/ 17 h 1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5" h="10">
                  <a:moveTo>
                    <a:pt x="25" y="10"/>
                  </a:moveTo>
                  <a:cubicBezTo>
                    <a:pt x="25" y="9"/>
                    <a:pt x="25" y="8"/>
                    <a:pt x="25" y="8"/>
                  </a:cubicBezTo>
                  <a:cubicBezTo>
                    <a:pt x="25" y="8"/>
                    <a:pt x="24" y="8"/>
                    <a:pt x="24" y="8"/>
                  </a:cubicBezTo>
                  <a:cubicBezTo>
                    <a:pt x="24" y="7"/>
                    <a:pt x="24" y="7"/>
                    <a:pt x="24" y="6"/>
                  </a:cubicBezTo>
                  <a:cubicBezTo>
                    <a:pt x="23" y="6"/>
                    <a:pt x="23" y="6"/>
                    <a:pt x="22" y="6"/>
                  </a:cubicBezTo>
                  <a:cubicBezTo>
                    <a:pt x="22" y="6"/>
                    <a:pt x="22" y="5"/>
                    <a:pt x="22" y="5"/>
                  </a:cubicBezTo>
                  <a:cubicBezTo>
                    <a:pt x="22" y="5"/>
                    <a:pt x="21" y="5"/>
                    <a:pt x="21" y="5"/>
                  </a:cubicBezTo>
                  <a:cubicBezTo>
                    <a:pt x="20" y="5"/>
                    <a:pt x="20" y="5"/>
                    <a:pt x="19" y="5"/>
                  </a:cubicBezTo>
                  <a:cubicBezTo>
                    <a:pt x="19" y="4"/>
                    <a:pt x="19" y="4"/>
                    <a:pt x="19" y="3"/>
                  </a:cubicBezTo>
                  <a:cubicBezTo>
                    <a:pt x="19" y="3"/>
                    <a:pt x="18" y="3"/>
                    <a:pt x="17" y="3"/>
                  </a:cubicBezTo>
                  <a:cubicBezTo>
                    <a:pt x="17" y="2"/>
                    <a:pt x="17" y="2"/>
                    <a:pt x="17" y="1"/>
                  </a:cubicBezTo>
                  <a:cubicBezTo>
                    <a:pt x="17" y="1"/>
                    <a:pt x="16" y="1"/>
                    <a:pt x="16" y="1"/>
                  </a:cubicBezTo>
                  <a:cubicBezTo>
                    <a:pt x="15" y="1"/>
                    <a:pt x="15" y="1"/>
                    <a:pt x="14" y="1"/>
                  </a:cubicBezTo>
                  <a:cubicBezTo>
                    <a:pt x="14" y="1"/>
                    <a:pt x="14" y="0"/>
                    <a:pt x="14" y="0"/>
                  </a:cubicBezTo>
                  <a:cubicBezTo>
                    <a:pt x="14" y="0"/>
                    <a:pt x="13" y="0"/>
                    <a:pt x="13" y="0"/>
                  </a:cubicBezTo>
                  <a:cubicBezTo>
                    <a:pt x="12" y="0"/>
                    <a:pt x="12" y="0"/>
                    <a:pt x="11" y="0"/>
                  </a:cubicBezTo>
                  <a:cubicBezTo>
                    <a:pt x="11" y="0"/>
                    <a:pt x="10" y="0"/>
                    <a:pt x="10" y="0"/>
                  </a:cubicBezTo>
                  <a:cubicBezTo>
                    <a:pt x="9" y="0"/>
                    <a:pt x="9" y="0"/>
                    <a:pt x="8" y="0"/>
                  </a:cubicBezTo>
                  <a:cubicBezTo>
                    <a:pt x="8" y="0"/>
                    <a:pt x="7" y="0"/>
                    <a:pt x="7" y="0"/>
                  </a:cubicBezTo>
                  <a:cubicBezTo>
                    <a:pt x="6" y="0"/>
                    <a:pt x="6" y="0"/>
                    <a:pt x="5" y="0"/>
                  </a:cubicBezTo>
                  <a:cubicBezTo>
                    <a:pt x="4" y="0"/>
                    <a:pt x="4" y="0"/>
                    <a:pt x="3" y="0"/>
                  </a:cubicBezTo>
                  <a:cubicBezTo>
                    <a:pt x="3" y="0"/>
                    <a:pt x="3" y="1"/>
                    <a:pt x="3" y="1"/>
                  </a:cubicBezTo>
                  <a:cubicBezTo>
                    <a:pt x="3" y="1"/>
                    <a:pt x="2" y="1"/>
                    <a:pt x="2" y="1"/>
                  </a:cubicBezTo>
                  <a:cubicBezTo>
                    <a:pt x="1" y="1"/>
                    <a:pt x="1" y="1"/>
                    <a:pt x="0" y="1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1" y="3"/>
                    <a:pt x="1" y="3"/>
                    <a:pt x="2" y="3"/>
                  </a:cubicBezTo>
                  <a:cubicBezTo>
                    <a:pt x="2" y="3"/>
                    <a:pt x="3" y="3"/>
                    <a:pt x="3" y="3"/>
                  </a:cubicBezTo>
                  <a:cubicBezTo>
                    <a:pt x="4" y="3"/>
                    <a:pt x="4" y="3"/>
                    <a:pt x="5" y="3"/>
                  </a:cubicBezTo>
                  <a:cubicBezTo>
                    <a:pt x="5" y="4"/>
                    <a:pt x="5" y="4"/>
                    <a:pt x="5" y="5"/>
                  </a:cubicBezTo>
                  <a:cubicBezTo>
                    <a:pt x="6" y="5"/>
                    <a:pt x="6" y="5"/>
                    <a:pt x="7" y="5"/>
                  </a:cubicBezTo>
                  <a:cubicBezTo>
                    <a:pt x="7" y="4"/>
                    <a:pt x="7" y="4"/>
                    <a:pt x="7" y="3"/>
                  </a:cubicBezTo>
                  <a:cubicBezTo>
                    <a:pt x="7" y="3"/>
                    <a:pt x="8" y="3"/>
                    <a:pt x="8" y="3"/>
                  </a:cubicBezTo>
                  <a:cubicBezTo>
                    <a:pt x="9" y="3"/>
                    <a:pt x="9" y="3"/>
                    <a:pt x="10" y="3"/>
                  </a:cubicBezTo>
                  <a:cubicBezTo>
                    <a:pt x="10" y="4"/>
                    <a:pt x="10" y="4"/>
                    <a:pt x="10" y="5"/>
                  </a:cubicBezTo>
                  <a:cubicBezTo>
                    <a:pt x="10" y="5"/>
                    <a:pt x="11" y="5"/>
                    <a:pt x="11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3" y="5"/>
                    <a:pt x="14" y="5"/>
                    <a:pt x="14" y="5"/>
                  </a:cubicBezTo>
                  <a:cubicBezTo>
                    <a:pt x="14" y="5"/>
                    <a:pt x="14" y="6"/>
                    <a:pt x="14" y="6"/>
                  </a:cubicBezTo>
                  <a:cubicBezTo>
                    <a:pt x="15" y="6"/>
                    <a:pt x="15" y="6"/>
                    <a:pt x="16" y="6"/>
                  </a:cubicBezTo>
                  <a:cubicBezTo>
                    <a:pt x="16" y="7"/>
                    <a:pt x="16" y="7"/>
                    <a:pt x="16" y="8"/>
                  </a:cubicBezTo>
                  <a:cubicBezTo>
                    <a:pt x="16" y="8"/>
                    <a:pt x="16" y="9"/>
                    <a:pt x="16" y="10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8" y="10"/>
                    <a:pt x="19" y="10"/>
                    <a:pt x="19" y="10"/>
                  </a:cubicBezTo>
                  <a:cubicBezTo>
                    <a:pt x="20" y="10"/>
                    <a:pt x="20" y="10"/>
                    <a:pt x="21" y="10"/>
                  </a:cubicBezTo>
                  <a:cubicBezTo>
                    <a:pt x="21" y="10"/>
                    <a:pt x="22" y="10"/>
                    <a:pt x="22" y="10"/>
                  </a:cubicBezTo>
                  <a:cubicBezTo>
                    <a:pt x="23" y="10"/>
                    <a:pt x="23" y="10"/>
                    <a:pt x="24" y="10"/>
                  </a:cubicBezTo>
                  <a:cubicBezTo>
                    <a:pt x="24" y="10"/>
                    <a:pt x="25" y="10"/>
                    <a:pt x="25" y="10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05" name="Freeform 41097"/>
            <p:cNvSpPr>
              <a:spLocks/>
            </p:cNvSpPr>
            <p:nvPr/>
          </p:nvSpPr>
          <p:spPr bwMode="auto">
            <a:xfrm>
              <a:off x="3793" y="1243"/>
              <a:ext cx="9" cy="6"/>
            </a:xfrm>
            <a:custGeom>
              <a:avLst/>
              <a:gdLst>
                <a:gd name="T0" fmla="*/ 5 w 5"/>
                <a:gd name="T1" fmla="*/ 0 h 3"/>
                <a:gd name="T2" fmla="*/ 4 w 5"/>
                <a:gd name="T3" fmla="*/ 0 h 3"/>
                <a:gd name="T4" fmla="*/ 0 w 5"/>
                <a:gd name="T5" fmla="*/ 0 h 3"/>
                <a:gd name="T6" fmla="*/ 0 w 5"/>
                <a:gd name="T7" fmla="*/ 2 h 3"/>
                <a:gd name="T8" fmla="*/ 0 w 5"/>
                <a:gd name="T9" fmla="*/ 6 h 3"/>
                <a:gd name="T10" fmla="*/ 4 w 5"/>
                <a:gd name="T11" fmla="*/ 6 h 3"/>
                <a:gd name="T12" fmla="*/ 5 w 5"/>
                <a:gd name="T13" fmla="*/ 6 h 3"/>
                <a:gd name="T14" fmla="*/ 9 w 5"/>
                <a:gd name="T15" fmla="*/ 6 h 3"/>
                <a:gd name="T16" fmla="*/ 9 w 5"/>
                <a:gd name="T17" fmla="*/ 2 h 3"/>
                <a:gd name="T18" fmla="*/ 5 w 5"/>
                <a:gd name="T19" fmla="*/ 2 h 3"/>
                <a:gd name="T20" fmla="*/ 5 w 5"/>
                <a:gd name="T21" fmla="*/ 0 h 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cubicBezTo>
                    <a:pt x="3" y="0"/>
                    <a:pt x="2" y="0"/>
                    <a:pt x="2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0" y="3"/>
                    <a:pt x="1" y="3"/>
                    <a:pt x="2" y="3"/>
                  </a:cubicBezTo>
                  <a:cubicBezTo>
                    <a:pt x="2" y="3"/>
                    <a:pt x="3" y="3"/>
                    <a:pt x="3" y="3"/>
                  </a:cubicBezTo>
                  <a:cubicBezTo>
                    <a:pt x="4" y="3"/>
                    <a:pt x="4" y="3"/>
                    <a:pt x="5" y="3"/>
                  </a:cubicBezTo>
                  <a:cubicBezTo>
                    <a:pt x="5" y="2"/>
                    <a:pt x="5" y="2"/>
                    <a:pt x="5" y="1"/>
                  </a:cubicBezTo>
                  <a:cubicBezTo>
                    <a:pt x="4" y="1"/>
                    <a:pt x="4" y="1"/>
                    <a:pt x="3" y="1"/>
                  </a:cubicBezTo>
                  <a:cubicBezTo>
                    <a:pt x="3" y="1"/>
                    <a:pt x="3" y="0"/>
                    <a:pt x="3" y="0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06" name="Freeform 41098"/>
            <p:cNvSpPr>
              <a:spLocks/>
            </p:cNvSpPr>
            <p:nvPr/>
          </p:nvSpPr>
          <p:spPr bwMode="auto">
            <a:xfrm>
              <a:off x="3746" y="1243"/>
              <a:ext cx="9" cy="6"/>
            </a:xfrm>
            <a:custGeom>
              <a:avLst/>
              <a:gdLst>
                <a:gd name="T0" fmla="*/ 4 w 5"/>
                <a:gd name="T1" fmla="*/ 0 h 3"/>
                <a:gd name="T2" fmla="*/ 0 w 5"/>
                <a:gd name="T3" fmla="*/ 0 h 3"/>
                <a:gd name="T4" fmla="*/ 0 w 5"/>
                <a:gd name="T5" fmla="*/ 2 h 3"/>
                <a:gd name="T6" fmla="*/ 4 w 5"/>
                <a:gd name="T7" fmla="*/ 2 h 3"/>
                <a:gd name="T8" fmla="*/ 4 w 5"/>
                <a:gd name="T9" fmla="*/ 6 h 3"/>
                <a:gd name="T10" fmla="*/ 5 w 5"/>
                <a:gd name="T11" fmla="*/ 6 h 3"/>
                <a:gd name="T12" fmla="*/ 9 w 5"/>
                <a:gd name="T13" fmla="*/ 6 h 3"/>
                <a:gd name="T14" fmla="*/ 9 w 5"/>
                <a:gd name="T15" fmla="*/ 2 h 3"/>
                <a:gd name="T16" fmla="*/ 9 w 5"/>
                <a:gd name="T17" fmla="*/ 0 h 3"/>
                <a:gd name="T18" fmla="*/ 5 w 5"/>
                <a:gd name="T19" fmla="*/ 0 h 3"/>
                <a:gd name="T20" fmla="*/ 4 w 5"/>
                <a:gd name="T21" fmla="*/ 0 h 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" h="3">
                  <a:moveTo>
                    <a:pt x="2" y="0"/>
                  </a:move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1" y="1"/>
                    <a:pt x="1" y="1"/>
                    <a:pt x="2" y="1"/>
                  </a:cubicBezTo>
                  <a:cubicBezTo>
                    <a:pt x="2" y="2"/>
                    <a:pt x="2" y="2"/>
                    <a:pt x="2" y="3"/>
                  </a:cubicBezTo>
                  <a:cubicBezTo>
                    <a:pt x="2" y="3"/>
                    <a:pt x="3" y="3"/>
                    <a:pt x="3" y="3"/>
                  </a:cubicBezTo>
                  <a:cubicBezTo>
                    <a:pt x="4" y="3"/>
                    <a:pt x="5" y="3"/>
                    <a:pt x="5" y="3"/>
                  </a:cubicBezTo>
                  <a:cubicBezTo>
                    <a:pt x="5" y="2"/>
                    <a:pt x="5" y="2"/>
                    <a:pt x="5" y="1"/>
                  </a:cubicBezTo>
                  <a:cubicBezTo>
                    <a:pt x="5" y="1"/>
                    <a:pt x="5" y="0"/>
                    <a:pt x="5" y="0"/>
                  </a:cubicBezTo>
                  <a:cubicBezTo>
                    <a:pt x="5" y="0"/>
                    <a:pt x="4" y="0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07" name="Freeform 41099"/>
            <p:cNvSpPr>
              <a:spLocks/>
            </p:cNvSpPr>
            <p:nvPr/>
          </p:nvSpPr>
          <p:spPr bwMode="auto">
            <a:xfrm>
              <a:off x="3763" y="1231"/>
              <a:ext cx="25" cy="18"/>
            </a:xfrm>
            <a:custGeom>
              <a:avLst/>
              <a:gdLst>
                <a:gd name="T0" fmla="*/ 20 w 14"/>
                <a:gd name="T1" fmla="*/ 9 h 10"/>
                <a:gd name="T2" fmla="*/ 20 w 14"/>
                <a:gd name="T3" fmla="*/ 7 h 10"/>
                <a:gd name="T4" fmla="*/ 16 w 14"/>
                <a:gd name="T5" fmla="*/ 7 h 10"/>
                <a:gd name="T6" fmla="*/ 14 w 14"/>
                <a:gd name="T7" fmla="*/ 7 h 10"/>
                <a:gd name="T8" fmla="*/ 11 w 14"/>
                <a:gd name="T9" fmla="*/ 7 h 10"/>
                <a:gd name="T10" fmla="*/ 9 w 14"/>
                <a:gd name="T11" fmla="*/ 7 h 10"/>
                <a:gd name="T12" fmla="*/ 9 w 14"/>
                <a:gd name="T13" fmla="*/ 4 h 10"/>
                <a:gd name="T14" fmla="*/ 9 w 14"/>
                <a:gd name="T15" fmla="*/ 0 h 10"/>
                <a:gd name="T16" fmla="*/ 5 w 14"/>
                <a:gd name="T17" fmla="*/ 0 h 10"/>
                <a:gd name="T18" fmla="*/ 5 w 14"/>
                <a:gd name="T19" fmla="*/ 4 h 10"/>
                <a:gd name="T20" fmla="*/ 5 w 14"/>
                <a:gd name="T21" fmla="*/ 7 h 10"/>
                <a:gd name="T22" fmla="*/ 5 w 14"/>
                <a:gd name="T23" fmla="*/ 9 h 10"/>
                <a:gd name="T24" fmla="*/ 5 w 14"/>
                <a:gd name="T25" fmla="*/ 13 h 10"/>
                <a:gd name="T26" fmla="*/ 2 w 14"/>
                <a:gd name="T27" fmla="*/ 13 h 10"/>
                <a:gd name="T28" fmla="*/ 0 w 14"/>
                <a:gd name="T29" fmla="*/ 13 h 10"/>
                <a:gd name="T30" fmla="*/ 0 w 14"/>
                <a:gd name="T31" fmla="*/ 14 h 10"/>
                <a:gd name="T32" fmla="*/ 2 w 14"/>
                <a:gd name="T33" fmla="*/ 14 h 10"/>
                <a:gd name="T34" fmla="*/ 2 w 14"/>
                <a:gd name="T35" fmla="*/ 18 h 10"/>
                <a:gd name="T36" fmla="*/ 5 w 14"/>
                <a:gd name="T37" fmla="*/ 18 h 10"/>
                <a:gd name="T38" fmla="*/ 5 w 14"/>
                <a:gd name="T39" fmla="*/ 14 h 10"/>
                <a:gd name="T40" fmla="*/ 9 w 14"/>
                <a:gd name="T41" fmla="*/ 14 h 10"/>
                <a:gd name="T42" fmla="*/ 9 w 14"/>
                <a:gd name="T43" fmla="*/ 18 h 10"/>
                <a:gd name="T44" fmla="*/ 11 w 14"/>
                <a:gd name="T45" fmla="*/ 18 h 10"/>
                <a:gd name="T46" fmla="*/ 14 w 14"/>
                <a:gd name="T47" fmla="*/ 18 h 10"/>
                <a:gd name="T48" fmla="*/ 14 w 14"/>
                <a:gd name="T49" fmla="*/ 14 h 10"/>
                <a:gd name="T50" fmla="*/ 16 w 14"/>
                <a:gd name="T51" fmla="*/ 14 h 10"/>
                <a:gd name="T52" fmla="*/ 20 w 14"/>
                <a:gd name="T53" fmla="*/ 14 h 10"/>
                <a:gd name="T54" fmla="*/ 21 w 14"/>
                <a:gd name="T55" fmla="*/ 14 h 10"/>
                <a:gd name="T56" fmla="*/ 25 w 14"/>
                <a:gd name="T57" fmla="*/ 14 h 10"/>
                <a:gd name="T58" fmla="*/ 25 w 14"/>
                <a:gd name="T59" fmla="*/ 13 h 10"/>
                <a:gd name="T60" fmla="*/ 25 w 14"/>
                <a:gd name="T61" fmla="*/ 9 h 10"/>
                <a:gd name="T62" fmla="*/ 21 w 14"/>
                <a:gd name="T63" fmla="*/ 9 h 10"/>
                <a:gd name="T64" fmla="*/ 20 w 14"/>
                <a:gd name="T65" fmla="*/ 9 h 1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4" h="10">
                  <a:moveTo>
                    <a:pt x="11" y="5"/>
                  </a:moveTo>
                  <a:cubicBezTo>
                    <a:pt x="11" y="5"/>
                    <a:pt x="11" y="4"/>
                    <a:pt x="11" y="4"/>
                  </a:cubicBezTo>
                  <a:cubicBezTo>
                    <a:pt x="10" y="4"/>
                    <a:pt x="10" y="4"/>
                    <a:pt x="9" y="4"/>
                  </a:cubicBezTo>
                  <a:cubicBezTo>
                    <a:pt x="9" y="4"/>
                    <a:pt x="8" y="4"/>
                    <a:pt x="8" y="4"/>
                  </a:cubicBezTo>
                  <a:cubicBezTo>
                    <a:pt x="7" y="4"/>
                    <a:pt x="7" y="4"/>
                    <a:pt x="6" y="4"/>
                  </a:cubicBezTo>
                  <a:cubicBezTo>
                    <a:pt x="6" y="4"/>
                    <a:pt x="5" y="4"/>
                    <a:pt x="5" y="4"/>
                  </a:cubicBezTo>
                  <a:cubicBezTo>
                    <a:pt x="5" y="3"/>
                    <a:pt x="5" y="2"/>
                    <a:pt x="5" y="2"/>
                  </a:cubicBezTo>
                  <a:cubicBezTo>
                    <a:pt x="5" y="1"/>
                    <a:pt x="5" y="1"/>
                    <a:pt x="5" y="0"/>
                  </a:cubicBezTo>
                  <a:cubicBezTo>
                    <a:pt x="4" y="0"/>
                    <a:pt x="3" y="0"/>
                    <a:pt x="3" y="0"/>
                  </a:cubicBezTo>
                  <a:cubicBezTo>
                    <a:pt x="3" y="1"/>
                    <a:pt x="3" y="1"/>
                    <a:pt x="3" y="2"/>
                  </a:cubicBezTo>
                  <a:cubicBezTo>
                    <a:pt x="3" y="2"/>
                    <a:pt x="3" y="3"/>
                    <a:pt x="3" y="4"/>
                  </a:cubicBezTo>
                  <a:cubicBezTo>
                    <a:pt x="3" y="4"/>
                    <a:pt x="3" y="5"/>
                    <a:pt x="3" y="5"/>
                  </a:cubicBezTo>
                  <a:cubicBezTo>
                    <a:pt x="3" y="6"/>
                    <a:pt x="3" y="6"/>
                    <a:pt x="3" y="7"/>
                  </a:cubicBezTo>
                  <a:cubicBezTo>
                    <a:pt x="2" y="7"/>
                    <a:pt x="2" y="7"/>
                    <a:pt x="1" y="7"/>
                  </a:cubicBezTo>
                  <a:cubicBezTo>
                    <a:pt x="1" y="7"/>
                    <a:pt x="0" y="7"/>
                    <a:pt x="0" y="7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0" y="8"/>
                    <a:pt x="1" y="8"/>
                    <a:pt x="1" y="8"/>
                  </a:cubicBezTo>
                  <a:cubicBezTo>
                    <a:pt x="1" y="9"/>
                    <a:pt x="1" y="9"/>
                    <a:pt x="1" y="10"/>
                  </a:cubicBezTo>
                  <a:cubicBezTo>
                    <a:pt x="2" y="10"/>
                    <a:pt x="2" y="10"/>
                    <a:pt x="3" y="10"/>
                  </a:cubicBezTo>
                  <a:cubicBezTo>
                    <a:pt x="3" y="9"/>
                    <a:pt x="3" y="9"/>
                    <a:pt x="3" y="8"/>
                  </a:cubicBezTo>
                  <a:cubicBezTo>
                    <a:pt x="3" y="8"/>
                    <a:pt x="4" y="8"/>
                    <a:pt x="5" y="8"/>
                  </a:cubicBezTo>
                  <a:cubicBezTo>
                    <a:pt x="5" y="9"/>
                    <a:pt x="5" y="9"/>
                    <a:pt x="5" y="10"/>
                  </a:cubicBezTo>
                  <a:cubicBezTo>
                    <a:pt x="5" y="10"/>
                    <a:pt x="6" y="10"/>
                    <a:pt x="6" y="10"/>
                  </a:cubicBezTo>
                  <a:cubicBezTo>
                    <a:pt x="7" y="10"/>
                    <a:pt x="7" y="10"/>
                    <a:pt x="8" y="10"/>
                  </a:cubicBezTo>
                  <a:cubicBezTo>
                    <a:pt x="8" y="9"/>
                    <a:pt x="8" y="9"/>
                    <a:pt x="8" y="8"/>
                  </a:cubicBezTo>
                  <a:cubicBezTo>
                    <a:pt x="8" y="8"/>
                    <a:pt x="9" y="8"/>
                    <a:pt x="9" y="8"/>
                  </a:cubicBezTo>
                  <a:cubicBezTo>
                    <a:pt x="10" y="8"/>
                    <a:pt x="10" y="8"/>
                    <a:pt x="11" y="8"/>
                  </a:cubicBezTo>
                  <a:cubicBezTo>
                    <a:pt x="11" y="8"/>
                    <a:pt x="12" y="8"/>
                    <a:pt x="12" y="8"/>
                  </a:cubicBezTo>
                  <a:cubicBezTo>
                    <a:pt x="13" y="8"/>
                    <a:pt x="13" y="8"/>
                    <a:pt x="14" y="8"/>
                  </a:cubicBezTo>
                  <a:cubicBezTo>
                    <a:pt x="14" y="8"/>
                    <a:pt x="14" y="7"/>
                    <a:pt x="14" y="7"/>
                  </a:cubicBezTo>
                  <a:cubicBezTo>
                    <a:pt x="14" y="6"/>
                    <a:pt x="14" y="6"/>
                    <a:pt x="14" y="5"/>
                  </a:cubicBezTo>
                  <a:cubicBezTo>
                    <a:pt x="13" y="5"/>
                    <a:pt x="13" y="5"/>
                    <a:pt x="12" y="5"/>
                  </a:cubicBezTo>
                  <a:cubicBezTo>
                    <a:pt x="12" y="5"/>
                    <a:pt x="11" y="5"/>
                    <a:pt x="11" y="5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08" name="Freeform 41100"/>
            <p:cNvSpPr>
              <a:spLocks/>
            </p:cNvSpPr>
            <p:nvPr/>
          </p:nvSpPr>
          <p:spPr bwMode="auto">
            <a:xfrm>
              <a:off x="4449" y="1263"/>
              <a:ext cx="5" cy="8"/>
            </a:xfrm>
            <a:custGeom>
              <a:avLst/>
              <a:gdLst>
                <a:gd name="T0" fmla="*/ 3 w 3"/>
                <a:gd name="T1" fmla="*/ 3 h 5"/>
                <a:gd name="T2" fmla="*/ 0 w 3"/>
                <a:gd name="T3" fmla="*/ 3 h 5"/>
                <a:gd name="T4" fmla="*/ 0 w 3"/>
                <a:gd name="T5" fmla="*/ 5 h 5"/>
                <a:gd name="T6" fmla="*/ 3 w 3"/>
                <a:gd name="T7" fmla="*/ 5 h 5"/>
                <a:gd name="T8" fmla="*/ 3 w 3"/>
                <a:gd name="T9" fmla="*/ 8 h 5"/>
                <a:gd name="T10" fmla="*/ 5 w 3"/>
                <a:gd name="T11" fmla="*/ 8 h 5"/>
                <a:gd name="T12" fmla="*/ 5 w 3"/>
                <a:gd name="T13" fmla="*/ 5 h 5"/>
                <a:gd name="T14" fmla="*/ 5 w 3"/>
                <a:gd name="T15" fmla="*/ 3 h 5"/>
                <a:gd name="T16" fmla="*/ 5 w 3"/>
                <a:gd name="T17" fmla="*/ 0 h 5"/>
                <a:gd name="T18" fmla="*/ 3 w 3"/>
                <a:gd name="T19" fmla="*/ 0 h 5"/>
                <a:gd name="T20" fmla="*/ 3 w 3"/>
                <a:gd name="T21" fmla="*/ 3 h 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" h="5">
                  <a:moveTo>
                    <a:pt x="2" y="2"/>
                  </a:moveTo>
                  <a:cubicBezTo>
                    <a:pt x="1" y="2"/>
                    <a:pt x="1" y="2"/>
                    <a:pt x="0" y="2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1" y="3"/>
                    <a:pt x="1" y="3"/>
                    <a:pt x="2" y="3"/>
                  </a:cubicBezTo>
                  <a:cubicBezTo>
                    <a:pt x="2" y="4"/>
                    <a:pt x="2" y="4"/>
                    <a:pt x="2" y="5"/>
                  </a:cubicBezTo>
                  <a:cubicBezTo>
                    <a:pt x="2" y="5"/>
                    <a:pt x="3" y="5"/>
                    <a:pt x="3" y="5"/>
                  </a:cubicBezTo>
                  <a:cubicBezTo>
                    <a:pt x="3" y="4"/>
                    <a:pt x="3" y="4"/>
                    <a:pt x="3" y="3"/>
                  </a:cubicBezTo>
                  <a:cubicBezTo>
                    <a:pt x="3" y="3"/>
                    <a:pt x="3" y="2"/>
                    <a:pt x="3" y="2"/>
                  </a:cubicBezTo>
                  <a:cubicBezTo>
                    <a:pt x="3" y="1"/>
                    <a:pt x="3" y="1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2" y="1"/>
                    <a:pt x="2" y="1"/>
                    <a:pt x="2" y="2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09" name="Freeform 41101"/>
            <p:cNvSpPr>
              <a:spLocks/>
            </p:cNvSpPr>
            <p:nvPr/>
          </p:nvSpPr>
          <p:spPr bwMode="auto">
            <a:xfrm>
              <a:off x="4286" y="1271"/>
              <a:ext cx="5" cy="5"/>
            </a:xfrm>
            <a:custGeom>
              <a:avLst/>
              <a:gdLst>
                <a:gd name="T0" fmla="*/ 5 w 3"/>
                <a:gd name="T1" fmla="*/ 2 h 3"/>
                <a:gd name="T2" fmla="*/ 5 w 3"/>
                <a:gd name="T3" fmla="*/ 0 h 3"/>
                <a:gd name="T4" fmla="*/ 3 w 3"/>
                <a:gd name="T5" fmla="*/ 0 h 3"/>
                <a:gd name="T6" fmla="*/ 0 w 3"/>
                <a:gd name="T7" fmla="*/ 0 h 3"/>
                <a:gd name="T8" fmla="*/ 0 w 3"/>
                <a:gd name="T9" fmla="*/ 2 h 3"/>
                <a:gd name="T10" fmla="*/ 0 w 3"/>
                <a:gd name="T11" fmla="*/ 5 h 3"/>
                <a:gd name="T12" fmla="*/ 3 w 3"/>
                <a:gd name="T13" fmla="*/ 5 h 3"/>
                <a:gd name="T14" fmla="*/ 5 w 3"/>
                <a:gd name="T15" fmla="*/ 5 h 3"/>
                <a:gd name="T16" fmla="*/ 5 w 3"/>
                <a:gd name="T17" fmla="*/ 2 h 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" h="3">
                  <a:moveTo>
                    <a:pt x="3" y="1"/>
                  </a:moveTo>
                  <a:cubicBezTo>
                    <a:pt x="3" y="1"/>
                    <a:pt x="3" y="0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1" y="3"/>
                    <a:pt x="1" y="3"/>
                    <a:pt x="2" y="3"/>
                  </a:cubicBezTo>
                  <a:cubicBezTo>
                    <a:pt x="2" y="3"/>
                    <a:pt x="3" y="3"/>
                    <a:pt x="3" y="3"/>
                  </a:cubicBezTo>
                  <a:cubicBezTo>
                    <a:pt x="3" y="3"/>
                    <a:pt x="3" y="2"/>
                    <a:pt x="3" y="1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10" name="Freeform 41102"/>
            <p:cNvSpPr>
              <a:spLocks/>
            </p:cNvSpPr>
            <p:nvPr/>
          </p:nvSpPr>
          <p:spPr bwMode="auto">
            <a:xfrm>
              <a:off x="4367" y="1310"/>
              <a:ext cx="4" cy="3"/>
            </a:xfrm>
            <a:custGeom>
              <a:avLst/>
              <a:gdLst>
                <a:gd name="T0" fmla="*/ 0 w 2"/>
                <a:gd name="T1" fmla="*/ 3 h 2"/>
                <a:gd name="T2" fmla="*/ 4 w 2"/>
                <a:gd name="T3" fmla="*/ 3 h 2"/>
                <a:gd name="T4" fmla="*/ 4 w 2"/>
                <a:gd name="T5" fmla="*/ 0 h 2"/>
                <a:gd name="T6" fmla="*/ 0 w 2"/>
                <a:gd name="T7" fmla="*/ 0 h 2"/>
                <a:gd name="T8" fmla="*/ 0 w 2"/>
                <a:gd name="T9" fmla="*/ 3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2">
                  <a:moveTo>
                    <a:pt x="0" y="2"/>
                  </a:moveTo>
                  <a:cubicBezTo>
                    <a:pt x="1" y="2"/>
                    <a:pt x="1" y="2"/>
                    <a:pt x="2" y="2"/>
                  </a:cubicBezTo>
                  <a:cubicBezTo>
                    <a:pt x="2" y="2"/>
                    <a:pt x="2" y="1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1"/>
                    <a:pt x="0" y="2"/>
                    <a:pt x="0" y="2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11" name="Freeform 41103"/>
            <p:cNvSpPr>
              <a:spLocks/>
            </p:cNvSpPr>
            <p:nvPr/>
          </p:nvSpPr>
          <p:spPr bwMode="auto">
            <a:xfrm>
              <a:off x="3683" y="1332"/>
              <a:ext cx="7" cy="7"/>
            </a:xfrm>
            <a:custGeom>
              <a:avLst/>
              <a:gdLst>
                <a:gd name="T0" fmla="*/ 0 w 4"/>
                <a:gd name="T1" fmla="*/ 0 h 4"/>
                <a:gd name="T2" fmla="*/ 0 w 4"/>
                <a:gd name="T3" fmla="*/ 4 h 4"/>
                <a:gd name="T4" fmla="*/ 4 w 4"/>
                <a:gd name="T5" fmla="*/ 4 h 4"/>
                <a:gd name="T6" fmla="*/ 4 w 4"/>
                <a:gd name="T7" fmla="*/ 7 h 4"/>
                <a:gd name="T8" fmla="*/ 7 w 4"/>
                <a:gd name="T9" fmla="*/ 7 h 4"/>
                <a:gd name="T10" fmla="*/ 7 w 4"/>
                <a:gd name="T11" fmla="*/ 4 h 4"/>
                <a:gd name="T12" fmla="*/ 7 w 4"/>
                <a:gd name="T13" fmla="*/ 0 h 4"/>
                <a:gd name="T14" fmla="*/ 4 w 4"/>
                <a:gd name="T15" fmla="*/ 0 h 4"/>
                <a:gd name="T16" fmla="*/ 0 w 4"/>
                <a:gd name="T17" fmla="*/ 0 h 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" h="4">
                  <a:moveTo>
                    <a:pt x="0" y="0"/>
                  </a:moveTo>
                  <a:cubicBezTo>
                    <a:pt x="0" y="1"/>
                    <a:pt x="0" y="1"/>
                    <a:pt x="0" y="2"/>
                  </a:cubicBezTo>
                  <a:cubicBezTo>
                    <a:pt x="1" y="2"/>
                    <a:pt x="1" y="2"/>
                    <a:pt x="2" y="2"/>
                  </a:cubicBezTo>
                  <a:cubicBezTo>
                    <a:pt x="2" y="2"/>
                    <a:pt x="2" y="3"/>
                    <a:pt x="2" y="4"/>
                  </a:cubicBezTo>
                  <a:cubicBezTo>
                    <a:pt x="2" y="4"/>
                    <a:pt x="3" y="4"/>
                    <a:pt x="4" y="4"/>
                  </a:cubicBezTo>
                  <a:cubicBezTo>
                    <a:pt x="4" y="3"/>
                    <a:pt x="4" y="2"/>
                    <a:pt x="4" y="2"/>
                  </a:cubicBezTo>
                  <a:cubicBezTo>
                    <a:pt x="4" y="1"/>
                    <a:pt x="4" y="1"/>
                    <a:pt x="4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12" name="Freeform 41104"/>
            <p:cNvSpPr>
              <a:spLocks/>
            </p:cNvSpPr>
            <p:nvPr/>
          </p:nvSpPr>
          <p:spPr bwMode="auto">
            <a:xfrm>
              <a:off x="4463" y="1299"/>
              <a:ext cx="0" cy="2"/>
            </a:xfrm>
            <a:custGeom>
              <a:avLst/>
              <a:gdLst>
                <a:gd name="T0" fmla="*/ 0 h 2"/>
                <a:gd name="T1" fmla="*/ 2 h 2"/>
                <a:gd name="T2" fmla="*/ 0 h 2"/>
                <a:gd name="T3" fmla="*/ 0 h 2"/>
                <a:gd name="T4" fmla="*/ 0 60000 65536"/>
                <a:gd name="T5" fmla="*/ 0 60000 65536"/>
                <a:gd name="T6" fmla="*/ 0 60000 65536"/>
                <a:gd name="T7" fmla="*/ 0 60000 65536"/>
              </a:gdLst>
              <a:ahLst/>
              <a:cxnLst>
                <a:cxn ang="T4">
                  <a:pos x="0" y="T0"/>
                </a:cxn>
                <a:cxn ang="T5">
                  <a:pos x="0" y="T1"/>
                </a:cxn>
                <a:cxn ang="T6">
                  <a:pos x="0" y="T2"/>
                </a:cxn>
                <a:cxn ang="T7">
                  <a:pos x="0" y="T3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13" name="Freeform 41105"/>
            <p:cNvSpPr>
              <a:spLocks noEditPoints="1"/>
            </p:cNvSpPr>
            <p:nvPr/>
          </p:nvSpPr>
          <p:spPr bwMode="auto">
            <a:xfrm>
              <a:off x="3995" y="887"/>
              <a:ext cx="482" cy="604"/>
            </a:xfrm>
            <a:custGeom>
              <a:avLst/>
              <a:gdLst>
                <a:gd name="T0" fmla="*/ 310 w 277"/>
                <a:gd name="T1" fmla="*/ 40 h 347"/>
                <a:gd name="T2" fmla="*/ 280 w 277"/>
                <a:gd name="T3" fmla="*/ 42 h 347"/>
                <a:gd name="T4" fmla="*/ 270 w 277"/>
                <a:gd name="T5" fmla="*/ 70 h 347"/>
                <a:gd name="T6" fmla="*/ 256 w 277"/>
                <a:gd name="T7" fmla="*/ 33 h 347"/>
                <a:gd name="T8" fmla="*/ 247 w 277"/>
                <a:gd name="T9" fmla="*/ 24 h 347"/>
                <a:gd name="T10" fmla="*/ 238 w 277"/>
                <a:gd name="T11" fmla="*/ 68 h 347"/>
                <a:gd name="T12" fmla="*/ 233 w 277"/>
                <a:gd name="T13" fmla="*/ 84 h 347"/>
                <a:gd name="T14" fmla="*/ 212 w 277"/>
                <a:gd name="T15" fmla="*/ 84 h 347"/>
                <a:gd name="T16" fmla="*/ 177 w 277"/>
                <a:gd name="T17" fmla="*/ 82 h 347"/>
                <a:gd name="T18" fmla="*/ 122 w 277"/>
                <a:gd name="T19" fmla="*/ 87 h 347"/>
                <a:gd name="T20" fmla="*/ 96 w 277"/>
                <a:gd name="T21" fmla="*/ 132 h 347"/>
                <a:gd name="T22" fmla="*/ 103 w 277"/>
                <a:gd name="T23" fmla="*/ 179 h 347"/>
                <a:gd name="T24" fmla="*/ 73 w 277"/>
                <a:gd name="T25" fmla="*/ 183 h 347"/>
                <a:gd name="T26" fmla="*/ 45 w 277"/>
                <a:gd name="T27" fmla="*/ 165 h 347"/>
                <a:gd name="T28" fmla="*/ 45 w 277"/>
                <a:gd name="T29" fmla="*/ 198 h 347"/>
                <a:gd name="T30" fmla="*/ 59 w 277"/>
                <a:gd name="T31" fmla="*/ 211 h 347"/>
                <a:gd name="T32" fmla="*/ 68 w 277"/>
                <a:gd name="T33" fmla="*/ 230 h 347"/>
                <a:gd name="T34" fmla="*/ 38 w 277"/>
                <a:gd name="T35" fmla="*/ 266 h 347"/>
                <a:gd name="T36" fmla="*/ 33 w 277"/>
                <a:gd name="T37" fmla="*/ 312 h 347"/>
                <a:gd name="T38" fmla="*/ 5 w 277"/>
                <a:gd name="T39" fmla="*/ 357 h 347"/>
                <a:gd name="T40" fmla="*/ 19 w 277"/>
                <a:gd name="T41" fmla="*/ 409 h 347"/>
                <a:gd name="T42" fmla="*/ 71 w 277"/>
                <a:gd name="T43" fmla="*/ 423 h 347"/>
                <a:gd name="T44" fmla="*/ 111 w 277"/>
                <a:gd name="T45" fmla="*/ 437 h 347"/>
                <a:gd name="T46" fmla="*/ 131 w 277"/>
                <a:gd name="T47" fmla="*/ 491 h 347"/>
                <a:gd name="T48" fmla="*/ 131 w 277"/>
                <a:gd name="T49" fmla="*/ 554 h 347"/>
                <a:gd name="T50" fmla="*/ 157 w 277"/>
                <a:gd name="T51" fmla="*/ 604 h 347"/>
                <a:gd name="T52" fmla="*/ 204 w 277"/>
                <a:gd name="T53" fmla="*/ 573 h 347"/>
                <a:gd name="T54" fmla="*/ 228 w 277"/>
                <a:gd name="T55" fmla="*/ 524 h 347"/>
                <a:gd name="T56" fmla="*/ 238 w 277"/>
                <a:gd name="T57" fmla="*/ 473 h 347"/>
                <a:gd name="T58" fmla="*/ 270 w 277"/>
                <a:gd name="T59" fmla="*/ 432 h 347"/>
                <a:gd name="T60" fmla="*/ 277 w 277"/>
                <a:gd name="T61" fmla="*/ 390 h 347"/>
                <a:gd name="T62" fmla="*/ 280 w 277"/>
                <a:gd name="T63" fmla="*/ 376 h 347"/>
                <a:gd name="T64" fmla="*/ 318 w 277"/>
                <a:gd name="T65" fmla="*/ 336 h 347"/>
                <a:gd name="T66" fmla="*/ 343 w 277"/>
                <a:gd name="T67" fmla="*/ 329 h 347"/>
                <a:gd name="T68" fmla="*/ 376 w 277"/>
                <a:gd name="T69" fmla="*/ 367 h 347"/>
                <a:gd name="T70" fmla="*/ 405 w 277"/>
                <a:gd name="T71" fmla="*/ 399 h 347"/>
                <a:gd name="T72" fmla="*/ 407 w 277"/>
                <a:gd name="T73" fmla="*/ 372 h 347"/>
                <a:gd name="T74" fmla="*/ 449 w 277"/>
                <a:gd name="T75" fmla="*/ 336 h 347"/>
                <a:gd name="T76" fmla="*/ 345 w 277"/>
                <a:gd name="T77" fmla="*/ 0 h 347"/>
                <a:gd name="T78" fmla="*/ 195 w 277"/>
                <a:gd name="T79" fmla="*/ 110 h 347"/>
                <a:gd name="T80" fmla="*/ 193 w 277"/>
                <a:gd name="T81" fmla="*/ 225 h 347"/>
                <a:gd name="T82" fmla="*/ 223 w 277"/>
                <a:gd name="T83" fmla="*/ 251 h 347"/>
                <a:gd name="T84" fmla="*/ 169 w 277"/>
                <a:gd name="T85" fmla="*/ 146 h 347"/>
                <a:gd name="T86" fmla="*/ 136 w 277"/>
                <a:gd name="T87" fmla="*/ 169 h 347"/>
                <a:gd name="T88" fmla="*/ 132 w 277"/>
                <a:gd name="T89" fmla="*/ 132 h 347"/>
                <a:gd name="T90" fmla="*/ 144 w 277"/>
                <a:gd name="T91" fmla="*/ 143 h 347"/>
                <a:gd name="T92" fmla="*/ 131 w 277"/>
                <a:gd name="T93" fmla="*/ 183 h 347"/>
                <a:gd name="T94" fmla="*/ 108 w 277"/>
                <a:gd name="T95" fmla="*/ 162 h 347"/>
                <a:gd name="T96" fmla="*/ 164 w 277"/>
                <a:gd name="T97" fmla="*/ 294 h 347"/>
                <a:gd name="T98" fmla="*/ 117 w 277"/>
                <a:gd name="T99" fmla="*/ 289 h 347"/>
                <a:gd name="T100" fmla="*/ 68 w 277"/>
                <a:gd name="T101" fmla="*/ 284 h 347"/>
                <a:gd name="T102" fmla="*/ 84 w 277"/>
                <a:gd name="T103" fmla="*/ 256 h 347"/>
                <a:gd name="T104" fmla="*/ 125 w 277"/>
                <a:gd name="T105" fmla="*/ 258 h 347"/>
                <a:gd name="T106" fmla="*/ 141 w 277"/>
                <a:gd name="T107" fmla="*/ 263 h 347"/>
                <a:gd name="T108" fmla="*/ 127 w 277"/>
                <a:gd name="T109" fmla="*/ 238 h 347"/>
                <a:gd name="T110" fmla="*/ 164 w 277"/>
                <a:gd name="T111" fmla="*/ 275 h 347"/>
                <a:gd name="T112" fmla="*/ 188 w 277"/>
                <a:gd name="T113" fmla="*/ 279 h 347"/>
                <a:gd name="T114" fmla="*/ 212 w 277"/>
                <a:gd name="T115" fmla="*/ 285 h 347"/>
                <a:gd name="T116" fmla="*/ 223 w 277"/>
                <a:gd name="T117" fmla="*/ 343 h 347"/>
                <a:gd name="T118" fmla="*/ 231 w 277"/>
                <a:gd name="T119" fmla="*/ 345 h 347"/>
                <a:gd name="T120" fmla="*/ 294 w 277"/>
                <a:gd name="T121" fmla="*/ 325 h 347"/>
                <a:gd name="T122" fmla="*/ 280 w 277"/>
                <a:gd name="T123" fmla="*/ 317 h 347"/>
                <a:gd name="T124" fmla="*/ 308 w 277"/>
                <a:gd name="T125" fmla="*/ 78 h 347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277" h="347">
                  <a:moveTo>
                    <a:pt x="197" y="1"/>
                  </a:moveTo>
                  <a:cubicBezTo>
                    <a:pt x="196" y="1"/>
                    <a:pt x="196" y="1"/>
                    <a:pt x="195" y="1"/>
                  </a:cubicBezTo>
                  <a:cubicBezTo>
                    <a:pt x="195" y="2"/>
                    <a:pt x="195" y="3"/>
                    <a:pt x="195" y="3"/>
                  </a:cubicBezTo>
                  <a:cubicBezTo>
                    <a:pt x="195" y="3"/>
                    <a:pt x="194" y="3"/>
                    <a:pt x="194" y="3"/>
                  </a:cubicBezTo>
                  <a:cubicBezTo>
                    <a:pt x="193" y="3"/>
                    <a:pt x="193" y="3"/>
                    <a:pt x="192" y="3"/>
                  </a:cubicBezTo>
                  <a:cubicBezTo>
                    <a:pt x="192" y="4"/>
                    <a:pt x="192" y="4"/>
                    <a:pt x="192" y="5"/>
                  </a:cubicBezTo>
                  <a:cubicBezTo>
                    <a:pt x="192" y="5"/>
                    <a:pt x="192" y="6"/>
                    <a:pt x="192" y="6"/>
                  </a:cubicBezTo>
                  <a:cubicBezTo>
                    <a:pt x="192" y="6"/>
                    <a:pt x="191" y="6"/>
                    <a:pt x="191" y="6"/>
                  </a:cubicBezTo>
                  <a:cubicBezTo>
                    <a:pt x="191" y="7"/>
                    <a:pt x="191" y="7"/>
                    <a:pt x="191" y="8"/>
                  </a:cubicBezTo>
                  <a:cubicBezTo>
                    <a:pt x="190" y="8"/>
                    <a:pt x="190" y="8"/>
                    <a:pt x="189" y="8"/>
                  </a:cubicBezTo>
                  <a:cubicBezTo>
                    <a:pt x="189" y="9"/>
                    <a:pt x="189" y="9"/>
                    <a:pt x="189" y="10"/>
                  </a:cubicBezTo>
                  <a:cubicBezTo>
                    <a:pt x="189" y="10"/>
                    <a:pt x="189" y="11"/>
                    <a:pt x="189" y="11"/>
                  </a:cubicBezTo>
                  <a:cubicBezTo>
                    <a:pt x="190" y="11"/>
                    <a:pt x="190" y="11"/>
                    <a:pt x="191" y="11"/>
                  </a:cubicBezTo>
                  <a:cubicBezTo>
                    <a:pt x="191" y="12"/>
                    <a:pt x="191" y="12"/>
                    <a:pt x="191" y="13"/>
                  </a:cubicBezTo>
                  <a:cubicBezTo>
                    <a:pt x="190" y="13"/>
                    <a:pt x="190" y="13"/>
                    <a:pt x="189" y="13"/>
                  </a:cubicBezTo>
                  <a:cubicBezTo>
                    <a:pt x="189" y="13"/>
                    <a:pt x="188" y="13"/>
                    <a:pt x="188" y="13"/>
                  </a:cubicBezTo>
                  <a:cubicBezTo>
                    <a:pt x="188" y="13"/>
                    <a:pt x="188" y="14"/>
                    <a:pt x="188" y="14"/>
                  </a:cubicBezTo>
                  <a:cubicBezTo>
                    <a:pt x="187" y="14"/>
                    <a:pt x="187" y="14"/>
                    <a:pt x="186" y="14"/>
                  </a:cubicBezTo>
                  <a:cubicBezTo>
                    <a:pt x="186" y="15"/>
                    <a:pt x="186" y="15"/>
                    <a:pt x="186" y="16"/>
                  </a:cubicBezTo>
                  <a:cubicBezTo>
                    <a:pt x="185" y="16"/>
                    <a:pt x="185" y="16"/>
                    <a:pt x="184" y="16"/>
                  </a:cubicBezTo>
                  <a:cubicBezTo>
                    <a:pt x="184" y="16"/>
                    <a:pt x="183" y="16"/>
                    <a:pt x="183" y="16"/>
                  </a:cubicBezTo>
                  <a:cubicBezTo>
                    <a:pt x="183" y="17"/>
                    <a:pt x="183" y="17"/>
                    <a:pt x="183" y="18"/>
                  </a:cubicBezTo>
                  <a:cubicBezTo>
                    <a:pt x="182" y="18"/>
                    <a:pt x="182" y="18"/>
                    <a:pt x="181" y="18"/>
                  </a:cubicBezTo>
                  <a:cubicBezTo>
                    <a:pt x="181" y="18"/>
                    <a:pt x="181" y="19"/>
                    <a:pt x="181" y="19"/>
                  </a:cubicBezTo>
                  <a:cubicBezTo>
                    <a:pt x="181" y="19"/>
                    <a:pt x="180" y="19"/>
                    <a:pt x="180" y="19"/>
                  </a:cubicBezTo>
                  <a:cubicBezTo>
                    <a:pt x="179" y="19"/>
                    <a:pt x="179" y="19"/>
                    <a:pt x="178" y="19"/>
                  </a:cubicBezTo>
                  <a:cubicBezTo>
                    <a:pt x="178" y="20"/>
                    <a:pt x="178" y="20"/>
                    <a:pt x="178" y="21"/>
                  </a:cubicBezTo>
                  <a:cubicBezTo>
                    <a:pt x="178" y="21"/>
                    <a:pt x="178" y="22"/>
                    <a:pt x="178" y="23"/>
                  </a:cubicBezTo>
                  <a:cubicBezTo>
                    <a:pt x="178" y="23"/>
                    <a:pt x="178" y="24"/>
                    <a:pt x="178" y="24"/>
                  </a:cubicBezTo>
                  <a:cubicBezTo>
                    <a:pt x="178" y="24"/>
                    <a:pt x="177" y="24"/>
                    <a:pt x="177" y="24"/>
                  </a:cubicBezTo>
                  <a:cubicBezTo>
                    <a:pt x="176" y="24"/>
                    <a:pt x="176" y="24"/>
                    <a:pt x="175" y="24"/>
                  </a:cubicBezTo>
                  <a:cubicBezTo>
                    <a:pt x="175" y="24"/>
                    <a:pt x="175" y="23"/>
                    <a:pt x="175" y="23"/>
                  </a:cubicBezTo>
                  <a:cubicBezTo>
                    <a:pt x="174" y="23"/>
                    <a:pt x="174" y="23"/>
                    <a:pt x="173" y="23"/>
                  </a:cubicBezTo>
                  <a:cubicBezTo>
                    <a:pt x="173" y="22"/>
                    <a:pt x="173" y="21"/>
                    <a:pt x="173" y="21"/>
                  </a:cubicBezTo>
                  <a:cubicBezTo>
                    <a:pt x="173" y="21"/>
                    <a:pt x="172" y="21"/>
                    <a:pt x="172" y="21"/>
                  </a:cubicBezTo>
                  <a:cubicBezTo>
                    <a:pt x="171" y="21"/>
                    <a:pt x="171" y="21"/>
                    <a:pt x="170" y="21"/>
                  </a:cubicBezTo>
                  <a:cubicBezTo>
                    <a:pt x="170" y="21"/>
                    <a:pt x="170" y="22"/>
                    <a:pt x="170" y="23"/>
                  </a:cubicBezTo>
                  <a:cubicBezTo>
                    <a:pt x="171" y="23"/>
                    <a:pt x="171" y="23"/>
                    <a:pt x="172" y="23"/>
                  </a:cubicBezTo>
                  <a:cubicBezTo>
                    <a:pt x="172" y="23"/>
                    <a:pt x="172" y="24"/>
                    <a:pt x="172" y="24"/>
                  </a:cubicBezTo>
                  <a:cubicBezTo>
                    <a:pt x="172" y="25"/>
                    <a:pt x="172" y="25"/>
                    <a:pt x="172" y="26"/>
                  </a:cubicBezTo>
                  <a:cubicBezTo>
                    <a:pt x="172" y="26"/>
                    <a:pt x="172" y="27"/>
                    <a:pt x="172" y="27"/>
                  </a:cubicBezTo>
                  <a:cubicBezTo>
                    <a:pt x="171" y="27"/>
                    <a:pt x="171" y="27"/>
                    <a:pt x="170" y="27"/>
                  </a:cubicBezTo>
                  <a:cubicBezTo>
                    <a:pt x="170" y="27"/>
                    <a:pt x="170" y="26"/>
                    <a:pt x="170" y="26"/>
                  </a:cubicBezTo>
                  <a:cubicBezTo>
                    <a:pt x="170" y="26"/>
                    <a:pt x="169" y="26"/>
                    <a:pt x="169" y="26"/>
                  </a:cubicBezTo>
                  <a:cubicBezTo>
                    <a:pt x="169" y="25"/>
                    <a:pt x="169" y="25"/>
                    <a:pt x="169" y="24"/>
                  </a:cubicBezTo>
                  <a:cubicBezTo>
                    <a:pt x="168" y="24"/>
                    <a:pt x="168" y="24"/>
                    <a:pt x="167" y="24"/>
                  </a:cubicBezTo>
                  <a:cubicBezTo>
                    <a:pt x="167" y="24"/>
                    <a:pt x="167" y="23"/>
                    <a:pt x="167" y="23"/>
                  </a:cubicBezTo>
                  <a:cubicBezTo>
                    <a:pt x="167" y="22"/>
                    <a:pt x="167" y="21"/>
                    <a:pt x="167" y="21"/>
                  </a:cubicBezTo>
                  <a:cubicBezTo>
                    <a:pt x="167" y="21"/>
                    <a:pt x="166" y="21"/>
                    <a:pt x="166" y="21"/>
                  </a:cubicBezTo>
                  <a:cubicBezTo>
                    <a:pt x="166" y="20"/>
                    <a:pt x="166" y="20"/>
                    <a:pt x="166" y="19"/>
                  </a:cubicBezTo>
                  <a:cubicBezTo>
                    <a:pt x="165" y="19"/>
                    <a:pt x="165" y="19"/>
                    <a:pt x="164" y="19"/>
                  </a:cubicBezTo>
                  <a:cubicBezTo>
                    <a:pt x="164" y="20"/>
                    <a:pt x="164" y="20"/>
                    <a:pt x="164" y="21"/>
                  </a:cubicBezTo>
                  <a:cubicBezTo>
                    <a:pt x="164" y="21"/>
                    <a:pt x="163" y="21"/>
                    <a:pt x="163" y="21"/>
                  </a:cubicBezTo>
                  <a:cubicBezTo>
                    <a:pt x="163" y="21"/>
                    <a:pt x="163" y="22"/>
                    <a:pt x="163" y="23"/>
                  </a:cubicBezTo>
                  <a:cubicBezTo>
                    <a:pt x="163" y="23"/>
                    <a:pt x="163" y="24"/>
                    <a:pt x="163" y="24"/>
                  </a:cubicBezTo>
                  <a:cubicBezTo>
                    <a:pt x="162" y="24"/>
                    <a:pt x="161" y="24"/>
                    <a:pt x="161" y="24"/>
                  </a:cubicBezTo>
                  <a:cubicBezTo>
                    <a:pt x="161" y="25"/>
                    <a:pt x="161" y="25"/>
                    <a:pt x="161" y="26"/>
                  </a:cubicBezTo>
                  <a:cubicBezTo>
                    <a:pt x="161" y="26"/>
                    <a:pt x="161" y="27"/>
                    <a:pt x="161" y="27"/>
                  </a:cubicBezTo>
                  <a:cubicBezTo>
                    <a:pt x="161" y="27"/>
                    <a:pt x="162" y="27"/>
                    <a:pt x="163" y="27"/>
                  </a:cubicBezTo>
                  <a:cubicBezTo>
                    <a:pt x="163" y="28"/>
                    <a:pt x="163" y="28"/>
                    <a:pt x="163" y="29"/>
                  </a:cubicBezTo>
                  <a:cubicBezTo>
                    <a:pt x="163" y="29"/>
                    <a:pt x="163" y="30"/>
                    <a:pt x="163" y="30"/>
                  </a:cubicBezTo>
                  <a:cubicBezTo>
                    <a:pt x="162" y="30"/>
                    <a:pt x="161" y="30"/>
                    <a:pt x="161" y="30"/>
                  </a:cubicBezTo>
                  <a:cubicBezTo>
                    <a:pt x="160" y="30"/>
                    <a:pt x="160" y="30"/>
                    <a:pt x="159" y="30"/>
                  </a:cubicBezTo>
                  <a:cubicBezTo>
                    <a:pt x="159" y="31"/>
                    <a:pt x="159" y="32"/>
                    <a:pt x="159" y="32"/>
                  </a:cubicBezTo>
                  <a:cubicBezTo>
                    <a:pt x="159" y="33"/>
                    <a:pt x="159" y="33"/>
                    <a:pt x="159" y="34"/>
                  </a:cubicBezTo>
                  <a:cubicBezTo>
                    <a:pt x="160" y="34"/>
                    <a:pt x="160" y="34"/>
                    <a:pt x="161" y="34"/>
                  </a:cubicBezTo>
                  <a:cubicBezTo>
                    <a:pt x="161" y="34"/>
                    <a:pt x="161" y="35"/>
                    <a:pt x="161" y="35"/>
                  </a:cubicBezTo>
                  <a:cubicBezTo>
                    <a:pt x="161" y="36"/>
                    <a:pt x="161" y="36"/>
                    <a:pt x="161" y="37"/>
                  </a:cubicBezTo>
                  <a:cubicBezTo>
                    <a:pt x="161" y="38"/>
                    <a:pt x="161" y="38"/>
                    <a:pt x="161" y="39"/>
                  </a:cubicBezTo>
                  <a:cubicBezTo>
                    <a:pt x="161" y="39"/>
                    <a:pt x="161" y="40"/>
                    <a:pt x="161" y="40"/>
                  </a:cubicBezTo>
                  <a:cubicBezTo>
                    <a:pt x="161" y="40"/>
                    <a:pt x="162" y="40"/>
                    <a:pt x="163" y="40"/>
                  </a:cubicBezTo>
                  <a:cubicBezTo>
                    <a:pt x="163" y="40"/>
                    <a:pt x="164" y="40"/>
                    <a:pt x="164" y="40"/>
                  </a:cubicBezTo>
                  <a:cubicBezTo>
                    <a:pt x="164" y="41"/>
                    <a:pt x="164" y="41"/>
                    <a:pt x="164" y="42"/>
                  </a:cubicBezTo>
                  <a:cubicBezTo>
                    <a:pt x="165" y="42"/>
                    <a:pt x="165" y="42"/>
                    <a:pt x="166" y="42"/>
                  </a:cubicBezTo>
                  <a:cubicBezTo>
                    <a:pt x="166" y="42"/>
                    <a:pt x="166" y="43"/>
                    <a:pt x="166" y="43"/>
                  </a:cubicBezTo>
                  <a:cubicBezTo>
                    <a:pt x="165" y="43"/>
                    <a:pt x="165" y="43"/>
                    <a:pt x="164" y="43"/>
                  </a:cubicBezTo>
                  <a:cubicBezTo>
                    <a:pt x="164" y="43"/>
                    <a:pt x="164" y="42"/>
                    <a:pt x="164" y="42"/>
                  </a:cubicBezTo>
                  <a:cubicBezTo>
                    <a:pt x="164" y="42"/>
                    <a:pt x="163" y="42"/>
                    <a:pt x="163" y="42"/>
                  </a:cubicBezTo>
                  <a:cubicBezTo>
                    <a:pt x="162" y="42"/>
                    <a:pt x="161" y="42"/>
                    <a:pt x="161" y="42"/>
                  </a:cubicBezTo>
                  <a:cubicBezTo>
                    <a:pt x="160" y="42"/>
                    <a:pt x="160" y="42"/>
                    <a:pt x="159" y="42"/>
                  </a:cubicBezTo>
                  <a:cubicBezTo>
                    <a:pt x="159" y="41"/>
                    <a:pt x="159" y="41"/>
                    <a:pt x="159" y="40"/>
                  </a:cubicBezTo>
                  <a:cubicBezTo>
                    <a:pt x="159" y="40"/>
                    <a:pt x="158" y="40"/>
                    <a:pt x="158" y="40"/>
                  </a:cubicBezTo>
                  <a:cubicBezTo>
                    <a:pt x="157" y="40"/>
                    <a:pt x="157" y="40"/>
                    <a:pt x="156" y="40"/>
                  </a:cubicBezTo>
                  <a:cubicBezTo>
                    <a:pt x="156" y="40"/>
                    <a:pt x="155" y="40"/>
                    <a:pt x="155" y="40"/>
                  </a:cubicBezTo>
                  <a:cubicBezTo>
                    <a:pt x="154" y="40"/>
                    <a:pt x="154" y="40"/>
                    <a:pt x="153" y="40"/>
                  </a:cubicBezTo>
                  <a:cubicBezTo>
                    <a:pt x="153" y="40"/>
                    <a:pt x="152" y="40"/>
                    <a:pt x="151" y="40"/>
                  </a:cubicBezTo>
                  <a:cubicBezTo>
                    <a:pt x="151" y="40"/>
                    <a:pt x="150" y="40"/>
                    <a:pt x="150" y="40"/>
                  </a:cubicBezTo>
                  <a:cubicBezTo>
                    <a:pt x="150" y="40"/>
                    <a:pt x="150" y="39"/>
                    <a:pt x="150" y="39"/>
                  </a:cubicBezTo>
                  <a:cubicBezTo>
                    <a:pt x="149" y="39"/>
                    <a:pt x="149" y="39"/>
                    <a:pt x="148" y="39"/>
                  </a:cubicBezTo>
                  <a:cubicBezTo>
                    <a:pt x="148" y="39"/>
                    <a:pt x="147" y="39"/>
                    <a:pt x="147" y="39"/>
                  </a:cubicBezTo>
                  <a:cubicBezTo>
                    <a:pt x="147" y="38"/>
                    <a:pt x="147" y="38"/>
                    <a:pt x="147" y="37"/>
                  </a:cubicBezTo>
                  <a:cubicBezTo>
                    <a:pt x="146" y="37"/>
                    <a:pt x="146" y="37"/>
                    <a:pt x="145" y="37"/>
                  </a:cubicBezTo>
                  <a:cubicBezTo>
                    <a:pt x="145" y="37"/>
                    <a:pt x="144" y="37"/>
                    <a:pt x="144" y="37"/>
                  </a:cubicBezTo>
                  <a:cubicBezTo>
                    <a:pt x="143" y="37"/>
                    <a:pt x="143" y="37"/>
                    <a:pt x="142" y="37"/>
                  </a:cubicBezTo>
                  <a:cubicBezTo>
                    <a:pt x="142" y="37"/>
                    <a:pt x="141" y="37"/>
                    <a:pt x="141" y="37"/>
                  </a:cubicBezTo>
                  <a:cubicBezTo>
                    <a:pt x="141" y="36"/>
                    <a:pt x="141" y="36"/>
                    <a:pt x="141" y="35"/>
                  </a:cubicBezTo>
                  <a:cubicBezTo>
                    <a:pt x="141" y="35"/>
                    <a:pt x="141" y="34"/>
                    <a:pt x="141" y="34"/>
                  </a:cubicBezTo>
                  <a:cubicBezTo>
                    <a:pt x="140" y="34"/>
                    <a:pt x="140" y="34"/>
                    <a:pt x="139" y="34"/>
                  </a:cubicBezTo>
                  <a:cubicBezTo>
                    <a:pt x="139" y="33"/>
                    <a:pt x="139" y="33"/>
                    <a:pt x="139" y="32"/>
                  </a:cubicBezTo>
                  <a:cubicBezTo>
                    <a:pt x="139" y="32"/>
                    <a:pt x="139" y="31"/>
                    <a:pt x="139" y="30"/>
                  </a:cubicBezTo>
                  <a:cubicBezTo>
                    <a:pt x="140" y="30"/>
                    <a:pt x="140" y="30"/>
                    <a:pt x="141" y="30"/>
                  </a:cubicBezTo>
                  <a:cubicBezTo>
                    <a:pt x="141" y="30"/>
                    <a:pt x="141" y="29"/>
                    <a:pt x="141" y="29"/>
                  </a:cubicBezTo>
                  <a:cubicBezTo>
                    <a:pt x="141" y="28"/>
                    <a:pt x="141" y="28"/>
                    <a:pt x="141" y="27"/>
                  </a:cubicBezTo>
                  <a:cubicBezTo>
                    <a:pt x="141" y="27"/>
                    <a:pt x="142" y="27"/>
                    <a:pt x="142" y="27"/>
                  </a:cubicBezTo>
                  <a:cubicBezTo>
                    <a:pt x="142" y="27"/>
                    <a:pt x="142" y="26"/>
                    <a:pt x="142" y="26"/>
                  </a:cubicBezTo>
                  <a:cubicBezTo>
                    <a:pt x="142" y="25"/>
                    <a:pt x="142" y="25"/>
                    <a:pt x="142" y="24"/>
                  </a:cubicBezTo>
                  <a:cubicBezTo>
                    <a:pt x="142" y="24"/>
                    <a:pt x="142" y="23"/>
                    <a:pt x="142" y="23"/>
                  </a:cubicBezTo>
                  <a:cubicBezTo>
                    <a:pt x="143" y="23"/>
                    <a:pt x="143" y="23"/>
                    <a:pt x="144" y="23"/>
                  </a:cubicBezTo>
                  <a:cubicBezTo>
                    <a:pt x="144" y="22"/>
                    <a:pt x="144" y="21"/>
                    <a:pt x="144" y="21"/>
                  </a:cubicBezTo>
                  <a:cubicBezTo>
                    <a:pt x="144" y="21"/>
                    <a:pt x="145" y="21"/>
                    <a:pt x="145" y="21"/>
                  </a:cubicBezTo>
                  <a:cubicBezTo>
                    <a:pt x="145" y="20"/>
                    <a:pt x="145" y="20"/>
                    <a:pt x="145" y="19"/>
                  </a:cubicBezTo>
                  <a:cubicBezTo>
                    <a:pt x="146" y="19"/>
                    <a:pt x="146" y="19"/>
                    <a:pt x="147" y="19"/>
                  </a:cubicBezTo>
                  <a:cubicBezTo>
                    <a:pt x="147" y="19"/>
                    <a:pt x="147" y="18"/>
                    <a:pt x="147" y="18"/>
                  </a:cubicBezTo>
                  <a:cubicBezTo>
                    <a:pt x="147" y="18"/>
                    <a:pt x="148" y="18"/>
                    <a:pt x="148" y="18"/>
                  </a:cubicBezTo>
                  <a:cubicBezTo>
                    <a:pt x="148" y="17"/>
                    <a:pt x="148" y="17"/>
                    <a:pt x="148" y="16"/>
                  </a:cubicBezTo>
                  <a:cubicBezTo>
                    <a:pt x="149" y="16"/>
                    <a:pt x="149" y="16"/>
                    <a:pt x="150" y="16"/>
                  </a:cubicBezTo>
                  <a:cubicBezTo>
                    <a:pt x="150" y="15"/>
                    <a:pt x="150" y="15"/>
                    <a:pt x="150" y="14"/>
                  </a:cubicBezTo>
                  <a:cubicBezTo>
                    <a:pt x="150" y="14"/>
                    <a:pt x="151" y="14"/>
                    <a:pt x="151" y="14"/>
                  </a:cubicBezTo>
                  <a:cubicBezTo>
                    <a:pt x="152" y="14"/>
                    <a:pt x="153" y="14"/>
                    <a:pt x="153" y="14"/>
                  </a:cubicBezTo>
                  <a:cubicBezTo>
                    <a:pt x="153" y="14"/>
                    <a:pt x="153" y="13"/>
                    <a:pt x="153" y="13"/>
                  </a:cubicBezTo>
                  <a:cubicBezTo>
                    <a:pt x="154" y="13"/>
                    <a:pt x="154" y="13"/>
                    <a:pt x="155" y="13"/>
                  </a:cubicBezTo>
                  <a:cubicBezTo>
                    <a:pt x="155" y="13"/>
                    <a:pt x="156" y="13"/>
                    <a:pt x="156" y="13"/>
                  </a:cubicBezTo>
                  <a:cubicBezTo>
                    <a:pt x="156" y="12"/>
                    <a:pt x="156" y="12"/>
                    <a:pt x="156" y="11"/>
                  </a:cubicBezTo>
                  <a:cubicBezTo>
                    <a:pt x="157" y="11"/>
                    <a:pt x="157" y="11"/>
                    <a:pt x="158" y="11"/>
                  </a:cubicBezTo>
                  <a:cubicBezTo>
                    <a:pt x="158" y="11"/>
                    <a:pt x="158" y="10"/>
                    <a:pt x="158" y="10"/>
                  </a:cubicBezTo>
                  <a:cubicBezTo>
                    <a:pt x="158" y="9"/>
                    <a:pt x="158" y="9"/>
                    <a:pt x="158" y="8"/>
                  </a:cubicBezTo>
                  <a:cubicBezTo>
                    <a:pt x="157" y="8"/>
                    <a:pt x="157" y="8"/>
                    <a:pt x="156" y="8"/>
                  </a:cubicBezTo>
                  <a:cubicBezTo>
                    <a:pt x="156" y="8"/>
                    <a:pt x="155" y="8"/>
                    <a:pt x="155" y="8"/>
                  </a:cubicBezTo>
                  <a:cubicBezTo>
                    <a:pt x="154" y="8"/>
                    <a:pt x="154" y="8"/>
                    <a:pt x="153" y="8"/>
                  </a:cubicBezTo>
                  <a:cubicBezTo>
                    <a:pt x="153" y="8"/>
                    <a:pt x="152" y="8"/>
                    <a:pt x="151" y="8"/>
                  </a:cubicBezTo>
                  <a:cubicBezTo>
                    <a:pt x="151" y="9"/>
                    <a:pt x="151" y="9"/>
                    <a:pt x="151" y="10"/>
                  </a:cubicBezTo>
                  <a:cubicBezTo>
                    <a:pt x="151" y="10"/>
                    <a:pt x="150" y="10"/>
                    <a:pt x="150" y="10"/>
                  </a:cubicBezTo>
                  <a:cubicBezTo>
                    <a:pt x="150" y="10"/>
                    <a:pt x="150" y="11"/>
                    <a:pt x="150" y="11"/>
                  </a:cubicBezTo>
                  <a:cubicBezTo>
                    <a:pt x="149" y="11"/>
                    <a:pt x="149" y="11"/>
                    <a:pt x="148" y="11"/>
                  </a:cubicBezTo>
                  <a:cubicBezTo>
                    <a:pt x="148" y="11"/>
                    <a:pt x="147" y="11"/>
                    <a:pt x="147" y="11"/>
                  </a:cubicBezTo>
                  <a:cubicBezTo>
                    <a:pt x="147" y="12"/>
                    <a:pt x="147" y="12"/>
                    <a:pt x="147" y="13"/>
                  </a:cubicBezTo>
                  <a:cubicBezTo>
                    <a:pt x="146" y="13"/>
                    <a:pt x="146" y="13"/>
                    <a:pt x="145" y="13"/>
                  </a:cubicBezTo>
                  <a:cubicBezTo>
                    <a:pt x="145" y="13"/>
                    <a:pt x="144" y="13"/>
                    <a:pt x="144" y="13"/>
                  </a:cubicBezTo>
                  <a:cubicBezTo>
                    <a:pt x="143" y="13"/>
                    <a:pt x="143" y="13"/>
                    <a:pt x="142" y="13"/>
                  </a:cubicBezTo>
                  <a:cubicBezTo>
                    <a:pt x="142" y="13"/>
                    <a:pt x="142" y="14"/>
                    <a:pt x="142" y="14"/>
                  </a:cubicBezTo>
                  <a:cubicBezTo>
                    <a:pt x="142" y="14"/>
                    <a:pt x="141" y="14"/>
                    <a:pt x="141" y="14"/>
                  </a:cubicBezTo>
                  <a:cubicBezTo>
                    <a:pt x="141" y="15"/>
                    <a:pt x="141" y="15"/>
                    <a:pt x="141" y="16"/>
                  </a:cubicBezTo>
                  <a:cubicBezTo>
                    <a:pt x="140" y="16"/>
                    <a:pt x="140" y="16"/>
                    <a:pt x="139" y="16"/>
                  </a:cubicBezTo>
                  <a:cubicBezTo>
                    <a:pt x="139" y="17"/>
                    <a:pt x="139" y="17"/>
                    <a:pt x="139" y="18"/>
                  </a:cubicBezTo>
                  <a:cubicBezTo>
                    <a:pt x="139" y="18"/>
                    <a:pt x="138" y="18"/>
                    <a:pt x="137" y="18"/>
                  </a:cubicBezTo>
                  <a:cubicBezTo>
                    <a:pt x="137" y="18"/>
                    <a:pt x="137" y="19"/>
                    <a:pt x="137" y="19"/>
                  </a:cubicBezTo>
                  <a:cubicBezTo>
                    <a:pt x="137" y="19"/>
                    <a:pt x="136" y="19"/>
                    <a:pt x="136" y="19"/>
                  </a:cubicBezTo>
                  <a:cubicBezTo>
                    <a:pt x="136" y="20"/>
                    <a:pt x="136" y="20"/>
                    <a:pt x="136" y="21"/>
                  </a:cubicBezTo>
                  <a:cubicBezTo>
                    <a:pt x="136" y="21"/>
                    <a:pt x="136" y="22"/>
                    <a:pt x="136" y="23"/>
                  </a:cubicBezTo>
                  <a:cubicBezTo>
                    <a:pt x="136" y="23"/>
                    <a:pt x="136" y="24"/>
                    <a:pt x="136" y="24"/>
                  </a:cubicBezTo>
                  <a:cubicBezTo>
                    <a:pt x="135" y="24"/>
                    <a:pt x="135" y="24"/>
                    <a:pt x="134" y="24"/>
                  </a:cubicBezTo>
                  <a:cubicBezTo>
                    <a:pt x="134" y="25"/>
                    <a:pt x="134" y="25"/>
                    <a:pt x="134" y="26"/>
                  </a:cubicBezTo>
                  <a:cubicBezTo>
                    <a:pt x="134" y="26"/>
                    <a:pt x="134" y="27"/>
                    <a:pt x="134" y="27"/>
                  </a:cubicBezTo>
                  <a:cubicBezTo>
                    <a:pt x="134" y="28"/>
                    <a:pt x="134" y="28"/>
                    <a:pt x="134" y="29"/>
                  </a:cubicBezTo>
                  <a:cubicBezTo>
                    <a:pt x="134" y="29"/>
                    <a:pt x="133" y="29"/>
                    <a:pt x="133" y="29"/>
                  </a:cubicBezTo>
                  <a:cubicBezTo>
                    <a:pt x="133" y="29"/>
                    <a:pt x="133" y="30"/>
                    <a:pt x="133" y="30"/>
                  </a:cubicBezTo>
                  <a:cubicBezTo>
                    <a:pt x="133" y="30"/>
                    <a:pt x="134" y="30"/>
                    <a:pt x="134" y="30"/>
                  </a:cubicBezTo>
                  <a:cubicBezTo>
                    <a:pt x="134" y="31"/>
                    <a:pt x="134" y="32"/>
                    <a:pt x="134" y="32"/>
                  </a:cubicBezTo>
                  <a:cubicBezTo>
                    <a:pt x="134" y="32"/>
                    <a:pt x="133" y="32"/>
                    <a:pt x="133" y="32"/>
                  </a:cubicBezTo>
                  <a:cubicBezTo>
                    <a:pt x="133" y="33"/>
                    <a:pt x="133" y="33"/>
                    <a:pt x="133" y="34"/>
                  </a:cubicBezTo>
                  <a:cubicBezTo>
                    <a:pt x="132" y="34"/>
                    <a:pt x="132" y="34"/>
                    <a:pt x="131" y="34"/>
                  </a:cubicBezTo>
                  <a:cubicBezTo>
                    <a:pt x="131" y="34"/>
                    <a:pt x="131" y="35"/>
                    <a:pt x="131" y="35"/>
                  </a:cubicBezTo>
                  <a:cubicBezTo>
                    <a:pt x="131" y="36"/>
                    <a:pt x="131" y="36"/>
                    <a:pt x="131" y="37"/>
                  </a:cubicBezTo>
                  <a:cubicBezTo>
                    <a:pt x="132" y="37"/>
                    <a:pt x="132" y="37"/>
                    <a:pt x="133" y="37"/>
                  </a:cubicBezTo>
                  <a:cubicBezTo>
                    <a:pt x="133" y="38"/>
                    <a:pt x="133" y="38"/>
                    <a:pt x="133" y="39"/>
                  </a:cubicBezTo>
                  <a:cubicBezTo>
                    <a:pt x="133" y="39"/>
                    <a:pt x="134" y="39"/>
                    <a:pt x="134" y="39"/>
                  </a:cubicBezTo>
                  <a:cubicBezTo>
                    <a:pt x="135" y="39"/>
                    <a:pt x="135" y="39"/>
                    <a:pt x="136" y="39"/>
                  </a:cubicBezTo>
                  <a:cubicBezTo>
                    <a:pt x="136" y="39"/>
                    <a:pt x="137" y="39"/>
                    <a:pt x="137" y="39"/>
                  </a:cubicBezTo>
                  <a:cubicBezTo>
                    <a:pt x="137" y="39"/>
                    <a:pt x="137" y="40"/>
                    <a:pt x="137" y="40"/>
                  </a:cubicBezTo>
                  <a:cubicBezTo>
                    <a:pt x="138" y="40"/>
                    <a:pt x="139" y="40"/>
                    <a:pt x="139" y="40"/>
                  </a:cubicBezTo>
                  <a:cubicBezTo>
                    <a:pt x="140" y="40"/>
                    <a:pt x="140" y="40"/>
                    <a:pt x="141" y="40"/>
                  </a:cubicBezTo>
                  <a:cubicBezTo>
                    <a:pt x="141" y="40"/>
                    <a:pt x="142" y="40"/>
                    <a:pt x="142" y="40"/>
                  </a:cubicBezTo>
                  <a:cubicBezTo>
                    <a:pt x="143" y="40"/>
                    <a:pt x="143" y="40"/>
                    <a:pt x="144" y="40"/>
                  </a:cubicBezTo>
                  <a:cubicBezTo>
                    <a:pt x="144" y="40"/>
                    <a:pt x="145" y="40"/>
                    <a:pt x="145" y="40"/>
                  </a:cubicBezTo>
                  <a:cubicBezTo>
                    <a:pt x="146" y="40"/>
                    <a:pt x="146" y="40"/>
                    <a:pt x="147" y="40"/>
                  </a:cubicBezTo>
                  <a:cubicBezTo>
                    <a:pt x="147" y="41"/>
                    <a:pt x="147" y="41"/>
                    <a:pt x="147" y="42"/>
                  </a:cubicBezTo>
                  <a:cubicBezTo>
                    <a:pt x="147" y="42"/>
                    <a:pt x="148" y="42"/>
                    <a:pt x="148" y="42"/>
                  </a:cubicBezTo>
                  <a:cubicBezTo>
                    <a:pt x="149" y="42"/>
                    <a:pt x="149" y="42"/>
                    <a:pt x="150" y="42"/>
                  </a:cubicBezTo>
                  <a:cubicBezTo>
                    <a:pt x="150" y="42"/>
                    <a:pt x="150" y="43"/>
                    <a:pt x="150" y="43"/>
                  </a:cubicBezTo>
                  <a:cubicBezTo>
                    <a:pt x="150" y="44"/>
                    <a:pt x="150" y="44"/>
                    <a:pt x="150" y="45"/>
                  </a:cubicBezTo>
                  <a:cubicBezTo>
                    <a:pt x="149" y="45"/>
                    <a:pt x="149" y="45"/>
                    <a:pt x="148" y="45"/>
                  </a:cubicBezTo>
                  <a:cubicBezTo>
                    <a:pt x="148" y="44"/>
                    <a:pt x="148" y="44"/>
                    <a:pt x="148" y="43"/>
                  </a:cubicBezTo>
                  <a:cubicBezTo>
                    <a:pt x="148" y="43"/>
                    <a:pt x="147" y="43"/>
                    <a:pt x="147" y="43"/>
                  </a:cubicBezTo>
                  <a:cubicBezTo>
                    <a:pt x="147" y="44"/>
                    <a:pt x="147" y="44"/>
                    <a:pt x="147" y="45"/>
                  </a:cubicBezTo>
                  <a:cubicBezTo>
                    <a:pt x="146" y="45"/>
                    <a:pt x="146" y="45"/>
                    <a:pt x="145" y="45"/>
                  </a:cubicBezTo>
                  <a:cubicBezTo>
                    <a:pt x="145" y="45"/>
                    <a:pt x="144" y="45"/>
                    <a:pt x="144" y="45"/>
                  </a:cubicBezTo>
                  <a:cubicBezTo>
                    <a:pt x="143" y="45"/>
                    <a:pt x="143" y="45"/>
                    <a:pt x="142" y="45"/>
                  </a:cubicBezTo>
                  <a:cubicBezTo>
                    <a:pt x="142" y="44"/>
                    <a:pt x="142" y="44"/>
                    <a:pt x="142" y="43"/>
                  </a:cubicBezTo>
                  <a:cubicBezTo>
                    <a:pt x="142" y="43"/>
                    <a:pt x="141" y="43"/>
                    <a:pt x="141" y="43"/>
                  </a:cubicBezTo>
                  <a:cubicBezTo>
                    <a:pt x="140" y="43"/>
                    <a:pt x="140" y="43"/>
                    <a:pt x="139" y="43"/>
                  </a:cubicBezTo>
                  <a:cubicBezTo>
                    <a:pt x="139" y="44"/>
                    <a:pt x="139" y="44"/>
                    <a:pt x="139" y="45"/>
                  </a:cubicBezTo>
                  <a:cubicBezTo>
                    <a:pt x="139" y="45"/>
                    <a:pt x="138" y="45"/>
                    <a:pt x="137" y="45"/>
                  </a:cubicBezTo>
                  <a:cubicBezTo>
                    <a:pt x="137" y="46"/>
                    <a:pt x="137" y="46"/>
                    <a:pt x="137" y="47"/>
                  </a:cubicBezTo>
                  <a:cubicBezTo>
                    <a:pt x="137" y="47"/>
                    <a:pt x="136" y="47"/>
                    <a:pt x="136" y="47"/>
                  </a:cubicBezTo>
                  <a:cubicBezTo>
                    <a:pt x="136" y="47"/>
                    <a:pt x="136" y="48"/>
                    <a:pt x="136" y="48"/>
                  </a:cubicBezTo>
                  <a:cubicBezTo>
                    <a:pt x="135" y="48"/>
                    <a:pt x="135" y="48"/>
                    <a:pt x="134" y="48"/>
                  </a:cubicBezTo>
                  <a:cubicBezTo>
                    <a:pt x="134" y="48"/>
                    <a:pt x="133" y="48"/>
                    <a:pt x="133" y="48"/>
                  </a:cubicBezTo>
                  <a:cubicBezTo>
                    <a:pt x="133" y="49"/>
                    <a:pt x="133" y="49"/>
                    <a:pt x="133" y="50"/>
                  </a:cubicBezTo>
                  <a:cubicBezTo>
                    <a:pt x="132" y="50"/>
                    <a:pt x="132" y="50"/>
                    <a:pt x="131" y="50"/>
                  </a:cubicBezTo>
                  <a:cubicBezTo>
                    <a:pt x="131" y="50"/>
                    <a:pt x="131" y="51"/>
                    <a:pt x="131" y="52"/>
                  </a:cubicBezTo>
                  <a:cubicBezTo>
                    <a:pt x="131" y="52"/>
                    <a:pt x="130" y="52"/>
                    <a:pt x="130" y="52"/>
                  </a:cubicBezTo>
                  <a:cubicBezTo>
                    <a:pt x="130" y="52"/>
                    <a:pt x="130" y="53"/>
                    <a:pt x="130" y="53"/>
                  </a:cubicBezTo>
                  <a:cubicBezTo>
                    <a:pt x="130" y="54"/>
                    <a:pt x="130" y="54"/>
                    <a:pt x="130" y="55"/>
                  </a:cubicBezTo>
                  <a:cubicBezTo>
                    <a:pt x="129" y="55"/>
                    <a:pt x="129" y="55"/>
                    <a:pt x="128" y="55"/>
                  </a:cubicBezTo>
                  <a:cubicBezTo>
                    <a:pt x="128" y="55"/>
                    <a:pt x="127" y="55"/>
                    <a:pt x="126" y="55"/>
                  </a:cubicBezTo>
                  <a:cubicBezTo>
                    <a:pt x="126" y="55"/>
                    <a:pt x="125" y="55"/>
                    <a:pt x="125" y="55"/>
                  </a:cubicBezTo>
                  <a:cubicBezTo>
                    <a:pt x="125" y="54"/>
                    <a:pt x="125" y="54"/>
                    <a:pt x="125" y="53"/>
                  </a:cubicBezTo>
                  <a:cubicBezTo>
                    <a:pt x="125" y="53"/>
                    <a:pt x="126" y="53"/>
                    <a:pt x="126" y="53"/>
                  </a:cubicBezTo>
                  <a:cubicBezTo>
                    <a:pt x="127" y="53"/>
                    <a:pt x="128" y="53"/>
                    <a:pt x="128" y="53"/>
                  </a:cubicBezTo>
                  <a:cubicBezTo>
                    <a:pt x="128" y="53"/>
                    <a:pt x="128" y="52"/>
                    <a:pt x="128" y="52"/>
                  </a:cubicBezTo>
                  <a:cubicBezTo>
                    <a:pt x="128" y="51"/>
                    <a:pt x="128" y="50"/>
                    <a:pt x="128" y="50"/>
                  </a:cubicBezTo>
                  <a:cubicBezTo>
                    <a:pt x="129" y="50"/>
                    <a:pt x="129" y="50"/>
                    <a:pt x="130" y="50"/>
                  </a:cubicBezTo>
                  <a:cubicBezTo>
                    <a:pt x="130" y="49"/>
                    <a:pt x="130" y="49"/>
                    <a:pt x="130" y="48"/>
                  </a:cubicBezTo>
                  <a:cubicBezTo>
                    <a:pt x="130" y="48"/>
                    <a:pt x="131" y="48"/>
                    <a:pt x="131" y="48"/>
                  </a:cubicBezTo>
                  <a:cubicBezTo>
                    <a:pt x="131" y="48"/>
                    <a:pt x="131" y="47"/>
                    <a:pt x="131" y="47"/>
                  </a:cubicBezTo>
                  <a:cubicBezTo>
                    <a:pt x="131" y="46"/>
                    <a:pt x="131" y="46"/>
                    <a:pt x="131" y="45"/>
                  </a:cubicBezTo>
                  <a:cubicBezTo>
                    <a:pt x="131" y="45"/>
                    <a:pt x="130" y="45"/>
                    <a:pt x="130" y="45"/>
                  </a:cubicBezTo>
                  <a:cubicBezTo>
                    <a:pt x="129" y="45"/>
                    <a:pt x="129" y="45"/>
                    <a:pt x="128" y="45"/>
                  </a:cubicBezTo>
                  <a:cubicBezTo>
                    <a:pt x="128" y="45"/>
                    <a:pt x="127" y="45"/>
                    <a:pt x="126" y="45"/>
                  </a:cubicBezTo>
                  <a:cubicBezTo>
                    <a:pt x="126" y="46"/>
                    <a:pt x="126" y="46"/>
                    <a:pt x="126" y="47"/>
                  </a:cubicBezTo>
                  <a:cubicBezTo>
                    <a:pt x="126" y="47"/>
                    <a:pt x="126" y="48"/>
                    <a:pt x="126" y="48"/>
                  </a:cubicBezTo>
                  <a:cubicBezTo>
                    <a:pt x="126" y="48"/>
                    <a:pt x="125" y="48"/>
                    <a:pt x="125" y="48"/>
                  </a:cubicBezTo>
                  <a:cubicBezTo>
                    <a:pt x="124" y="48"/>
                    <a:pt x="124" y="48"/>
                    <a:pt x="123" y="48"/>
                  </a:cubicBezTo>
                  <a:cubicBezTo>
                    <a:pt x="123" y="48"/>
                    <a:pt x="122" y="48"/>
                    <a:pt x="122" y="48"/>
                  </a:cubicBezTo>
                  <a:cubicBezTo>
                    <a:pt x="121" y="48"/>
                    <a:pt x="121" y="48"/>
                    <a:pt x="120" y="48"/>
                  </a:cubicBezTo>
                  <a:cubicBezTo>
                    <a:pt x="120" y="49"/>
                    <a:pt x="120" y="49"/>
                    <a:pt x="120" y="50"/>
                  </a:cubicBezTo>
                  <a:cubicBezTo>
                    <a:pt x="120" y="50"/>
                    <a:pt x="120" y="51"/>
                    <a:pt x="120" y="52"/>
                  </a:cubicBezTo>
                  <a:cubicBezTo>
                    <a:pt x="121" y="52"/>
                    <a:pt x="121" y="52"/>
                    <a:pt x="122" y="52"/>
                  </a:cubicBezTo>
                  <a:cubicBezTo>
                    <a:pt x="122" y="52"/>
                    <a:pt x="122" y="53"/>
                    <a:pt x="122" y="53"/>
                  </a:cubicBezTo>
                  <a:cubicBezTo>
                    <a:pt x="122" y="54"/>
                    <a:pt x="122" y="54"/>
                    <a:pt x="122" y="55"/>
                  </a:cubicBezTo>
                  <a:cubicBezTo>
                    <a:pt x="122" y="55"/>
                    <a:pt x="122" y="56"/>
                    <a:pt x="122" y="56"/>
                  </a:cubicBezTo>
                  <a:cubicBezTo>
                    <a:pt x="121" y="56"/>
                    <a:pt x="121" y="56"/>
                    <a:pt x="120" y="56"/>
                  </a:cubicBezTo>
                  <a:cubicBezTo>
                    <a:pt x="120" y="57"/>
                    <a:pt x="120" y="57"/>
                    <a:pt x="120" y="58"/>
                  </a:cubicBezTo>
                  <a:cubicBezTo>
                    <a:pt x="120" y="58"/>
                    <a:pt x="119" y="58"/>
                    <a:pt x="119" y="58"/>
                  </a:cubicBezTo>
                  <a:cubicBezTo>
                    <a:pt x="119" y="57"/>
                    <a:pt x="119" y="57"/>
                    <a:pt x="119" y="56"/>
                  </a:cubicBezTo>
                  <a:cubicBezTo>
                    <a:pt x="119" y="56"/>
                    <a:pt x="119" y="55"/>
                    <a:pt x="119" y="55"/>
                  </a:cubicBezTo>
                  <a:cubicBezTo>
                    <a:pt x="118" y="55"/>
                    <a:pt x="118" y="55"/>
                    <a:pt x="117" y="55"/>
                  </a:cubicBezTo>
                  <a:cubicBezTo>
                    <a:pt x="117" y="54"/>
                    <a:pt x="117" y="54"/>
                    <a:pt x="117" y="53"/>
                  </a:cubicBezTo>
                  <a:cubicBezTo>
                    <a:pt x="117" y="53"/>
                    <a:pt x="117" y="52"/>
                    <a:pt x="117" y="52"/>
                  </a:cubicBezTo>
                  <a:cubicBezTo>
                    <a:pt x="117" y="52"/>
                    <a:pt x="116" y="52"/>
                    <a:pt x="116" y="52"/>
                  </a:cubicBezTo>
                  <a:cubicBezTo>
                    <a:pt x="115" y="52"/>
                    <a:pt x="114" y="52"/>
                    <a:pt x="114" y="52"/>
                  </a:cubicBezTo>
                  <a:cubicBezTo>
                    <a:pt x="114" y="51"/>
                    <a:pt x="114" y="50"/>
                    <a:pt x="114" y="50"/>
                  </a:cubicBezTo>
                  <a:cubicBezTo>
                    <a:pt x="113" y="50"/>
                    <a:pt x="113" y="50"/>
                    <a:pt x="112" y="50"/>
                  </a:cubicBezTo>
                  <a:cubicBezTo>
                    <a:pt x="112" y="50"/>
                    <a:pt x="111" y="50"/>
                    <a:pt x="111" y="50"/>
                  </a:cubicBezTo>
                  <a:cubicBezTo>
                    <a:pt x="111" y="49"/>
                    <a:pt x="111" y="49"/>
                    <a:pt x="111" y="48"/>
                  </a:cubicBezTo>
                  <a:cubicBezTo>
                    <a:pt x="110" y="48"/>
                    <a:pt x="110" y="48"/>
                    <a:pt x="109" y="48"/>
                  </a:cubicBezTo>
                  <a:cubicBezTo>
                    <a:pt x="109" y="48"/>
                    <a:pt x="108" y="48"/>
                    <a:pt x="108" y="48"/>
                  </a:cubicBezTo>
                  <a:cubicBezTo>
                    <a:pt x="107" y="48"/>
                    <a:pt x="107" y="48"/>
                    <a:pt x="106" y="48"/>
                  </a:cubicBezTo>
                  <a:cubicBezTo>
                    <a:pt x="106" y="48"/>
                    <a:pt x="105" y="48"/>
                    <a:pt x="105" y="48"/>
                  </a:cubicBezTo>
                  <a:cubicBezTo>
                    <a:pt x="104" y="48"/>
                    <a:pt x="104" y="48"/>
                    <a:pt x="103" y="48"/>
                  </a:cubicBezTo>
                  <a:cubicBezTo>
                    <a:pt x="103" y="48"/>
                    <a:pt x="102" y="48"/>
                    <a:pt x="102" y="48"/>
                  </a:cubicBezTo>
                  <a:cubicBezTo>
                    <a:pt x="102" y="48"/>
                    <a:pt x="102" y="47"/>
                    <a:pt x="102" y="47"/>
                  </a:cubicBezTo>
                  <a:cubicBezTo>
                    <a:pt x="101" y="47"/>
                    <a:pt x="100" y="47"/>
                    <a:pt x="100" y="47"/>
                  </a:cubicBezTo>
                  <a:cubicBezTo>
                    <a:pt x="99" y="47"/>
                    <a:pt x="99" y="47"/>
                    <a:pt x="98" y="47"/>
                  </a:cubicBezTo>
                  <a:cubicBezTo>
                    <a:pt x="98" y="47"/>
                    <a:pt x="97" y="47"/>
                    <a:pt x="97" y="47"/>
                  </a:cubicBezTo>
                  <a:cubicBezTo>
                    <a:pt x="97" y="46"/>
                    <a:pt x="97" y="46"/>
                    <a:pt x="97" y="45"/>
                  </a:cubicBezTo>
                  <a:cubicBezTo>
                    <a:pt x="97" y="44"/>
                    <a:pt x="97" y="44"/>
                    <a:pt x="97" y="43"/>
                  </a:cubicBezTo>
                  <a:cubicBezTo>
                    <a:pt x="96" y="43"/>
                    <a:pt x="96" y="43"/>
                    <a:pt x="95" y="43"/>
                  </a:cubicBezTo>
                  <a:cubicBezTo>
                    <a:pt x="95" y="43"/>
                    <a:pt x="94" y="43"/>
                    <a:pt x="94" y="43"/>
                  </a:cubicBezTo>
                  <a:cubicBezTo>
                    <a:pt x="93" y="43"/>
                    <a:pt x="93" y="43"/>
                    <a:pt x="92" y="43"/>
                  </a:cubicBezTo>
                  <a:cubicBezTo>
                    <a:pt x="92" y="43"/>
                    <a:pt x="92" y="42"/>
                    <a:pt x="92" y="42"/>
                  </a:cubicBezTo>
                  <a:cubicBezTo>
                    <a:pt x="92" y="42"/>
                    <a:pt x="91" y="42"/>
                    <a:pt x="90" y="42"/>
                  </a:cubicBezTo>
                  <a:cubicBezTo>
                    <a:pt x="90" y="42"/>
                    <a:pt x="90" y="43"/>
                    <a:pt x="90" y="43"/>
                  </a:cubicBezTo>
                  <a:cubicBezTo>
                    <a:pt x="90" y="43"/>
                    <a:pt x="89" y="43"/>
                    <a:pt x="89" y="43"/>
                  </a:cubicBezTo>
                  <a:cubicBezTo>
                    <a:pt x="88" y="43"/>
                    <a:pt x="88" y="43"/>
                    <a:pt x="87" y="43"/>
                  </a:cubicBezTo>
                  <a:cubicBezTo>
                    <a:pt x="87" y="43"/>
                    <a:pt x="86" y="43"/>
                    <a:pt x="86" y="43"/>
                  </a:cubicBezTo>
                  <a:cubicBezTo>
                    <a:pt x="85" y="43"/>
                    <a:pt x="85" y="43"/>
                    <a:pt x="84" y="43"/>
                  </a:cubicBezTo>
                  <a:cubicBezTo>
                    <a:pt x="84" y="43"/>
                    <a:pt x="83" y="43"/>
                    <a:pt x="83" y="43"/>
                  </a:cubicBezTo>
                  <a:cubicBezTo>
                    <a:pt x="82" y="43"/>
                    <a:pt x="82" y="43"/>
                    <a:pt x="81" y="43"/>
                  </a:cubicBezTo>
                  <a:cubicBezTo>
                    <a:pt x="81" y="44"/>
                    <a:pt x="81" y="44"/>
                    <a:pt x="81" y="45"/>
                  </a:cubicBezTo>
                  <a:cubicBezTo>
                    <a:pt x="81" y="45"/>
                    <a:pt x="80" y="45"/>
                    <a:pt x="80" y="45"/>
                  </a:cubicBezTo>
                  <a:cubicBezTo>
                    <a:pt x="80" y="46"/>
                    <a:pt x="80" y="46"/>
                    <a:pt x="80" y="47"/>
                  </a:cubicBezTo>
                  <a:cubicBezTo>
                    <a:pt x="79" y="47"/>
                    <a:pt x="79" y="47"/>
                    <a:pt x="78" y="47"/>
                  </a:cubicBezTo>
                  <a:cubicBezTo>
                    <a:pt x="77" y="47"/>
                    <a:pt x="77" y="47"/>
                    <a:pt x="76" y="47"/>
                  </a:cubicBezTo>
                  <a:cubicBezTo>
                    <a:pt x="76" y="47"/>
                    <a:pt x="75" y="47"/>
                    <a:pt x="75" y="47"/>
                  </a:cubicBezTo>
                  <a:cubicBezTo>
                    <a:pt x="75" y="47"/>
                    <a:pt x="75" y="48"/>
                    <a:pt x="75" y="48"/>
                  </a:cubicBezTo>
                  <a:cubicBezTo>
                    <a:pt x="74" y="48"/>
                    <a:pt x="74" y="48"/>
                    <a:pt x="73" y="48"/>
                  </a:cubicBezTo>
                  <a:cubicBezTo>
                    <a:pt x="73" y="48"/>
                    <a:pt x="72" y="48"/>
                    <a:pt x="72" y="48"/>
                  </a:cubicBezTo>
                  <a:cubicBezTo>
                    <a:pt x="72" y="49"/>
                    <a:pt x="72" y="49"/>
                    <a:pt x="72" y="50"/>
                  </a:cubicBezTo>
                  <a:cubicBezTo>
                    <a:pt x="71" y="50"/>
                    <a:pt x="71" y="50"/>
                    <a:pt x="70" y="50"/>
                  </a:cubicBezTo>
                  <a:cubicBezTo>
                    <a:pt x="70" y="50"/>
                    <a:pt x="69" y="50"/>
                    <a:pt x="69" y="50"/>
                  </a:cubicBezTo>
                  <a:cubicBezTo>
                    <a:pt x="69" y="50"/>
                    <a:pt x="69" y="51"/>
                    <a:pt x="69" y="52"/>
                  </a:cubicBezTo>
                  <a:cubicBezTo>
                    <a:pt x="69" y="52"/>
                    <a:pt x="69" y="53"/>
                    <a:pt x="69" y="53"/>
                  </a:cubicBezTo>
                  <a:cubicBezTo>
                    <a:pt x="68" y="53"/>
                    <a:pt x="68" y="53"/>
                    <a:pt x="67" y="53"/>
                  </a:cubicBezTo>
                  <a:cubicBezTo>
                    <a:pt x="67" y="54"/>
                    <a:pt x="67" y="54"/>
                    <a:pt x="67" y="55"/>
                  </a:cubicBezTo>
                  <a:cubicBezTo>
                    <a:pt x="68" y="55"/>
                    <a:pt x="68" y="55"/>
                    <a:pt x="69" y="55"/>
                  </a:cubicBezTo>
                  <a:cubicBezTo>
                    <a:pt x="69" y="55"/>
                    <a:pt x="69" y="56"/>
                    <a:pt x="69" y="56"/>
                  </a:cubicBezTo>
                  <a:cubicBezTo>
                    <a:pt x="69" y="57"/>
                    <a:pt x="69" y="57"/>
                    <a:pt x="69" y="58"/>
                  </a:cubicBezTo>
                  <a:cubicBezTo>
                    <a:pt x="68" y="58"/>
                    <a:pt x="68" y="58"/>
                    <a:pt x="67" y="58"/>
                  </a:cubicBezTo>
                  <a:cubicBezTo>
                    <a:pt x="67" y="58"/>
                    <a:pt x="67" y="59"/>
                    <a:pt x="67" y="60"/>
                  </a:cubicBezTo>
                  <a:cubicBezTo>
                    <a:pt x="67" y="60"/>
                    <a:pt x="67" y="61"/>
                    <a:pt x="67" y="61"/>
                  </a:cubicBezTo>
                  <a:cubicBezTo>
                    <a:pt x="67" y="62"/>
                    <a:pt x="67" y="62"/>
                    <a:pt x="67" y="63"/>
                  </a:cubicBezTo>
                  <a:cubicBezTo>
                    <a:pt x="66" y="63"/>
                    <a:pt x="66" y="63"/>
                    <a:pt x="65" y="63"/>
                  </a:cubicBezTo>
                  <a:cubicBezTo>
                    <a:pt x="65" y="63"/>
                    <a:pt x="65" y="64"/>
                    <a:pt x="65" y="64"/>
                  </a:cubicBezTo>
                  <a:cubicBezTo>
                    <a:pt x="65" y="64"/>
                    <a:pt x="64" y="64"/>
                    <a:pt x="64" y="64"/>
                  </a:cubicBezTo>
                  <a:cubicBezTo>
                    <a:pt x="64" y="65"/>
                    <a:pt x="64" y="66"/>
                    <a:pt x="64" y="66"/>
                  </a:cubicBezTo>
                  <a:cubicBezTo>
                    <a:pt x="63" y="66"/>
                    <a:pt x="63" y="66"/>
                    <a:pt x="62" y="66"/>
                  </a:cubicBezTo>
                  <a:cubicBezTo>
                    <a:pt x="62" y="67"/>
                    <a:pt x="62" y="67"/>
                    <a:pt x="62" y="68"/>
                  </a:cubicBezTo>
                  <a:cubicBezTo>
                    <a:pt x="62" y="68"/>
                    <a:pt x="62" y="69"/>
                    <a:pt x="62" y="69"/>
                  </a:cubicBezTo>
                  <a:cubicBezTo>
                    <a:pt x="62" y="69"/>
                    <a:pt x="61" y="69"/>
                    <a:pt x="61" y="69"/>
                  </a:cubicBezTo>
                  <a:cubicBezTo>
                    <a:pt x="61" y="70"/>
                    <a:pt x="61" y="70"/>
                    <a:pt x="61" y="71"/>
                  </a:cubicBezTo>
                  <a:cubicBezTo>
                    <a:pt x="60" y="71"/>
                    <a:pt x="60" y="71"/>
                    <a:pt x="59" y="71"/>
                  </a:cubicBezTo>
                  <a:cubicBezTo>
                    <a:pt x="59" y="71"/>
                    <a:pt x="58" y="71"/>
                    <a:pt x="58" y="71"/>
                  </a:cubicBezTo>
                  <a:cubicBezTo>
                    <a:pt x="58" y="71"/>
                    <a:pt x="58" y="72"/>
                    <a:pt x="58" y="72"/>
                  </a:cubicBezTo>
                  <a:cubicBezTo>
                    <a:pt x="58" y="73"/>
                    <a:pt x="58" y="74"/>
                    <a:pt x="58" y="74"/>
                  </a:cubicBezTo>
                  <a:cubicBezTo>
                    <a:pt x="57" y="74"/>
                    <a:pt x="57" y="74"/>
                    <a:pt x="56" y="74"/>
                  </a:cubicBezTo>
                  <a:cubicBezTo>
                    <a:pt x="56" y="74"/>
                    <a:pt x="55" y="74"/>
                    <a:pt x="55" y="74"/>
                  </a:cubicBezTo>
                  <a:cubicBezTo>
                    <a:pt x="55" y="75"/>
                    <a:pt x="55" y="75"/>
                    <a:pt x="55" y="76"/>
                  </a:cubicBezTo>
                  <a:cubicBezTo>
                    <a:pt x="54" y="76"/>
                    <a:pt x="53" y="76"/>
                    <a:pt x="53" y="76"/>
                  </a:cubicBezTo>
                  <a:cubicBezTo>
                    <a:pt x="53" y="76"/>
                    <a:pt x="53" y="77"/>
                    <a:pt x="53" y="77"/>
                  </a:cubicBezTo>
                  <a:cubicBezTo>
                    <a:pt x="52" y="77"/>
                    <a:pt x="52" y="77"/>
                    <a:pt x="51" y="77"/>
                  </a:cubicBezTo>
                  <a:cubicBezTo>
                    <a:pt x="51" y="78"/>
                    <a:pt x="51" y="78"/>
                    <a:pt x="51" y="79"/>
                  </a:cubicBezTo>
                  <a:cubicBezTo>
                    <a:pt x="51" y="79"/>
                    <a:pt x="51" y="80"/>
                    <a:pt x="51" y="81"/>
                  </a:cubicBezTo>
                  <a:cubicBezTo>
                    <a:pt x="51" y="81"/>
                    <a:pt x="51" y="82"/>
                    <a:pt x="51" y="82"/>
                  </a:cubicBezTo>
                  <a:cubicBezTo>
                    <a:pt x="51" y="83"/>
                    <a:pt x="51" y="83"/>
                    <a:pt x="51" y="84"/>
                  </a:cubicBezTo>
                  <a:cubicBezTo>
                    <a:pt x="51" y="84"/>
                    <a:pt x="51" y="85"/>
                    <a:pt x="51" y="85"/>
                  </a:cubicBezTo>
                  <a:cubicBezTo>
                    <a:pt x="51" y="86"/>
                    <a:pt x="51" y="86"/>
                    <a:pt x="51" y="87"/>
                  </a:cubicBezTo>
                  <a:cubicBezTo>
                    <a:pt x="52" y="87"/>
                    <a:pt x="52" y="87"/>
                    <a:pt x="53" y="87"/>
                  </a:cubicBezTo>
                  <a:cubicBezTo>
                    <a:pt x="53" y="87"/>
                    <a:pt x="53" y="88"/>
                    <a:pt x="53" y="89"/>
                  </a:cubicBezTo>
                  <a:cubicBezTo>
                    <a:pt x="53" y="89"/>
                    <a:pt x="53" y="90"/>
                    <a:pt x="53" y="90"/>
                  </a:cubicBezTo>
                  <a:cubicBezTo>
                    <a:pt x="53" y="91"/>
                    <a:pt x="53" y="91"/>
                    <a:pt x="53" y="92"/>
                  </a:cubicBezTo>
                  <a:cubicBezTo>
                    <a:pt x="53" y="92"/>
                    <a:pt x="54" y="92"/>
                    <a:pt x="55" y="92"/>
                  </a:cubicBezTo>
                  <a:cubicBezTo>
                    <a:pt x="55" y="92"/>
                    <a:pt x="55" y="93"/>
                    <a:pt x="55" y="93"/>
                  </a:cubicBezTo>
                  <a:cubicBezTo>
                    <a:pt x="55" y="93"/>
                    <a:pt x="56" y="93"/>
                    <a:pt x="56" y="93"/>
                  </a:cubicBezTo>
                  <a:cubicBezTo>
                    <a:pt x="57" y="93"/>
                    <a:pt x="57" y="93"/>
                    <a:pt x="58" y="93"/>
                  </a:cubicBezTo>
                  <a:cubicBezTo>
                    <a:pt x="58" y="93"/>
                    <a:pt x="59" y="93"/>
                    <a:pt x="59" y="93"/>
                  </a:cubicBezTo>
                  <a:cubicBezTo>
                    <a:pt x="60" y="93"/>
                    <a:pt x="60" y="93"/>
                    <a:pt x="61" y="93"/>
                  </a:cubicBezTo>
                  <a:cubicBezTo>
                    <a:pt x="61" y="94"/>
                    <a:pt x="61" y="95"/>
                    <a:pt x="61" y="95"/>
                  </a:cubicBezTo>
                  <a:cubicBezTo>
                    <a:pt x="60" y="95"/>
                    <a:pt x="60" y="95"/>
                    <a:pt x="59" y="95"/>
                  </a:cubicBezTo>
                  <a:cubicBezTo>
                    <a:pt x="59" y="95"/>
                    <a:pt x="58" y="95"/>
                    <a:pt x="58" y="95"/>
                  </a:cubicBezTo>
                  <a:cubicBezTo>
                    <a:pt x="58" y="96"/>
                    <a:pt x="58" y="96"/>
                    <a:pt x="58" y="97"/>
                  </a:cubicBezTo>
                  <a:cubicBezTo>
                    <a:pt x="58" y="97"/>
                    <a:pt x="58" y="98"/>
                    <a:pt x="58" y="98"/>
                  </a:cubicBezTo>
                  <a:cubicBezTo>
                    <a:pt x="58" y="99"/>
                    <a:pt x="58" y="99"/>
                    <a:pt x="58" y="100"/>
                  </a:cubicBezTo>
                  <a:cubicBezTo>
                    <a:pt x="58" y="100"/>
                    <a:pt x="58" y="101"/>
                    <a:pt x="58" y="102"/>
                  </a:cubicBezTo>
                  <a:cubicBezTo>
                    <a:pt x="58" y="102"/>
                    <a:pt x="58" y="103"/>
                    <a:pt x="58" y="103"/>
                  </a:cubicBezTo>
                  <a:cubicBezTo>
                    <a:pt x="58" y="103"/>
                    <a:pt x="59" y="103"/>
                    <a:pt x="59" y="103"/>
                  </a:cubicBezTo>
                  <a:cubicBezTo>
                    <a:pt x="59" y="104"/>
                    <a:pt x="59" y="104"/>
                    <a:pt x="59" y="105"/>
                  </a:cubicBezTo>
                  <a:cubicBezTo>
                    <a:pt x="59" y="105"/>
                    <a:pt x="59" y="106"/>
                    <a:pt x="59" y="106"/>
                  </a:cubicBezTo>
                  <a:cubicBezTo>
                    <a:pt x="59" y="106"/>
                    <a:pt x="58" y="106"/>
                    <a:pt x="58" y="106"/>
                  </a:cubicBezTo>
                  <a:cubicBezTo>
                    <a:pt x="57" y="106"/>
                    <a:pt x="57" y="106"/>
                    <a:pt x="56" y="106"/>
                  </a:cubicBezTo>
                  <a:cubicBezTo>
                    <a:pt x="56" y="107"/>
                    <a:pt x="56" y="107"/>
                    <a:pt x="56" y="108"/>
                  </a:cubicBezTo>
                  <a:cubicBezTo>
                    <a:pt x="56" y="108"/>
                    <a:pt x="55" y="108"/>
                    <a:pt x="55" y="108"/>
                  </a:cubicBezTo>
                  <a:cubicBezTo>
                    <a:pt x="54" y="108"/>
                    <a:pt x="53" y="108"/>
                    <a:pt x="53" y="108"/>
                  </a:cubicBezTo>
                  <a:cubicBezTo>
                    <a:pt x="53" y="108"/>
                    <a:pt x="53" y="109"/>
                    <a:pt x="53" y="110"/>
                  </a:cubicBezTo>
                  <a:cubicBezTo>
                    <a:pt x="52" y="110"/>
                    <a:pt x="52" y="110"/>
                    <a:pt x="51" y="110"/>
                  </a:cubicBezTo>
                  <a:cubicBezTo>
                    <a:pt x="51" y="110"/>
                    <a:pt x="51" y="111"/>
                    <a:pt x="51" y="111"/>
                  </a:cubicBezTo>
                  <a:cubicBezTo>
                    <a:pt x="51" y="111"/>
                    <a:pt x="50" y="111"/>
                    <a:pt x="50" y="111"/>
                  </a:cubicBezTo>
                  <a:cubicBezTo>
                    <a:pt x="50" y="112"/>
                    <a:pt x="50" y="112"/>
                    <a:pt x="50" y="113"/>
                  </a:cubicBezTo>
                  <a:cubicBezTo>
                    <a:pt x="49" y="113"/>
                    <a:pt x="49" y="113"/>
                    <a:pt x="48" y="113"/>
                  </a:cubicBezTo>
                  <a:cubicBezTo>
                    <a:pt x="48" y="113"/>
                    <a:pt x="48" y="114"/>
                    <a:pt x="48" y="114"/>
                  </a:cubicBezTo>
                  <a:cubicBezTo>
                    <a:pt x="48" y="115"/>
                    <a:pt x="48" y="116"/>
                    <a:pt x="48" y="116"/>
                  </a:cubicBezTo>
                  <a:cubicBezTo>
                    <a:pt x="48" y="116"/>
                    <a:pt x="47" y="116"/>
                    <a:pt x="47" y="116"/>
                  </a:cubicBezTo>
                  <a:cubicBezTo>
                    <a:pt x="46" y="116"/>
                    <a:pt x="46" y="116"/>
                    <a:pt x="45" y="116"/>
                  </a:cubicBezTo>
                  <a:cubicBezTo>
                    <a:pt x="45" y="116"/>
                    <a:pt x="45" y="115"/>
                    <a:pt x="45" y="114"/>
                  </a:cubicBezTo>
                  <a:cubicBezTo>
                    <a:pt x="45" y="114"/>
                    <a:pt x="45" y="113"/>
                    <a:pt x="45" y="113"/>
                  </a:cubicBezTo>
                  <a:cubicBezTo>
                    <a:pt x="46" y="113"/>
                    <a:pt x="46" y="113"/>
                    <a:pt x="47" y="113"/>
                  </a:cubicBezTo>
                  <a:cubicBezTo>
                    <a:pt x="47" y="112"/>
                    <a:pt x="47" y="112"/>
                    <a:pt x="47" y="111"/>
                  </a:cubicBezTo>
                  <a:cubicBezTo>
                    <a:pt x="46" y="111"/>
                    <a:pt x="46" y="111"/>
                    <a:pt x="45" y="111"/>
                  </a:cubicBezTo>
                  <a:cubicBezTo>
                    <a:pt x="45" y="111"/>
                    <a:pt x="45" y="110"/>
                    <a:pt x="45" y="110"/>
                  </a:cubicBezTo>
                  <a:cubicBezTo>
                    <a:pt x="45" y="110"/>
                    <a:pt x="44" y="110"/>
                    <a:pt x="44" y="110"/>
                  </a:cubicBezTo>
                  <a:cubicBezTo>
                    <a:pt x="44" y="109"/>
                    <a:pt x="44" y="108"/>
                    <a:pt x="44" y="108"/>
                  </a:cubicBezTo>
                  <a:cubicBezTo>
                    <a:pt x="43" y="108"/>
                    <a:pt x="43" y="108"/>
                    <a:pt x="42" y="108"/>
                  </a:cubicBezTo>
                  <a:cubicBezTo>
                    <a:pt x="42" y="107"/>
                    <a:pt x="42" y="107"/>
                    <a:pt x="42" y="106"/>
                  </a:cubicBezTo>
                  <a:cubicBezTo>
                    <a:pt x="42" y="106"/>
                    <a:pt x="42" y="105"/>
                    <a:pt x="42" y="105"/>
                  </a:cubicBezTo>
                  <a:cubicBezTo>
                    <a:pt x="42" y="105"/>
                    <a:pt x="41" y="105"/>
                    <a:pt x="41" y="105"/>
                  </a:cubicBezTo>
                  <a:cubicBezTo>
                    <a:pt x="41" y="104"/>
                    <a:pt x="41" y="104"/>
                    <a:pt x="41" y="103"/>
                  </a:cubicBezTo>
                  <a:cubicBezTo>
                    <a:pt x="40" y="103"/>
                    <a:pt x="39" y="103"/>
                    <a:pt x="39" y="103"/>
                  </a:cubicBezTo>
                  <a:cubicBezTo>
                    <a:pt x="39" y="103"/>
                    <a:pt x="39" y="102"/>
                    <a:pt x="39" y="102"/>
                  </a:cubicBezTo>
                  <a:cubicBezTo>
                    <a:pt x="39" y="101"/>
                    <a:pt x="39" y="100"/>
                    <a:pt x="39" y="100"/>
                  </a:cubicBezTo>
                  <a:cubicBezTo>
                    <a:pt x="38" y="100"/>
                    <a:pt x="38" y="100"/>
                    <a:pt x="37" y="100"/>
                  </a:cubicBezTo>
                  <a:cubicBezTo>
                    <a:pt x="37" y="99"/>
                    <a:pt x="37" y="99"/>
                    <a:pt x="37" y="98"/>
                  </a:cubicBezTo>
                  <a:cubicBezTo>
                    <a:pt x="38" y="98"/>
                    <a:pt x="38" y="98"/>
                    <a:pt x="39" y="98"/>
                  </a:cubicBezTo>
                  <a:cubicBezTo>
                    <a:pt x="39" y="98"/>
                    <a:pt x="39" y="97"/>
                    <a:pt x="39" y="97"/>
                  </a:cubicBezTo>
                  <a:cubicBezTo>
                    <a:pt x="39" y="96"/>
                    <a:pt x="39" y="96"/>
                    <a:pt x="39" y="95"/>
                  </a:cubicBezTo>
                  <a:cubicBezTo>
                    <a:pt x="39" y="95"/>
                    <a:pt x="39" y="94"/>
                    <a:pt x="39" y="93"/>
                  </a:cubicBezTo>
                  <a:cubicBezTo>
                    <a:pt x="38" y="93"/>
                    <a:pt x="38" y="93"/>
                    <a:pt x="37" y="93"/>
                  </a:cubicBezTo>
                  <a:cubicBezTo>
                    <a:pt x="37" y="93"/>
                    <a:pt x="37" y="92"/>
                    <a:pt x="37" y="92"/>
                  </a:cubicBezTo>
                  <a:cubicBezTo>
                    <a:pt x="37" y="92"/>
                    <a:pt x="36" y="92"/>
                    <a:pt x="36" y="92"/>
                  </a:cubicBezTo>
                  <a:cubicBezTo>
                    <a:pt x="36" y="91"/>
                    <a:pt x="36" y="91"/>
                    <a:pt x="36" y="90"/>
                  </a:cubicBezTo>
                  <a:cubicBezTo>
                    <a:pt x="35" y="90"/>
                    <a:pt x="35" y="90"/>
                    <a:pt x="34" y="90"/>
                  </a:cubicBezTo>
                  <a:cubicBezTo>
                    <a:pt x="34" y="90"/>
                    <a:pt x="33" y="90"/>
                    <a:pt x="33" y="90"/>
                  </a:cubicBezTo>
                  <a:cubicBezTo>
                    <a:pt x="33" y="91"/>
                    <a:pt x="33" y="91"/>
                    <a:pt x="33" y="92"/>
                  </a:cubicBezTo>
                  <a:cubicBezTo>
                    <a:pt x="32" y="92"/>
                    <a:pt x="32" y="92"/>
                    <a:pt x="31" y="92"/>
                  </a:cubicBezTo>
                  <a:cubicBezTo>
                    <a:pt x="31" y="92"/>
                    <a:pt x="31" y="93"/>
                    <a:pt x="31" y="93"/>
                  </a:cubicBezTo>
                  <a:cubicBezTo>
                    <a:pt x="31" y="93"/>
                    <a:pt x="30" y="93"/>
                    <a:pt x="29" y="93"/>
                  </a:cubicBezTo>
                  <a:cubicBezTo>
                    <a:pt x="29" y="93"/>
                    <a:pt x="29" y="92"/>
                    <a:pt x="29" y="92"/>
                  </a:cubicBezTo>
                  <a:cubicBezTo>
                    <a:pt x="29" y="91"/>
                    <a:pt x="29" y="91"/>
                    <a:pt x="29" y="90"/>
                  </a:cubicBezTo>
                  <a:cubicBezTo>
                    <a:pt x="29" y="90"/>
                    <a:pt x="28" y="90"/>
                    <a:pt x="28" y="90"/>
                  </a:cubicBezTo>
                  <a:cubicBezTo>
                    <a:pt x="28" y="91"/>
                    <a:pt x="28" y="91"/>
                    <a:pt x="28" y="92"/>
                  </a:cubicBezTo>
                  <a:cubicBezTo>
                    <a:pt x="27" y="92"/>
                    <a:pt x="27" y="92"/>
                    <a:pt x="26" y="92"/>
                  </a:cubicBezTo>
                  <a:cubicBezTo>
                    <a:pt x="26" y="92"/>
                    <a:pt x="26" y="93"/>
                    <a:pt x="26" y="93"/>
                  </a:cubicBezTo>
                  <a:cubicBezTo>
                    <a:pt x="26" y="94"/>
                    <a:pt x="26" y="95"/>
                    <a:pt x="26" y="95"/>
                  </a:cubicBezTo>
                  <a:cubicBezTo>
                    <a:pt x="27" y="95"/>
                    <a:pt x="27" y="95"/>
                    <a:pt x="28" y="95"/>
                  </a:cubicBezTo>
                  <a:cubicBezTo>
                    <a:pt x="28" y="95"/>
                    <a:pt x="29" y="95"/>
                    <a:pt x="29" y="95"/>
                  </a:cubicBezTo>
                  <a:cubicBezTo>
                    <a:pt x="29" y="96"/>
                    <a:pt x="29" y="96"/>
                    <a:pt x="29" y="97"/>
                  </a:cubicBezTo>
                  <a:cubicBezTo>
                    <a:pt x="29" y="97"/>
                    <a:pt x="29" y="98"/>
                    <a:pt x="29" y="98"/>
                  </a:cubicBezTo>
                  <a:cubicBezTo>
                    <a:pt x="29" y="98"/>
                    <a:pt x="28" y="98"/>
                    <a:pt x="28" y="98"/>
                  </a:cubicBezTo>
                  <a:cubicBezTo>
                    <a:pt x="28" y="99"/>
                    <a:pt x="28" y="99"/>
                    <a:pt x="28" y="100"/>
                  </a:cubicBezTo>
                  <a:cubicBezTo>
                    <a:pt x="28" y="100"/>
                    <a:pt x="29" y="100"/>
                    <a:pt x="29" y="100"/>
                  </a:cubicBezTo>
                  <a:cubicBezTo>
                    <a:pt x="29" y="100"/>
                    <a:pt x="29" y="101"/>
                    <a:pt x="29" y="102"/>
                  </a:cubicBezTo>
                  <a:cubicBezTo>
                    <a:pt x="29" y="102"/>
                    <a:pt x="28" y="102"/>
                    <a:pt x="28" y="102"/>
                  </a:cubicBezTo>
                  <a:cubicBezTo>
                    <a:pt x="27" y="102"/>
                    <a:pt x="27" y="102"/>
                    <a:pt x="26" y="102"/>
                  </a:cubicBezTo>
                  <a:cubicBezTo>
                    <a:pt x="26" y="102"/>
                    <a:pt x="25" y="102"/>
                    <a:pt x="25" y="102"/>
                  </a:cubicBezTo>
                  <a:cubicBezTo>
                    <a:pt x="25" y="102"/>
                    <a:pt x="25" y="103"/>
                    <a:pt x="25" y="103"/>
                  </a:cubicBezTo>
                  <a:cubicBezTo>
                    <a:pt x="24" y="103"/>
                    <a:pt x="24" y="103"/>
                    <a:pt x="23" y="103"/>
                  </a:cubicBezTo>
                  <a:cubicBezTo>
                    <a:pt x="23" y="104"/>
                    <a:pt x="23" y="104"/>
                    <a:pt x="23" y="105"/>
                  </a:cubicBezTo>
                  <a:cubicBezTo>
                    <a:pt x="23" y="105"/>
                    <a:pt x="22" y="105"/>
                    <a:pt x="22" y="105"/>
                  </a:cubicBezTo>
                  <a:cubicBezTo>
                    <a:pt x="21" y="105"/>
                    <a:pt x="21" y="105"/>
                    <a:pt x="20" y="105"/>
                  </a:cubicBezTo>
                  <a:cubicBezTo>
                    <a:pt x="20" y="105"/>
                    <a:pt x="20" y="106"/>
                    <a:pt x="20" y="106"/>
                  </a:cubicBezTo>
                  <a:cubicBezTo>
                    <a:pt x="20" y="107"/>
                    <a:pt x="20" y="107"/>
                    <a:pt x="20" y="108"/>
                  </a:cubicBezTo>
                  <a:cubicBezTo>
                    <a:pt x="20" y="108"/>
                    <a:pt x="20" y="109"/>
                    <a:pt x="20" y="110"/>
                  </a:cubicBezTo>
                  <a:cubicBezTo>
                    <a:pt x="20" y="110"/>
                    <a:pt x="20" y="111"/>
                    <a:pt x="20" y="111"/>
                  </a:cubicBezTo>
                  <a:cubicBezTo>
                    <a:pt x="20" y="111"/>
                    <a:pt x="19" y="111"/>
                    <a:pt x="19" y="111"/>
                  </a:cubicBezTo>
                  <a:cubicBezTo>
                    <a:pt x="19" y="112"/>
                    <a:pt x="19" y="112"/>
                    <a:pt x="19" y="113"/>
                  </a:cubicBezTo>
                  <a:cubicBezTo>
                    <a:pt x="19" y="113"/>
                    <a:pt x="19" y="114"/>
                    <a:pt x="19" y="114"/>
                  </a:cubicBezTo>
                  <a:cubicBezTo>
                    <a:pt x="19" y="114"/>
                    <a:pt x="20" y="114"/>
                    <a:pt x="20" y="114"/>
                  </a:cubicBezTo>
                  <a:cubicBezTo>
                    <a:pt x="21" y="114"/>
                    <a:pt x="21" y="114"/>
                    <a:pt x="22" y="114"/>
                  </a:cubicBezTo>
                  <a:cubicBezTo>
                    <a:pt x="22" y="114"/>
                    <a:pt x="23" y="114"/>
                    <a:pt x="23" y="114"/>
                  </a:cubicBezTo>
                  <a:cubicBezTo>
                    <a:pt x="24" y="114"/>
                    <a:pt x="24" y="114"/>
                    <a:pt x="25" y="114"/>
                  </a:cubicBezTo>
                  <a:cubicBezTo>
                    <a:pt x="25" y="114"/>
                    <a:pt x="26" y="114"/>
                    <a:pt x="26" y="114"/>
                  </a:cubicBezTo>
                  <a:cubicBezTo>
                    <a:pt x="27" y="114"/>
                    <a:pt x="27" y="114"/>
                    <a:pt x="28" y="114"/>
                  </a:cubicBezTo>
                  <a:cubicBezTo>
                    <a:pt x="28" y="114"/>
                    <a:pt x="28" y="113"/>
                    <a:pt x="28" y="113"/>
                  </a:cubicBezTo>
                  <a:cubicBezTo>
                    <a:pt x="28" y="113"/>
                    <a:pt x="29" y="113"/>
                    <a:pt x="29" y="113"/>
                  </a:cubicBezTo>
                  <a:cubicBezTo>
                    <a:pt x="29" y="112"/>
                    <a:pt x="29" y="112"/>
                    <a:pt x="29" y="111"/>
                  </a:cubicBezTo>
                  <a:cubicBezTo>
                    <a:pt x="29" y="111"/>
                    <a:pt x="29" y="110"/>
                    <a:pt x="29" y="110"/>
                  </a:cubicBezTo>
                  <a:cubicBezTo>
                    <a:pt x="29" y="109"/>
                    <a:pt x="29" y="108"/>
                    <a:pt x="29" y="108"/>
                  </a:cubicBezTo>
                  <a:cubicBezTo>
                    <a:pt x="29" y="107"/>
                    <a:pt x="29" y="107"/>
                    <a:pt x="29" y="106"/>
                  </a:cubicBezTo>
                  <a:cubicBezTo>
                    <a:pt x="30" y="106"/>
                    <a:pt x="31" y="106"/>
                    <a:pt x="31" y="106"/>
                  </a:cubicBezTo>
                  <a:cubicBezTo>
                    <a:pt x="31" y="106"/>
                    <a:pt x="31" y="105"/>
                    <a:pt x="31" y="105"/>
                  </a:cubicBezTo>
                  <a:cubicBezTo>
                    <a:pt x="32" y="105"/>
                    <a:pt x="32" y="105"/>
                    <a:pt x="33" y="105"/>
                  </a:cubicBezTo>
                  <a:cubicBezTo>
                    <a:pt x="33" y="105"/>
                    <a:pt x="33" y="106"/>
                    <a:pt x="33" y="106"/>
                  </a:cubicBezTo>
                  <a:cubicBezTo>
                    <a:pt x="33" y="106"/>
                    <a:pt x="34" y="106"/>
                    <a:pt x="34" y="106"/>
                  </a:cubicBezTo>
                  <a:cubicBezTo>
                    <a:pt x="34" y="107"/>
                    <a:pt x="34" y="107"/>
                    <a:pt x="34" y="108"/>
                  </a:cubicBezTo>
                  <a:cubicBezTo>
                    <a:pt x="34" y="108"/>
                    <a:pt x="33" y="108"/>
                    <a:pt x="33" y="108"/>
                  </a:cubicBezTo>
                  <a:cubicBezTo>
                    <a:pt x="32" y="108"/>
                    <a:pt x="32" y="108"/>
                    <a:pt x="31" y="108"/>
                  </a:cubicBezTo>
                  <a:cubicBezTo>
                    <a:pt x="31" y="108"/>
                    <a:pt x="31" y="109"/>
                    <a:pt x="31" y="110"/>
                  </a:cubicBezTo>
                  <a:cubicBezTo>
                    <a:pt x="31" y="110"/>
                    <a:pt x="31" y="111"/>
                    <a:pt x="31" y="111"/>
                  </a:cubicBezTo>
                  <a:cubicBezTo>
                    <a:pt x="31" y="112"/>
                    <a:pt x="31" y="112"/>
                    <a:pt x="31" y="113"/>
                  </a:cubicBezTo>
                  <a:cubicBezTo>
                    <a:pt x="31" y="113"/>
                    <a:pt x="30" y="113"/>
                    <a:pt x="29" y="113"/>
                  </a:cubicBezTo>
                  <a:cubicBezTo>
                    <a:pt x="29" y="113"/>
                    <a:pt x="29" y="114"/>
                    <a:pt x="29" y="114"/>
                  </a:cubicBezTo>
                  <a:cubicBezTo>
                    <a:pt x="30" y="114"/>
                    <a:pt x="31" y="114"/>
                    <a:pt x="31" y="114"/>
                  </a:cubicBezTo>
                  <a:cubicBezTo>
                    <a:pt x="31" y="115"/>
                    <a:pt x="31" y="116"/>
                    <a:pt x="31" y="116"/>
                  </a:cubicBezTo>
                  <a:cubicBezTo>
                    <a:pt x="31" y="117"/>
                    <a:pt x="31" y="117"/>
                    <a:pt x="31" y="118"/>
                  </a:cubicBezTo>
                  <a:cubicBezTo>
                    <a:pt x="31" y="118"/>
                    <a:pt x="30" y="118"/>
                    <a:pt x="29" y="118"/>
                  </a:cubicBezTo>
                  <a:cubicBezTo>
                    <a:pt x="29" y="118"/>
                    <a:pt x="29" y="119"/>
                    <a:pt x="29" y="119"/>
                  </a:cubicBezTo>
                  <a:cubicBezTo>
                    <a:pt x="29" y="120"/>
                    <a:pt x="29" y="120"/>
                    <a:pt x="29" y="121"/>
                  </a:cubicBezTo>
                  <a:cubicBezTo>
                    <a:pt x="30" y="121"/>
                    <a:pt x="31" y="121"/>
                    <a:pt x="31" y="121"/>
                  </a:cubicBezTo>
                  <a:cubicBezTo>
                    <a:pt x="32" y="121"/>
                    <a:pt x="33" y="121"/>
                    <a:pt x="34" y="121"/>
                  </a:cubicBezTo>
                  <a:cubicBezTo>
                    <a:pt x="34" y="120"/>
                    <a:pt x="34" y="120"/>
                    <a:pt x="34" y="119"/>
                  </a:cubicBezTo>
                  <a:cubicBezTo>
                    <a:pt x="35" y="119"/>
                    <a:pt x="35" y="119"/>
                    <a:pt x="36" y="119"/>
                  </a:cubicBezTo>
                  <a:cubicBezTo>
                    <a:pt x="36" y="119"/>
                    <a:pt x="37" y="119"/>
                    <a:pt x="37" y="119"/>
                  </a:cubicBezTo>
                  <a:cubicBezTo>
                    <a:pt x="37" y="119"/>
                    <a:pt x="37" y="118"/>
                    <a:pt x="37" y="118"/>
                  </a:cubicBezTo>
                  <a:cubicBezTo>
                    <a:pt x="38" y="118"/>
                    <a:pt x="38" y="118"/>
                    <a:pt x="39" y="118"/>
                  </a:cubicBezTo>
                  <a:cubicBezTo>
                    <a:pt x="39" y="118"/>
                    <a:pt x="40" y="118"/>
                    <a:pt x="41" y="118"/>
                  </a:cubicBezTo>
                  <a:cubicBezTo>
                    <a:pt x="41" y="118"/>
                    <a:pt x="42" y="118"/>
                    <a:pt x="42" y="118"/>
                  </a:cubicBezTo>
                  <a:cubicBezTo>
                    <a:pt x="43" y="118"/>
                    <a:pt x="43" y="118"/>
                    <a:pt x="44" y="118"/>
                  </a:cubicBezTo>
                  <a:cubicBezTo>
                    <a:pt x="44" y="118"/>
                    <a:pt x="44" y="119"/>
                    <a:pt x="44" y="119"/>
                  </a:cubicBezTo>
                  <a:cubicBezTo>
                    <a:pt x="43" y="119"/>
                    <a:pt x="43" y="119"/>
                    <a:pt x="42" y="119"/>
                  </a:cubicBezTo>
                  <a:cubicBezTo>
                    <a:pt x="42" y="120"/>
                    <a:pt x="42" y="120"/>
                    <a:pt x="42" y="121"/>
                  </a:cubicBezTo>
                  <a:cubicBezTo>
                    <a:pt x="42" y="121"/>
                    <a:pt x="41" y="121"/>
                    <a:pt x="41" y="121"/>
                  </a:cubicBezTo>
                  <a:cubicBezTo>
                    <a:pt x="40" y="121"/>
                    <a:pt x="39" y="121"/>
                    <a:pt x="39" y="121"/>
                  </a:cubicBezTo>
                  <a:cubicBezTo>
                    <a:pt x="38" y="121"/>
                    <a:pt x="38" y="121"/>
                    <a:pt x="37" y="121"/>
                  </a:cubicBezTo>
                  <a:cubicBezTo>
                    <a:pt x="37" y="121"/>
                    <a:pt x="37" y="122"/>
                    <a:pt x="37" y="122"/>
                  </a:cubicBezTo>
                  <a:cubicBezTo>
                    <a:pt x="37" y="122"/>
                    <a:pt x="36" y="122"/>
                    <a:pt x="36" y="122"/>
                  </a:cubicBezTo>
                  <a:cubicBezTo>
                    <a:pt x="35" y="122"/>
                    <a:pt x="35" y="122"/>
                    <a:pt x="34" y="122"/>
                  </a:cubicBezTo>
                  <a:cubicBezTo>
                    <a:pt x="34" y="122"/>
                    <a:pt x="33" y="122"/>
                    <a:pt x="33" y="122"/>
                  </a:cubicBezTo>
                  <a:cubicBezTo>
                    <a:pt x="33" y="123"/>
                    <a:pt x="33" y="124"/>
                    <a:pt x="33" y="124"/>
                  </a:cubicBezTo>
                  <a:cubicBezTo>
                    <a:pt x="33" y="125"/>
                    <a:pt x="33" y="125"/>
                    <a:pt x="33" y="126"/>
                  </a:cubicBezTo>
                  <a:cubicBezTo>
                    <a:pt x="33" y="126"/>
                    <a:pt x="33" y="127"/>
                    <a:pt x="33" y="127"/>
                  </a:cubicBezTo>
                  <a:cubicBezTo>
                    <a:pt x="33" y="127"/>
                    <a:pt x="34" y="127"/>
                    <a:pt x="34" y="127"/>
                  </a:cubicBezTo>
                  <a:cubicBezTo>
                    <a:pt x="35" y="127"/>
                    <a:pt x="35" y="127"/>
                    <a:pt x="36" y="127"/>
                  </a:cubicBezTo>
                  <a:cubicBezTo>
                    <a:pt x="36" y="128"/>
                    <a:pt x="36" y="128"/>
                    <a:pt x="36" y="129"/>
                  </a:cubicBezTo>
                  <a:cubicBezTo>
                    <a:pt x="36" y="129"/>
                    <a:pt x="37" y="129"/>
                    <a:pt x="37" y="129"/>
                  </a:cubicBezTo>
                  <a:cubicBezTo>
                    <a:pt x="37" y="129"/>
                    <a:pt x="37" y="130"/>
                    <a:pt x="37" y="131"/>
                  </a:cubicBezTo>
                  <a:cubicBezTo>
                    <a:pt x="38" y="131"/>
                    <a:pt x="38" y="131"/>
                    <a:pt x="39" y="131"/>
                  </a:cubicBezTo>
                  <a:cubicBezTo>
                    <a:pt x="39" y="131"/>
                    <a:pt x="39" y="132"/>
                    <a:pt x="39" y="132"/>
                  </a:cubicBezTo>
                  <a:cubicBezTo>
                    <a:pt x="39" y="132"/>
                    <a:pt x="40" y="132"/>
                    <a:pt x="41" y="132"/>
                  </a:cubicBezTo>
                  <a:cubicBezTo>
                    <a:pt x="41" y="133"/>
                    <a:pt x="41" y="133"/>
                    <a:pt x="41" y="134"/>
                  </a:cubicBezTo>
                  <a:cubicBezTo>
                    <a:pt x="41" y="134"/>
                    <a:pt x="41" y="135"/>
                    <a:pt x="41" y="135"/>
                  </a:cubicBezTo>
                  <a:cubicBezTo>
                    <a:pt x="40" y="135"/>
                    <a:pt x="39" y="135"/>
                    <a:pt x="39" y="135"/>
                  </a:cubicBezTo>
                  <a:cubicBezTo>
                    <a:pt x="39" y="136"/>
                    <a:pt x="39" y="136"/>
                    <a:pt x="39" y="137"/>
                  </a:cubicBezTo>
                  <a:cubicBezTo>
                    <a:pt x="39" y="137"/>
                    <a:pt x="39" y="138"/>
                    <a:pt x="39" y="139"/>
                  </a:cubicBezTo>
                  <a:cubicBezTo>
                    <a:pt x="38" y="139"/>
                    <a:pt x="38" y="139"/>
                    <a:pt x="37" y="139"/>
                  </a:cubicBezTo>
                  <a:cubicBezTo>
                    <a:pt x="37" y="139"/>
                    <a:pt x="37" y="140"/>
                    <a:pt x="37" y="140"/>
                  </a:cubicBezTo>
                  <a:cubicBezTo>
                    <a:pt x="37" y="140"/>
                    <a:pt x="36" y="140"/>
                    <a:pt x="36" y="140"/>
                  </a:cubicBezTo>
                  <a:cubicBezTo>
                    <a:pt x="35" y="140"/>
                    <a:pt x="35" y="140"/>
                    <a:pt x="34" y="140"/>
                  </a:cubicBezTo>
                  <a:cubicBezTo>
                    <a:pt x="34" y="140"/>
                    <a:pt x="33" y="140"/>
                    <a:pt x="33" y="140"/>
                  </a:cubicBezTo>
                  <a:cubicBezTo>
                    <a:pt x="32" y="140"/>
                    <a:pt x="32" y="140"/>
                    <a:pt x="31" y="140"/>
                  </a:cubicBezTo>
                  <a:cubicBezTo>
                    <a:pt x="31" y="140"/>
                    <a:pt x="31" y="139"/>
                    <a:pt x="31" y="139"/>
                  </a:cubicBezTo>
                  <a:cubicBezTo>
                    <a:pt x="31" y="139"/>
                    <a:pt x="30" y="139"/>
                    <a:pt x="29" y="139"/>
                  </a:cubicBezTo>
                  <a:cubicBezTo>
                    <a:pt x="29" y="139"/>
                    <a:pt x="28" y="139"/>
                    <a:pt x="28" y="139"/>
                  </a:cubicBezTo>
                  <a:cubicBezTo>
                    <a:pt x="27" y="139"/>
                    <a:pt x="27" y="139"/>
                    <a:pt x="26" y="139"/>
                  </a:cubicBezTo>
                  <a:cubicBezTo>
                    <a:pt x="26" y="139"/>
                    <a:pt x="25" y="139"/>
                    <a:pt x="25" y="139"/>
                  </a:cubicBezTo>
                  <a:cubicBezTo>
                    <a:pt x="24" y="139"/>
                    <a:pt x="24" y="139"/>
                    <a:pt x="23" y="139"/>
                  </a:cubicBezTo>
                  <a:cubicBezTo>
                    <a:pt x="23" y="139"/>
                    <a:pt x="23" y="140"/>
                    <a:pt x="23" y="140"/>
                  </a:cubicBezTo>
                  <a:cubicBezTo>
                    <a:pt x="23" y="140"/>
                    <a:pt x="22" y="140"/>
                    <a:pt x="22" y="140"/>
                  </a:cubicBezTo>
                  <a:cubicBezTo>
                    <a:pt x="22" y="141"/>
                    <a:pt x="22" y="141"/>
                    <a:pt x="22" y="142"/>
                  </a:cubicBezTo>
                  <a:cubicBezTo>
                    <a:pt x="22" y="142"/>
                    <a:pt x="22" y="143"/>
                    <a:pt x="22" y="144"/>
                  </a:cubicBezTo>
                  <a:cubicBezTo>
                    <a:pt x="22" y="144"/>
                    <a:pt x="22" y="145"/>
                    <a:pt x="22" y="145"/>
                  </a:cubicBezTo>
                  <a:cubicBezTo>
                    <a:pt x="22" y="146"/>
                    <a:pt x="22" y="146"/>
                    <a:pt x="22" y="147"/>
                  </a:cubicBezTo>
                  <a:cubicBezTo>
                    <a:pt x="22" y="147"/>
                    <a:pt x="22" y="148"/>
                    <a:pt x="22" y="148"/>
                  </a:cubicBezTo>
                  <a:cubicBezTo>
                    <a:pt x="22" y="149"/>
                    <a:pt x="22" y="149"/>
                    <a:pt x="22" y="150"/>
                  </a:cubicBezTo>
                  <a:cubicBezTo>
                    <a:pt x="22" y="150"/>
                    <a:pt x="22" y="151"/>
                    <a:pt x="22" y="151"/>
                  </a:cubicBezTo>
                  <a:cubicBezTo>
                    <a:pt x="22" y="152"/>
                    <a:pt x="22" y="153"/>
                    <a:pt x="22" y="153"/>
                  </a:cubicBezTo>
                  <a:cubicBezTo>
                    <a:pt x="21" y="153"/>
                    <a:pt x="21" y="153"/>
                    <a:pt x="20" y="153"/>
                  </a:cubicBezTo>
                  <a:cubicBezTo>
                    <a:pt x="20" y="154"/>
                    <a:pt x="20" y="154"/>
                    <a:pt x="20" y="155"/>
                  </a:cubicBezTo>
                  <a:cubicBezTo>
                    <a:pt x="21" y="155"/>
                    <a:pt x="21" y="155"/>
                    <a:pt x="22" y="155"/>
                  </a:cubicBezTo>
                  <a:cubicBezTo>
                    <a:pt x="22" y="155"/>
                    <a:pt x="22" y="156"/>
                    <a:pt x="22" y="156"/>
                  </a:cubicBezTo>
                  <a:cubicBezTo>
                    <a:pt x="22" y="157"/>
                    <a:pt x="22" y="157"/>
                    <a:pt x="22" y="158"/>
                  </a:cubicBezTo>
                  <a:cubicBezTo>
                    <a:pt x="22" y="159"/>
                    <a:pt x="22" y="159"/>
                    <a:pt x="22" y="160"/>
                  </a:cubicBezTo>
                  <a:cubicBezTo>
                    <a:pt x="22" y="160"/>
                    <a:pt x="23" y="160"/>
                    <a:pt x="23" y="160"/>
                  </a:cubicBezTo>
                  <a:cubicBezTo>
                    <a:pt x="24" y="160"/>
                    <a:pt x="24" y="160"/>
                    <a:pt x="25" y="160"/>
                  </a:cubicBezTo>
                  <a:cubicBezTo>
                    <a:pt x="25" y="160"/>
                    <a:pt x="26" y="160"/>
                    <a:pt x="26" y="160"/>
                  </a:cubicBezTo>
                  <a:cubicBezTo>
                    <a:pt x="26" y="160"/>
                    <a:pt x="26" y="161"/>
                    <a:pt x="26" y="161"/>
                  </a:cubicBezTo>
                  <a:cubicBezTo>
                    <a:pt x="27" y="161"/>
                    <a:pt x="27" y="161"/>
                    <a:pt x="28" y="161"/>
                  </a:cubicBezTo>
                  <a:cubicBezTo>
                    <a:pt x="28" y="162"/>
                    <a:pt x="28" y="162"/>
                    <a:pt x="28" y="163"/>
                  </a:cubicBezTo>
                  <a:cubicBezTo>
                    <a:pt x="28" y="163"/>
                    <a:pt x="28" y="164"/>
                    <a:pt x="28" y="164"/>
                  </a:cubicBezTo>
                  <a:cubicBezTo>
                    <a:pt x="27" y="164"/>
                    <a:pt x="27" y="164"/>
                    <a:pt x="26" y="164"/>
                  </a:cubicBezTo>
                  <a:cubicBezTo>
                    <a:pt x="26" y="165"/>
                    <a:pt x="26" y="165"/>
                    <a:pt x="26" y="166"/>
                  </a:cubicBezTo>
                  <a:cubicBezTo>
                    <a:pt x="26" y="166"/>
                    <a:pt x="25" y="166"/>
                    <a:pt x="25" y="166"/>
                  </a:cubicBezTo>
                  <a:cubicBezTo>
                    <a:pt x="25" y="167"/>
                    <a:pt x="25" y="167"/>
                    <a:pt x="25" y="168"/>
                  </a:cubicBezTo>
                  <a:cubicBezTo>
                    <a:pt x="24" y="168"/>
                    <a:pt x="24" y="168"/>
                    <a:pt x="23" y="168"/>
                  </a:cubicBezTo>
                  <a:cubicBezTo>
                    <a:pt x="23" y="168"/>
                    <a:pt x="22" y="168"/>
                    <a:pt x="22" y="168"/>
                  </a:cubicBezTo>
                  <a:cubicBezTo>
                    <a:pt x="22" y="168"/>
                    <a:pt x="22" y="169"/>
                    <a:pt x="22" y="169"/>
                  </a:cubicBezTo>
                  <a:cubicBezTo>
                    <a:pt x="22" y="170"/>
                    <a:pt x="22" y="170"/>
                    <a:pt x="22" y="171"/>
                  </a:cubicBezTo>
                  <a:cubicBezTo>
                    <a:pt x="21" y="171"/>
                    <a:pt x="21" y="171"/>
                    <a:pt x="20" y="171"/>
                  </a:cubicBezTo>
                  <a:cubicBezTo>
                    <a:pt x="20" y="171"/>
                    <a:pt x="20" y="172"/>
                    <a:pt x="20" y="173"/>
                  </a:cubicBezTo>
                  <a:cubicBezTo>
                    <a:pt x="20" y="173"/>
                    <a:pt x="19" y="173"/>
                    <a:pt x="19" y="173"/>
                  </a:cubicBezTo>
                  <a:cubicBezTo>
                    <a:pt x="19" y="173"/>
                    <a:pt x="19" y="174"/>
                    <a:pt x="19" y="174"/>
                  </a:cubicBezTo>
                  <a:cubicBezTo>
                    <a:pt x="19" y="175"/>
                    <a:pt x="19" y="175"/>
                    <a:pt x="19" y="176"/>
                  </a:cubicBezTo>
                  <a:cubicBezTo>
                    <a:pt x="19" y="176"/>
                    <a:pt x="19" y="177"/>
                    <a:pt x="19" y="177"/>
                  </a:cubicBezTo>
                  <a:cubicBezTo>
                    <a:pt x="19" y="178"/>
                    <a:pt x="19" y="178"/>
                    <a:pt x="19" y="179"/>
                  </a:cubicBezTo>
                  <a:cubicBezTo>
                    <a:pt x="18" y="179"/>
                    <a:pt x="18" y="179"/>
                    <a:pt x="17" y="179"/>
                  </a:cubicBezTo>
                  <a:cubicBezTo>
                    <a:pt x="17" y="179"/>
                    <a:pt x="17" y="180"/>
                    <a:pt x="17" y="180"/>
                  </a:cubicBezTo>
                  <a:cubicBezTo>
                    <a:pt x="16" y="180"/>
                    <a:pt x="16" y="180"/>
                    <a:pt x="15" y="180"/>
                  </a:cubicBezTo>
                  <a:cubicBezTo>
                    <a:pt x="15" y="181"/>
                    <a:pt x="15" y="182"/>
                    <a:pt x="15" y="182"/>
                  </a:cubicBezTo>
                  <a:cubicBezTo>
                    <a:pt x="15" y="182"/>
                    <a:pt x="14" y="182"/>
                    <a:pt x="14" y="182"/>
                  </a:cubicBezTo>
                  <a:cubicBezTo>
                    <a:pt x="13" y="182"/>
                    <a:pt x="13" y="182"/>
                    <a:pt x="12" y="182"/>
                  </a:cubicBezTo>
                  <a:cubicBezTo>
                    <a:pt x="12" y="183"/>
                    <a:pt x="12" y="183"/>
                    <a:pt x="12" y="184"/>
                  </a:cubicBezTo>
                  <a:cubicBezTo>
                    <a:pt x="12" y="184"/>
                    <a:pt x="11" y="184"/>
                    <a:pt x="11" y="184"/>
                  </a:cubicBezTo>
                  <a:cubicBezTo>
                    <a:pt x="11" y="184"/>
                    <a:pt x="11" y="185"/>
                    <a:pt x="11" y="185"/>
                  </a:cubicBezTo>
                  <a:cubicBezTo>
                    <a:pt x="10" y="185"/>
                    <a:pt x="10" y="185"/>
                    <a:pt x="9" y="185"/>
                  </a:cubicBezTo>
                  <a:cubicBezTo>
                    <a:pt x="9" y="186"/>
                    <a:pt x="9" y="186"/>
                    <a:pt x="9" y="187"/>
                  </a:cubicBezTo>
                  <a:cubicBezTo>
                    <a:pt x="9" y="187"/>
                    <a:pt x="8" y="187"/>
                    <a:pt x="8" y="187"/>
                  </a:cubicBezTo>
                  <a:cubicBezTo>
                    <a:pt x="8" y="188"/>
                    <a:pt x="8" y="188"/>
                    <a:pt x="8" y="189"/>
                  </a:cubicBezTo>
                  <a:cubicBezTo>
                    <a:pt x="8" y="189"/>
                    <a:pt x="8" y="190"/>
                    <a:pt x="8" y="190"/>
                  </a:cubicBezTo>
                  <a:cubicBezTo>
                    <a:pt x="7" y="190"/>
                    <a:pt x="7" y="190"/>
                    <a:pt x="6" y="190"/>
                  </a:cubicBezTo>
                  <a:cubicBezTo>
                    <a:pt x="6" y="191"/>
                    <a:pt x="6" y="191"/>
                    <a:pt x="6" y="192"/>
                  </a:cubicBezTo>
                  <a:cubicBezTo>
                    <a:pt x="6" y="192"/>
                    <a:pt x="6" y="193"/>
                    <a:pt x="6" y="193"/>
                  </a:cubicBezTo>
                  <a:cubicBezTo>
                    <a:pt x="5" y="193"/>
                    <a:pt x="5" y="193"/>
                    <a:pt x="4" y="193"/>
                  </a:cubicBezTo>
                  <a:cubicBezTo>
                    <a:pt x="4" y="194"/>
                    <a:pt x="4" y="194"/>
                    <a:pt x="4" y="195"/>
                  </a:cubicBezTo>
                  <a:cubicBezTo>
                    <a:pt x="4" y="195"/>
                    <a:pt x="3" y="195"/>
                    <a:pt x="3" y="195"/>
                  </a:cubicBezTo>
                  <a:cubicBezTo>
                    <a:pt x="3" y="196"/>
                    <a:pt x="3" y="196"/>
                    <a:pt x="3" y="197"/>
                  </a:cubicBezTo>
                  <a:cubicBezTo>
                    <a:pt x="3" y="197"/>
                    <a:pt x="3" y="198"/>
                    <a:pt x="3" y="198"/>
                  </a:cubicBezTo>
                  <a:cubicBezTo>
                    <a:pt x="2" y="198"/>
                    <a:pt x="2" y="198"/>
                    <a:pt x="1" y="198"/>
                  </a:cubicBezTo>
                  <a:cubicBezTo>
                    <a:pt x="1" y="199"/>
                    <a:pt x="1" y="199"/>
                    <a:pt x="1" y="200"/>
                  </a:cubicBezTo>
                  <a:cubicBezTo>
                    <a:pt x="1" y="200"/>
                    <a:pt x="1" y="201"/>
                    <a:pt x="1" y="202"/>
                  </a:cubicBezTo>
                  <a:cubicBezTo>
                    <a:pt x="1" y="202"/>
                    <a:pt x="1" y="203"/>
                    <a:pt x="1" y="203"/>
                  </a:cubicBezTo>
                  <a:cubicBezTo>
                    <a:pt x="2" y="203"/>
                    <a:pt x="2" y="203"/>
                    <a:pt x="3" y="203"/>
                  </a:cubicBezTo>
                  <a:cubicBezTo>
                    <a:pt x="3" y="204"/>
                    <a:pt x="3" y="204"/>
                    <a:pt x="3" y="205"/>
                  </a:cubicBezTo>
                  <a:cubicBezTo>
                    <a:pt x="3" y="205"/>
                    <a:pt x="3" y="206"/>
                    <a:pt x="3" y="206"/>
                  </a:cubicBezTo>
                  <a:cubicBezTo>
                    <a:pt x="3" y="207"/>
                    <a:pt x="3" y="207"/>
                    <a:pt x="3" y="208"/>
                  </a:cubicBezTo>
                  <a:cubicBezTo>
                    <a:pt x="3" y="208"/>
                    <a:pt x="3" y="209"/>
                    <a:pt x="3" y="210"/>
                  </a:cubicBezTo>
                  <a:cubicBezTo>
                    <a:pt x="3" y="210"/>
                    <a:pt x="3" y="211"/>
                    <a:pt x="3" y="211"/>
                  </a:cubicBezTo>
                  <a:cubicBezTo>
                    <a:pt x="3" y="212"/>
                    <a:pt x="3" y="212"/>
                    <a:pt x="3" y="213"/>
                  </a:cubicBezTo>
                  <a:cubicBezTo>
                    <a:pt x="3" y="213"/>
                    <a:pt x="3" y="214"/>
                    <a:pt x="3" y="214"/>
                  </a:cubicBezTo>
                  <a:cubicBezTo>
                    <a:pt x="3" y="215"/>
                    <a:pt x="3" y="216"/>
                    <a:pt x="3" y="216"/>
                  </a:cubicBezTo>
                  <a:cubicBezTo>
                    <a:pt x="2" y="216"/>
                    <a:pt x="2" y="216"/>
                    <a:pt x="1" y="216"/>
                  </a:cubicBezTo>
                  <a:cubicBezTo>
                    <a:pt x="1" y="216"/>
                    <a:pt x="0" y="216"/>
                    <a:pt x="0" y="216"/>
                  </a:cubicBezTo>
                  <a:cubicBezTo>
                    <a:pt x="0" y="217"/>
                    <a:pt x="0" y="217"/>
                    <a:pt x="0" y="218"/>
                  </a:cubicBezTo>
                  <a:cubicBezTo>
                    <a:pt x="0" y="218"/>
                    <a:pt x="1" y="218"/>
                    <a:pt x="1" y="218"/>
                  </a:cubicBezTo>
                  <a:cubicBezTo>
                    <a:pt x="1" y="218"/>
                    <a:pt x="1" y="219"/>
                    <a:pt x="1" y="219"/>
                  </a:cubicBezTo>
                  <a:cubicBezTo>
                    <a:pt x="1" y="220"/>
                    <a:pt x="1" y="220"/>
                    <a:pt x="1" y="221"/>
                  </a:cubicBezTo>
                  <a:cubicBezTo>
                    <a:pt x="1" y="221"/>
                    <a:pt x="1" y="222"/>
                    <a:pt x="1" y="222"/>
                  </a:cubicBezTo>
                  <a:cubicBezTo>
                    <a:pt x="1" y="223"/>
                    <a:pt x="1" y="224"/>
                    <a:pt x="1" y="224"/>
                  </a:cubicBezTo>
                  <a:cubicBezTo>
                    <a:pt x="2" y="224"/>
                    <a:pt x="2" y="224"/>
                    <a:pt x="3" y="224"/>
                  </a:cubicBezTo>
                  <a:cubicBezTo>
                    <a:pt x="3" y="224"/>
                    <a:pt x="4" y="224"/>
                    <a:pt x="4" y="224"/>
                  </a:cubicBezTo>
                  <a:cubicBezTo>
                    <a:pt x="4" y="225"/>
                    <a:pt x="4" y="225"/>
                    <a:pt x="4" y="226"/>
                  </a:cubicBezTo>
                  <a:cubicBezTo>
                    <a:pt x="4" y="226"/>
                    <a:pt x="4" y="227"/>
                    <a:pt x="4" y="227"/>
                  </a:cubicBezTo>
                  <a:cubicBezTo>
                    <a:pt x="5" y="227"/>
                    <a:pt x="5" y="227"/>
                    <a:pt x="6" y="227"/>
                  </a:cubicBezTo>
                  <a:cubicBezTo>
                    <a:pt x="6" y="228"/>
                    <a:pt x="6" y="228"/>
                    <a:pt x="6" y="229"/>
                  </a:cubicBezTo>
                  <a:cubicBezTo>
                    <a:pt x="7" y="229"/>
                    <a:pt x="7" y="229"/>
                    <a:pt x="8" y="229"/>
                  </a:cubicBezTo>
                  <a:cubicBezTo>
                    <a:pt x="8" y="229"/>
                    <a:pt x="8" y="230"/>
                    <a:pt x="8" y="231"/>
                  </a:cubicBezTo>
                  <a:cubicBezTo>
                    <a:pt x="8" y="231"/>
                    <a:pt x="9" y="231"/>
                    <a:pt x="9" y="231"/>
                  </a:cubicBezTo>
                  <a:cubicBezTo>
                    <a:pt x="9" y="231"/>
                    <a:pt x="9" y="232"/>
                    <a:pt x="9" y="232"/>
                  </a:cubicBezTo>
                  <a:cubicBezTo>
                    <a:pt x="9" y="233"/>
                    <a:pt x="9" y="233"/>
                    <a:pt x="9" y="234"/>
                  </a:cubicBezTo>
                  <a:cubicBezTo>
                    <a:pt x="10" y="234"/>
                    <a:pt x="10" y="234"/>
                    <a:pt x="11" y="234"/>
                  </a:cubicBezTo>
                  <a:cubicBezTo>
                    <a:pt x="11" y="234"/>
                    <a:pt x="11" y="235"/>
                    <a:pt x="11" y="235"/>
                  </a:cubicBezTo>
                  <a:cubicBezTo>
                    <a:pt x="11" y="235"/>
                    <a:pt x="12" y="235"/>
                    <a:pt x="12" y="235"/>
                  </a:cubicBezTo>
                  <a:cubicBezTo>
                    <a:pt x="12" y="236"/>
                    <a:pt x="12" y="236"/>
                    <a:pt x="12" y="237"/>
                  </a:cubicBezTo>
                  <a:cubicBezTo>
                    <a:pt x="13" y="237"/>
                    <a:pt x="13" y="237"/>
                    <a:pt x="14" y="237"/>
                  </a:cubicBezTo>
                  <a:cubicBezTo>
                    <a:pt x="14" y="237"/>
                    <a:pt x="14" y="238"/>
                    <a:pt x="14" y="239"/>
                  </a:cubicBezTo>
                  <a:cubicBezTo>
                    <a:pt x="14" y="239"/>
                    <a:pt x="15" y="239"/>
                    <a:pt x="15" y="239"/>
                  </a:cubicBezTo>
                  <a:cubicBezTo>
                    <a:pt x="16" y="239"/>
                    <a:pt x="16" y="239"/>
                    <a:pt x="17" y="239"/>
                  </a:cubicBezTo>
                  <a:cubicBezTo>
                    <a:pt x="17" y="239"/>
                    <a:pt x="17" y="240"/>
                    <a:pt x="17" y="240"/>
                  </a:cubicBezTo>
                  <a:cubicBezTo>
                    <a:pt x="18" y="240"/>
                    <a:pt x="18" y="240"/>
                    <a:pt x="19" y="240"/>
                  </a:cubicBezTo>
                  <a:cubicBezTo>
                    <a:pt x="19" y="241"/>
                    <a:pt x="19" y="241"/>
                    <a:pt x="19" y="242"/>
                  </a:cubicBezTo>
                  <a:cubicBezTo>
                    <a:pt x="19" y="242"/>
                    <a:pt x="20" y="242"/>
                    <a:pt x="20" y="242"/>
                  </a:cubicBezTo>
                  <a:cubicBezTo>
                    <a:pt x="20" y="242"/>
                    <a:pt x="20" y="243"/>
                    <a:pt x="20" y="243"/>
                  </a:cubicBezTo>
                  <a:cubicBezTo>
                    <a:pt x="21" y="243"/>
                    <a:pt x="21" y="243"/>
                    <a:pt x="22" y="243"/>
                  </a:cubicBezTo>
                  <a:cubicBezTo>
                    <a:pt x="22" y="244"/>
                    <a:pt x="22" y="245"/>
                    <a:pt x="22" y="245"/>
                  </a:cubicBezTo>
                  <a:cubicBezTo>
                    <a:pt x="22" y="245"/>
                    <a:pt x="23" y="245"/>
                    <a:pt x="23" y="245"/>
                  </a:cubicBezTo>
                  <a:cubicBezTo>
                    <a:pt x="24" y="245"/>
                    <a:pt x="24" y="245"/>
                    <a:pt x="25" y="245"/>
                  </a:cubicBezTo>
                  <a:cubicBezTo>
                    <a:pt x="25" y="245"/>
                    <a:pt x="26" y="245"/>
                    <a:pt x="26" y="245"/>
                  </a:cubicBezTo>
                  <a:cubicBezTo>
                    <a:pt x="27" y="245"/>
                    <a:pt x="27" y="245"/>
                    <a:pt x="28" y="245"/>
                  </a:cubicBezTo>
                  <a:cubicBezTo>
                    <a:pt x="28" y="245"/>
                    <a:pt x="28" y="244"/>
                    <a:pt x="28" y="243"/>
                  </a:cubicBezTo>
                  <a:cubicBezTo>
                    <a:pt x="28" y="243"/>
                    <a:pt x="29" y="243"/>
                    <a:pt x="29" y="243"/>
                  </a:cubicBezTo>
                  <a:cubicBezTo>
                    <a:pt x="30" y="243"/>
                    <a:pt x="31" y="243"/>
                    <a:pt x="31" y="243"/>
                  </a:cubicBezTo>
                  <a:cubicBezTo>
                    <a:pt x="32" y="243"/>
                    <a:pt x="32" y="243"/>
                    <a:pt x="33" y="243"/>
                  </a:cubicBezTo>
                  <a:cubicBezTo>
                    <a:pt x="33" y="243"/>
                    <a:pt x="33" y="242"/>
                    <a:pt x="33" y="242"/>
                  </a:cubicBezTo>
                  <a:cubicBezTo>
                    <a:pt x="33" y="242"/>
                    <a:pt x="34" y="242"/>
                    <a:pt x="34" y="242"/>
                  </a:cubicBezTo>
                  <a:cubicBezTo>
                    <a:pt x="34" y="242"/>
                    <a:pt x="34" y="243"/>
                    <a:pt x="34" y="243"/>
                  </a:cubicBezTo>
                  <a:cubicBezTo>
                    <a:pt x="35" y="243"/>
                    <a:pt x="35" y="243"/>
                    <a:pt x="36" y="243"/>
                  </a:cubicBezTo>
                  <a:cubicBezTo>
                    <a:pt x="36" y="243"/>
                    <a:pt x="37" y="243"/>
                    <a:pt x="37" y="243"/>
                  </a:cubicBezTo>
                  <a:cubicBezTo>
                    <a:pt x="38" y="243"/>
                    <a:pt x="38" y="243"/>
                    <a:pt x="39" y="243"/>
                  </a:cubicBezTo>
                  <a:cubicBezTo>
                    <a:pt x="39" y="243"/>
                    <a:pt x="40" y="243"/>
                    <a:pt x="41" y="243"/>
                  </a:cubicBezTo>
                  <a:cubicBezTo>
                    <a:pt x="41" y="243"/>
                    <a:pt x="41" y="242"/>
                    <a:pt x="41" y="242"/>
                  </a:cubicBezTo>
                  <a:cubicBezTo>
                    <a:pt x="41" y="242"/>
                    <a:pt x="42" y="242"/>
                    <a:pt x="42" y="242"/>
                  </a:cubicBezTo>
                  <a:cubicBezTo>
                    <a:pt x="43" y="242"/>
                    <a:pt x="43" y="242"/>
                    <a:pt x="44" y="242"/>
                  </a:cubicBezTo>
                  <a:cubicBezTo>
                    <a:pt x="44" y="241"/>
                    <a:pt x="44" y="241"/>
                    <a:pt x="44" y="240"/>
                  </a:cubicBezTo>
                  <a:cubicBezTo>
                    <a:pt x="44" y="240"/>
                    <a:pt x="45" y="240"/>
                    <a:pt x="45" y="240"/>
                  </a:cubicBezTo>
                  <a:cubicBezTo>
                    <a:pt x="46" y="240"/>
                    <a:pt x="46" y="240"/>
                    <a:pt x="47" y="240"/>
                  </a:cubicBezTo>
                  <a:cubicBezTo>
                    <a:pt x="47" y="240"/>
                    <a:pt x="48" y="240"/>
                    <a:pt x="48" y="240"/>
                  </a:cubicBezTo>
                  <a:cubicBezTo>
                    <a:pt x="49" y="240"/>
                    <a:pt x="49" y="240"/>
                    <a:pt x="50" y="240"/>
                  </a:cubicBezTo>
                  <a:cubicBezTo>
                    <a:pt x="50" y="240"/>
                    <a:pt x="51" y="240"/>
                    <a:pt x="51" y="240"/>
                  </a:cubicBezTo>
                  <a:cubicBezTo>
                    <a:pt x="52" y="240"/>
                    <a:pt x="52" y="240"/>
                    <a:pt x="53" y="240"/>
                  </a:cubicBezTo>
                  <a:cubicBezTo>
                    <a:pt x="53" y="240"/>
                    <a:pt x="54" y="240"/>
                    <a:pt x="55" y="240"/>
                  </a:cubicBezTo>
                  <a:cubicBezTo>
                    <a:pt x="55" y="241"/>
                    <a:pt x="55" y="241"/>
                    <a:pt x="55" y="242"/>
                  </a:cubicBezTo>
                  <a:cubicBezTo>
                    <a:pt x="55" y="242"/>
                    <a:pt x="55" y="243"/>
                    <a:pt x="55" y="243"/>
                  </a:cubicBezTo>
                  <a:cubicBezTo>
                    <a:pt x="55" y="243"/>
                    <a:pt x="56" y="243"/>
                    <a:pt x="56" y="243"/>
                  </a:cubicBezTo>
                  <a:cubicBezTo>
                    <a:pt x="56" y="244"/>
                    <a:pt x="56" y="245"/>
                    <a:pt x="56" y="245"/>
                  </a:cubicBezTo>
                  <a:cubicBezTo>
                    <a:pt x="57" y="245"/>
                    <a:pt x="57" y="245"/>
                    <a:pt x="58" y="245"/>
                  </a:cubicBezTo>
                  <a:cubicBezTo>
                    <a:pt x="58" y="245"/>
                    <a:pt x="59" y="245"/>
                    <a:pt x="59" y="245"/>
                  </a:cubicBezTo>
                  <a:cubicBezTo>
                    <a:pt x="60" y="245"/>
                    <a:pt x="60" y="245"/>
                    <a:pt x="61" y="245"/>
                  </a:cubicBezTo>
                  <a:cubicBezTo>
                    <a:pt x="61" y="245"/>
                    <a:pt x="61" y="244"/>
                    <a:pt x="61" y="243"/>
                  </a:cubicBezTo>
                  <a:cubicBezTo>
                    <a:pt x="61" y="243"/>
                    <a:pt x="62" y="243"/>
                    <a:pt x="62" y="243"/>
                  </a:cubicBezTo>
                  <a:cubicBezTo>
                    <a:pt x="62" y="244"/>
                    <a:pt x="62" y="245"/>
                    <a:pt x="62" y="245"/>
                  </a:cubicBezTo>
                  <a:cubicBezTo>
                    <a:pt x="63" y="245"/>
                    <a:pt x="63" y="245"/>
                    <a:pt x="64" y="245"/>
                  </a:cubicBezTo>
                  <a:cubicBezTo>
                    <a:pt x="64" y="246"/>
                    <a:pt x="64" y="246"/>
                    <a:pt x="64" y="247"/>
                  </a:cubicBezTo>
                  <a:cubicBezTo>
                    <a:pt x="64" y="247"/>
                    <a:pt x="65" y="247"/>
                    <a:pt x="65" y="247"/>
                  </a:cubicBezTo>
                  <a:cubicBezTo>
                    <a:pt x="65" y="247"/>
                    <a:pt x="65" y="248"/>
                    <a:pt x="65" y="248"/>
                  </a:cubicBezTo>
                  <a:cubicBezTo>
                    <a:pt x="65" y="249"/>
                    <a:pt x="65" y="249"/>
                    <a:pt x="65" y="250"/>
                  </a:cubicBezTo>
                  <a:cubicBezTo>
                    <a:pt x="65" y="250"/>
                    <a:pt x="65" y="251"/>
                    <a:pt x="65" y="251"/>
                  </a:cubicBezTo>
                  <a:cubicBezTo>
                    <a:pt x="65" y="251"/>
                    <a:pt x="64" y="251"/>
                    <a:pt x="64" y="251"/>
                  </a:cubicBezTo>
                  <a:cubicBezTo>
                    <a:pt x="64" y="252"/>
                    <a:pt x="64" y="253"/>
                    <a:pt x="64" y="253"/>
                  </a:cubicBezTo>
                  <a:cubicBezTo>
                    <a:pt x="64" y="254"/>
                    <a:pt x="64" y="254"/>
                    <a:pt x="64" y="255"/>
                  </a:cubicBezTo>
                  <a:cubicBezTo>
                    <a:pt x="64" y="255"/>
                    <a:pt x="64" y="256"/>
                    <a:pt x="64" y="256"/>
                  </a:cubicBezTo>
                  <a:cubicBezTo>
                    <a:pt x="63" y="256"/>
                    <a:pt x="63" y="256"/>
                    <a:pt x="62" y="256"/>
                  </a:cubicBezTo>
                  <a:cubicBezTo>
                    <a:pt x="62" y="257"/>
                    <a:pt x="62" y="257"/>
                    <a:pt x="62" y="258"/>
                  </a:cubicBezTo>
                  <a:cubicBezTo>
                    <a:pt x="62" y="258"/>
                    <a:pt x="62" y="259"/>
                    <a:pt x="62" y="260"/>
                  </a:cubicBezTo>
                  <a:cubicBezTo>
                    <a:pt x="63" y="260"/>
                    <a:pt x="63" y="260"/>
                    <a:pt x="64" y="260"/>
                  </a:cubicBezTo>
                  <a:cubicBezTo>
                    <a:pt x="64" y="260"/>
                    <a:pt x="64" y="261"/>
                    <a:pt x="64" y="261"/>
                  </a:cubicBezTo>
                  <a:cubicBezTo>
                    <a:pt x="64" y="262"/>
                    <a:pt x="64" y="262"/>
                    <a:pt x="64" y="263"/>
                  </a:cubicBezTo>
                  <a:cubicBezTo>
                    <a:pt x="64" y="263"/>
                    <a:pt x="65" y="263"/>
                    <a:pt x="65" y="263"/>
                  </a:cubicBezTo>
                  <a:cubicBezTo>
                    <a:pt x="65" y="263"/>
                    <a:pt x="65" y="264"/>
                    <a:pt x="65" y="264"/>
                  </a:cubicBezTo>
                  <a:cubicBezTo>
                    <a:pt x="66" y="264"/>
                    <a:pt x="66" y="264"/>
                    <a:pt x="67" y="264"/>
                  </a:cubicBezTo>
                  <a:cubicBezTo>
                    <a:pt x="68" y="264"/>
                    <a:pt x="68" y="264"/>
                    <a:pt x="69" y="264"/>
                  </a:cubicBezTo>
                  <a:cubicBezTo>
                    <a:pt x="69" y="265"/>
                    <a:pt x="69" y="265"/>
                    <a:pt x="69" y="266"/>
                  </a:cubicBezTo>
                  <a:cubicBezTo>
                    <a:pt x="69" y="266"/>
                    <a:pt x="70" y="266"/>
                    <a:pt x="70" y="266"/>
                  </a:cubicBezTo>
                  <a:cubicBezTo>
                    <a:pt x="70" y="267"/>
                    <a:pt x="70" y="267"/>
                    <a:pt x="70" y="268"/>
                  </a:cubicBezTo>
                  <a:cubicBezTo>
                    <a:pt x="70" y="268"/>
                    <a:pt x="70" y="269"/>
                    <a:pt x="70" y="269"/>
                  </a:cubicBezTo>
                  <a:cubicBezTo>
                    <a:pt x="71" y="269"/>
                    <a:pt x="71" y="269"/>
                    <a:pt x="72" y="269"/>
                  </a:cubicBezTo>
                  <a:cubicBezTo>
                    <a:pt x="72" y="270"/>
                    <a:pt x="72" y="270"/>
                    <a:pt x="72" y="271"/>
                  </a:cubicBezTo>
                  <a:cubicBezTo>
                    <a:pt x="72" y="271"/>
                    <a:pt x="72" y="272"/>
                    <a:pt x="72" y="272"/>
                  </a:cubicBezTo>
                  <a:cubicBezTo>
                    <a:pt x="72" y="272"/>
                    <a:pt x="73" y="272"/>
                    <a:pt x="73" y="272"/>
                  </a:cubicBezTo>
                  <a:cubicBezTo>
                    <a:pt x="73" y="273"/>
                    <a:pt x="73" y="274"/>
                    <a:pt x="73" y="274"/>
                  </a:cubicBezTo>
                  <a:cubicBezTo>
                    <a:pt x="73" y="275"/>
                    <a:pt x="73" y="275"/>
                    <a:pt x="73" y="276"/>
                  </a:cubicBezTo>
                  <a:cubicBezTo>
                    <a:pt x="73" y="276"/>
                    <a:pt x="73" y="277"/>
                    <a:pt x="73" y="277"/>
                  </a:cubicBezTo>
                  <a:cubicBezTo>
                    <a:pt x="73" y="278"/>
                    <a:pt x="73" y="278"/>
                    <a:pt x="73" y="279"/>
                  </a:cubicBezTo>
                  <a:cubicBezTo>
                    <a:pt x="73" y="280"/>
                    <a:pt x="73" y="280"/>
                    <a:pt x="73" y="281"/>
                  </a:cubicBezTo>
                  <a:cubicBezTo>
                    <a:pt x="74" y="281"/>
                    <a:pt x="74" y="281"/>
                    <a:pt x="75" y="281"/>
                  </a:cubicBezTo>
                  <a:cubicBezTo>
                    <a:pt x="75" y="281"/>
                    <a:pt x="75" y="282"/>
                    <a:pt x="75" y="282"/>
                  </a:cubicBezTo>
                  <a:cubicBezTo>
                    <a:pt x="75" y="283"/>
                    <a:pt x="75" y="283"/>
                    <a:pt x="75" y="284"/>
                  </a:cubicBezTo>
                  <a:cubicBezTo>
                    <a:pt x="75" y="284"/>
                    <a:pt x="75" y="285"/>
                    <a:pt x="75" y="285"/>
                  </a:cubicBezTo>
                  <a:cubicBezTo>
                    <a:pt x="74" y="285"/>
                    <a:pt x="74" y="285"/>
                    <a:pt x="73" y="285"/>
                  </a:cubicBezTo>
                  <a:cubicBezTo>
                    <a:pt x="73" y="286"/>
                    <a:pt x="73" y="286"/>
                    <a:pt x="73" y="287"/>
                  </a:cubicBezTo>
                  <a:cubicBezTo>
                    <a:pt x="73" y="287"/>
                    <a:pt x="72" y="287"/>
                    <a:pt x="72" y="287"/>
                  </a:cubicBezTo>
                  <a:cubicBezTo>
                    <a:pt x="72" y="287"/>
                    <a:pt x="72" y="288"/>
                    <a:pt x="72" y="289"/>
                  </a:cubicBezTo>
                  <a:cubicBezTo>
                    <a:pt x="72" y="289"/>
                    <a:pt x="72" y="290"/>
                    <a:pt x="72" y="290"/>
                  </a:cubicBezTo>
                  <a:cubicBezTo>
                    <a:pt x="71" y="290"/>
                    <a:pt x="71" y="290"/>
                    <a:pt x="70" y="290"/>
                  </a:cubicBezTo>
                  <a:cubicBezTo>
                    <a:pt x="70" y="291"/>
                    <a:pt x="70" y="291"/>
                    <a:pt x="70" y="292"/>
                  </a:cubicBezTo>
                  <a:cubicBezTo>
                    <a:pt x="70" y="292"/>
                    <a:pt x="70" y="293"/>
                    <a:pt x="70" y="294"/>
                  </a:cubicBezTo>
                  <a:cubicBezTo>
                    <a:pt x="70" y="294"/>
                    <a:pt x="70" y="295"/>
                    <a:pt x="70" y="295"/>
                  </a:cubicBezTo>
                  <a:cubicBezTo>
                    <a:pt x="70" y="296"/>
                    <a:pt x="70" y="296"/>
                    <a:pt x="70" y="297"/>
                  </a:cubicBezTo>
                  <a:cubicBezTo>
                    <a:pt x="70" y="297"/>
                    <a:pt x="70" y="298"/>
                    <a:pt x="70" y="298"/>
                  </a:cubicBezTo>
                  <a:cubicBezTo>
                    <a:pt x="70" y="299"/>
                    <a:pt x="70" y="299"/>
                    <a:pt x="70" y="300"/>
                  </a:cubicBezTo>
                  <a:cubicBezTo>
                    <a:pt x="70" y="300"/>
                    <a:pt x="70" y="301"/>
                    <a:pt x="70" y="301"/>
                  </a:cubicBezTo>
                  <a:cubicBezTo>
                    <a:pt x="70" y="302"/>
                    <a:pt x="70" y="303"/>
                    <a:pt x="70" y="303"/>
                  </a:cubicBezTo>
                  <a:cubicBezTo>
                    <a:pt x="70" y="304"/>
                    <a:pt x="70" y="304"/>
                    <a:pt x="70" y="305"/>
                  </a:cubicBezTo>
                  <a:cubicBezTo>
                    <a:pt x="71" y="305"/>
                    <a:pt x="71" y="305"/>
                    <a:pt x="72" y="305"/>
                  </a:cubicBezTo>
                  <a:cubicBezTo>
                    <a:pt x="72" y="305"/>
                    <a:pt x="72" y="306"/>
                    <a:pt x="72" y="306"/>
                  </a:cubicBezTo>
                  <a:cubicBezTo>
                    <a:pt x="72" y="306"/>
                    <a:pt x="73" y="306"/>
                    <a:pt x="73" y="306"/>
                  </a:cubicBezTo>
                  <a:cubicBezTo>
                    <a:pt x="73" y="307"/>
                    <a:pt x="73" y="307"/>
                    <a:pt x="73" y="308"/>
                  </a:cubicBezTo>
                  <a:cubicBezTo>
                    <a:pt x="73" y="309"/>
                    <a:pt x="73" y="309"/>
                    <a:pt x="73" y="310"/>
                  </a:cubicBezTo>
                  <a:cubicBezTo>
                    <a:pt x="74" y="310"/>
                    <a:pt x="74" y="310"/>
                    <a:pt x="75" y="310"/>
                  </a:cubicBezTo>
                  <a:cubicBezTo>
                    <a:pt x="75" y="310"/>
                    <a:pt x="75" y="311"/>
                    <a:pt x="75" y="311"/>
                  </a:cubicBezTo>
                  <a:cubicBezTo>
                    <a:pt x="75" y="312"/>
                    <a:pt x="75" y="312"/>
                    <a:pt x="75" y="313"/>
                  </a:cubicBezTo>
                  <a:cubicBezTo>
                    <a:pt x="75" y="313"/>
                    <a:pt x="75" y="314"/>
                    <a:pt x="75" y="314"/>
                  </a:cubicBezTo>
                  <a:cubicBezTo>
                    <a:pt x="75" y="315"/>
                    <a:pt x="75" y="315"/>
                    <a:pt x="75" y="316"/>
                  </a:cubicBezTo>
                  <a:cubicBezTo>
                    <a:pt x="75" y="317"/>
                    <a:pt x="75" y="317"/>
                    <a:pt x="75" y="318"/>
                  </a:cubicBezTo>
                  <a:cubicBezTo>
                    <a:pt x="75" y="318"/>
                    <a:pt x="76" y="318"/>
                    <a:pt x="76" y="318"/>
                  </a:cubicBezTo>
                  <a:cubicBezTo>
                    <a:pt x="76" y="318"/>
                    <a:pt x="76" y="319"/>
                    <a:pt x="76" y="319"/>
                  </a:cubicBezTo>
                  <a:cubicBezTo>
                    <a:pt x="76" y="320"/>
                    <a:pt x="76" y="320"/>
                    <a:pt x="76" y="321"/>
                  </a:cubicBezTo>
                  <a:cubicBezTo>
                    <a:pt x="76" y="321"/>
                    <a:pt x="76" y="322"/>
                    <a:pt x="76" y="323"/>
                  </a:cubicBezTo>
                  <a:cubicBezTo>
                    <a:pt x="76" y="323"/>
                    <a:pt x="76" y="324"/>
                    <a:pt x="76" y="324"/>
                  </a:cubicBezTo>
                  <a:cubicBezTo>
                    <a:pt x="76" y="325"/>
                    <a:pt x="76" y="325"/>
                    <a:pt x="76" y="326"/>
                  </a:cubicBezTo>
                  <a:cubicBezTo>
                    <a:pt x="77" y="326"/>
                    <a:pt x="77" y="326"/>
                    <a:pt x="78" y="326"/>
                  </a:cubicBezTo>
                  <a:cubicBezTo>
                    <a:pt x="78" y="326"/>
                    <a:pt x="78" y="327"/>
                    <a:pt x="78" y="327"/>
                  </a:cubicBezTo>
                  <a:cubicBezTo>
                    <a:pt x="78" y="328"/>
                    <a:pt x="78" y="328"/>
                    <a:pt x="78" y="329"/>
                  </a:cubicBezTo>
                  <a:cubicBezTo>
                    <a:pt x="79" y="329"/>
                    <a:pt x="79" y="329"/>
                    <a:pt x="80" y="329"/>
                  </a:cubicBezTo>
                  <a:cubicBezTo>
                    <a:pt x="80" y="329"/>
                    <a:pt x="80" y="330"/>
                    <a:pt x="80" y="330"/>
                  </a:cubicBezTo>
                  <a:cubicBezTo>
                    <a:pt x="80" y="331"/>
                    <a:pt x="80" y="332"/>
                    <a:pt x="80" y="332"/>
                  </a:cubicBezTo>
                  <a:cubicBezTo>
                    <a:pt x="80" y="332"/>
                    <a:pt x="81" y="332"/>
                    <a:pt x="81" y="332"/>
                  </a:cubicBezTo>
                  <a:cubicBezTo>
                    <a:pt x="81" y="333"/>
                    <a:pt x="81" y="333"/>
                    <a:pt x="81" y="334"/>
                  </a:cubicBezTo>
                  <a:cubicBezTo>
                    <a:pt x="81" y="334"/>
                    <a:pt x="81" y="335"/>
                    <a:pt x="81" y="335"/>
                  </a:cubicBezTo>
                  <a:cubicBezTo>
                    <a:pt x="82" y="335"/>
                    <a:pt x="82" y="335"/>
                    <a:pt x="83" y="335"/>
                  </a:cubicBezTo>
                  <a:cubicBezTo>
                    <a:pt x="83" y="336"/>
                    <a:pt x="83" y="336"/>
                    <a:pt x="83" y="337"/>
                  </a:cubicBezTo>
                  <a:cubicBezTo>
                    <a:pt x="83" y="338"/>
                    <a:pt x="83" y="338"/>
                    <a:pt x="83" y="339"/>
                  </a:cubicBezTo>
                  <a:cubicBezTo>
                    <a:pt x="83" y="339"/>
                    <a:pt x="83" y="340"/>
                    <a:pt x="83" y="340"/>
                  </a:cubicBezTo>
                  <a:cubicBezTo>
                    <a:pt x="83" y="341"/>
                    <a:pt x="83" y="341"/>
                    <a:pt x="83" y="342"/>
                  </a:cubicBezTo>
                  <a:cubicBezTo>
                    <a:pt x="83" y="342"/>
                    <a:pt x="83" y="343"/>
                    <a:pt x="83" y="343"/>
                  </a:cubicBezTo>
                  <a:cubicBezTo>
                    <a:pt x="83" y="343"/>
                    <a:pt x="84" y="343"/>
                    <a:pt x="84" y="343"/>
                  </a:cubicBezTo>
                  <a:cubicBezTo>
                    <a:pt x="84" y="344"/>
                    <a:pt x="84" y="344"/>
                    <a:pt x="84" y="345"/>
                  </a:cubicBezTo>
                  <a:cubicBezTo>
                    <a:pt x="85" y="345"/>
                    <a:pt x="85" y="345"/>
                    <a:pt x="86" y="345"/>
                  </a:cubicBezTo>
                  <a:cubicBezTo>
                    <a:pt x="86" y="346"/>
                    <a:pt x="86" y="346"/>
                    <a:pt x="86" y="347"/>
                  </a:cubicBezTo>
                  <a:cubicBezTo>
                    <a:pt x="86" y="347"/>
                    <a:pt x="87" y="347"/>
                    <a:pt x="87" y="347"/>
                  </a:cubicBezTo>
                  <a:cubicBezTo>
                    <a:pt x="88" y="347"/>
                    <a:pt x="88" y="347"/>
                    <a:pt x="89" y="347"/>
                  </a:cubicBezTo>
                  <a:cubicBezTo>
                    <a:pt x="89" y="347"/>
                    <a:pt x="90" y="347"/>
                    <a:pt x="90" y="347"/>
                  </a:cubicBezTo>
                  <a:cubicBezTo>
                    <a:pt x="90" y="346"/>
                    <a:pt x="90" y="346"/>
                    <a:pt x="90" y="345"/>
                  </a:cubicBezTo>
                  <a:cubicBezTo>
                    <a:pt x="91" y="345"/>
                    <a:pt x="92" y="345"/>
                    <a:pt x="92" y="345"/>
                  </a:cubicBezTo>
                  <a:cubicBezTo>
                    <a:pt x="93" y="345"/>
                    <a:pt x="93" y="345"/>
                    <a:pt x="94" y="345"/>
                  </a:cubicBezTo>
                  <a:cubicBezTo>
                    <a:pt x="94" y="345"/>
                    <a:pt x="95" y="345"/>
                    <a:pt x="95" y="345"/>
                  </a:cubicBezTo>
                  <a:cubicBezTo>
                    <a:pt x="96" y="345"/>
                    <a:pt x="96" y="345"/>
                    <a:pt x="97" y="345"/>
                  </a:cubicBezTo>
                  <a:cubicBezTo>
                    <a:pt x="97" y="345"/>
                    <a:pt x="98" y="345"/>
                    <a:pt x="98" y="345"/>
                  </a:cubicBezTo>
                  <a:cubicBezTo>
                    <a:pt x="99" y="345"/>
                    <a:pt x="99" y="345"/>
                    <a:pt x="100" y="345"/>
                  </a:cubicBezTo>
                  <a:cubicBezTo>
                    <a:pt x="100" y="345"/>
                    <a:pt x="101" y="345"/>
                    <a:pt x="102" y="345"/>
                  </a:cubicBezTo>
                  <a:cubicBezTo>
                    <a:pt x="102" y="344"/>
                    <a:pt x="102" y="344"/>
                    <a:pt x="102" y="343"/>
                  </a:cubicBezTo>
                  <a:cubicBezTo>
                    <a:pt x="102" y="343"/>
                    <a:pt x="103" y="343"/>
                    <a:pt x="103" y="343"/>
                  </a:cubicBezTo>
                  <a:cubicBezTo>
                    <a:pt x="104" y="343"/>
                    <a:pt x="104" y="343"/>
                    <a:pt x="105" y="343"/>
                  </a:cubicBezTo>
                  <a:cubicBezTo>
                    <a:pt x="105" y="343"/>
                    <a:pt x="105" y="342"/>
                    <a:pt x="105" y="342"/>
                  </a:cubicBezTo>
                  <a:cubicBezTo>
                    <a:pt x="105" y="342"/>
                    <a:pt x="106" y="342"/>
                    <a:pt x="106" y="342"/>
                  </a:cubicBezTo>
                  <a:cubicBezTo>
                    <a:pt x="107" y="342"/>
                    <a:pt x="107" y="342"/>
                    <a:pt x="108" y="342"/>
                  </a:cubicBezTo>
                  <a:cubicBezTo>
                    <a:pt x="108" y="341"/>
                    <a:pt x="108" y="341"/>
                    <a:pt x="108" y="340"/>
                  </a:cubicBezTo>
                  <a:cubicBezTo>
                    <a:pt x="108" y="340"/>
                    <a:pt x="108" y="339"/>
                    <a:pt x="108" y="339"/>
                  </a:cubicBezTo>
                  <a:cubicBezTo>
                    <a:pt x="108" y="339"/>
                    <a:pt x="109" y="339"/>
                    <a:pt x="109" y="339"/>
                  </a:cubicBezTo>
                  <a:cubicBezTo>
                    <a:pt x="109" y="338"/>
                    <a:pt x="109" y="338"/>
                    <a:pt x="109" y="337"/>
                  </a:cubicBezTo>
                  <a:cubicBezTo>
                    <a:pt x="110" y="337"/>
                    <a:pt x="110" y="337"/>
                    <a:pt x="111" y="337"/>
                  </a:cubicBezTo>
                  <a:cubicBezTo>
                    <a:pt x="111" y="337"/>
                    <a:pt x="112" y="337"/>
                    <a:pt x="112" y="337"/>
                  </a:cubicBezTo>
                  <a:cubicBezTo>
                    <a:pt x="112" y="336"/>
                    <a:pt x="112" y="336"/>
                    <a:pt x="112" y="335"/>
                  </a:cubicBezTo>
                  <a:cubicBezTo>
                    <a:pt x="113" y="335"/>
                    <a:pt x="113" y="335"/>
                    <a:pt x="114" y="335"/>
                  </a:cubicBezTo>
                  <a:cubicBezTo>
                    <a:pt x="114" y="335"/>
                    <a:pt x="114" y="334"/>
                    <a:pt x="114" y="334"/>
                  </a:cubicBezTo>
                  <a:cubicBezTo>
                    <a:pt x="114" y="333"/>
                    <a:pt x="114" y="333"/>
                    <a:pt x="114" y="332"/>
                  </a:cubicBezTo>
                  <a:cubicBezTo>
                    <a:pt x="114" y="332"/>
                    <a:pt x="115" y="332"/>
                    <a:pt x="116" y="332"/>
                  </a:cubicBezTo>
                  <a:cubicBezTo>
                    <a:pt x="116" y="332"/>
                    <a:pt x="116" y="331"/>
                    <a:pt x="116" y="330"/>
                  </a:cubicBezTo>
                  <a:cubicBezTo>
                    <a:pt x="116" y="330"/>
                    <a:pt x="117" y="330"/>
                    <a:pt x="117" y="330"/>
                  </a:cubicBezTo>
                  <a:cubicBezTo>
                    <a:pt x="117" y="330"/>
                    <a:pt x="117" y="329"/>
                    <a:pt x="117" y="329"/>
                  </a:cubicBezTo>
                  <a:cubicBezTo>
                    <a:pt x="118" y="329"/>
                    <a:pt x="118" y="329"/>
                    <a:pt x="119" y="329"/>
                  </a:cubicBezTo>
                  <a:cubicBezTo>
                    <a:pt x="119" y="328"/>
                    <a:pt x="119" y="328"/>
                    <a:pt x="119" y="327"/>
                  </a:cubicBezTo>
                  <a:cubicBezTo>
                    <a:pt x="119" y="327"/>
                    <a:pt x="119" y="326"/>
                    <a:pt x="119" y="326"/>
                  </a:cubicBezTo>
                  <a:cubicBezTo>
                    <a:pt x="119" y="326"/>
                    <a:pt x="120" y="326"/>
                    <a:pt x="120" y="326"/>
                  </a:cubicBezTo>
                  <a:cubicBezTo>
                    <a:pt x="120" y="325"/>
                    <a:pt x="120" y="325"/>
                    <a:pt x="120" y="324"/>
                  </a:cubicBezTo>
                  <a:cubicBezTo>
                    <a:pt x="120" y="324"/>
                    <a:pt x="120" y="323"/>
                    <a:pt x="120" y="323"/>
                  </a:cubicBezTo>
                  <a:cubicBezTo>
                    <a:pt x="120" y="322"/>
                    <a:pt x="120" y="321"/>
                    <a:pt x="120" y="321"/>
                  </a:cubicBezTo>
                  <a:cubicBezTo>
                    <a:pt x="121" y="321"/>
                    <a:pt x="121" y="321"/>
                    <a:pt x="122" y="321"/>
                  </a:cubicBezTo>
                  <a:cubicBezTo>
                    <a:pt x="122" y="321"/>
                    <a:pt x="123" y="321"/>
                    <a:pt x="123" y="321"/>
                  </a:cubicBezTo>
                  <a:cubicBezTo>
                    <a:pt x="123" y="320"/>
                    <a:pt x="123" y="320"/>
                    <a:pt x="123" y="319"/>
                  </a:cubicBezTo>
                  <a:cubicBezTo>
                    <a:pt x="124" y="319"/>
                    <a:pt x="124" y="319"/>
                    <a:pt x="125" y="319"/>
                  </a:cubicBezTo>
                  <a:cubicBezTo>
                    <a:pt x="125" y="319"/>
                    <a:pt x="125" y="318"/>
                    <a:pt x="125" y="318"/>
                  </a:cubicBezTo>
                  <a:cubicBezTo>
                    <a:pt x="125" y="318"/>
                    <a:pt x="126" y="318"/>
                    <a:pt x="126" y="318"/>
                  </a:cubicBezTo>
                  <a:cubicBezTo>
                    <a:pt x="126" y="317"/>
                    <a:pt x="126" y="317"/>
                    <a:pt x="126" y="316"/>
                  </a:cubicBezTo>
                  <a:cubicBezTo>
                    <a:pt x="126" y="315"/>
                    <a:pt x="126" y="315"/>
                    <a:pt x="126" y="314"/>
                  </a:cubicBezTo>
                  <a:cubicBezTo>
                    <a:pt x="126" y="314"/>
                    <a:pt x="126" y="313"/>
                    <a:pt x="126" y="313"/>
                  </a:cubicBezTo>
                  <a:cubicBezTo>
                    <a:pt x="126" y="312"/>
                    <a:pt x="126" y="312"/>
                    <a:pt x="126" y="311"/>
                  </a:cubicBezTo>
                  <a:cubicBezTo>
                    <a:pt x="126" y="311"/>
                    <a:pt x="126" y="310"/>
                    <a:pt x="126" y="310"/>
                  </a:cubicBezTo>
                  <a:cubicBezTo>
                    <a:pt x="126" y="309"/>
                    <a:pt x="126" y="309"/>
                    <a:pt x="126" y="308"/>
                  </a:cubicBezTo>
                  <a:cubicBezTo>
                    <a:pt x="126" y="308"/>
                    <a:pt x="125" y="308"/>
                    <a:pt x="125" y="308"/>
                  </a:cubicBezTo>
                  <a:cubicBezTo>
                    <a:pt x="125" y="307"/>
                    <a:pt x="125" y="307"/>
                    <a:pt x="125" y="306"/>
                  </a:cubicBezTo>
                  <a:cubicBezTo>
                    <a:pt x="125" y="306"/>
                    <a:pt x="126" y="306"/>
                    <a:pt x="126" y="306"/>
                  </a:cubicBezTo>
                  <a:cubicBezTo>
                    <a:pt x="126" y="306"/>
                    <a:pt x="126" y="305"/>
                    <a:pt x="126" y="305"/>
                  </a:cubicBezTo>
                  <a:cubicBezTo>
                    <a:pt x="127" y="305"/>
                    <a:pt x="128" y="305"/>
                    <a:pt x="128" y="305"/>
                  </a:cubicBezTo>
                  <a:cubicBezTo>
                    <a:pt x="128" y="304"/>
                    <a:pt x="128" y="304"/>
                    <a:pt x="128" y="303"/>
                  </a:cubicBezTo>
                  <a:cubicBezTo>
                    <a:pt x="129" y="303"/>
                    <a:pt x="129" y="303"/>
                    <a:pt x="130" y="303"/>
                  </a:cubicBezTo>
                  <a:cubicBezTo>
                    <a:pt x="130" y="303"/>
                    <a:pt x="130" y="302"/>
                    <a:pt x="130" y="301"/>
                  </a:cubicBezTo>
                  <a:cubicBezTo>
                    <a:pt x="130" y="301"/>
                    <a:pt x="131" y="301"/>
                    <a:pt x="131" y="301"/>
                  </a:cubicBezTo>
                  <a:cubicBezTo>
                    <a:pt x="131" y="301"/>
                    <a:pt x="131" y="300"/>
                    <a:pt x="131" y="300"/>
                  </a:cubicBezTo>
                  <a:cubicBezTo>
                    <a:pt x="132" y="300"/>
                    <a:pt x="132" y="300"/>
                    <a:pt x="133" y="300"/>
                  </a:cubicBezTo>
                  <a:cubicBezTo>
                    <a:pt x="133" y="300"/>
                    <a:pt x="134" y="300"/>
                    <a:pt x="134" y="300"/>
                  </a:cubicBezTo>
                  <a:cubicBezTo>
                    <a:pt x="134" y="299"/>
                    <a:pt x="134" y="299"/>
                    <a:pt x="134" y="298"/>
                  </a:cubicBezTo>
                  <a:cubicBezTo>
                    <a:pt x="135" y="298"/>
                    <a:pt x="135" y="298"/>
                    <a:pt x="136" y="298"/>
                  </a:cubicBezTo>
                  <a:cubicBezTo>
                    <a:pt x="136" y="298"/>
                    <a:pt x="137" y="298"/>
                    <a:pt x="137" y="298"/>
                  </a:cubicBezTo>
                  <a:cubicBezTo>
                    <a:pt x="137" y="298"/>
                    <a:pt x="137" y="297"/>
                    <a:pt x="137" y="297"/>
                  </a:cubicBezTo>
                  <a:cubicBezTo>
                    <a:pt x="138" y="297"/>
                    <a:pt x="139" y="297"/>
                    <a:pt x="139" y="297"/>
                  </a:cubicBezTo>
                  <a:cubicBezTo>
                    <a:pt x="139" y="296"/>
                    <a:pt x="139" y="296"/>
                    <a:pt x="139" y="295"/>
                  </a:cubicBezTo>
                  <a:cubicBezTo>
                    <a:pt x="140" y="295"/>
                    <a:pt x="140" y="295"/>
                    <a:pt x="141" y="295"/>
                  </a:cubicBezTo>
                  <a:cubicBezTo>
                    <a:pt x="141" y="295"/>
                    <a:pt x="141" y="294"/>
                    <a:pt x="141" y="294"/>
                  </a:cubicBezTo>
                  <a:cubicBezTo>
                    <a:pt x="140" y="294"/>
                    <a:pt x="140" y="294"/>
                    <a:pt x="139" y="294"/>
                  </a:cubicBezTo>
                  <a:cubicBezTo>
                    <a:pt x="139" y="293"/>
                    <a:pt x="139" y="292"/>
                    <a:pt x="139" y="292"/>
                  </a:cubicBezTo>
                  <a:cubicBezTo>
                    <a:pt x="139" y="291"/>
                    <a:pt x="139" y="291"/>
                    <a:pt x="139" y="290"/>
                  </a:cubicBezTo>
                  <a:cubicBezTo>
                    <a:pt x="140" y="290"/>
                    <a:pt x="140" y="290"/>
                    <a:pt x="141" y="290"/>
                  </a:cubicBezTo>
                  <a:cubicBezTo>
                    <a:pt x="141" y="290"/>
                    <a:pt x="141" y="289"/>
                    <a:pt x="141" y="289"/>
                  </a:cubicBezTo>
                  <a:cubicBezTo>
                    <a:pt x="141" y="288"/>
                    <a:pt x="141" y="287"/>
                    <a:pt x="141" y="287"/>
                  </a:cubicBezTo>
                  <a:cubicBezTo>
                    <a:pt x="141" y="286"/>
                    <a:pt x="141" y="286"/>
                    <a:pt x="141" y="285"/>
                  </a:cubicBezTo>
                  <a:cubicBezTo>
                    <a:pt x="141" y="285"/>
                    <a:pt x="141" y="284"/>
                    <a:pt x="141" y="284"/>
                  </a:cubicBezTo>
                  <a:cubicBezTo>
                    <a:pt x="141" y="283"/>
                    <a:pt x="141" y="283"/>
                    <a:pt x="141" y="282"/>
                  </a:cubicBezTo>
                  <a:cubicBezTo>
                    <a:pt x="141" y="282"/>
                    <a:pt x="141" y="281"/>
                    <a:pt x="141" y="281"/>
                  </a:cubicBezTo>
                  <a:cubicBezTo>
                    <a:pt x="140" y="281"/>
                    <a:pt x="140" y="281"/>
                    <a:pt x="139" y="281"/>
                  </a:cubicBezTo>
                  <a:cubicBezTo>
                    <a:pt x="139" y="280"/>
                    <a:pt x="139" y="280"/>
                    <a:pt x="139" y="279"/>
                  </a:cubicBezTo>
                  <a:cubicBezTo>
                    <a:pt x="139" y="279"/>
                    <a:pt x="138" y="279"/>
                    <a:pt x="137" y="279"/>
                  </a:cubicBezTo>
                  <a:cubicBezTo>
                    <a:pt x="137" y="278"/>
                    <a:pt x="137" y="278"/>
                    <a:pt x="137" y="277"/>
                  </a:cubicBezTo>
                  <a:cubicBezTo>
                    <a:pt x="137" y="277"/>
                    <a:pt x="137" y="276"/>
                    <a:pt x="137" y="276"/>
                  </a:cubicBezTo>
                  <a:cubicBezTo>
                    <a:pt x="137" y="275"/>
                    <a:pt x="137" y="275"/>
                    <a:pt x="137" y="274"/>
                  </a:cubicBezTo>
                  <a:cubicBezTo>
                    <a:pt x="137" y="274"/>
                    <a:pt x="137" y="273"/>
                    <a:pt x="137" y="272"/>
                  </a:cubicBezTo>
                  <a:cubicBezTo>
                    <a:pt x="137" y="272"/>
                    <a:pt x="137" y="271"/>
                    <a:pt x="137" y="271"/>
                  </a:cubicBezTo>
                  <a:cubicBezTo>
                    <a:pt x="138" y="271"/>
                    <a:pt x="139" y="271"/>
                    <a:pt x="139" y="271"/>
                  </a:cubicBezTo>
                  <a:cubicBezTo>
                    <a:pt x="139" y="270"/>
                    <a:pt x="139" y="270"/>
                    <a:pt x="139" y="269"/>
                  </a:cubicBezTo>
                  <a:cubicBezTo>
                    <a:pt x="139" y="269"/>
                    <a:pt x="139" y="268"/>
                    <a:pt x="139" y="268"/>
                  </a:cubicBezTo>
                  <a:cubicBezTo>
                    <a:pt x="139" y="268"/>
                    <a:pt x="138" y="268"/>
                    <a:pt x="137" y="268"/>
                  </a:cubicBezTo>
                  <a:cubicBezTo>
                    <a:pt x="137" y="267"/>
                    <a:pt x="137" y="267"/>
                    <a:pt x="137" y="266"/>
                  </a:cubicBezTo>
                  <a:cubicBezTo>
                    <a:pt x="138" y="266"/>
                    <a:pt x="139" y="266"/>
                    <a:pt x="139" y="266"/>
                  </a:cubicBezTo>
                  <a:cubicBezTo>
                    <a:pt x="139" y="265"/>
                    <a:pt x="139" y="265"/>
                    <a:pt x="139" y="264"/>
                  </a:cubicBezTo>
                  <a:cubicBezTo>
                    <a:pt x="139" y="264"/>
                    <a:pt x="139" y="263"/>
                    <a:pt x="139" y="263"/>
                  </a:cubicBezTo>
                  <a:cubicBezTo>
                    <a:pt x="140" y="263"/>
                    <a:pt x="140" y="263"/>
                    <a:pt x="141" y="263"/>
                  </a:cubicBezTo>
                  <a:cubicBezTo>
                    <a:pt x="141" y="262"/>
                    <a:pt x="141" y="262"/>
                    <a:pt x="141" y="261"/>
                  </a:cubicBezTo>
                  <a:cubicBezTo>
                    <a:pt x="141" y="261"/>
                    <a:pt x="142" y="261"/>
                    <a:pt x="142" y="261"/>
                  </a:cubicBezTo>
                  <a:cubicBezTo>
                    <a:pt x="142" y="261"/>
                    <a:pt x="142" y="260"/>
                    <a:pt x="142" y="260"/>
                  </a:cubicBezTo>
                  <a:cubicBezTo>
                    <a:pt x="143" y="260"/>
                    <a:pt x="143" y="260"/>
                    <a:pt x="144" y="260"/>
                  </a:cubicBezTo>
                  <a:cubicBezTo>
                    <a:pt x="144" y="259"/>
                    <a:pt x="144" y="258"/>
                    <a:pt x="144" y="258"/>
                  </a:cubicBezTo>
                  <a:cubicBezTo>
                    <a:pt x="144" y="258"/>
                    <a:pt x="145" y="258"/>
                    <a:pt x="145" y="258"/>
                  </a:cubicBezTo>
                  <a:cubicBezTo>
                    <a:pt x="145" y="257"/>
                    <a:pt x="145" y="257"/>
                    <a:pt x="145" y="256"/>
                  </a:cubicBezTo>
                  <a:cubicBezTo>
                    <a:pt x="145" y="256"/>
                    <a:pt x="145" y="255"/>
                    <a:pt x="145" y="255"/>
                  </a:cubicBezTo>
                  <a:cubicBezTo>
                    <a:pt x="146" y="255"/>
                    <a:pt x="146" y="255"/>
                    <a:pt x="147" y="255"/>
                  </a:cubicBezTo>
                  <a:cubicBezTo>
                    <a:pt x="147" y="254"/>
                    <a:pt x="147" y="254"/>
                    <a:pt x="147" y="253"/>
                  </a:cubicBezTo>
                  <a:cubicBezTo>
                    <a:pt x="147" y="253"/>
                    <a:pt x="148" y="253"/>
                    <a:pt x="148" y="253"/>
                  </a:cubicBezTo>
                  <a:cubicBezTo>
                    <a:pt x="149" y="253"/>
                    <a:pt x="149" y="253"/>
                    <a:pt x="150" y="253"/>
                  </a:cubicBezTo>
                  <a:cubicBezTo>
                    <a:pt x="150" y="253"/>
                    <a:pt x="150" y="252"/>
                    <a:pt x="150" y="251"/>
                  </a:cubicBezTo>
                  <a:cubicBezTo>
                    <a:pt x="150" y="251"/>
                    <a:pt x="151" y="251"/>
                    <a:pt x="151" y="251"/>
                  </a:cubicBezTo>
                  <a:cubicBezTo>
                    <a:pt x="151" y="251"/>
                    <a:pt x="151" y="250"/>
                    <a:pt x="151" y="250"/>
                  </a:cubicBezTo>
                  <a:cubicBezTo>
                    <a:pt x="152" y="250"/>
                    <a:pt x="153" y="250"/>
                    <a:pt x="153" y="250"/>
                  </a:cubicBezTo>
                  <a:cubicBezTo>
                    <a:pt x="153" y="249"/>
                    <a:pt x="153" y="249"/>
                    <a:pt x="153" y="248"/>
                  </a:cubicBezTo>
                  <a:cubicBezTo>
                    <a:pt x="154" y="248"/>
                    <a:pt x="154" y="248"/>
                    <a:pt x="155" y="248"/>
                  </a:cubicBezTo>
                  <a:cubicBezTo>
                    <a:pt x="155" y="248"/>
                    <a:pt x="155" y="247"/>
                    <a:pt x="155" y="247"/>
                  </a:cubicBezTo>
                  <a:cubicBezTo>
                    <a:pt x="155" y="247"/>
                    <a:pt x="156" y="247"/>
                    <a:pt x="156" y="247"/>
                  </a:cubicBezTo>
                  <a:cubicBezTo>
                    <a:pt x="156" y="246"/>
                    <a:pt x="156" y="246"/>
                    <a:pt x="156" y="245"/>
                  </a:cubicBezTo>
                  <a:cubicBezTo>
                    <a:pt x="157" y="245"/>
                    <a:pt x="157" y="245"/>
                    <a:pt x="158" y="245"/>
                  </a:cubicBezTo>
                  <a:cubicBezTo>
                    <a:pt x="158" y="245"/>
                    <a:pt x="158" y="244"/>
                    <a:pt x="158" y="243"/>
                  </a:cubicBezTo>
                  <a:cubicBezTo>
                    <a:pt x="158" y="243"/>
                    <a:pt x="158" y="242"/>
                    <a:pt x="158" y="242"/>
                  </a:cubicBezTo>
                  <a:cubicBezTo>
                    <a:pt x="158" y="242"/>
                    <a:pt x="159" y="242"/>
                    <a:pt x="159" y="242"/>
                  </a:cubicBezTo>
                  <a:cubicBezTo>
                    <a:pt x="159" y="241"/>
                    <a:pt x="159" y="241"/>
                    <a:pt x="159" y="240"/>
                  </a:cubicBezTo>
                  <a:cubicBezTo>
                    <a:pt x="160" y="240"/>
                    <a:pt x="160" y="240"/>
                    <a:pt x="161" y="240"/>
                  </a:cubicBezTo>
                  <a:cubicBezTo>
                    <a:pt x="161" y="240"/>
                    <a:pt x="161" y="239"/>
                    <a:pt x="161" y="239"/>
                  </a:cubicBezTo>
                  <a:cubicBezTo>
                    <a:pt x="161" y="238"/>
                    <a:pt x="161" y="237"/>
                    <a:pt x="161" y="237"/>
                  </a:cubicBezTo>
                  <a:cubicBezTo>
                    <a:pt x="161" y="237"/>
                    <a:pt x="162" y="237"/>
                    <a:pt x="163" y="237"/>
                  </a:cubicBezTo>
                  <a:cubicBezTo>
                    <a:pt x="163" y="236"/>
                    <a:pt x="163" y="236"/>
                    <a:pt x="163" y="235"/>
                  </a:cubicBezTo>
                  <a:cubicBezTo>
                    <a:pt x="163" y="235"/>
                    <a:pt x="163" y="234"/>
                    <a:pt x="163" y="234"/>
                  </a:cubicBezTo>
                  <a:cubicBezTo>
                    <a:pt x="163" y="233"/>
                    <a:pt x="163" y="233"/>
                    <a:pt x="163" y="232"/>
                  </a:cubicBezTo>
                  <a:cubicBezTo>
                    <a:pt x="163" y="232"/>
                    <a:pt x="164" y="232"/>
                    <a:pt x="164" y="232"/>
                  </a:cubicBezTo>
                  <a:cubicBezTo>
                    <a:pt x="164" y="232"/>
                    <a:pt x="164" y="231"/>
                    <a:pt x="164" y="231"/>
                  </a:cubicBezTo>
                  <a:cubicBezTo>
                    <a:pt x="164" y="230"/>
                    <a:pt x="164" y="229"/>
                    <a:pt x="164" y="229"/>
                  </a:cubicBezTo>
                  <a:cubicBezTo>
                    <a:pt x="164" y="228"/>
                    <a:pt x="164" y="228"/>
                    <a:pt x="164" y="227"/>
                  </a:cubicBezTo>
                  <a:cubicBezTo>
                    <a:pt x="165" y="227"/>
                    <a:pt x="165" y="227"/>
                    <a:pt x="166" y="227"/>
                  </a:cubicBezTo>
                  <a:cubicBezTo>
                    <a:pt x="166" y="227"/>
                    <a:pt x="166" y="226"/>
                    <a:pt x="166" y="226"/>
                  </a:cubicBezTo>
                  <a:cubicBezTo>
                    <a:pt x="166" y="225"/>
                    <a:pt x="166" y="225"/>
                    <a:pt x="166" y="224"/>
                  </a:cubicBezTo>
                  <a:cubicBezTo>
                    <a:pt x="165" y="224"/>
                    <a:pt x="165" y="224"/>
                    <a:pt x="164" y="224"/>
                  </a:cubicBezTo>
                  <a:cubicBezTo>
                    <a:pt x="164" y="224"/>
                    <a:pt x="164" y="223"/>
                    <a:pt x="164" y="222"/>
                  </a:cubicBezTo>
                  <a:cubicBezTo>
                    <a:pt x="164" y="222"/>
                    <a:pt x="163" y="222"/>
                    <a:pt x="163" y="222"/>
                  </a:cubicBezTo>
                  <a:cubicBezTo>
                    <a:pt x="163" y="223"/>
                    <a:pt x="163" y="224"/>
                    <a:pt x="163" y="224"/>
                  </a:cubicBezTo>
                  <a:cubicBezTo>
                    <a:pt x="162" y="224"/>
                    <a:pt x="161" y="224"/>
                    <a:pt x="161" y="224"/>
                  </a:cubicBezTo>
                  <a:cubicBezTo>
                    <a:pt x="160" y="224"/>
                    <a:pt x="160" y="224"/>
                    <a:pt x="159" y="224"/>
                  </a:cubicBezTo>
                  <a:cubicBezTo>
                    <a:pt x="159" y="224"/>
                    <a:pt x="158" y="224"/>
                    <a:pt x="158" y="224"/>
                  </a:cubicBezTo>
                  <a:cubicBezTo>
                    <a:pt x="158" y="225"/>
                    <a:pt x="158" y="225"/>
                    <a:pt x="158" y="226"/>
                  </a:cubicBezTo>
                  <a:cubicBezTo>
                    <a:pt x="157" y="226"/>
                    <a:pt x="157" y="226"/>
                    <a:pt x="156" y="226"/>
                  </a:cubicBezTo>
                  <a:cubicBezTo>
                    <a:pt x="156" y="226"/>
                    <a:pt x="155" y="226"/>
                    <a:pt x="155" y="226"/>
                  </a:cubicBezTo>
                  <a:cubicBezTo>
                    <a:pt x="154" y="226"/>
                    <a:pt x="154" y="226"/>
                    <a:pt x="153" y="226"/>
                  </a:cubicBezTo>
                  <a:cubicBezTo>
                    <a:pt x="153" y="226"/>
                    <a:pt x="152" y="226"/>
                    <a:pt x="151" y="226"/>
                  </a:cubicBezTo>
                  <a:cubicBezTo>
                    <a:pt x="151" y="226"/>
                    <a:pt x="151" y="227"/>
                    <a:pt x="151" y="227"/>
                  </a:cubicBezTo>
                  <a:cubicBezTo>
                    <a:pt x="151" y="227"/>
                    <a:pt x="150" y="227"/>
                    <a:pt x="150" y="227"/>
                  </a:cubicBezTo>
                  <a:cubicBezTo>
                    <a:pt x="149" y="227"/>
                    <a:pt x="149" y="227"/>
                    <a:pt x="148" y="227"/>
                  </a:cubicBezTo>
                  <a:cubicBezTo>
                    <a:pt x="148" y="227"/>
                    <a:pt x="147" y="227"/>
                    <a:pt x="147" y="227"/>
                  </a:cubicBezTo>
                  <a:cubicBezTo>
                    <a:pt x="147" y="227"/>
                    <a:pt x="147" y="226"/>
                    <a:pt x="147" y="226"/>
                  </a:cubicBezTo>
                  <a:cubicBezTo>
                    <a:pt x="146" y="226"/>
                    <a:pt x="146" y="226"/>
                    <a:pt x="145" y="226"/>
                  </a:cubicBezTo>
                  <a:cubicBezTo>
                    <a:pt x="145" y="225"/>
                    <a:pt x="145" y="225"/>
                    <a:pt x="145" y="224"/>
                  </a:cubicBezTo>
                  <a:cubicBezTo>
                    <a:pt x="146" y="224"/>
                    <a:pt x="146" y="224"/>
                    <a:pt x="147" y="224"/>
                  </a:cubicBezTo>
                  <a:cubicBezTo>
                    <a:pt x="147" y="224"/>
                    <a:pt x="147" y="223"/>
                    <a:pt x="147" y="222"/>
                  </a:cubicBezTo>
                  <a:cubicBezTo>
                    <a:pt x="147" y="222"/>
                    <a:pt x="148" y="222"/>
                    <a:pt x="148" y="222"/>
                  </a:cubicBezTo>
                  <a:cubicBezTo>
                    <a:pt x="149" y="222"/>
                    <a:pt x="149" y="222"/>
                    <a:pt x="150" y="222"/>
                  </a:cubicBezTo>
                  <a:cubicBezTo>
                    <a:pt x="150" y="222"/>
                    <a:pt x="151" y="222"/>
                    <a:pt x="151" y="222"/>
                  </a:cubicBezTo>
                  <a:cubicBezTo>
                    <a:pt x="151" y="222"/>
                    <a:pt x="151" y="221"/>
                    <a:pt x="151" y="221"/>
                  </a:cubicBezTo>
                  <a:cubicBezTo>
                    <a:pt x="152" y="221"/>
                    <a:pt x="153" y="221"/>
                    <a:pt x="153" y="221"/>
                  </a:cubicBezTo>
                  <a:cubicBezTo>
                    <a:pt x="154" y="221"/>
                    <a:pt x="154" y="221"/>
                    <a:pt x="155" y="221"/>
                  </a:cubicBezTo>
                  <a:cubicBezTo>
                    <a:pt x="155" y="220"/>
                    <a:pt x="155" y="220"/>
                    <a:pt x="155" y="219"/>
                  </a:cubicBezTo>
                  <a:cubicBezTo>
                    <a:pt x="155" y="219"/>
                    <a:pt x="156" y="219"/>
                    <a:pt x="156" y="219"/>
                  </a:cubicBezTo>
                  <a:cubicBezTo>
                    <a:pt x="157" y="219"/>
                    <a:pt x="157" y="219"/>
                    <a:pt x="158" y="219"/>
                  </a:cubicBezTo>
                  <a:cubicBezTo>
                    <a:pt x="158" y="219"/>
                    <a:pt x="159" y="219"/>
                    <a:pt x="159" y="219"/>
                  </a:cubicBezTo>
                  <a:cubicBezTo>
                    <a:pt x="159" y="219"/>
                    <a:pt x="159" y="218"/>
                    <a:pt x="159" y="218"/>
                  </a:cubicBezTo>
                  <a:cubicBezTo>
                    <a:pt x="160" y="218"/>
                    <a:pt x="160" y="218"/>
                    <a:pt x="161" y="218"/>
                  </a:cubicBezTo>
                  <a:cubicBezTo>
                    <a:pt x="161" y="217"/>
                    <a:pt x="161" y="217"/>
                    <a:pt x="161" y="216"/>
                  </a:cubicBezTo>
                  <a:cubicBezTo>
                    <a:pt x="161" y="216"/>
                    <a:pt x="162" y="216"/>
                    <a:pt x="163" y="216"/>
                  </a:cubicBezTo>
                  <a:cubicBezTo>
                    <a:pt x="163" y="216"/>
                    <a:pt x="164" y="216"/>
                    <a:pt x="164" y="216"/>
                  </a:cubicBezTo>
                  <a:cubicBezTo>
                    <a:pt x="165" y="216"/>
                    <a:pt x="165" y="216"/>
                    <a:pt x="166" y="216"/>
                  </a:cubicBezTo>
                  <a:cubicBezTo>
                    <a:pt x="166" y="216"/>
                    <a:pt x="166" y="215"/>
                    <a:pt x="166" y="214"/>
                  </a:cubicBezTo>
                  <a:cubicBezTo>
                    <a:pt x="166" y="214"/>
                    <a:pt x="167" y="214"/>
                    <a:pt x="167" y="214"/>
                  </a:cubicBezTo>
                  <a:cubicBezTo>
                    <a:pt x="167" y="214"/>
                    <a:pt x="167" y="213"/>
                    <a:pt x="167" y="213"/>
                  </a:cubicBezTo>
                  <a:cubicBezTo>
                    <a:pt x="168" y="213"/>
                    <a:pt x="168" y="213"/>
                    <a:pt x="169" y="213"/>
                  </a:cubicBezTo>
                  <a:cubicBezTo>
                    <a:pt x="169" y="212"/>
                    <a:pt x="169" y="212"/>
                    <a:pt x="169" y="211"/>
                  </a:cubicBezTo>
                  <a:cubicBezTo>
                    <a:pt x="169" y="211"/>
                    <a:pt x="170" y="211"/>
                    <a:pt x="170" y="211"/>
                  </a:cubicBezTo>
                  <a:cubicBezTo>
                    <a:pt x="171" y="211"/>
                    <a:pt x="171" y="211"/>
                    <a:pt x="172" y="211"/>
                  </a:cubicBezTo>
                  <a:cubicBezTo>
                    <a:pt x="172" y="211"/>
                    <a:pt x="173" y="211"/>
                    <a:pt x="173" y="211"/>
                  </a:cubicBezTo>
                  <a:cubicBezTo>
                    <a:pt x="173" y="211"/>
                    <a:pt x="173" y="210"/>
                    <a:pt x="173" y="210"/>
                  </a:cubicBezTo>
                  <a:cubicBezTo>
                    <a:pt x="174" y="210"/>
                    <a:pt x="174" y="210"/>
                    <a:pt x="175" y="210"/>
                  </a:cubicBezTo>
                  <a:cubicBezTo>
                    <a:pt x="175" y="209"/>
                    <a:pt x="175" y="208"/>
                    <a:pt x="175" y="208"/>
                  </a:cubicBezTo>
                  <a:cubicBezTo>
                    <a:pt x="176" y="208"/>
                    <a:pt x="176" y="208"/>
                    <a:pt x="177" y="208"/>
                  </a:cubicBezTo>
                  <a:cubicBezTo>
                    <a:pt x="177" y="207"/>
                    <a:pt x="177" y="207"/>
                    <a:pt x="177" y="206"/>
                  </a:cubicBezTo>
                  <a:cubicBezTo>
                    <a:pt x="177" y="206"/>
                    <a:pt x="178" y="206"/>
                    <a:pt x="178" y="206"/>
                  </a:cubicBezTo>
                  <a:cubicBezTo>
                    <a:pt x="178" y="206"/>
                    <a:pt x="178" y="205"/>
                    <a:pt x="178" y="205"/>
                  </a:cubicBezTo>
                  <a:cubicBezTo>
                    <a:pt x="179" y="205"/>
                    <a:pt x="179" y="205"/>
                    <a:pt x="180" y="205"/>
                  </a:cubicBezTo>
                  <a:cubicBezTo>
                    <a:pt x="180" y="204"/>
                    <a:pt x="180" y="204"/>
                    <a:pt x="180" y="203"/>
                  </a:cubicBezTo>
                  <a:cubicBezTo>
                    <a:pt x="180" y="203"/>
                    <a:pt x="180" y="202"/>
                    <a:pt x="180" y="202"/>
                  </a:cubicBezTo>
                  <a:cubicBezTo>
                    <a:pt x="180" y="202"/>
                    <a:pt x="181" y="202"/>
                    <a:pt x="181" y="202"/>
                  </a:cubicBezTo>
                  <a:cubicBezTo>
                    <a:pt x="181" y="201"/>
                    <a:pt x="181" y="200"/>
                    <a:pt x="181" y="200"/>
                  </a:cubicBezTo>
                  <a:cubicBezTo>
                    <a:pt x="181" y="199"/>
                    <a:pt x="181" y="199"/>
                    <a:pt x="181" y="198"/>
                  </a:cubicBezTo>
                  <a:cubicBezTo>
                    <a:pt x="182" y="198"/>
                    <a:pt x="182" y="198"/>
                    <a:pt x="183" y="198"/>
                  </a:cubicBezTo>
                  <a:cubicBezTo>
                    <a:pt x="183" y="198"/>
                    <a:pt x="183" y="197"/>
                    <a:pt x="183" y="197"/>
                  </a:cubicBezTo>
                  <a:cubicBezTo>
                    <a:pt x="183" y="196"/>
                    <a:pt x="183" y="196"/>
                    <a:pt x="183" y="195"/>
                  </a:cubicBezTo>
                  <a:cubicBezTo>
                    <a:pt x="183" y="194"/>
                    <a:pt x="183" y="194"/>
                    <a:pt x="183" y="193"/>
                  </a:cubicBezTo>
                  <a:cubicBezTo>
                    <a:pt x="182" y="193"/>
                    <a:pt x="182" y="193"/>
                    <a:pt x="181" y="193"/>
                  </a:cubicBezTo>
                  <a:cubicBezTo>
                    <a:pt x="181" y="193"/>
                    <a:pt x="181" y="192"/>
                    <a:pt x="181" y="192"/>
                  </a:cubicBezTo>
                  <a:cubicBezTo>
                    <a:pt x="181" y="192"/>
                    <a:pt x="180" y="192"/>
                    <a:pt x="180" y="192"/>
                  </a:cubicBezTo>
                  <a:cubicBezTo>
                    <a:pt x="180" y="191"/>
                    <a:pt x="180" y="191"/>
                    <a:pt x="180" y="190"/>
                  </a:cubicBezTo>
                  <a:cubicBezTo>
                    <a:pt x="179" y="190"/>
                    <a:pt x="179" y="190"/>
                    <a:pt x="178" y="190"/>
                  </a:cubicBezTo>
                  <a:cubicBezTo>
                    <a:pt x="178" y="190"/>
                    <a:pt x="177" y="190"/>
                    <a:pt x="177" y="190"/>
                  </a:cubicBezTo>
                  <a:cubicBezTo>
                    <a:pt x="176" y="190"/>
                    <a:pt x="176" y="190"/>
                    <a:pt x="175" y="190"/>
                  </a:cubicBezTo>
                  <a:cubicBezTo>
                    <a:pt x="175" y="190"/>
                    <a:pt x="175" y="189"/>
                    <a:pt x="175" y="189"/>
                  </a:cubicBezTo>
                  <a:cubicBezTo>
                    <a:pt x="175" y="188"/>
                    <a:pt x="175" y="188"/>
                    <a:pt x="175" y="187"/>
                  </a:cubicBezTo>
                  <a:cubicBezTo>
                    <a:pt x="175" y="186"/>
                    <a:pt x="175" y="186"/>
                    <a:pt x="175" y="185"/>
                  </a:cubicBezTo>
                  <a:cubicBezTo>
                    <a:pt x="176" y="185"/>
                    <a:pt x="176" y="185"/>
                    <a:pt x="177" y="185"/>
                  </a:cubicBezTo>
                  <a:cubicBezTo>
                    <a:pt x="177" y="186"/>
                    <a:pt x="177" y="186"/>
                    <a:pt x="177" y="187"/>
                  </a:cubicBezTo>
                  <a:cubicBezTo>
                    <a:pt x="177" y="187"/>
                    <a:pt x="178" y="187"/>
                    <a:pt x="178" y="187"/>
                  </a:cubicBezTo>
                  <a:cubicBezTo>
                    <a:pt x="179" y="187"/>
                    <a:pt x="179" y="187"/>
                    <a:pt x="180" y="187"/>
                  </a:cubicBezTo>
                  <a:cubicBezTo>
                    <a:pt x="180" y="187"/>
                    <a:pt x="181" y="187"/>
                    <a:pt x="181" y="187"/>
                  </a:cubicBezTo>
                  <a:cubicBezTo>
                    <a:pt x="182" y="187"/>
                    <a:pt x="182" y="187"/>
                    <a:pt x="183" y="187"/>
                  </a:cubicBezTo>
                  <a:cubicBezTo>
                    <a:pt x="183" y="187"/>
                    <a:pt x="184" y="187"/>
                    <a:pt x="184" y="187"/>
                  </a:cubicBezTo>
                  <a:cubicBezTo>
                    <a:pt x="185" y="187"/>
                    <a:pt x="185" y="187"/>
                    <a:pt x="186" y="187"/>
                  </a:cubicBezTo>
                  <a:cubicBezTo>
                    <a:pt x="187" y="187"/>
                    <a:pt x="187" y="187"/>
                    <a:pt x="188" y="187"/>
                  </a:cubicBezTo>
                  <a:cubicBezTo>
                    <a:pt x="188" y="187"/>
                    <a:pt x="189" y="187"/>
                    <a:pt x="189" y="187"/>
                  </a:cubicBezTo>
                  <a:cubicBezTo>
                    <a:pt x="190" y="187"/>
                    <a:pt x="190" y="187"/>
                    <a:pt x="191" y="187"/>
                  </a:cubicBezTo>
                  <a:cubicBezTo>
                    <a:pt x="191" y="187"/>
                    <a:pt x="192" y="187"/>
                    <a:pt x="192" y="187"/>
                  </a:cubicBezTo>
                  <a:cubicBezTo>
                    <a:pt x="193" y="187"/>
                    <a:pt x="193" y="187"/>
                    <a:pt x="194" y="187"/>
                  </a:cubicBezTo>
                  <a:cubicBezTo>
                    <a:pt x="194" y="186"/>
                    <a:pt x="194" y="186"/>
                    <a:pt x="194" y="185"/>
                  </a:cubicBezTo>
                  <a:cubicBezTo>
                    <a:pt x="194" y="185"/>
                    <a:pt x="195" y="185"/>
                    <a:pt x="195" y="185"/>
                  </a:cubicBezTo>
                  <a:cubicBezTo>
                    <a:pt x="195" y="186"/>
                    <a:pt x="195" y="186"/>
                    <a:pt x="195" y="187"/>
                  </a:cubicBezTo>
                  <a:cubicBezTo>
                    <a:pt x="196" y="187"/>
                    <a:pt x="196" y="187"/>
                    <a:pt x="197" y="187"/>
                  </a:cubicBezTo>
                  <a:cubicBezTo>
                    <a:pt x="197" y="188"/>
                    <a:pt x="197" y="188"/>
                    <a:pt x="197" y="189"/>
                  </a:cubicBezTo>
                  <a:cubicBezTo>
                    <a:pt x="197" y="189"/>
                    <a:pt x="198" y="189"/>
                    <a:pt x="198" y="189"/>
                  </a:cubicBezTo>
                  <a:cubicBezTo>
                    <a:pt x="199" y="189"/>
                    <a:pt x="200" y="189"/>
                    <a:pt x="200" y="189"/>
                  </a:cubicBezTo>
                  <a:cubicBezTo>
                    <a:pt x="200" y="189"/>
                    <a:pt x="200" y="190"/>
                    <a:pt x="200" y="190"/>
                  </a:cubicBezTo>
                  <a:cubicBezTo>
                    <a:pt x="201" y="190"/>
                    <a:pt x="201" y="190"/>
                    <a:pt x="202" y="190"/>
                  </a:cubicBezTo>
                  <a:cubicBezTo>
                    <a:pt x="202" y="191"/>
                    <a:pt x="202" y="191"/>
                    <a:pt x="202" y="192"/>
                  </a:cubicBezTo>
                  <a:cubicBezTo>
                    <a:pt x="202" y="192"/>
                    <a:pt x="203" y="192"/>
                    <a:pt x="203" y="192"/>
                  </a:cubicBezTo>
                  <a:cubicBezTo>
                    <a:pt x="204" y="192"/>
                    <a:pt x="204" y="192"/>
                    <a:pt x="205" y="192"/>
                  </a:cubicBezTo>
                  <a:cubicBezTo>
                    <a:pt x="205" y="192"/>
                    <a:pt x="205" y="193"/>
                    <a:pt x="205" y="193"/>
                  </a:cubicBezTo>
                  <a:cubicBezTo>
                    <a:pt x="205" y="194"/>
                    <a:pt x="205" y="194"/>
                    <a:pt x="205" y="195"/>
                  </a:cubicBezTo>
                  <a:cubicBezTo>
                    <a:pt x="205" y="196"/>
                    <a:pt x="205" y="196"/>
                    <a:pt x="205" y="197"/>
                  </a:cubicBezTo>
                  <a:cubicBezTo>
                    <a:pt x="205" y="197"/>
                    <a:pt x="206" y="197"/>
                    <a:pt x="206" y="197"/>
                  </a:cubicBezTo>
                  <a:cubicBezTo>
                    <a:pt x="206" y="197"/>
                    <a:pt x="206" y="198"/>
                    <a:pt x="206" y="198"/>
                  </a:cubicBezTo>
                  <a:cubicBezTo>
                    <a:pt x="207" y="198"/>
                    <a:pt x="207" y="198"/>
                    <a:pt x="208" y="198"/>
                  </a:cubicBezTo>
                  <a:cubicBezTo>
                    <a:pt x="208" y="198"/>
                    <a:pt x="209" y="198"/>
                    <a:pt x="209" y="198"/>
                  </a:cubicBezTo>
                  <a:cubicBezTo>
                    <a:pt x="210" y="198"/>
                    <a:pt x="211" y="198"/>
                    <a:pt x="211" y="198"/>
                  </a:cubicBezTo>
                  <a:cubicBezTo>
                    <a:pt x="211" y="198"/>
                    <a:pt x="212" y="198"/>
                    <a:pt x="213" y="198"/>
                  </a:cubicBezTo>
                  <a:cubicBezTo>
                    <a:pt x="213" y="198"/>
                    <a:pt x="214" y="198"/>
                    <a:pt x="214" y="198"/>
                  </a:cubicBezTo>
                  <a:cubicBezTo>
                    <a:pt x="214" y="199"/>
                    <a:pt x="214" y="199"/>
                    <a:pt x="214" y="200"/>
                  </a:cubicBezTo>
                  <a:cubicBezTo>
                    <a:pt x="214" y="200"/>
                    <a:pt x="213" y="200"/>
                    <a:pt x="213" y="200"/>
                  </a:cubicBezTo>
                  <a:cubicBezTo>
                    <a:pt x="213" y="200"/>
                    <a:pt x="213" y="201"/>
                    <a:pt x="213" y="202"/>
                  </a:cubicBezTo>
                  <a:cubicBezTo>
                    <a:pt x="213" y="202"/>
                    <a:pt x="213" y="203"/>
                    <a:pt x="213" y="203"/>
                  </a:cubicBezTo>
                  <a:cubicBezTo>
                    <a:pt x="213" y="203"/>
                    <a:pt x="214" y="203"/>
                    <a:pt x="214" y="203"/>
                  </a:cubicBezTo>
                  <a:cubicBezTo>
                    <a:pt x="214" y="204"/>
                    <a:pt x="214" y="204"/>
                    <a:pt x="214" y="205"/>
                  </a:cubicBezTo>
                  <a:cubicBezTo>
                    <a:pt x="214" y="205"/>
                    <a:pt x="214" y="206"/>
                    <a:pt x="214" y="206"/>
                  </a:cubicBezTo>
                  <a:cubicBezTo>
                    <a:pt x="215" y="206"/>
                    <a:pt x="215" y="206"/>
                    <a:pt x="216" y="206"/>
                  </a:cubicBezTo>
                  <a:cubicBezTo>
                    <a:pt x="216" y="207"/>
                    <a:pt x="216" y="207"/>
                    <a:pt x="216" y="208"/>
                  </a:cubicBezTo>
                  <a:cubicBezTo>
                    <a:pt x="216" y="208"/>
                    <a:pt x="216" y="209"/>
                    <a:pt x="216" y="210"/>
                  </a:cubicBezTo>
                  <a:cubicBezTo>
                    <a:pt x="216" y="210"/>
                    <a:pt x="216" y="211"/>
                    <a:pt x="216" y="211"/>
                  </a:cubicBezTo>
                  <a:cubicBezTo>
                    <a:pt x="216" y="211"/>
                    <a:pt x="217" y="211"/>
                    <a:pt x="217" y="211"/>
                  </a:cubicBezTo>
                  <a:cubicBezTo>
                    <a:pt x="217" y="212"/>
                    <a:pt x="217" y="212"/>
                    <a:pt x="217" y="213"/>
                  </a:cubicBezTo>
                  <a:cubicBezTo>
                    <a:pt x="217" y="213"/>
                    <a:pt x="217" y="214"/>
                    <a:pt x="217" y="214"/>
                  </a:cubicBezTo>
                  <a:cubicBezTo>
                    <a:pt x="218" y="214"/>
                    <a:pt x="218" y="214"/>
                    <a:pt x="219" y="214"/>
                  </a:cubicBezTo>
                  <a:cubicBezTo>
                    <a:pt x="219" y="215"/>
                    <a:pt x="219" y="216"/>
                    <a:pt x="219" y="216"/>
                  </a:cubicBezTo>
                  <a:cubicBezTo>
                    <a:pt x="219" y="216"/>
                    <a:pt x="220" y="216"/>
                    <a:pt x="220" y="216"/>
                  </a:cubicBezTo>
                  <a:cubicBezTo>
                    <a:pt x="220" y="217"/>
                    <a:pt x="220" y="217"/>
                    <a:pt x="220" y="218"/>
                  </a:cubicBezTo>
                  <a:cubicBezTo>
                    <a:pt x="220" y="218"/>
                    <a:pt x="220" y="219"/>
                    <a:pt x="220" y="219"/>
                  </a:cubicBezTo>
                  <a:cubicBezTo>
                    <a:pt x="220" y="220"/>
                    <a:pt x="220" y="220"/>
                    <a:pt x="220" y="221"/>
                  </a:cubicBezTo>
                  <a:cubicBezTo>
                    <a:pt x="221" y="221"/>
                    <a:pt x="221" y="221"/>
                    <a:pt x="222" y="221"/>
                  </a:cubicBezTo>
                  <a:cubicBezTo>
                    <a:pt x="222" y="221"/>
                    <a:pt x="222" y="222"/>
                    <a:pt x="222" y="222"/>
                  </a:cubicBezTo>
                  <a:cubicBezTo>
                    <a:pt x="222" y="223"/>
                    <a:pt x="222" y="224"/>
                    <a:pt x="222" y="224"/>
                  </a:cubicBezTo>
                  <a:cubicBezTo>
                    <a:pt x="222" y="224"/>
                    <a:pt x="223" y="224"/>
                    <a:pt x="224" y="224"/>
                  </a:cubicBezTo>
                  <a:cubicBezTo>
                    <a:pt x="224" y="225"/>
                    <a:pt x="224" y="225"/>
                    <a:pt x="224" y="226"/>
                  </a:cubicBezTo>
                  <a:cubicBezTo>
                    <a:pt x="224" y="226"/>
                    <a:pt x="224" y="227"/>
                    <a:pt x="224" y="227"/>
                  </a:cubicBezTo>
                  <a:cubicBezTo>
                    <a:pt x="224" y="227"/>
                    <a:pt x="225" y="227"/>
                    <a:pt x="225" y="227"/>
                  </a:cubicBezTo>
                  <a:cubicBezTo>
                    <a:pt x="225" y="228"/>
                    <a:pt x="225" y="228"/>
                    <a:pt x="225" y="229"/>
                  </a:cubicBezTo>
                  <a:cubicBezTo>
                    <a:pt x="225" y="229"/>
                    <a:pt x="225" y="230"/>
                    <a:pt x="225" y="231"/>
                  </a:cubicBezTo>
                  <a:cubicBezTo>
                    <a:pt x="226" y="231"/>
                    <a:pt x="226" y="231"/>
                    <a:pt x="227" y="231"/>
                  </a:cubicBezTo>
                  <a:cubicBezTo>
                    <a:pt x="227" y="231"/>
                    <a:pt x="227" y="232"/>
                    <a:pt x="227" y="232"/>
                  </a:cubicBezTo>
                  <a:cubicBezTo>
                    <a:pt x="227" y="233"/>
                    <a:pt x="227" y="233"/>
                    <a:pt x="227" y="234"/>
                  </a:cubicBezTo>
                  <a:cubicBezTo>
                    <a:pt x="227" y="234"/>
                    <a:pt x="228" y="234"/>
                    <a:pt x="228" y="234"/>
                  </a:cubicBezTo>
                  <a:cubicBezTo>
                    <a:pt x="229" y="234"/>
                    <a:pt x="229" y="234"/>
                    <a:pt x="230" y="234"/>
                  </a:cubicBezTo>
                  <a:cubicBezTo>
                    <a:pt x="230" y="233"/>
                    <a:pt x="230" y="233"/>
                    <a:pt x="230" y="232"/>
                  </a:cubicBezTo>
                  <a:cubicBezTo>
                    <a:pt x="230" y="232"/>
                    <a:pt x="230" y="231"/>
                    <a:pt x="230" y="231"/>
                  </a:cubicBezTo>
                  <a:cubicBezTo>
                    <a:pt x="230" y="231"/>
                    <a:pt x="231" y="231"/>
                    <a:pt x="231" y="231"/>
                  </a:cubicBezTo>
                  <a:cubicBezTo>
                    <a:pt x="231" y="230"/>
                    <a:pt x="231" y="229"/>
                    <a:pt x="231" y="229"/>
                  </a:cubicBezTo>
                  <a:cubicBezTo>
                    <a:pt x="232" y="229"/>
                    <a:pt x="232" y="229"/>
                    <a:pt x="233" y="229"/>
                  </a:cubicBezTo>
                  <a:cubicBezTo>
                    <a:pt x="233" y="229"/>
                    <a:pt x="233" y="230"/>
                    <a:pt x="233" y="231"/>
                  </a:cubicBezTo>
                  <a:cubicBezTo>
                    <a:pt x="233" y="231"/>
                    <a:pt x="233" y="232"/>
                    <a:pt x="233" y="232"/>
                  </a:cubicBezTo>
                  <a:cubicBezTo>
                    <a:pt x="233" y="233"/>
                    <a:pt x="233" y="233"/>
                    <a:pt x="233" y="234"/>
                  </a:cubicBezTo>
                  <a:cubicBezTo>
                    <a:pt x="233" y="234"/>
                    <a:pt x="233" y="235"/>
                    <a:pt x="233" y="235"/>
                  </a:cubicBezTo>
                  <a:cubicBezTo>
                    <a:pt x="233" y="236"/>
                    <a:pt x="233" y="236"/>
                    <a:pt x="233" y="237"/>
                  </a:cubicBezTo>
                  <a:cubicBezTo>
                    <a:pt x="233" y="237"/>
                    <a:pt x="234" y="237"/>
                    <a:pt x="234" y="237"/>
                  </a:cubicBezTo>
                  <a:cubicBezTo>
                    <a:pt x="234" y="237"/>
                    <a:pt x="234" y="238"/>
                    <a:pt x="234" y="239"/>
                  </a:cubicBezTo>
                  <a:cubicBezTo>
                    <a:pt x="235" y="239"/>
                    <a:pt x="235" y="239"/>
                    <a:pt x="236" y="239"/>
                  </a:cubicBezTo>
                  <a:cubicBezTo>
                    <a:pt x="237" y="239"/>
                    <a:pt x="237" y="239"/>
                    <a:pt x="238" y="239"/>
                  </a:cubicBezTo>
                  <a:cubicBezTo>
                    <a:pt x="238" y="238"/>
                    <a:pt x="238" y="237"/>
                    <a:pt x="238" y="237"/>
                  </a:cubicBezTo>
                  <a:cubicBezTo>
                    <a:pt x="238" y="237"/>
                    <a:pt x="239" y="237"/>
                    <a:pt x="239" y="237"/>
                  </a:cubicBezTo>
                  <a:cubicBezTo>
                    <a:pt x="239" y="236"/>
                    <a:pt x="239" y="236"/>
                    <a:pt x="239" y="235"/>
                  </a:cubicBezTo>
                  <a:cubicBezTo>
                    <a:pt x="239" y="235"/>
                    <a:pt x="239" y="234"/>
                    <a:pt x="239" y="234"/>
                  </a:cubicBezTo>
                  <a:cubicBezTo>
                    <a:pt x="239" y="233"/>
                    <a:pt x="239" y="233"/>
                    <a:pt x="239" y="232"/>
                  </a:cubicBezTo>
                  <a:cubicBezTo>
                    <a:pt x="239" y="232"/>
                    <a:pt x="239" y="231"/>
                    <a:pt x="239" y="231"/>
                  </a:cubicBezTo>
                  <a:cubicBezTo>
                    <a:pt x="239" y="231"/>
                    <a:pt x="238" y="231"/>
                    <a:pt x="238" y="231"/>
                  </a:cubicBezTo>
                  <a:cubicBezTo>
                    <a:pt x="238" y="230"/>
                    <a:pt x="238" y="229"/>
                    <a:pt x="238" y="229"/>
                  </a:cubicBezTo>
                  <a:cubicBezTo>
                    <a:pt x="237" y="229"/>
                    <a:pt x="237" y="229"/>
                    <a:pt x="236" y="229"/>
                  </a:cubicBezTo>
                  <a:cubicBezTo>
                    <a:pt x="236" y="228"/>
                    <a:pt x="236" y="228"/>
                    <a:pt x="236" y="227"/>
                  </a:cubicBezTo>
                  <a:cubicBezTo>
                    <a:pt x="235" y="227"/>
                    <a:pt x="235" y="227"/>
                    <a:pt x="234" y="227"/>
                  </a:cubicBezTo>
                  <a:cubicBezTo>
                    <a:pt x="234" y="227"/>
                    <a:pt x="234" y="226"/>
                    <a:pt x="234" y="226"/>
                  </a:cubicBezTo>
                  <a:cubicBezTo>
                    <a:pt x="234" y="225"/>
                    <a:pt x="234" y="225"/>
                    <a:pt x="234" y="224"/>
                  </a:cubicBezTo>
                  <a:cubicBezTo>
                    <a:pt x="234" y="224"/>
                    <a:pt x="234" y="223"/>
                    <a:pt x="234" y="222"/>
                  </a:cubicBezTo>
                  <a:cubicBezTo>
                    <a:pt x="234" y="222"/>
                    <a:pt x="234" y="221"/>
                    <a:pt x="234" y="221"/>
                  </a:cubicBezTo>
                  <a:cubicBezTo>
                    <a:pt x="234" y="220"/>
                    <a:pt x="234" y="220"/>
                    <a:pt x="234" y="219"/>
                  </a:cubicBezTo>
                  <a:cubicBezTo>
                    <a:pt x="234" y="219"/>
                    <a:pt x="234" y="218"/>
                    <a:pt x="234" y="218"/>
                  </a:cubicBezTo>
                  <a:cubicBezTo>
                    <a:pt x="234" y="217"/>
                    <a:pt x="234" y="217"/>
                    <a:pt x="234" y="216"/>
                  </a:cubicBezTo>
                  <a:cubicBezTo>
                    <a:pt x="234" y="216"/>
                    <a:pt x="234" y="215"/>
                    <a:pt x="234" y="214"/>
                  </a:cubicBezTo>
                  <a:cubicBezTo>
                    <a:pt x="234" y="214"/>
                    <a:pt x="234" y="213"/>
                    <a:pt x="234" y="213"/>
                  </a:cubicBezTo>
                  <a:cubicBezTo>
                    <a:pt x="234" y="212"/>
                    <a:pt x="234" y="212"/>
                    <a:pt x="234" y="211"/>
                  </a:cubicBezTo>
                  <a:cubicBezTo>
                    <a:pt x="235" y="211"/>
                    <a:pt x="235" y="211"/>
                    <a:pt x="236" y="211"/>
                  </a:cubicBezTo>
                  <a:cubicBezTo>
                    <a:pt x="236" y="211"/>
                    <a:pt x="236" y="210"/>
                    <a:pt x="236" y="210"/>
                  </a:cubicBezTo>
                  <a:cubicBezTo>
                    <a:pt x="237" y="210"/>
                    <a:pt x="237" y="210"/>
                    <a:pt x="238" y="210"/>
                  </a:cubicBezTo>
                  <a:cubicBezTo>
                    <a:pt x="238" y="209"/>
                    <a:pt x="238" y="208"/>
                    <a:pt x="238" y="208"/>
                  </a:cubicBezTo>
                  <a:cubicBezTo>
                    <a:pt x="238" y="208"/>
                    <a:pt x="239" y="208"/>
                    <a:pt x="239" y="208"/>
                  </a:cubicBezTo>
                  <a:cubicBezTo>
                    <a:pt x="239" y="207"/>
                    <a:pt x="239" y="207"/>
                    <a:pt x="239" y="206"/>
                  </a:cubicBezTo>
                  <a:cubicBezTo>
                    <a:pt x="240" y="206"/>
                    <a:pt x="240" y="206"/>
                    <a:pt x="241" y="206"/>
                  </a:cubicBezTo>
                  <a:cubicBezTo>
                    <a:pt x="241" y="206"/>
                    <a:pt x="241" y="205"/>
                    <a:pt x="241" y="205"/>
                  </a:cubicBezTo>
                  <a:cubicBezTo>
                    <a:pt x="241" y="204"/>
                    <a:pt x="241" y="204"/>
                    <a:pt x="241" y="203"/>
                  </a:cubicBezTo>
                  <a:cubicBezTo>
                    <a:pt x="241" y="203"/>
                    <a:pt x="242" y="203"/>
                    <a:pt x="242" y="203"/>
                  </a:cubicBezTo>
                  <a:cubicBezTo>
                    <a:pt x="242" y="203"/>
                    <a:pt x="242" y="202"/>
                    <a:pt x="242" y="202"/>
                  </a:cubicBezTo>
                  <a:cubicBezTo>
                    <a:pt x="243" y="202"/>
                    <a:pt x="243" y="202"/>
                    <a:pt x="244" y="202"/>
                  </a:cubicBezTo>
                  <a:cubicBezTo>
                    <a:pt x="244" y="202"/>
                    <a:pt x="245" y="202"/>
                    <a:pt x="245" y="202"/>
                  </a:cubicBezTo>
                  <a:cubicBezTo>
                    <a:pt x="245" y="201"/>
                    <a:pt x="245" y="200"/>
                    <a:pt x="245" y="200"/>
                  </a:cubicBezTo>
                  <a:cubicBezTo>
                    <a:pt x="245" y="199"/>
                    <a:pt x="245" y="199"/>
                    <a:pt x="245" y="198"/>
                  </a:cubicBezTo>
                  <a:cubicBezTo>
                    <a:pt x="246" y="198"/>
                    <a:pt x="246" y="198"/>
                    <a:pt x="247" y="198"/>
                  </a:cubicBezTo>
                  <a:cubicBezTo>
                    <a:pt x="247" y="198"/>
                    <a:pt x="247" y="197"/>
                    <a:pt x="247" y="197"/>
                  </a:cubicBezTo>
                  <a:cubicBezTo>
                    <a:pt x="248" y="197"/>
                    <a:pt x="248" y="197"/>
                    <a:pt x="249" y="197"/>
                  </a:cubicBezTo>
                  <a:cubicBezTo>
                    <a:pt x="249" y="196"/>
                    <a:pt x="249" y="196"/>
                    <a:pt x="249" y="195"/>
                  </a:cubicBezTo>
                  <a:cubicBezTo>
                    <a:pt x="249" y="194"/>
                    <a:pt x="249" y="194"/>
                    <a:pt x="249" y="193"/>
                  </a:cubicBezTo>
                  <a:cubicBezTo>
                    <a:pt x="249" y="193"/>
                    <a:pt x="250" y="193"/>
                    <a:pt x="250" y="193"/>
                  </a:cubicBezTo>
                  <a:cubicBezTo>
                    <a:pt x="251" y="193"/>
                    <a:pt x="251" y="193"/>
                    <a:pt x="252" y="193"/>
                  </a:cubicBezTo>
                  <a:cubicBezTo>
                    <a:pt x="252" y="193"/>
                    <a:pt x="253" y="193"/>
                    <a:pt x="253" y="193"/>
                  </a:cubicBezTo>
                  <a:cubicBezTo>
                    <a:pt x="254" y="193"/>
                    <a:pt x="254" y="193"/>
                    <a:pt x="255" y="193"/>
                  </a:cubicBezTo>
                  <a:cubicBezTo>
                    <a:pt x="255" y="193"/>
                    <a:pt x="256" y="193"/>
                    <a:pt x="256" y="193"/>
                  </a:cubicBezTo>
                  <a:cubicBezTo>
                    <a:pt x="257" y="193"/>
                    <a:pt x="257" y="193"/>
                    <a:pt x="258" y="193"/>
                  </a:cubicBezTo>
                  <a:cubicBezTo>
                    <a:pt x="258" y="194"/>
                    <a:pt x="258" y="194"/>
                    <a:pt x="258" y="195"/>
                  </a:cubicBezTo>
                  <a:cubicBezTo>
                    <a:pt x="258" y="196"/>
                    <a:pt x="258" y="196"/>
                    <a:pt x="258" y="197"/>
                  </a:cubicBezTo>
                  <a:cubicBezTo>
                    <a:pt x="258" y="197"/>
                    <a:pt x="259" y="197"/>
                    <a:pt x="259" y="197"/>
                  </a:cubicBezTo>
                  <a:cubicBezTo>
                    <a:pt x="259" y="197"/>
                    <a:pt x="259" y="198"/>
                    <a:pt x="259" y="198"/>
                  </a:cubicBezTo>
                  <a:cubicBezTo>
                    <a:pt x="260" y="198"/>
                    <a:pt x="261" y="198"/>
                    <a:pt x="261" y="198"/>
                  </a:cubicBezTo>
                  <a:cubicBezTo>
                    <a:pt x="261" y="199"/>
                    <a:pt x="261" y="199"/>
                    <a:pt x="261" y="200"/>
                  </a:cubicBezTo>
                  <a:cubicBezTo>
                    <a:pt x="261" y="200"/>
                    <a:pt x="261" y="201"/>
                    <a:pt x="261" y="202"/>
                  </a:cubicBezTo>
                  <a:cubicBezTo>
                    <a:pt x="262" y="202"/>
                    <a:pt x="262" y="202"/>
                    <a:pt x="263" y="202"/>
                  </a:cubicBezTo>
                  <a:cubicBezTo>
                    <a:pt x="263" y="202"/>
                    <a:pt x="264" y="202"/>
                    <a:pt x="264" y="202"/>
                  </a:cubicBezTo>
                  <a:cubicBezTo>
                    <a:pt x="264" y="202"/>
                    <a:pt x="264" y="203"/>
                    <a:pt x="264" y="203"/>
                  </a:cubicBezTo>
                  <a:cubicBezTo>
                    <a:pt x="264" y="204"/>
                    <a:pt x="264" y="204"/>
                    <a:pt x="264" y="205"/>
                  </a:cubicBezTo>
                  <a:cubicBezTo>
                    <a:pt x="265" y="205"/>
                    <a:pt x="265" y="205"/>
                    <a:pt x="266" y="205"/>
                  </a:cubicBezTo>
                  <a:cubicBezTo>
                    <a:pt x="266" y="205"/>
                    <a:pt x="266" y="206"/>
                    <a:pt x="266" y="206"/>
                  </a:cubicBezTo>
                  <a:cubicBezTo>
                    <a:pt x="266" y="207"/>
                    <a:pt x="266" y="207"/>
                    <a:pt x="266" y="208"/>
                  </a:cubicBezTo>
                  <a:cubicBezTo>
                    <a:pt x="266" y="208"/>
                    <a:pt x="266" y="209"/>
                    <a:pt x="266" y="210"/>
                  </a:cubicBezTo>
                  <a:cubicBezTo>
                    <a:pt x="266" y="210"/>
                    <a:pt x="267" y="210"/>
                    <a:pt x="267" y="210"/>
                  </a:cubicBezTo>
                  <a:cubicBezTo>
                    <a:pt x="268" y="210"/>
                    <a:pt x="268" y="210"/>
                    <a:pt x="269" y="210"/>
                  </a:cubicBezTo>
                  <a:cubicBezTo>
                    <a:pt x="269" y="209"/>
                    <a:pt x="269" y="208"/>
                    <a:pt x="269" y="208"/>
                  </a:cubicBezTo>
                  <a:cubicBezTo>
                    <a:pt x="269" y="208"/>
                    <a:pt x="270" y="208"/>
                    <a:pt x="271" y="208"/>
                  </a:cubicBezTo>
                  <a:cubicBezTo>
                    <a:pt x="271" y="208"/>
                    <a:pt x="272" y="208"/>
                    <a:pt x="272" y="208"/>
                  </a:cubicBezTo>
                  <a:cubicBezTo>
                    <a:pt x="272" y="209"/>
                    <a:pt x="272" y="209"/>
                    <a:pt x="272" y="210"/>
                  </a:cubicBezTo>
                  <a:cubicBezTo>
                    <a:pt x="272" y="210"/>
                    <a:pt x="272" y="211"/>
                    <a:pt x="272" y="211"/>
                  </a:cubicBezTo>
                  <a:cubicBezTo>
                    <a:pt x="272" y="212"/>
                    <a:pt x="272" y="212"/>
                    <a:pt x="272" y="213"/>
                  </a:cubicBezTo>
                  <a:cubicBezTo>
                    <a:pt x="273" y="213"/>
                    <a:pt x="273" y="213"/>
                    <a:pt x="274" y="213"/>
                  </a:cubicBezTo>
                  <a:cubicBezTo>
                    <a:pt x="274" y="213"/>
                    <a:pt x="274" y="214"/>
                    <a:pt x="274" y="214"/>
                  </a:cubicBezTo>
                  <a:cubicBezTo>
                    <a:pt x="274" y="215"/>
                    <a:pt x="274" y="215"/>
                    <a:pt x="274" y="216"/>
                  </a:cubicBezTo>
                  <a:cubicBezTo>
                    <a:pt x="276" y="203"/>
                    <a:pt x="277" y="190"/>
                    <a:pt x="277" y="177"/>
                  </a:cubicBezTo>
                  <a:cubicBezTo>
                    <a:pt x="277" y="107"/>
                    <a:pt x="246" y="44"/>
                    <a:pt x="198" y="0"/>
                  </a:cubicBezTo>
                  <a:cubicBezTo>
                    <a:pt x="198" y="0"/>
                    <a:pt x="197" y="0"/>
                    <a:pt x="197" y="0"/>
                  </a:cubicBezTo>
                  <a:cubicBezTo>
                    <a:pt x="197" y="0"/>
                    <a:pt x="197" y="1"/>
                    <a:pt x="197" y="1"/>
                  </a:cubicBezTo>
                  <a:moveTo>
                    <a:pt x="119" y="129"/>
                  </a:moveTo>
                  <a:cubicBezTo>
                    <a:pt x="119" y="128"/>
                    <a:pt x="119" y="128"/>
                    <a:pt x="119" y="127"/>
                  </a:cubicBezTo>
                  <a:cubicBezTo>
                    <a:pt x="119" y="127"/>
                    <a:pt x="120" y="127"/>
                    <a:pt x="120" y="127"/>
                  </a:cubicBezTo>
                  <a:cubicBezTo>
                    <a:pt x="121" y="127"/>
                    <a:pt x="121" y="127"/>
                    <a:pt x="122" y="127"/>
                  </a:cubicBezTo>
                  <a:cubicBezTo>
                    <a:pt x="122" y="128"/>
                    <a:pt x="122" y="128"/>
                    <a:pt x="122" y="129"/>
                  </a:cubicBezTo>
                  <a:cubicBezTo>
                    <a:pt x="122" y="129"/>
                    <a:pt x="122" y="130"/>
                    <a:pt x="122" y="131"/>
                  </a:cubicBezTo>
                  <a:cubicBezTo>
                    <a:pt x="121" y="131"/>
                    <a:pt x="121" y="131"/>
                    <a:pt x="120" y="131"/>
                  </a:cubicBezTo>
                  <a:cubicBezTo>
                    <a:pt x="120" y="131"/>
                    <a:pt x="119" y="131"/>
                    <a:pt x="119" y="131"/>
                  </a:cubicBezTo>
                  <a:cubicBezTo>
                    <a:pt x="118" y="131"/>
                    <a:pt x="118" y="131"/>
                    <a:pt x="117" y="131"/>
                  </a:cubicBezTo>
                  <a:cubicBezTo>
                    <a:pt x="117" y="130"/>
                    <a:pt x="117" y="129"/>
                    <a:pt x="117" y="129"/>
                  </a:cubicBezTo>
                  <a:cubicBezTo>
                    <a:pt x="118" y="129"/>
                    <a:pt x="118" y="129"/>
                    <a:pt x="119" y="129"/>
                  </a:cubicBezTo>
                  <a:moveTo>
                    <a:pt x="106" y="60"/>
                  </a:moveTo>
                  <a:cubicBezTo>
                    <a:pt x="107" y="60"/>
                    <a:pt x="107" y="60"/>
                    <a:pt x="108" y="60"/>
                  </a:cubicBezTo>
                  <a:cubicBezTo>
                    <a:pt x="108" y="60"/>
                    <a:pt x="109" y="60"/>
                    <a:pt x="109" y="60"/>
                  </a:cubicBezTo>
                  <a:cubicBezTo>
                    <a:pt x="109" y="60"/>
                    <a:pt x="109" y="61"/>
                    <a:pt x="109" y="61"/>
                  </a:cubicBezTo>
                  <a:cubicBezTo>
                    <a:pt x="110" y="61"/>
                    <a:pt x="110" y="61"/>
                    <a:pt x="111" y="61"/>
                  </a:cubicBezTo>
                  <a:cubicBezTo>
                    <a:pt x="111" y="61"/>
                    <a:pt x="112" y="61"/>
                    <a:pt x="112" y="61"/>
                  </a:cubicBezTo>
                  <a:cubicBezTo>
                    <a:pt x="113" y="61"/>
                    <a:pt x="113" y="61"/>
                    <a:pt x="114" y="61"/>
                  </a:cubicBezTo>
                  <a:cubicBezTo>
                    <a:pt x="114" y="61"/>
                    <a:pt x="115" y="61"/>
                    <a:pt x="116" y="61"/>
                  </a:cubicBezTo>
                  <a:cubicBezTo>
                    <a:pt x="116" y="61"/>
                    <a:pt x="117" y="61"/>
                    <a:pt x="117" y="61"/>
                  </a:cubicBezTo>
                  <a:cubicBezTo>
                    <a:pt x="117" y="62"/>
                    <a:pt x="117" y="62"/>
                    <a:pt x="117" y="63"/>
                  </a:cubicBezTo>
                  <a:cubicBezTo>
                    <a:pt x="117" y="63"/>
                    <a:pt x="117" y="64"/>
                    <a:pt x="117" y="64"/>
                  </a:cubicBezTo>
                  <a:cubicBezTo>
                    <a:pt x="117" y="64"/>
                    <a:pt x="116" y="64"/>
                    <a:pt x="116" y="64"/>
                  </a:cubicBezTo>
                  <a:cubicBezTo>
                    <a:pt x="115" y="64"/>
                    <a:pt x="114" y="64"/>
                    <a:pt x="114" y="64"/>
                  </a:cubicBezTo>
                  <a:cubicBezTo>
                    <a:pt x="114" y="64"/>
                    <a:pt x="114" y="63"/>
                    <a:pt x="114" y="63"/>
                  </a:cubicBezTo>
                  <a:cubicBezTo>
                    <a:pt x="113" y="63"/>
                    <a:pt x="113" y="63"/>
                    <a:pt x="112" y="63"/>
                  </a:cubicBezTo>
                  <a:cubicBezTo>
                    <a:pt x="112" y="63"/>
                    <a:pt x="111" y="63"/>
                    <a:pt x="111" y="63"/>
                  </a:cubicBezTo>
                  <a:cubicBezTo>
                    <a:pt x="111" y="63"/>
                    <a:pt x="111" y="64"/>
                    <a:pt x="111" y="64"/>
                  </a:cubicBezTo>
                  <a:cubicBezTo>
                    <a:pt x="111" y="65"/>
                    <a:pt x="111" y="66"/>
                    <a:pt x="111" y="66"/>
                  </a:cubicBezTo>
                  <a:cubicBezTo>
                    <a:pt x="111" y="66"/>
                    <a:pt x="112" y="66"/>
                    <a:pt x="112" y="66"/>
                  </a:cubicBezTo>
                  <a:cubicBezTo>
                    <a:pt x="112" y="67"/>
                    <a:pt x="112" y="67"/>
                    <a:pt x="112" y="68"/>
                  </a:cubicBezTo>
                  <a:cubicBezTo>
                    <a:pt x="112" y="68"/>
                    <a:pt x="111" y="68"/>
                    <a:pt x="111" y="68"/>
                  </a:cubicBezTo>
                  <a:cubicBezTo>
                    <a:pt x="110" y="68"/>
                    <a:pt x="110" y="68"/>
                    <a:pt x="109" y="68"/>
                  </a:cubicBezTo>
                  <a:cubicBezTo>
                    <a:pt x="109" y="67"/>
                    <a:pt x="109" y="67"/>
                    <a:pt x="109" y="66"/>
                  </a:cubicBezTo>
                  <a:cubicBezTo>
                    <a:pt x="109" y="66"/>
                    <a:pt x="108" y="66"/>
                    <a:pt x="108" y="66"/>
                  </a:cubicBezTo>
                  <a:cubicBezTo>
                    <a:pt x="108" y="66"/>
                    <a:pt x="108" y="65"/>
                    <a:pt x="108" y="64"/>
                  </a:cubicBezTo>
                  <a:cubicBezTo>
                    <a:pt x="108" y="64"/>
                    <a:pt x="108" y="63"/>
                    <a:pt x="108" y="63"/>
                  </a:cubicBezTo>
                  <a:cubicBezTo>
                    <a:pt x="108" y="62"/>
                    <a:pt x="108" y="62"/>
                    <a:pt x="108" y="61"/>
                  </a:cubicBezTo>
                  <a:cubicBezTo>
                    <a:pt x="107" y="61"/>
                    <a:pt x="107" y="61"/>
                    <a:pt x="106" y="61"/>
                  </a:cubicBezTo>
                  <a:cubicBezTo>
                    <a:pt x="106" y="61"/>
                    <a:pt x="106" y="60"/>
                    <a:pt x="106" y="60"/>
                  </a:cubicBezTo>
                  <a:moveTo>
                    <a:pt x="103" y="142"/>
                  </a:moveTo>
                  <a:cubicBezTo>
                    <a:pt x="103" y="141"/>
                    <a:pt x="103" y="141"/>
                    <a:pt x="103" y="140"/>
                  </a:cubicBezTo>
                  <a:cubicBezTo>
                    <a:pt x="104" y="140"/>
                    <a:pt x="104" y="140"/>
                    <a:pt x="105" y="140"/>
                  </a:cubicBezTo>
                  <a:cubicBezTo>
                    <a:pt x="105" y="140"/>
                    <a:pt x="105" y="139"/>
                    <a:pt x="105" y="139"/>
                  </a:cubicBezTo>
                  <a:cubicBezTo>
                    <a:pt x="105" y="138"/>
                    <a:pt x="105" y="137"/>
                    <a:pt x="105" y="137"/>
                  </a:cubicBezTo>
                  <a:cubicBezTo>
                    <a:pt x="105" y="136"/>
                    <a:pt x="105" y="136"/>
                    <a:pt x="105" y="135"/>
                  </a:cubicBezTo>
                  <a:cubicBezTo>
                    <a:pt x="105" y="135"/>
                    <a:pt x="106" y="135"/>
                    <a:pt x="106" y="135"/>
                  </a:cubicBezTo>
                  <a:cubicBezTo>
                    <a:pt x="106" y="135"/>
                    <a:pt x="106" y="134"/>
                    <a:pt x="106" y="134"/>
                  </a:cubicBezTo>
                  <a:cubicBezTo>
                    <a:pt x="106" y="133"/>
                    <a:pt x="106" y="133"/>
                    <a:pt x="106" y="132"/>
                  </a:cubicBezTo>
                  <a:cubicBezTo>
                    <a:pt x="107" y="132"/>
                    <a:pt x="107" y="132"/>
                    <a:pt x="108" y="132"/>
                  </a:cubicBezTo>
                  <a:cubicBezTo>
                    <a:pt x="108" y="132"/>
                    <a:pt x="108" y="131"/>
                    <a:pt x="108" y="131"/>
                  </a:cubicBezTo>
                  <a:cubicBezTo>
                    <a:pt x="108" y="130"/>
                    <a:pt x="108" y="129"/>
                    <a:pt x="108" y="129"/>
                  </a:cubicBezTo>
                  <a:cubicBezTo>
                    <a:pt x="108" y="129"/>
                    <a:pt x="109" y="129"/>
                    <a:pt x="109" y="129"/>
                  </a:cubicBezTo>
                  <a:cubicBezTo>
                    <a:pt x="110" y="129"/>
                    <a:pt x="110" y="129"/>
                    <a:pt x="111" y="129"/>
                  </a:cubicBezTo>
                  <a:cubicBezTo>
                    <a:pt x="111" y="129"/>
                    <a:pt x="111" y="130"/>
                    <a:pt x="111" y="131"/>
                  </a:cubicBezTo>
                  <a:cubicBezTo>
                    <a:pt x="111" y="131"/>
                    <a:pt x="111" y="132"/>
                    <a:pt x="111" y="132"/>
                  </a:cubicBezTo>
                  <a:cubicBezTo>
                    <a:pt x="111" y="132"/>
                    <a:pt x="112" y="132"/>
                    <a:pt x="112" y="132"/>
                  </a:cubicBezTo>
                  <a:cubicBezTo>
                    <a:pt x="112" y="133"/>
                    <a:pt x="112" y="133"/>
                    <a:pt x="112" y="134"/>
                  </a:cubicBezTo>
                  <a:cubicBezTo>
                    <a:pt x="112" y="134"/>
                    <a:pt x="112" y="135"/>
                    <a:pt x="112" y="135"/>
                  </a:cubicBezTo>
                  <a:cubicBezTo>
                    <a:pt x="113" y="135"/>
                    <a:pt x="113" y="135"/>
                    <a:pt x="114" y="135"/>
                  </a:cubicBezTo>
                  <a:cubicBezTo>
                    <a:pt x="114" y="135"/>
                    <a:pt x="115" y="135"/>
                    <a:pt x="116" y="135"/>
                  </a:cubicBezTo>
                  <a:cubicBezTo>
                    <a:pt x="116" y="135"/>
                    <a:pt x="117" y="135"/>
                    <a:pt x="117" y="135"/>
                  </a:cubicBezTo>
                  <a:cubicBezTo>
                    <a:pt x="117" y="135"/>
                    <a:pt x="117" y="134"/>
                    <a:pt x="117" y="134"/>
                  </a:cubicBezTo>
                  <a:cubicBezTo>
                    <a:pt x="118" y="134"/>
                    <a:pt x="118" y="134"/>
                    <a:pt x="119" y="134"/>
                  </a:cubicBezTo>
                  <a:cubicBezTo>
                    <a:pt x="119" y="134"/>
                    <a:pt x="120" y="134"/>
                    <a:pt x="120" y="134"/>
                  </a:cubicBezTo>
                  <a:cubicBezTo>
                    <a:pt x="121" y="134"/>
                    <a:pt x="121" y="134"/>
                    <a:pt x="122" y="134"/>
                  </a:cubicBezTo>
                  <a:cubicBezTo>
                    <a:pt x="122" y="134"/>
                    <a:pt x="122" y="135"/>
                    <a:pt x="122" y="135"/>
                  </a:cubicBezTo>
                  <a:cubicBezTo>
                    <a:pt x="122" y="135"/>
                    <a:pt x="123" y="135"/>
                    <a:pt x="123" y="135"/>
                  </a:cubicBezTo>
                  <a:cubicBezTo>
                    <a:pt x="124" y="135"/>
                    <a:pt x="124" y="135"/>
                    <a:pt x="125" y="135"/>
                  </a:cubicBezTo>
                  <a:cubicBezTo>
                    <a:pt x="125" y="136"/>
                    <a:pt x="125" y="136"/>
                    <a:pt x="125" y="137"/>
                  </a:cubicBezTo>
                  <a:cubicBezTo>
                    <a:pt x="125" y="137"/>
                    <a:pt x="126" y="137"/>
                    <a:pt x="126" y="137"/>
                  </a:cubicBezTo>
                  <a:cubicBezTo>
                    <a:pt x="127" y="137"/>
                    <a:pt x="128" y="137"/>
                    <a:pt x="128" y="137"/>
                  </a:cubicBezTo>
                  <a:cubicBezTo>
                    <a:pt x="128" y="137"/>
                    <a:pt x="128" y="138"/>
                    <a:pt x="128" y="139"/>
                  </a:cubicBezTo>
                  <a:cubicBezTo>
                    <a:pt x="129" y="139"/>
                    <a:pt x="129" y="139"/>
                    <a:pt x="130" y="139"/>
                  </a:cubicBezTo>
                  <a:cubicBezTo>
                    <a:pt x="130" y="139"/>
                    <a:pt x="131" y="139"/>
                    <a:pt x="131" y="139"/>
                  </a:cubicBezTo>
                  <a:cubicBezTo>
                    <a:pt x="131" y="139"/>
                    <a:pt x="131" y="140"/>
                    <a:pt x="131" y="140"/>
                  </a:cubicBezTo>
                  <a:cubicBezTo>
                    <a:pt x="131" y="141"/>
                    <a:pt x="131" y="141"/>
                    <a:pt x="131" y="142"/>
                  </a:cubicBezTo>
                  <a:cubicBezTo>
                    <a:pt x="132" y="142"/>
                    <a:pt x="132" y="142"/>
                    <a:pt x="133" y="142"/>
                  </a:cubicBezTo>
                  <a:cubicBezTo>
                    <a:pt x="133" y="142"/>
                    <a:pt x="133" y="143"/>
                    <a:pt x="133" y="144"/>
                  </a:cubicBezTo>
                  <a:cubicBezTo>
                    <a:pt x="132" y="144"/>
                    <a:pt x="132" y="144"/>
                    <a:pt x="131" y="144"/>
                  </a:cubicBezTo>
                  <a:cubicBezTo>
                    <a:pt x="131" y="144"/>
                    <a:pt x="130" y="144"/>
                    <a:pt x="130" y="144"/>
                  </a:cubicBezTo>
                  <a:cubicBezTo>
                    <a:pt x="129" y="144"/>
                    <a:pt x="129" y="144"/>
                    <a:pt x="128" y="144"/>
                  </a:cubicBezTo>
                  <a:cubicBezTo>
                    <a:pt x="128" y="144"/>
                    <a:pt x="127" y="144"/>
                    <a:pt x="126" y="144"/>
                  </a:cubicBezTo>
                  <a:cubicBezTo>
                    <a:pt x="126" y="144"/>
                    <a:pt x="125" y="144"/>
                    <a:pt x="125" y="144"/>
                  </a:cubicBezTo>
                  <a:cubicBezTo>
                    <a:pt x="124" y="144"/>
                    <a:pt x="124" y="144"/>
                    <a:pt x="123" y="144"/>
                  </a:cubicBezTo>
                  <a:cubicBezTo>
                    <a:pt x="123" y="144"/>
                    <a:pt x="122" y="144"/>
                    <a:pt x="122" y="144"/>
                  </a:cubicBezTo>
                  <a:cubicBezTo>
                    <a:pt x="122" y="143"/>
                    <a:pt x="122" y="142"/>
                    <a:pt x="122" y="142"/>
                  </a:cubicBezTo>
                  <a:cubicBezTo>
                    <a:pt x="121" y="142"/>
                    <a:pt x="121" y="142"/>
                    <a:pt x="120" y="142"/>
                  </a:cubicBezTo>
                  <a:cubicBezTo>
                    <a:pt x="120" y="142"/>
                    <a:pt x="119" y="142"/>
                    <a:pt x="119" y="142"/>
                  </a:cubicBezTo>
                  <a:cubicBezTo>
                    <a:pt x="118" y="142"/>
                    <a:pt x="118" y="142"/>
                    <a:pt x="117" y="142"/>
                  </a:cubicBezTo>
                  <a:cubicBezTo>
                    <a:pt x="117" y="142"/>
                    <a:pt x="116" y="142"/>
                    <a:pt x="116" y="142"/>
                  </a:cubicBezTo>
                  <a:cubicBezTo>
                    <a:pt x="115" y="142"/>
                    <a:pt x="114" y="142"/>
                    <a:pt x="114" y="142"/>
                  </a:cubicBezTo>
                  <a:cubicBezTo>
                    <a:pt x="114" y="142"/>
                    <a:pt x="114" y="143"/>
                    <a:pt x="114" y="144"/>
                  </a:cubicBezTo>
                  <a:cubicBezTo>
                    <a:pt x="113" y="144"/>
                    <a:pt x="113" y="144"/>
                    <a:pt x="112" y="144"/>
                  </a:cubicBezTo>
                  <a:cubicBezTo>
                    <a:pt x="112" y="144"/>
                    <a:pt x="111" y="144"/>
                    <a:pt x="111" y="144"/>
                  </a:cubicBezTo>
                  <a:cubicBezTo>
                    <a:pt x="110" y="144"/>
                    <a:pt x="110" y="144"/>
                    <a:pt x="109" y="144"/>
                  </a:cubicBezTo>
                  <a:cubicBezTo>
                    <a:pt x="109" y="144"/>
                    <a:pt x="109" y="145"/>
                    <a:pt x="109" y="145"/>
                  </a:cubicBezTo>
                  <a:cubicBezTo>
                    <a:pt x="109" y="145"/>
                    <a:pt x="108" y="145"/>
                    <a:pt x="108" y="145"/>
                  </a:cubicBezTo>
                  <a:cubicBezTo>
                    <a:pt x="107" y="145"/>
                    <a:pt x="107" y="145"/>
                    <a:pt x="106" y="145"/>
                  </a:cubicBezTo>
                  <a:cubicBezTo>
                    <a:pt x="106" y="145"/>
                    <a:pt x="105" y="145"/>
                    <a:pt x="105" y="145"/>
                  </a:cubicBezTo>
                  <a:cubicBezTo>
                    <a:pt x="105" y="145"/>
                    <a:pt x="105" y="144"/>
                    <a:pt x="105" y="144"/>
                  </a:cubicBezTo>
                  <a:cubicBezTo>
                    <a:pt x="104" y="144"/>
                    <a:pt x="104" y="144"/>
                    <a:pt x="103" y="144"/>
                  </a:cubicBezTo>
                  <a:cubicBezTo>
                    <a:pt x="103" y="143"/>
                    <a:pt x="103" y="142"/>
                    <a:pt x="103" y="142"/>
                  </a:cubicBezTo>
                  <a:moveTo>
                    <a:pt x="90" y="84"/>
                  </a:moveTo>
                  <a:cubicBezTo>
                    <a:pt x="91" y="84"/>
                    <a:pt x="92" y="84"/>
                    <a:pt x="92" y="84"/>
                  </a:cubicBezTo>
                  <a:cubicBezTo>
                    <a:pt x="93" y="84"/>
                    <a:pt x="93" y="84"/>
                    <a:pt x="94" y="84"/>
                  </a:cubicBezTo>
                  <a:cubicBezTo>
                    <a:pt x="94" y="84"/>
                    <a:pt x="95" y="84"/>
                    <a:pt x="95" y="84"/>
                  </a:cubicBezTo>
                  <a:cubicBezTo>
                    <a:pt x="95" y="83"/>
                    <a:pt x="95" y="83"/>
                    <a:pt x="95" y="82"/>
                  </a:cubicBezTo>
                  <a:cubicBezTo>
                    <a:pt x="96" y="82"/>
                    <a:pt x="96" y="82"/>
                    <a:pt x="97" y="82"/>
                  </a:cubicBezTo>
                  <a:cubicBezTo>
                    <a:pt x="97" y="83"/>
                    <a:pt x="97" y="83"/>
                    <a:pt x="97" y="84"/>
                  </a:cubicBezTo>
                  <a:cubicBezTo>
                    <a:pt x="97" y="84"/>
                    <a:pt x="98" y="84"/>
                    <a:pt x="98" y="84"/>
                  </a:cubicBezTo>
                  <a:cubicBezTo>
                    <a:pt x="98" y="84"/>
                    <a:pt x="98" y="85"/>
                    <a:pt x="98" y="85"/>
                  </a:cubicBezTo>
                  <a:cubicBezTo>
                    <a:pt x="98" y="85"/>
                    <a:pt x="97" y="85"/>
                    <a:pt x="97" y="85"/>
                  </a:cubicBezTo>
                  <a:cubicBezTo>
                    <a:pt x="96" y="85"/>
                    <a:pt x="96" y="85"/>
                    <a:pt x="95" y="85"/>
                  </a:cubicBezTo>
                  <a:cubicBezTo>
                    <a:pt x="95" y="85"/>
                    <a:pt x="94" y="85"/>
                    <a:pt x="94" y="85"/>
                  </a:cubicBezTo>
                  <a:cubicBezTo>
                    <a:pt x="93" y="85"/>
                    <a:pt x="93" y="85"/>
                    <a:pt x="92" y="85"/>
                  </a:cubicBezTo>
                  <a:cubicBezTo>
                    <a:pt x="92" y="85"/>
                    <a:pt x="91" y="85"/>
                    <a:pt x="90" y="85"/>
                  </a:cubicBezTo>
                  <a:cubicBezTo>
                    <a:pt x="90" y="85"/>
                    <a:pt x="90" y="84"/>
                    <a:pt x="90" y="84"/>
                  </a:cubicBezTo>
                  <a:moveTo>
                    <a:pt x="90" y="92"/>
                  </a:moveTo>
                  <a:cubicBezTo>
                    <a:pt x="90" y="92"/>
                    <a:pt x="90" y="93"/>
                    <a:pt x="90" y="93"/>
                  </a:cubicBezTo>
                  <a:cubicBezTo>
                    <a:pt x="90" y="94"/>
                    <a:pt x="90" y="95"/>
                    <a:pt x="90" y="95"/>
                  </a:cubicBezTo>
                  <a:cubicBezTo>
                    <a:pt x="90" y="95"/>
                    <a:pt x="89" y="95"/>
                    <a:pt x="89" y="95"/>
                  </a:cubicBezTo>
                  <a:cubicBezTo>
                    <a:pt x="89" y="95"/>
                    <a:pt x="89" y="94"/>
                    <a:pt x="89" y="93"/>
                  </a:cubicBezTo>
                  <a:cubicBezTo>
                    <a:pt x="88" y="93"/>
                    <a:pt x="88" y="93"/>
                    <a:pt x="87" y="93"/>
                  </a:cubicBezTo>
                  <a:cubicBezTo>
                    <a:pt x="87" y="93"/>
                    <a:pt x="87" y="92"/>
                    <a:pt x="87" y="92"/>
                  </a:cubicBezTo>
                  <a:cubicBezTo>
                    <a:pt x="88" y="92"/>
                    <a:pt x="88" y="92"/>
                    <a:pt x="89" y="92"/>
                  </a:cubicBezTo>
                  <a:cubicBezTo>
                    <a:pt x="89" y="92"/>
                    <a:pt x="90" y="92"/>
                    <a:pt x="90" y="92"/>
                  </a:cubicBezTo>
                  <a:moveTo>
                    <a:pt x="70" y="105"/>
                  </a:moveTo>
                  <a:cubicBezTo>
                    <a:pt x="70" y="104"/>
                    <a:pt x="70" y="104"/>
                    <a:pt x="70" y="103"/>
                  </a:cubicBezTo>
                  <a:cubicBezTo>
                    <a:pt x="71" y="103"/>
                    <a:pt x="71" y="103"/>
                    <a:pt x="72" y="103"/>
                  </a:cubicBezTo>
                  <a:cubicBezTo>
                    <a:pt x="72" y="103"/>
                    <a:pt x="72" y="102"/>
                    <a:pt x="72" y="102"/>
                  </a:cubicBezTo>
                  <a:cubicBezTo>
                    <a:pt x="72" y="101"/>
                    <a:pt x="72" y="100"/>
                    <a:pt x="72" y="100"/>
                  </a:cubicBezTo>
                  <a:cubicBezTo>
                    <a:pt x="72" y="100"/>
                    <a:pt x="73" y="100"/>
                    <a:pt x="73" y="100"/>
                  </a:cubicBezTo>
                  <a:cubicBezTo>
                    <a:pt x="74" y="100"/>
                    <a:pt x="74" y="100"/>
                    <a:pt x="75" y="100"/>
                  </a:cubicBezTo>
                  <a:cubicBezTo>
                    <a:pt x="75" y="99"/>
                    <a:pt x="75" y="99"/>
                    <a:pt x="75" y="98"/>
                  </a:cubicBezTo>
                  <a:cubicBezTo>
                    <a:pt x="75" y="98"/>
                    <a:pt x="76" y="98"/>
                    <a:pt x="76" y="98"/>
                  </a:cubicBezTo>
                  <a:cubicBezTo>
                    <a:pt x="76" y="98"/>
                    <a:pt x="76" y="97"/>
                    <a:pt x="76" y="97"/>
                  </a:cubicBezTo>
                  <a:cubicBezTo>
                    <a:pt x="77" y="97"/>
                    <a:pt x="77" y="97"/>
                    <a:pt x="78" y="97"/>
                  </a:cubicBezTo>
                  <a:cubicBezTo>
                    <a:pt x="79" y="97"/>
                    <a:pt x="79" y="97"/>
                    <a:pt x="80" y="97"/>
                  </a:cubicBezTo>
                  <a:cubicBezTo>
                    <a:pt x="80" y="97"/>
                    <a:pt x="81" y="97"/>
                    <a:pt x="81" y="97"/>
                  </a:cubicBezTo>
                  <a:cubicBezTo>
                    <a:pt x="81" y="96"/>
                    <a:pt x="81" y="96"/>
                    <a:pt x="81" y="95"/>
                  </a:cubicBezTo>
                  <a:cubicBezTo>
                    <a:pt x="81" y="95"/>
                    <a:pt x="81" y="94"/>
                    <a:pt x="81" y="93"/>
                  </a:cubicBezTo>
                  <a:cubicBezTo>
                    <a:pt x="81" y="93"/>
                    <a:pt x="81" y="92"/>
                    <a:pt x="81" y="92"/>
                  </a:cubicBezTo>
                  <a:cubicBezTo>
                    <a:pt x="81" y="92"/>
                    <a:pt x="80" y="92"/>
                    <a:pt x="80" y="92"/>
                  </a:cubicBezTo>
                  <a:cubicBezTo>
                    <a:pt x="80" y="92"/>
                    <a:pt x="80" y="93"/>
                    <a:pt x="80" y="93"/>
                  </a:cubicBezTo>
                  <a:cubicBezTo>
                    <a:pt x="79" y="93"/>
                    <a:pt x="79" y="93"/>
                    <a:pt x="78" y="93"/>
                  </a:cubicBezTo>
                  <a:cubicBezTo>
                    <a:pt x="78" y="94"/>
                    <a:pt x="78" y="95"/>
                    <a:pt x="78" y="95"/>
                  </a:cubicBezTo>
                  <a:cubicBezTo>
                    <a:pt x="77" y="95"/>
                    <a:pt x="77" y="95"/>
                    <a:pt x="76" y="95"/>
                  </a:cubicBezTo>
                  <a:cubicBezTo>
                    <a:pt x="76" y="95"/>
                    <a:pt x="76" y="94"/>
                    <a:pt x="76" y="93"/>
                  </a:cubicBezTo>
                  <a:cubicBezTo>
                    <a:pt x="76" y="93"/>
                    <a:pt x="76" y="92"/>
                    <a:pt x="76" y="92"/>
                  </a:cubicBezTo>
                  <a:cubicBezTo>
                    <a:pt x="76" y="91"/>
                    <a:pt x="76" y="91"/>
                    <a:pt x="76" y="90"/>
                  </a:cubicBezTo>
                  <a:cubicBezTo>
                    <a:pt x="77" y="90"/>
                    <a:pt x="77" y="90"/>
                    <a:pt x="78" y="90"/>
                  </a:cubicBezTo>
                  <a:cubicBezTo>
                    <a:pt x="78" y="90"/>
                    <a:pt x="78" y="89"/>
                    <a:pt x="78" y="89"/>
                  </a:cubicBezTo>
                  <a:cubicBezTo>
                    <a:pt x="79" y="89"/>
                    <a:pt x="79" y="89"/>
                    <a:pt x="80" y="89"/>
                  </a:cubicBezTo>
                  <a:cubicBezTo>
                    <a:pt x="80" y="88"/>
                    <a:pt x="80" y="87"/>
                    <a:pt x="80" y="87"/>
                  </a:cubicBezTo>
                  <a:cubicBezTo>
                    <a:pt x="80" y="87"/>
                    <a:pt x="81" y="87"/>
                    <a:pt x="81" y="87"/>
                  </a:cubicBezTo>
                  <a:cubicBezTo>
                    <a:pt x="81" y="86"/>
                    <a:pt x="81" y="86"/>
                    <a:pt x="81" y="85"/>
                  </a:cubicBezTo>
                  <a:cubicBezTo>
                    <a:pt x="81" y="85"/>
                    <a:pt x="81" y="84"/>
                    <a:pt x="81" y="84"/>
                  </a:cubicBezTo>
                  <a:cubicBezTo>
                    <a:pt x="81" y="84"/>
                    <a:pt x="80" y="84"/>
                    <a:pt x="80" y="84"/>
                  </a:cubicBezTo>
                  <a:cubicBezTo>
                    <a:pt x="79" y="84"/>
                    <a:pt x="79" y="84"/>
                    <a:pt x="78" y="84"/>
                  </a:cubicBezTo>
                  <a:cubicBezTo>
                    <a:pt x="78" y="83"/>
                    <a:pt x="78" y="83"/>
                    <a:pt x="78" y="82"/>
                  </a:cubicBezTo>
                  <a:cubicBezTo>
                    <a:pt x="77" y="82"/>
                    <a:pt x="77" y="82"/>
                    <a:pt x="76" y="82"/>
                  </a:cubicBezTo>
                  <a:cubicBezTo>
                    <a:pt x="76" y="82"/>
                    <a:pt x="76" y="81"/>
                    <a:pt x="76" y="81"/>
                  </a:cubicBezTo>
                  <a:cubicBezTo>
                    <a:pt x="76" y="80"/>
                    <a:pt x="76" y="79"/>
                    <a:pt x="76" y="79"/>
                  </a:cubicBezTo>
                  <a:cubicBezTo>
                    <a:pt x="76" y="78"/>
                    <a:pt x="76" y="78"/>
                    <a:pt x="76" y="77"/>
                  </a:cubicBezTo>
                  <a:cubicBezTo>
                    <a:pt x="76" y="77"/>
                    <a:pt x="76" y="76"/>
                    <a:pt x="76" y="76"/>
                  </a:cubicBezTo>
                  <a:cubicBezTo>
                    <a:pt x="77" y="76"/>
                    <a:pt x="77" y="76"/>
                    <a:pt x="78" y="76"/>
                  </a:cubicBezTo>
                  <a:cubicBezTo>
                    <a:pt x="78" y="75"/>
                    <a:pt x="78" y="75"/>
                    <a:pt x="78" y="74"/>
                  </a:cubicBezTo>
                  <a:cubicBezTo>
                    <a:pt x="79" y="74"/>
                    <a:pt x="79" y="74"/>
                    <a:pt x="80" y="74"/>
                  </a:cubicBezTo>
                  <a:cubicBezTo>
                    <a:pt x="80" y="74"/>
                    <a:pt x="81" y="74"/>
                    <a:pt x="81" y="74"/>
                  </a:cubicBezTo>
                  <a:cubicBezTo>
                    <a:pt x="81" y="74"/>
                    <a:pt x="81" y="73"/>
                    <a:pt x="81" y="72"/>
                  </a:cubicBezTo>
                  <a:cubicBezTo>
                    <a:pt x="81" y="72"/>
                    <a:pt x="81" y="71"/>
                    <a:pt x="81" y="71"/>
                  </a:cubicBezTo>
                  <a:cubicBezTo>
                    <a:pt x="82" y="71"/>
                    <a:pt x="82" y="71"/>
                    <a:pt x="83" y="71"/>
                  </a:cubicBezTo>
                  <a:cubicBezTo>
                    <a:pt x="83" y="70"/>
                    <a:pt x="83" y="70"/>
                    <a:pt x="83" y="69"/>
                  </a:cubicBezTo>
                  <a:cubicBezTo>
                    <a:pt x="83" y="69"/>
                    <a:pt x="83" y="68"/>
                    <a:pt x="83" y="68"/>
                  </a:cubicBezTo>
                  <a:cubicBezTo>
                    <a:pt x="83" y="67"/>
                    <a:pt x="83" y="67"/>
                    <a:pt x="83" y="66"/>
                  </a:cubicBezTo>
                  <a:cubicBezTo>
                    <a:pt x="83" y="66"/>
                    <a:pt x="84" y="66"/>
                    <a:pt x="84" y="66"/>
                  </a:cubicBezTo>
                  <a:cubicBezTo>
                    <a:pt x="84" y="66"/>
                    <a:pt x="84" y="65"/>
                    <a:pt x="84" y="64"/>
                  </a:cubicBezTo>
                  <a:cubicBezTo>
                    <a:pt x="85" y="64"/>
                    <a:pt x="85" y="64"/>
                    <a:pt x="86" y="64"/>
                  </a:cubicBezTo>
                  <a:cubicBezTo>
                    <a:pt x="86" y="64"/>
                    <a:pt x="87" y="64"/>
                    <a:pt x="87" y="64"/>
                  </a:cubicBezTo>
                  <a:cubicBezTo>
                    <a:pt x="87" y="65"/>
                    <a:pt x="87" y="66"/>
                    <a:pt x="87" y="66"/>
                  </a:cubicBezTo>
                  <a:cubicBezTo>
                    <a:pt x="87" y="67"/>
                    <a:pt x="87" y="67"/>
                    <a:pt x="87" y="68"/>
                  </a:cubicBezTo>
                  <a:cubicBezTo>
                    <a:pt x="87" y="68"/>
                    <a:pt x="87" y="69"/>
                    <a:pt x="87" y="69"/>
                  </a:cubicBezTo>
                  <a:cubicBezTo>
                    <a:pt x="87" y="69"/>
                    <a:pt x="86" y="69"/>
                    <a:pt x="86" y="69"/>
                  </a:cubicBezTo>
                  <a:cubicBezTo>
                    <a:pt x="86" y="70"/>
                    <a:pt x="86" y="70"/>
                    <a:pt x="86" y="71"/>
                  </a:cubicBezTo>
                  <a:cubicBezTo>
                    <a:pt x="85" y="71"/>
                    <a:pt x="85" y="71"/>
                    <a:pt x="84" y="71"/>
                  </a:cubicBezTo>
                  <a:cubicBezTo>
                    <a:pt x="84" y="71"/>
                    <a:pt x="84" y="72"/>
                    <a:pt x="84" y="72"/>
                  </a:cubicBezTo>
                  <a:cubicBezTo>
                    <a:pt x="84" y="72"/>
                    <a:pt x="83" y="72"/>
                    <a:pt x="83" y="72"/>
                  </a:cubicBezTo>
                  <a:cubicBezTo>
                    <a:pt x="83" y="73"/>
                    <a:pt x="83" y="74"/>
                    <a:pt x="83" y="74"/>
                  </a:cubicBezTo>
                  <a:cubicBezTo>
                    <a:pt x="83" y="75"/>
                    <a:pt x="83" y="75"/>
                    <a:pt x="83" y="76"/>
                  </a:cubicBezTo>
                  <a:cubicBezTo>
                    <a:pt x="83" y="76"/>
                    <a:pt x="83" y="77"/>
                    <a:pt x="83" y="77"/>
                  </a:cubicBezTo>
                  <a:cubicBezTo>
                    <a:pt x="83" y="78"/>
                    <a:pt x="83" y="78"/>
                    <a:pt x="83" y="79"/>
                  </a:cubicBezTo>
                  <a:cubicBezTo>
                    <a:pt x="83" y="79"/>
                    <a:pt x="83" y="80"/>
                    <a:pt x="83" y="81"/>
                  </a:cubicBezTo>
                  <a:cubicBezTo>
                    <a:pt x="83" y="81"/>
                    <a:pt x="83" y="82"/>
                    <a:pt x="83" y="82"/>
                  </a:cubicBezTo>
                  <a:cubicBezTo>
                    <a:pt x="83" y="83"/>
                    <a:pt x="83" y="83"/>
                    <a:pt x="83" y="84"/>
                  </a:cubicBezTo>
                  <a:cubicBezTo>
                    <a:pt x="83" y="84"/>
                    <a:pt x="84" y="84"/>
                    <a:pt x="84" y="84"/>
                  </a:cubicBezTo>
                  <a:cubicBezTo>
                    <a:pt x="84" y="84"/>
                    <a:pt x="84" y="85"/>
                    <a:pt x="84" y="85"/>
                  </a:cubicBezTo>
                  <a:cubicBezTo>
                    <a:pt x="85" y="85"/>
                    <a:pt x="85" y="85"/>
                    <a:pt x="86" y="85"/>
                  </a:cubicBezTo>
                  <a:cubicBezTo>
                    <a:pt x="86" y="85"/>
                    <a:pt x="87" y="85"/>
                    <a:pt x="87" y="85"/>
                  </a:cubicBezTo>
                  <a:cubicBezTo>
                    <a:pt x="88" y="85"/>
                    <a:pt x="88" y="85"/>
                    <a:pt x="89" y="85"/>
                  </a:cubicBezTo>
                  <a:cubicBezTo>
                    <a:pt x="89" y="86"/>
                    <a:pt x="89" y="86"/>
                    <a:pt x="89" y="87"/>
                  </a:cubicBezTo>
                  <a:cubicBezTo>
                    <a:pt x="88" y="87"/>
                    <a:pt x="88" y="87"/>
                    <a:pt x="87" y="87"/>
                  </a:cubicBezTo>
                  <a:cubicBezTo>
                    <a:pt x="87" y="87"/>
                    <a:pt x="87" y="88"/>
                    <a:pt x="87" y="89"/>
                  </a:cubicBezTo>
                  <a:cubicBezTo>
                    <a:pt x="87" y="89"/>
                    <a:pt x="86" y="89"/>
                    <a:pt x="86" y="89"/>
                  </a:cubicBezTo>
                  <a:cubicBezTo>
                    <a:pt x="86" y="89"/>
                    <a:pt x="86" y="90"/>
                    <a:pt x="86" y="90"/>
                  </a:cubicBezTo>
                  <a:cubicBezTo>
                    <a:pt x="85" y="90"/>
                    <a:pt x="85" y="90"/>
                    <a:pt x="84" y="90"/>
                  </a:cubicBezTo>
                  <a:cubicBezTo>
                    <a:pt x="84" y="91"/>
                    <a:pt x="84" y="91"/>
                    <a:pt x="84" y="92"/>
                  </a:cubicBezTo>
                  <a:cubicBezTo>
                    <a:pt x="84" y="92"/>
                    <a:pt x="84" y="93"/>
                    <a:pt x="84" y="93"/>
                  </a:cubicBezTo>
                  <a:cubicBezTo>
                    <a:pt x="84" y="94"/>
                    <a:pt x="84" y="95"/>
                    <a:pt x="84" y="95"/>
                  </a:cubicBezTo>
                  <a:cubicBezTo>
                    <a:pt x="84" y="95"/>
                    <a:pt x="83" y="95"/>
                    <a:pt x="83" y="95"/>
                  </a:cubicBezTo>
                  <a:cubicBezTo>
                    <a:pt x="83" y="96"/>
                    <a:pt x="83" y="96"/>
                    <a:pt x="83" y="97"/>
                  </a:cubicBezTo>
                  <a:cubicBezTo>
                    <a:pt x="83" y="97"/>
                    <a:pt x="83" y="98"/>
                    <a:pt x="83" y="98"/>
                  </a:cubicBezTo>
                  <a:cubicBezTo>
                    <a:pt x="83" y="99"/>
                    <a:pt x="83" y="99"/>
                    <a:pt x="83" y="100"/>
                  </a:cubicBezTo>
                  <a:cubicBezTo>
                    <a:pt x="83" y="100"/>
                    <a:pt x="84" y="100"/>
                    <a:pt x="84" y="100"/>
                  </a:cubicBezTo>
                  <a:cubicBezTo>
                    <a:pt x="84" y="100"/>
                    <a:pt x="84" y="101"/>
                    <a:pt x="84" y="102"/>
                  </a:cubicBezTo>
                  <a:cubicBezTo>
                    <a:pt x="84" y="102"/>
                    <a:pt x="83" y="102"/>
                    <a:pt x="83" y="102"/>
                  </a:cubicBezTo>
                  <a:cubicBezTo>
                    <a:pt x="83" y="102"/>
                    <a:pt x="83" y="103"/>
                    <a:pt x="83" y="103"/>
                  </a:cubicBezTo>
                  <a:cubicBezTo>
                    <a:pt x="82" y="103"/>
                    <a:pt x="81" y="103"/>
                    <a:pt x="80" y="103"/>
                  </a:cubicBezTo>
                  <a:cubicBezTo>
                    <a:pt x="79" y="103"/>
                    <a:pt x="79" y="103"/>
                    <a:pt x="78" y="103"/>
                  </a:cubicBezTo>
                  <a:cubicBezTo>
                    <a:pt x="77" y="103"/>
                    <a:pt x="77" y="103"/>
                    <a:pt x="76" y="103"/>
                  </a:cubicBezTo>
                  <a:cubicBezTo>
                    <a:pt x="76" y="103"/>
                    <a:pt x="75" y="103"/>
                    <a:pt x="75" y="103"/>
                  </a:cubicBezTo>
                  <a:cubicBezTo>
                    <a:pt x="75" y="104"/>
                    <a:pt x="75" y="104"/>
                    <a:pt x="75" y="105"/>
                  </a:cubicBezTo>
                  <a:cubicBezTo>
                    <a:pt x="74" y="105"/>
                    <a:pt x="74" y="105"/>
                    <a:pt x="73" y="105"/>
                  </a:cubicBezTo>
                  <a:cubicBezTo>
                    <a:pt x="73" y="105"/>
                    <a:pt x="72" y="105"/>
                    <a:pt x="72" y="105"/>
                  </a:cubicBezTo>
                  <a:cubicBezTo>
                    <a:pt x="72" y="105"/>
                    <a:pt x="72" y="106"/>
                    <a:pt x="72" y="106"/>
                  </a:cubicBezTo>
                  <a:cubicBezTo>
                    <a:pt x="71" y="106"/>
                    <a:pt x="71" y="106"/>
                    <a:pt x="70" y="106"/>
                  </a:cubicBezTo>
                  <a:cubicBezTo>
                    <a:pt x="70" y="106"/>
                    <a:pt x="70" y="105"/>
                    <a:pt x="70" y="105"/>
                  </a:cubicBezTo>
                  <a:moveTo>
                    <a:pt x="69" y="103"/>
                  </a:moveTo>
                  <a:cubicBezTo>
                    <a:pt x="69" y="104"/>
                    <a:pt x="69" y="104"/>
                    <a:pt x="69" y="105"/>
                  </a:cubicBezTo>
                  <a:cubicBezTo>
                    <a:pt x="68" y="105"/>
                    <a:pt x="68" y="105"/>
                    <a:pt x="67" y="105"/>
                  </a:cubicBezTo>
                  <a:cubicBezTo>
                    <a:pt x="67" y="104"/>
                    <a:pt x="67" y="104"/>
                    <a:pt x="67" y="103"/>
                  </a:cubicBezTo>
                  <a:cubicBezTo>
                    <a:pt x="68" y="103"/>
                    <a:pt x="68" y="103"/>
                    <a:pt x="69" y="103"/>
                  </a:cubicBezTo>
                  <a:moveTo>
                    <a:pt x="62" y="92"/>
                  </a:moveTo>
                  <a:cubicBezTo>
                    <a:pt x="62" y="91"/>
                    <a:pt x="62" y="91"/>
                    <a:pt x="62" y="90"/>
                  </a:cubicBezTo>
                  <a:cubicBezTo>
                    <a:pt x="63" y="90"/>
                    <a:pt x="63" y="90"/>
                    <a:pt x="64" y="90"/>
                  </a:cubicBezTo>
                  <a:cubicBezTo>
                    <a:pt x="64" y="91"/>
                    <a:pt x="64" y="91"/>
                    <a:pt x="64" y="92"/>
                  </a:cubicBezTo>
                  <a:cubicBezTo>
                    <a:pt x="64" y="92"/>
                    <a:pt x="64" y="93"/>
                    <a:pt x="64" y="93"/>
                  </a:cubicBezTo>
                  <a:cubicBezTo>
                    <a:pt x="64" y="93"/>
                    <a:pt x="65" y="93"/>
                    <a:pt x="65" y="93"/>
                  </a:cubicBezTo>
                  <a:cubicBezTo>
                    <a:pt x="65" y="94"/>
                    <a:pt x="65" y="95"/>
                    <a:pt x="65" y="95"/>
                  </a:cubicBezTo>
                  <a:cubicBezTo>
                    <a:pt x="65" y="96"/>
                    <a:pt x="65" y="96"/>
                    <a:pt x="65" y="97"/>
                  </a:cubicBezTo>
                  <a:cubicBezTo>
                    <a:pt x="66" y="97"/>
                    <a:pt x="66" y="97"/>
                    <a:pt x="67" y="97"/>
                  </a:cubicBezTo>
                  <a:cubicBezTo>
                    <a:pt x="67" y="97"/>
                    <a:pt x="67" y="98"/>
                    <a:pt x="67" y="98"/>
                  </a:cubicBezTo>
                  <a:cubicBezTo>
                    <a:pt x="67" y="99"/>
                    <a:pt x="67" y="99"/>
                    <a:pt x="67" y="100"/>
                  </a:cubicBezTo>
                  <a:cubicBezTo>
                    <a:pt x="66" y="100"/>
                    <a:pt x="66" y="100"/>
                    <a:pt x="65" y="100"/>
                  </a:cubicBezTo>
                  <a:cubicBezTo>
                    <a:pt x="65" y="99"/>
                    <a:pt x="65" y="99"/>
                    <a:pt x="65" y="98"/>
                  </a:cubicBezTo>
                  <a:cubicBezTo>
                    <a:pt x="65" y="98"/>
                    <a:pt x="64" y="98"/>
                    <a:pt x="64" y="98"/>
                  </a:cubicBezTo>
                  <a:cubicBezTo>
                    <a:pt x="64" y="98"/>
                    <a:pt x="64" y="97"/>
                    <a:pt x="64" y="97"/>
                  </a:cubicBezTo>
                  <a:cubicBezTo>
                    <a:pt x="64" y="96"/>
                    <a:pt x="64" y="96"/>
                    <a:pt x="64" y="95"/>
                  </a:cubicBezTo>
                  <a:cubicBezTo>
                    <a:pt x="64" y="95"/>
                    <a:pt x="64" y="94"/>
                    <a:pt x="64" y="93"/>
                  </a:cubicBezTo>
                  <a:cubicBezTo>
                    <a:pt x="63" y="93"/>
                    <a:pt x="63" y="93"/>
                    <a:pt x="62" y="93"/>
                  </a:cubicBezTo>
                  <a:cubicBezTo>
                    <a:pt x="62" y="93"/>
                    <a:pt x="62" y="92"/>
                    <a:pt x="62" y="92"/>
                  </a:cubicBezTo>
                  <a:moveTo>
                    <a:pt x="120" y="164"/>
                  </a:moveTo>
                  <a:cubicBezTo>
                    <a:pt x="120" y="165"/>
                    <a:pt x="120" y="165"/>
                    <a:pt x="120" y="166"/>
                  </a:cubicBezTo>
                  <a:cubicBezTo>
                    <a:pt x="120" y="167"/>
                    <a:pt x="120" y="167"/>
                    <a:pt x="120" y="168"/>
                  </a:cubicBezTo>
                  <a:cubicBezTo>
                    <a:pt x="120" y="168"/>
                    <a:pt x="120" y="169"/>
                    <a:pt x="120" y="169"/>
                  </a:cubicBezTo>
                  <a:cubicBezTo>
                    <a:pt x="120" y="170"/>
                    <a:pt x="120" y="170"/>
                    <a:pt x="120" y="171"/>
                  </a:cubicBezTo>
                  <a:cubicBezTo>
                    <a:pt x="120" y="171"/>
                    <a:pt x="119" y="171"/>
                    <a:pt x="119" y="171"/>
                  </a:cubicBezTo>
                  <a:cubicBezTo>
                    <a:pt x="119" y="171"/>
                    <a:pt x="119" y="172"/>
                    <a:pt x="119" y="173"/>
                  </a:cubicBezTo>
                  <a:cubicBezTo>
                    <a:pt x="118" y="173"/>
                    <a:pt x="118" y="173"/>
                    <a:pt x="117" y="173"/>
                  </a:cubicBezTo>
                  <a:cubicBezTo>
                    <a:pt x="117" y="173"/>
                    <a:pt x="116" y="173"/>
                    <a:pt x="116" y="173"/>
                  </a:cubicBezTo>
                  <a:cubicBezTo>
                    <a:pt x="115" y="173"/>
                    <a:pt x="114" y="173"/>
                    <a:pt x="114" y="173"/>
                  </a:cubicBezTo>
                  <a:cubicBezTo>
                    <a:pt x="114" y="172"/>
                    <a:pt x="114" y="171"/>
                    <a:pt x="114" y="171"/>
                  </a:cubicBezTo>
                  <a:cubicBezTo>
                    <a:pt x="113" y="171"/>
                    <a:pt x="113" y="171"/>
                    <a:pt x="112" y="171"/>
                  </a:cubicBezTo>
                  <a:cubicBezTo>
                    <a:pt x="112" y="171"/>
                    <a:pt x="111" y="171"/>
                    <a:pt x="111" y="171"/>
                  </a:cubicBezTo>
                  <a:cubicBezTo>
                    <a:pt x="111" y="171"/>
                    <a:pt x="111" y="172"/>
                    <a:pt x="111" y="173"/>
                  </a:cubicBezTo>
                  <a:cubicBezTo>
                    <a:pt x="110" y="173"/>
                    <a:pt x="110" y="173"/>
                    <a:pt x="109" y="173"/>
                  </a:cubicBezTo>
                  <a:cubicBezTo>
                    <a:pt x="109" y="173"/>
                    <a:pt x="108" y="173"/>
                    <a:pt x="108" y="173"/>
                  </a:cubicBezTo>
                  <a:cubicBezTo>
                    <a:pt x="107" y="173"/>
                    <a:pt x="107" y="173"/>
                    <a:pt x="106" y="173"/>
                  </a:cubicBezTo>
                  <a:cubicBezTo>
                    <a:pt x="106" y="173"/>
                    <a:pt x="105" y="173"/>
                    <a:pt x="105" y="173"/>
                  </a:cubicBezTo>
                  <a:cubicBezTo>
                    <a:pt x="104" y="173"/>
                    <a:pt x="104" y="173"/>
                    <a:pt x="103" y="173"/>
                  </a:cubicBezTo>
                  <a:cubicBezTo>
                    <a:pt x="103" y="173"/>
                    <a:pt x="102" y="173"/>
                    <a:pt x="102" y="173"/>
                  </a:cubicBezTo>
                  <a:cubicBezTo>
                    <a:pt x="101" y="173"/>
                    <a:pt x="100" y="173"/>
                    <a:pt x="100" y="173"/>
                  </a:cubicBezTo>
                  <a:cubicBezTo>
                    <a:pt x="100" y="172"/>
                    <a:pt x="100" y="171"/>
                    <a:pt x="100" y="171"/>
                  </a:cubicBezTo>
                  <a:cubicBezTo>
                    <a:pt x="99" y="171"/>
                    <a:pt x="99" y="171"/>
                    <a:pt x="98" y="171"/>
                  </a:cubicBezTo>
                  <a:cubicBezTo>
                    <a:pt x="98" y="171"/>
                    <a:pt x="97" y="171"/>
                    <a:pt x="97" y="171"/>
                  </a:cubicBezTo>
                  <a:cubicBezTo>
                    <a:pt x="96" y="171"/>
                    <a:pt x="96" y="171"/>
                    <a:pt x="95" y="171"/>
                  </a:cubicBezTo>
                  <a:cubicBezTo>
                    <a:pt x="95" y="170"/>
                    <a:pt x="95" y="170"/>
                    <a:pt x="95" y="169"/>
                  </a:cubicBezTo>
                  <a:cubicBezTo>
                    <a:pt x="95" y="169"/>
                    <a:pt x="94" y="169"/>
                    <a:pt x="94" y="169"/>
                  </a:cubicBezTo>
                  <a:cubicBezTo>
                    <a:pt x="93" y="169"/>
                    <a:pt x="93" y="169"/>
                    <a:pt x="92" y="169"/>
                  </a:cubicBezTo>
                  <a:cubicBezTo>
                    <a:pt x="92" y="169"/>
                    <a:pt x="91" y="169"/>
                    <a:pt x="90" y="169"/>
                  </a:cubicBezTo>
                  <a:cubicBezTo>
                    <a:pt x="90" y="169"/>
                    <a:pt x="89" y="169"/>
                    <a:pt x="89" y="169"/>
                  </a:cubicBezTo>
                  <a:cubicBezTo>
                    <a:pt x="88" y="169"/>
                    <a:pt x="88" y="169"/>
                    <a:pt x="87" y="169"/>
                  </a:cubicBezTo>
                  <a:cubicBezTo>
                    <a:pt x="87" y="170"/>
                    <a:pt x="87" y="170"/>
                    <a:pt x="87" y="170"/>
                  </a:cubicBezTo>
                  <a:cubicBezTo>
                    <a:pt x="87" y="171"/>
                    <a:pt x="87" y="171"/>
                    <a:pt x="87" y="171"/>
                  </a:cubicBezTo>
                  <a:cubicBezTo>
                    <a:pt x="87" y="171"/>
                    <a:pt x="87" y="172"/>
                    <a:pt x="87" y="173"/>
                  </a:cubicBezTo>
                  <a:cubicBezTo>
                    <a:pt x="87" y="173"/>
                    <a:pt x="87" y="174"/>
                    <a:pt x="87" y="174"/>
                  </a:cubicBezTo>
                  <a:cubicBezTo>
                    <a:pt x="87" y="174"/>
                    <a:pt x="86" y="174"/>
                    <a:pt x="86" y="174"/>
                  </a:cubicBezTo>
                  <a:cubicBezTo>
                    <a:pt x="86" y="175"/>
                    <a:pt x="86" y="175"/>
                    <a:pt x="86" y="176"/>
                  </a:cubicBezTo>
                  <a:cubicBezTo>
                    <a:pt x="85" y="176"/>
                    <a:pt x="85" y="176"/>
                    <a:pt x="84" y="176"/>
                  </a:cubicBezTo>
                  <a:cubicBezTo>
                    <a:pt x="84" y="175"/>
                    <a:pt x="84" y="175"/>
                    <a:pt x="84" y="174"/>
                  </a:cubicBezTo>
                  <a:cubicBezTo>
                    <a:pt x="84" y="174"/>
                    <a:pt x="83" y="174"/>
                    <a:pt x="83" y="174"/>
                  </a:cubicBezTo>
                  <a:cubicBezTo>
                    <a:pt x="82" y="174"/>
                    <a:pt x="82" y="174"/>
                    <a:pt x="81" y="174"/>
                  </a:cubicBezTo>
                  <a:cubicBezTo>
                    <a:pt x="81" y="174"/>
                    <a:pt x="80" y="174"/>
                    <a:pt x="80" y="174"/>
                  </a:cubicBezTo>
                  <a:cubicBezTo>
                    <a:pt x="79" y="174"/>
                    <a:pt x="79" y="174"/>
                    <a:pt x="78" y="174"/>
                  </a:cubicBezTo>
                  <a:cubicBezTo>
                    <a:pt x="78" y="174"/>
                    <a:pt x="78" y="173"/>
                    <a:pt x="78" y="173"/>
                  </a:cubicBezTo>
                  <a:cubicBezTo>
                    <a:pt x="78" y="172"/>
                    <a:pt x="78" y="171"/>
                    <a:pt x="78" y="171"/>
                  </a:cubicBezTo>
                  <a:cubicBezTo>
                    <a:pt x="77" y="171"/>
                    <a:pt x="77" y="171"/>
                    <a:pt x="76" y="171"/>
                  </a:cubicBezTo>
                  <a:cubicBezTo>
                    <a:pt x="76" y="170"/>
                    <a:pt x="76" y="170"/>
                    <a:pt x="76" y="169"/>
                  </a:cubicBezTo>
                  <a:cubicBezTo>
                    <a:pt x="76" y="169"/>
                    <a:pt x="75" y="169"/>
                    <a:pt x="75" y="169"/>
                  </a:cubicBezTo>
                  <a:cubicBezTo>
                    <a:pt x="74" y="169"/>
                    <a:pt x="74" y="169"/>
                    <a:pt x="73" y="169"/>
                  </a:cubicBezTo>
                  <a:cubicBezTo>
                    <a:pt x="73" y="169"/>
                    <a:pt x="72" y="169"/>
                    <a:pt x="72" y="169"/>
                  </a:cubicBezTo>
                  <a:cubicBezTo>
                    <a:pt x="71" y="169"/>
                    <a:pt x="71" y="169"/>
                    <a:pt x="70" y="169"/>
                  </a:cubicBezTo>
                  <a:cubicBezTo>
                    <a:pt x="70" y="169"/>
                    <a:pt x="69" y="169"/>
                    <a:pt x="69" y="169"/>
                  </a:cubicBezTo>
                  <a:cubicBezTo>
                    <a:pt x="69" y="169"/>
                    <a:pt x="69" y="168"/>
                    <a:pt x="69" y="168"/>
                  </a:cubicBezTo>
                  <a:cubicBezTo>
                    <a:pt x="68" y="168"/>
                    <a:pt x="68" y="168"/>
                    <a:pt x="67" y="168"/>
                  </a:cubicBezTo>
                  <a:cubicBezTo>
                    <a:pt x="67" y="167"/>
                    <a:pt x="67" y="167"/>
                    <a:pt x="67" y="166"/>
                  </a:cubicBezTo>
                  <a:cubicBezTo>
                    <a:pt x="67" y="165"/>
                    <a:pt x="67" y="165"/>
                    <a:pt x="67" y="164"/>
                  </a:cubicBezTo>
                  <a:cubicBezTo>
                    <a:pt x="67" y="164"/>
                    <a:pt x="67" y="163"/>
                    <a:pt x="67" y="163"/>
                  </a:cubicBezTo>
                  <a:cubicBezTo>
                    <a:pt x="67" y="162"/>
                    <a:pt x="67" y="162"/>
                    <a:pt x="67" y="161"/>
                  </a:cubicBezTo>
                  <a:cubicBezTo>
                    <a:pt x="66" y="161"/>
                    <a:pt x="66" y="161"/>
                    <a:pt x="65" y="161"/>
                  </a:cubicBezTo>
                  <a:cubicBezTo>
                    <a:pt x="65" y="161"/>
                    <a:pt x="65" y="160"/>
                    <a:pt x="65" y="160"/>
                  </a:cubicBezTo>
                  <a:cubicBezTo>
                    <a:pt x="66" y="160"/>
                    <a:pt x="66" y="160"/>
                    <a:pt x="67" y="160"/>
                  </a:cubicBezTo>
                  <a:cubicBezTo>
                    <a:pt x="67" y="159"/>
                    <a:pt x="67" y="159"/>
                    <a:pt x="67" y="158"/>
                  </a:cubicBezTo>
                  <a:cubicBezTo>
                    <a:pt x="66" y="158"/>
                    <a:pt x="66" y="158"/>
                    <a:pt x="65" y="158"/>
                  </a:cubicBezTo>
                  <a:cubicBezTo>
                    <a:pt x="65" y="158"/>
                    <a:pt x="64" y="158"/>
                    <a:pt x="64" y="158"/>
                  </a:cubicBezTo>
                  <a:cubicBezTo>
                    <a:pt x="63" y="158"/>
                    <a:pt x="63" y="158"/>
                    <a:pt x="62" y="158"/>
                  </a:cubicBezTo>
                  <a:cubicBezTo>
                    <a:pt x="62" y="158"/>
                    <a:pt x="61" y="158"/>
                    <a:pt x="61" y="158"/>
                  </a:cubicBezTo>
                  <a:cubicBezTo>
                    <a:pt x="60" y="158"/>
                    <a:pt x="60" y="158"/>
                    <a:pt x="59" y="158"/>
                  </a:cubicBezTo>
                  <a:cubicBezTo>
                    <a:pt x="59" y="158"/>
                    <a:pt x="58" y="158"/>
                    <a:pt x="58" y="158"/>
                  </a:cubicBezTo>
                  <a:cubicBezTo>
                    <a:pt x="57" y="158"/>
                    <a:pt x="57" y="158"/>
                    <a:pt x="56" y="158"/>
                  </a:cubicBezTo>
                  <a:cubicBezTo>
                    <a:pt x="56" y="158"/>
                    <a:pt x="55" y="158"/>
                    <a:pt x="55" y="158"/>
                  </a:cubicBezTo>
                  <a:cubicBezTo>
                    <a:pt x="54" y="158"/>
                    <a:pt x="53" y="158"/>
                    <a:pt x="53" y="158"/>
                  </a:cubicBezTo>
                  <a:cubicBezTo>
                    <a:pt x="52" y="158"/>
                    <a:pt x="52" y="158"/>
                    <a:pt x="51" y="158"/>
                  </a:cubicBezTo>
                  <a:cubicBezTo>
                    <a:pt x="51" y="158"/>
                    <a:pt x="50" y="158"/>
                    <a:pt x="50" y="158"/>
                  </a:cubicBezTo>
                  <a:cubicBezTo>
                    <a:pt x="50" y="159"/>
                    <a:pt x="50" y="159"/>
                    <a:pt x="50" y="160"/>
                  </a:cubicBezTo>
                  <a:cubicBezTo>
                    <a:pt x="49" y="160"/>
                    <a:pt x="49" y="160"/>
                    <a:pt x="48" y="160"/>
                  </a:cubicBezTo>
                  <a:cubicBezTo>
                    <a:pt x="48" y="160"/>
                    <a:pt x="47" y="160"/>
                    <a:pt x="47" y="160"/>
                  </a:cubicBezTo>
                  <a:cubicBezTo>
                    <a:pt x="46" y="160"/>
                    <a:pt x="46" y="160"/>
                    <a:pt x="45" y="160"/>
                  </a:cubicBezTo>
                  <a:cubicBezTo>
                    <a:pt x="45" y="160"/>
                    <a:pt x="44" y="160"/>
                    <a:pt x="44" y="160"/>
                  </a:cubicBezTo>
                  <a:cubicBezTo>
                    <a:pt x="43" y="160"/>
                    <a:pt x="43" y="160"/>
                    <a:pt x="42" y="160"/>
                  </a:cubicBezTo>
                  <a:cubicBezTo>
                    <a:pt x="42" y="160"/>
                    <a:pt x="42" y="161"/>
                    <a:pt x="42" y="161"/>
                  </a:cubicBezTo>
                  <a:cubicBezTo>
                    <a:pt x="42" y="161"/>
                    <a:pt x="41" y="161"/>
                    <a:pt x="41" y="161"/>
                  </a:cubicBezTo>
                  <a:cubicBezTo>
                    <a:pt x="40" y="161"/>
                    <a:pt x="39" y="161"/>
                    <a:pt x="39" y="161"/>
                  </a:cubicBezTo>
                  <a:cubicBezTo>
                    <a:pt x="39" y="162"/>
                    <a:pt x="39" y="162"/>
                    <a:pt x="39" y="163"/>
                  </a:cubicBezTo>
                  <a:cubicBezTo>
                    <a:pt x="38" y="163"/>
                    <a:pt x="38" y="163"/>
                    <a:pt x="37" y="163"/>
                  </a:cubicBezTo>
                  <a:cubicBezTo>
                    <a:pt x="37" y="163"/>
                    <a:pt x="36" y="163"/>
                    <a:pt x="36" y="163"/>
                  </a:cubicBezTo>
                  <a:cubicBezTo>
                    <a:pt x="35" y="163"/>
                    <a:pt x="35" y="163"/>
                    <a:pt x="34" y="163"/>
                  </a:cubicBezTo>
                  <a:cubicBezTo>
                    <a:pt x="34" y="163"/>
                    <a:pt x="33" y="163"/>
                    <a:pt x="33" y="163"/>
                  </a:cubicBezTo>
                  <a:cubicBezTo>
                    <a:pt x="32" y="163"/>
                    <a:pt x="32" y="163"/>
                    <a:pt x="31" y="163"/>
                  </a:cubicBezTo>
                  <a:cubicBezTo>
                    <a:pt x="31" y="162"/>
                    <a:pt x="31" y="162"/>
                    <a:pt x="31" y="161"/>
                  </a:cubicBezTo>
                  <a:cubicBezTo>
                    <a:pt x="32" y="161"/>
                    <a:pt x="32" y="161"/>
                    <a:pt x="33" y="161"/>
                  </a:cubicBezTo>
                  <a:cubicBezTo>
                    <a:pt x="33" y="161"/>
                    <a:pt x="34" y="161"/>
                    <a:pt x="34" y="161"/>
                  </a:cubicBezTo>
                  <a:cubicBezTo>
                    <a:pt x="35" y="161"/>
                    <a:pt x="35" y="161"/>
                    <a:pt x="36" y="161"/>
                  </a:cubicBezTo>
                  <a:cubicBezTo>
                    <a:pt x="36" y="161"/>
                    <a:pt x="36" y="160"/>
                    <a:pt x="36" y="160"/>
                  </a:cubicBezTo>
                  <a:cubicBezTo>
                    <a:pt x="36" y="160"/>
                    <a:pt x="37" y="160"/>
                    <a:pt x="37" y="160"/>
                  </a:cubicBezTo>
                  <a:cubicBezTo>
                    <a:pt x="38" y="160"/>
                    <a:pt x="38" y="160"/>
                    <a:pt x="39" y="160"/>
                  </a:cubicBezTo>
                  <a:cubicBezTo>
                    <a:pt x="39" y="159"/>
                    <a:pt x="39" y="159"/>
                    <a:pt x="39" y="158"/>
                  </a:cubicBezTo>
                  <a:cubicBezTo>
                    <a:pt x="39" y="158"/>
                    <a:pt x="40" y="158"/>
                    <a:pt x="41" y="158"/>
                  </a:cubicBezTo>
                  <a:cubicBezTo>
                    <a:pt x="41" y="157"/>
                    <a:pt x="41" y="157"/>
                    <a:pt x="41" y="156"/>
                  </a:cubicBezTo>
                  <a:cubicBezTo>
                    <a:pt x="41" y="156"/>
                    <a:pt x="42" y="156"/>
                    <a:pt x="42" y="156"/>
                  </a:cubicBezTo>
                  <a:cubicBezTo>
                    <a:pt x="42" y="156"/>
                    <a:pt x="42" y="155"/>
                    <a:pt x="42" y="155"/>
                  </a:cubicBezTo>
                  <a:cubicBezTo>
                    <a:pt x="43" y="155"/>
                    <a:pt x="43" y="155"/>
                    <a:pt x="44" y="155"/>
                  </a:cubicBezTo>
                  <a:cubicBezTo>
                    <a:pt x="44" y="154"/>
                    <a:pt x="44" y="154"/>
                    <a:pt x="44" y="153"/>
                  </a:cubicBezTo>
                  <a:cubicBezTo>
                    <a:pt x="43" y="153"/>
                    <a:pt x="43" y="153"/>
                    <a:pt x="42" y="153"/>
                  </a:cubicBezTo>
                  <a:cubicBezTo>
                    <a:pt x="42" y="153"/>
                    <a:pt x="42" y="152"/>
                    <a:pt x="42" y="151"/>
                  </a:cubicBezTo>
                  <a:cubicBezTo>
                    <a:pt x="42" y="151"/>
                    <a:pt x="42" y="150"/>
                    <a:pt x="42" y="150"/>
                  </a:cubicBezTo>
                  <a:cubicBezTo>
                    <a:pt x="43" y="150"/>
                    <a:pt x="43" y="150"/>
                    <a:pt x="44" y="150"/>
                  </a:cubicBezTo>
                  <a:cubicBezTo>
                    <a:pt x="44" y="149"/>
                    <a:pt x="44" y="149"/>
                    <a:pt x="44" y="148"/>
                  </a:cubicBezTo>
                  <a:cubicBezTo>
                    <a:pt x="44" y="148"/>
                    <a:pt x="45" y="148"/>
                    <a:pt x="45" y="148"/>
                  </a:cubicBezTo>
                  <a:cubicBezTo>
                    <a:pt x="46" y="148"/>
                    <a:pt x="46" y="148"/>
                    <a:pt x="47" y="148"/>
                  </a:cubicBezTo>
                  <a:cubicBezTo>
                    <a:pt x="47" y="148"/>
                    <a:pt x="47" y="147"/>
                    <a:pt x="47" y="147"/>
                  </a:cubicBezTo>
                  <a:cubicBezTo>
                    <a:pt x="47" y="147"/>
                    <a:pt x="48" y="147"/>
                    <a:pt x="48" y="147"/>
                  </a:cubicBezTo>
                  <a:cubicBezTo>
                    <a:pt x="49" y="147"/>
                    <a:pt x="49" y="147"/>
                    <a:pt x="50" y="147"/>
                  </a:cubicBezTo>
                  <a:cubicBezTo>
                    <a:pt x="50" y="146"/>
                    <a:pt x="50" y="146"/>
                    <a:pt x="50" y="145"/>
                  </a:cubicBezTo>
                  <a:cubicBezTo>
                    <a:pt x="50" y="145"/>
                    <a:pt x="50" y="144"/>
                    <a:pt x="50" y="144"/>
                  </a:cubicBezTo>
                  <a:cubicBezTo>
                    <a:pt x="50" y="143"/>
                    <a:pt x="50" y="142"/>
                    <a:pt x="50" y="142"/>
                  </a:cubicBezTo>
                  <a:cubicBezTo>
                    <a:pt x="50" y="141"/>
                    <a:pt x="50" y="141"/>
                    <a:pt x="50" y="140"/>
                  </a:cubicBezTo>
                  <a:cubicBezTo>
                    <a:pt x="50" y="140"/>
                    <a:pt x="51" y="140"/>
                    <a:pt x="51" y="140"/>
                  </a:cubicBezTo>
                  <a:cubicBezTo>
                    <a:pt x="52" y="140"/>
                    <a:pt x="52" y="140"/>
                    <a:pt x="53" y="140"/>
                  </a:cubicBezTo>
                  <a:cubicBezTo>
                    <a:pt x="53" y="141"/>
                    <a:pt x="53" y="141"/>
                    <a:pt x="53" y="142"/>
                  </a:cubicBezTo>
                  <a:cubicBezTo>
                    <a:pt x="53" y="142"/>
                    <a:pt x="54" y="142"/>
                    <a:pt x="55" y="142"/>
                  </a:cubicBezTo>
                  <a:cubicBezTo>
                    <a:pt x="55" y="142"/>
                    <a:pt x="56" y="142"/>
                    <a:pt x="56" y="142"/>
                  </a:cubicBezTo>
                  <a:cubicBezTo>
                    <a:pt x="57" y="142"/>
                    <a:pt x="57" y="142"/>
                    <a:pt x="58" y="142"/>
                  </a:cubicBezTo>
                  <a:cubicBezTo>
                    <a:pt x="58" y="141"/>
                    <a:pt x="58" y="141"/>
                    <a:pt x="58" y="140"/>
                  </a:cubicBezTo>
                  <a:cubicBezTo>
                    <a:pt x="58" y="140"/>
                    <a:pt x="59" y="140"/>
                    <a:pt x="59" y="140"/>
                  </a:cubicBezTo>
                  <a:cubicBezTo>
                    <a:pt x="59" y="140"/>
                    <a:pt x="59" y="139"/>
                    <a:pt x="59" y="139"/>
                  </a:cubicBezTo>
                  <a:cubicBezTo>
                    <a:pt x="60" y="139"/>
                    <a:pt x="60" y="139"/>
                    <a:pt x="61" y="139"/>
                  </a:cubicBezTo>
                  <a:cubicBezTo>
                    <a:pt x="61" y="139"/>
                    <a:pt x="62" y="139"/>
                    <a:pt x="62" y="139"/>
                  </a:cubicBezTo>
                  <a:cubicBezTo>
                    <a:pt x="62" y="139"/>
                    <a:pt x="62" y="140"/>
                    <a:pt x="62" y="140"/>
                  </a:cubicBezTo>
                  <a:cubicBezTo>
                    <a:pt x="63" y="140"/>
                    <a:pt x="63" y="140"/>
                    <a:pt x="64" y="140"/>
                  </a:cubicBezTo>
                  <a:cubicBezTo>
                    <a:pt x="64" y="141"/>
                    <a:pt x="64" y="141"/>
                    <a:pt x="64" y="142"/>
                  </a:cubicBezTo>
                  <a:cubicBezTo>
                    <a:pt x="64" y="142"/>
                    <a:pt x="65" y="142"/>
                    <a:pt x="65" y="142"/>
                  </a:cubicBezTo>
                  <a:cubicBezTo>
                    <a:pt x="65" y="142"/>
                    <a:pt x="65" y="143"/>
                    <a:pt x="65" y="144"/>
                  </a:cubicBezTo>
                  <a:cubicBezTo>
                    <a:pt x="66" y="144"/>
                    <a:pt x="66" y="144"/>
                    <a:pt x="67" y="144"/>
                  </a:cubicBezTo>
                  <a:cubicBezTo>
                    <a:pt x="67" y="144"/>
                    <a:pt x="67" y="145"/>
                    <a:pt x="67" y="145"/>
                  </a:cubicBezTo>
                  <a:cubicBezTo>
                    <a:pt x="68" y="145"/>
                    <a:pt x="68" y="145"/>
                    <a:pt x="69" y="145"/>
                  </a:cubicBezTo>
                  <a:cubicBezTo>
                    <a:pt x="69" y="146"/>
                    <a:pt x="69" y="146"/>
                    <a:pt x="69" y="147"/>
                  </a:cubicBezTo>
                  <a:cubicBezTo>
                    <a:pt x="69" y="147"/>
                    <a:pt x="70" y="147"/>
                    <a:pt x="70" y="147"/>
                  </a:cubicBezTo>
                  <a:cubicBezTo>
                    <a:pt x="71" y="147"/>
                    <a:pt x="71" y="147"/>
                    <a:pt x="72" y="147"/>
                  </a:cubicBezTo>
                  <a:cubicBezTo>
                    <a:pt x="72" y="147"/>
                    <a:pt x="72" y="148"/>
                    <a:pt x="72" y="148"/>
                  </a:cubicBezTo>
                  <a:cubicBezTo>
                    <a:pt x="72" y="148"/>
                    <a:pt x="73" y="148"/>
                    <a:pt x="73" y="148"/>
                  </a:cubicBezTo>
                  <a:cubicBezTo>
                    <a:pt x="74" y="148"/>
                    <a:pt x="74" y="148"/>
                    <a:pt x="75" y="148"/>
                  </a:cubicBezTo>
                  <a:cubicBezTo>
                    <a:pt x="75" y="149"/>
                    <a:pt x="75" y="149"/>
                    <a:pt x="75" y="150"/>
                  </a:cubicBezTo>
                  <a:cubicBezTo>
                    <a:pt x="75" y="150"/>
                    <a:pt x="76" y="150"/>
                    <a:pt x="76" y="150"/>
                  </a:cubicBezTo>
                  <a:cubicBezTo>
                    <a:pt x="76" y="150"/>
                    <a:pt x="76" y="151"/>
                    <a:pt x="76" y="151"/>
                  </a:cubicBezTo>
                  <a:cubicBezTo>
                    <a:pt x="76" y="152"/>
                    <a:pt x="76" y="153"/>
                    <a:pt x="76" y="153"/>
                  </a:cubicBezTo>
                  <a:cubicBezTo>
                    <a:pt x="76" y="153"/>
                    <a:pt x="75" y="153"/>
                    <a:pt x="75" y="153"/>
                  </a:cubicBezTo>
                  <a:cubicBezTo>
                    <a:pt x="75" y="154"/>
                    <a:pt x="75" y="154"/>
                    <a:pt x="75" y="155"/>
                  </a:cubicBezTo>
                  <a:cubicBezTo>
                    <a:pt x="74" y="155"/>
                    <a:pt x="74" y="155"/>
                    <a:pt x="73" y="155"/>
                  </a:cubicBezTo>
                  <a:cubicBezTo>
                    <a:pt x="73" y="155"/>
                    <a:pt x="72" y="155"/>
                    <a:pt x="72" y="155"/>
                  </a:cubicBezTo>
                  <a:cubicBezTo>
                    <a:pt x="71" y="155"/>
                    <a:pt x="71" y="155"/>
                    <a:pt x="70" y="155"/>
                  </a:cubicBezTo>
                  <a:cubicBezTo>
                    <a:pt x="70" y="155"/>
                    <a:pt x="69" y="155"/>
                    <a:pt x="69" y="155"/>
                  </a:cubicBezTo>
                  <a:cubicBezTo>
                    <a:pt x="69" y="155"/>
                    <a:pt x="69" y="156"/>
                    <a:pt x="69" y="156"/>
                  </a:cubicBezTo>
                  <a:cubicBezTo>
                    <a:pt x="69" y="156"/>
                    <a:pt x="70" y="156"/>
                    <a:pt x="70" y="156"/>
                  </a:cubicBezTo>
                  <a:cubicBezTo>
                    <a:pt x="70" y="157"/>
                    <a:pt x="70" y="157"/>
                    <a:pt x="70" y="158"/>
                  </a:cubicBezTo>
                  <a:cubicBezTo>
                    <a:pt x="71" y="158"/>
                    <a:pt x="71" y="158"/>
                    <a:pt x="72" y="158"/>
                  </a:cubicBezTo>
                  <a:cubicBezTo>
                    <a:pt x="72" y="158"/>
                    <a:pt x="73" y="158"/>
                    <a:pt x="73" y="158"/>
                  </a:cubicBezTo>
                  <a:cubicBezTo>
                    <a:pt x="73" y="159"/>
                    <a:pt x="73" y="159"/>
                    <a:pt x="73" y="160"/>
                  </a:cubicBezTo>
                  <a:cubicBezTo>
                    <a:pt x="74" y="160"/>
                    <a:pt x="74" y="160"/>
                    <a:pt x="75" y="160"/>
                  </a:cubicBezTo>
                  <a:cubicBezTo>
                    <a:pt x="75" y="160"/>
                    <a:pt x="76" y="160"/>
                    <a:pt x="76" y="160"/>
                  </a:cubicBezTo>
                  <a:cubicBezTo>
                    <a:pt x="76" y="159"/>
                    <a:pt x="76" y="159"/>
                    <a:pt x="76" y="158"/>
                  </a:cubicBezTo>
                  <a:cubicBezTo>
                    <a:pt x="76" y="157"/>
                    <a:pt x="76" y="157"/>
                    <a:pt x="76" y="156"/>
                  </a:cubicBezTo>
                  <a:cubicBezTo>
                    <a:pt x="77" y="156"/>
                    <a:pt x="77" y="156"/>
                    <a:pt x="78" y="156"/>
                  </a:cubicBezTo>
                  <a:cubicBezTo>
                    <a:pt x="79" y="156"/>
                    <a:pt x="79" y="156"/>
                    <a:pt x="80" y="156"/>
                  </a:cubicBezTo>
                  <a:cubicBezTo>
                    <a:pt x="80" y="156"/>
                    <a:pt x="80" y="155"/>
                    <a:pt x="80" y="155"/>
                  </a:cubicBezTo>
                  <a:cubicBezTo>
                    <a:pt x="80" y="154"/>
                    <a:pt x="80" y="154"/>
                    <a:pt x="80" y="153"/>
                  </a:cubicBezTo>
                  <a:cubicBezTo>
                    <a:pt x="80" y="153"/>
                    <a:pt x="81" y="153"/>
                    <a:pt x="81" y="153"/>
                  </a:cubicBezTo>
                  <a:cubicBezTo>
                    <a:pt x="81" y="153"/>
                    <a:pt x="81" y="152"/>
                    <a:pt x="81" y="151"/>
                  </a:cubicBezTo>
                  <a:cubicBezTo>
                    <a:pt x="81" y="151"/>
                    <a:pt x="80" y="151"/>
                    <a:pt x="80" y="151"/>
                  </a:cubicBezTo>
                  <a:cubicBezTo>
                    <a:pt x="80" y="151"/>
                    <a:pt x="80" y="150"/>
                    <a:pt x="80" y="150"/>
                  </a:cubicBezTo>
                  <a:cubicBezTo>
                    <a:pt x="80" y="150"/>
                    <a:pt x="81" y="150"/>
                    <a:pt x="81" y="150"/>
                  </a:cubicBezTo>
                  <a:cubicBezTo>
                    <a:pt x="82" y="150"/>
                    <a:pt x="82" y="150"/>
                    <a:pt x="83" y="150"/>
                  </a:cubicBezTo>
                  <a:cubicBezTo>
                    <a:pt x="83" y="149"/>
                    <a:pt x="83" y="149"/>
                    <a:pt x="83" y="148"/>
                  </a:cubicBezTo>
                  <a:cubicBezTo>
                    <a:pt x="83" y="148"/>
                    <a:pt x="83" y="147"/>
                    <a:pt x="83" y="147"/>
                  </a:cubicBezTo>
                  <a:cubicBezTo>
                    <a:pt x="82" y="147"/>
                    <a:pt x="82" y="147"/>
                    <a:pt x="81" y="147"/>
                  </a:cubicBezTo>
                  <a:cubicBezTo>
                    <a:pt x="81" y="147"/>
                    <a:pt x="80" y="147"/>
                    <a:pt x="80" y="147"/>
                  </a:cubicBezTo>
                  <a:cubicBezTo>
                    <a:pt x="80" y="146"/>
                    <a:pt x="80" y="146"/>
                    <a:pt x="80" y="145"/>
                  </a:cubicBezTo>
                  <a:cubicBezTo>
                    <a:pt x="79" y="145"/>
                    <a:pt x="79" y="145"/>
                    <a:pt x="78" y="145"/>
                  </a:cubicBezTo>
                  <a:cubicBezTo>
                    <a:pt x="78" y="145"/>
                    <a:pt x="78" y="144"/>
                    <a:pt x="78" y="144"/>
                  </a:cubicBezTo>
                  <a:cubicBezTo>
                    <a:pt x="77" y="144"/>
                    <a:pt x="77" y="144"/>
                    <a:pt x="76" y="144"/>
                  </a:cubicBezTo>
                  <a:cubicBezTo>
                    <a:pt x="76" y="144"/>
                    <a:pt x="75" y="144"/>
                    <a:pt x="75" y="144"/>
                  </a:cubicBezTo>
                  <a:cubicBezTo>
                    <a:pt x="74" y="144"/>
                    <a:pt x="74" y="144"/>
                    <a:pt x="73" y="144"/>
                  </a:cubicBezTo>
                  <a:cubicBezTo>
                    <a:pt x="73" y="143"/>
                    <a:pt x="73" y="142"/>
                    <a:pt x="73" y="142"/>
                  </a:cubicBezTo>
                  <a:cubicBezTo>
                    <a:pt x="73" y="141"/>
                    <a:pt x="73" y="141"/>
                    <a:pt x="73" y="140"/>
                  </a:cubicBezTo>
                  <a:cubicBezTo>
                    <a:pt x="73" y="140"/>
                    <a:pt x="72" y="140"/>
                    <a:pt x="72" y="140"/>
                  </a:cubicBezTo>
                  <a:cubicBezTo>
                    <a:pt x="72" y="140"/>
                    <a:pt x="72" y="139"/>
                    <a:pt x="72" y="139"/>
                  </a:cubicBezTo>
                  <a:cubicBezTo>
                    <a:pt x="71" y="139"/>
                    <a:pt x="71" y="139"/>
                    <a:pt x="70" y="139"/>
                  </a:cubicBezTo>
                  <a:cubicBezTo>
                    <a:pt x="70" y="138"/>
                    <a:pt x="70" y="137"/>
                    <a:pt x="70" y="137"/>
                  </a:cubicBezTo>
                  <a:cubicBezTo>
                    <a:pt x="70" y="137"/>
                    <a:pt x="69" y="137"/>
                    <a:pt x="69" y="137"/>
                  </a:cubicBezTo>
                  <a:cubicBezTo>
                    <a:pt x="69" y="136"/>
                    <a:pt x="69" y="136"/>
                    <a:pt x="69" y="135"/>
                  </a:cubicBezTo>
                  <a:cubicBezTo>
                    <a:pt x="69" y="135"/>
                    <a:pt x="69" y="134"/>
                    <a:pt x="69" y="134"/>
                  </a:cubicBezTo>
                  <a:cubicBezTo>
                    <a:pt x="69" y="134"/>
                    <a:pt x="70" y="134"/>
                    <a:pt x="70" y="134"/>
                  </a:cubicBezTo>
                  <a:cubicBezTo>
                    <a:pt x="70" y="134"/>
                    <a:pt x="70" y="135"/>
                    <a:pt x="70" y="135"/>
                  </a:cubicBezTo>
                  <a:cubicBezTo>
                    <a:pt x="71" y="135"/>
                    <a:pt x="71" y="135"/>
                    <a:pt x="72" y="135"/>
                  </a:cubicBezTo>
                  <a:cubicBezTo>
                    <a:pt x="72" y="136"/>
                    <a:pt x="72" y="136"/>
                    <a:pt x="72" y="137"/>
                  </a:cubicBezTo>
                  <a:cubicBezTo>
                    <a:pt x="72" y="137"/>
                    <a:pt x="73" y="137"/>
                    <a:pt x="73" y="137"/>
                  </a:cubicBezTo>
                  <a:cubicBezTo>
                    <a:pt x="73" y="137"/>
                    <a:pt x="73" y="138"/>
                    <a:pt x="73" y="139"/>
                  </a:cubicBezTo>
                  <a:cubicBezTo>
                    <a:pt x="74" y="139"/>
                    <a:pt x="74" y="139"/>
                    <a:pt x="75" y="139"/>
                  </a:cubicBezTo>
                  <a:cubicBezTo>
                    <a:pt x="75" y="139"/>
                    <a:pt x="75" y="140"/>
                    <a:pt x="75" y="140"/>
                  </a:cubicBezTo>
                  <a:cubicBezTo>
                    <a:pt x="75" y="140"/>
                    <a:pt x="76" y="140"/>
                    <a:pt x="76" y="140"/>
                  </a:cubicBezTo>
                  <a:cubicBezTo>
                    <a:pt x="76" y="141"/>
                    <a:pt x="76" y="141"/>
                    <a:pt x="76" y="142"/>
                  </a:cubicBezTo>
                  <a:cubicBezTo>
                    <a:pt x="77" y="142"/>
                    <a:pt x="77" y="142"/>
                    <a:pt x="78" y="142"/>
                  </a:cubicBezTo>
                  <a:cubicBezTo>
                    <a:pt x="79" y="142"/>
                    <a:pt x="79" y="142"/>
                    <a:pt x="80" y="142"/>
                  </a:cubicBezTo>
                  <a:cubicBezTo>
                    <a:pt x="80" y="142"/>
                    <a:pt x="81" y="142"/>
                    <a:pt x="81" y="142"/>
                  </a:cubicBezTo>
                  <a:cubicBezTo>
                    <a:pt x="81" y="142"/>
                    <a:pt x="81" y="143"/>
                    <a:pt x="81" y="144"/>
                  </a:cubicBezTo>
                  <a:cubicBezTo>
                    <a:pt x="82" y="144"/>
                    <a:pt x="82" y="144"/>
                    <a:pt x="83" y="144"/>
                  </a:cubicBezTo>
                  <a:cubicBezTo>
                    <a:pt x="83" y="144"/>
                    <a:pt x="84" y="144"/>
                    <a:pt x="84" y="144"/>
                  </a:cubicBezTo>
                  <a:cubicBezTo>
                    <a:pt x="84" y="144"/>
                    <a:pt x="84" y="145"/>
                    <a:pt x="84" y="145"/>
                  </a:cubicBezTo>
                  <a:cubicBezTo>
                    <a:pt x="84" y="146"/>
                    <a:pt x="84" y="146"/>
                    <a:pt x="84" y="147"/>
                  </a:cubicBezTo>
                  <a:cubicBezTo>
                    <a:pt x="84" y="147"/>
                    <a:pt x="84" y="148"/>
                    <a:pt x="84" y="148"/>
                  </a:cubicBezTo>
                  <a:cubicBezTo>
                    <a:pt x="85" y="148"/>
                    <a:pt x="85" y="148"/>
                    <a:pt x="86" y="148"/>
                  </a:cubicBezTo>
                  <a:cubicBezTo>
                    <a:pt x="86" y="149"/>
                    <a:pt x="86" y="149"/>
                    <a:pt x="86" y="150"/>
                  </a:cubicBezTo>
                  <a:cubicBezTo>
                    <a:pt x="86" y="150"/>
                    <a:pt x="86" y="151"/>
                    <a:pt x="86" y="151"/>
                  </a:cubicBezTo>
                  <a:cubicBezTo>
                    <a:pt x="86" y="151"/>
                    <a:pt x="87" y="151"/>
                    <a:pt x="87" y="151"/>
                  </a:cubicBezTo>
                  <a:cubicBezTo>
                    <a:pt x="87" y="152"/>
                    <a:pt x="87" y="153"/>
                    <a:pt x="87" y="153"/>
                  </a:cubicBezTo>
                  <a:cubicBezTo>
                    <a:pt x="88" y="153"/>
                    <a:pt x="88" y="153"/>
                    <a:pt x="89" y="153"/>
                  </a:cubicBezTo>
                  <a:cubicBezTo>
                    <a:pt x="89" y="154"/>
                    <a:pt x="89" y="154"/>
                    <a:pt x="89" y="155"/>
                  </a:cubicBezTo>
                  <a:cubicBezTo>
                    <a:pt x="89" y="155"/>
                    <a:pt x="89" y="156"/>
                    <a:pt x="89" y="156"/>
                  </a:cubicBezTo>
                  <a:cubicBezTo>
                    <a:pt x="89" y="157"/>
                    <a:pt x="89" y="157"/>
                    <a:pt x="89" y="158"/>
                  </a:cubicBezTo>
                  <a:cubicBezTo>
                    <a:pt x="89" y="158"/>
                    <a:pt x="90" y="158"/>
                    <a:pt x="90" y="158"/>
                  </a:cubicBezTo>
                  <a:cubicBezTo>
                    <a:pt x="90" y="159"/>
                    <a:pt x="90" y="159"/>
                    <a:pt x="90" y="160"/>
                  </a:cubicBezTo>
                  <a:cubicBezTo>
                    <a:pt x="91" y="160"/>
                    <a:pt x="92" y="160"/>
                    <a:pt x="92" y="160"/>
                  </a:cubicBezTo>
                  <a:cubicBezTo>
                    <a:pt x="93" y="160"/>
                    <a:pt x="93" y="160"/>
                    <a:pt x="94" y="160"/>
                  </a:cubicBezTo>
                  <a:cubicBezTo>
                    <a:pt x="94" y="159"/>
                    <a:pt x="94" y="159"/>
                    <a:pt x="94" y="158"/>
                  </a:cubicBezTo>
                  <a:cubicBezTo>
                    <a:pt x="94" y="157"/>
                    <a:pt x="94" y="157"/>
                    <a:pt x="94" y="156"/>
                  </a:cubicBezTo>
                  <a:cubicBezTo>
                    <a:pt x="94" y="156"/>
                    <a:pt x="95" y="156"/>
                    <a:pt x="95" y="156"/>
                  </a:cubicBezTo>
                  <a:cubicBezTo>
                    <a:pt x="95" y="156"/>
                    <a:pt x="95" y="155"/>
                    <a:pt x="95" y="155"/>
                  </a:cubicBezTo>
                  <a:cubicBezTo>
                    <a:pt x="96" y="155"/>
                    <a:pt x="96" y="155"/>
                    <a:pt x="97" y="155"/>
                  </a:cubicBezTo>
                  <a:cubicBezTo>
                    <a:pt x="97" y="154"/>
                    <a:pt x="97" y="154"/>
                    <a:pt x="97" y="153"/>
                  </a:cubicBezTo>
                  <a:cubicBezTo>
                    <a:pt x="96" y="153"/>
                    <a:pt x="96" y="153"/>
                    <a:pt x="95" y="153"/>
                  </a:cubicBezTo>
                  <a:cubicBezTo>
                    <a:pt x="95" y="153"/>
                    <a:pt x="95" y="152"/>
                    <a:pt x="95" y="151"/>
                  </a:cubicBezTo>
                  <a:cubicBezTo>
                    <a:pt x="95" y="151"/>
                    <a:pt x="94" y="151"/>
                    <a:pt x="94" y="151"/>
                  </a:cubicBezTo>
                  <a:cubicBezTo>
                    <a:pt x="94" y="151"/>
                    <a:pt x="94" y="150"/>
                    <a:pt x="94" y="150"/>
                  </a:cubicBezTo>
                  <a:cubicBezTo>
                    <a:pt x="94" y="150"/>
                    <a:pt x="95" y="150"/>
                    <a:pt x="95" y="150"/>
                  </a:cubicBezTo>
                  <a:cubicBezTo>
                    <a:pt x="95" y="149"/>
                    <a:pt x="95" y="149"/>
                    <a:pt x="95" y="148"/>
                  </a:cubicBezTo>
                  <a:cubicBezTo>
                    <a:pt x="96" y="148"/>
                    <a:pt x="96" y="148"/>
                    <a:pt x="97" y="148"/>
                  </a:cubicBezTo>
                  <a:cubicBezTo>
                    <a:pt x="97" y="148"/>
                    <a:pt x="98" y="148"/>
                    <a:pt x="98" y="148"/>
                  </a:cubicBezTo>
                  <a:cubicBezTo>
                    <a:pt x="98" y="149"/>
                    <a:pt x="98" y="149"/>
                    <a:pt x="98" y="150"/>
                  </a:cubicBezTo>
                  <a:cubicBezTo>
                    <a:pt x="98" y="150"/>
                    <a:pt x="98" y="151"/>
                    <a:pt x="98" y="151"/>
                  </a:cubicBezTo>
                  <a:cubicBezTo>
                    <a:pt x="99" y="151"/>
                    <a:pt x="99" y="151"/>
                    <a:pt x="100" y="151"/>
                  </a:cubicBezTo>
                  <a:cubicBezTo>
                    <a:pt x="100" y="152"/>
                    <a:pt x="100" y="153"/>
                    <a:pt x="100" y="153"/>
                  </a:cubicBezTo>
                  <a:cubicBezTo>
                    <a:pt x="100" y="154"/>
                    <a:pt x="100" y="154"/>
                    <a:pt x="100" y="155"/>
                  </a:cubicBezTo>
                  <a:cubicBezTo>
                    <a:pt x="100" y="155"/>
                    <a:pt x="101" y="155"/>
                    <a:pt x="102" y="155"/>
                  </a:cubicBezTo>
                  <a:cubicBezTo>
                    <a:pt x="102" y="155"/>
                    <a:pt x="102" y="156"/>
                    <a:pt x="102" y="156"/>
                  </a:cubicBezTo>
                  <a:cubicBezTo>
                    <a:pt x="102" y="157"/>
                    <a:pt x="102" y="157"/>
                    <a:pt x="102" y="158"/>
                  </a:cubicBezTo>
                  <a:cubicBezTo>
                    <a:pt x="102" y="158"/>
                    <a:pt x="103" y="158"/>
                    <a:pt x="103" y="158"/>
                  </a:cubicBezTo>
                  <a:cubicBezTo>
                    <a:pt x="103" y="159"/>
                    <a:pt x="103" y="159"/>
                    <a:pt x="103" y="160"/>
                  </a:cubicBezTo>
                  <a:cubicBezTo>
                    <a:pt x="103" y="160"/>
                    <a:pt x="103" y="161"/>
                    <a:pt x="103" y="161"/>
                  </a:cubicBezTo>
                  <a:cubicBezTo>
                    <a:pt x="104" y="161"/>
                    <a:pt x="104" y="161"/>
                    <a:pt x="105" y="161"/>
                  </a:cubicBezTo>
                  <a:cubicBezTo>
                    <a:pt x="105" y="161"/>
                    <a:pt x="106" y="161"/>
                    <a:pt x="106" y="161"/>
                  </a:cubicBezTo>
                  <a:cubicBezTo>
                    <a:pt x="106" y="161"/>
                    <a:pt x="106" y="160"/>
                    <a:pt x="106" y="160"/>
                  </a:cubicBezTo>
                  <a:cubicBezTo>
                    <a:pt x="107" y="160"/>
                    <a:pt x="107" y="160"/>
                    <a:pt x="108" y="160"/>
                  </a:cubicBezTo>
                  <a:cubicBezTo>
                    <a:pt x="108" y="160"/>
                    <a:pt x="109" y="160"/>
                    <a:pt x="109" y="160"/>
                  </a:cubicBezTo>
                  <a:cubicBezTo>
                    <a:pt x="110" y="160"/>
                    <a:pt x="110" y="160"/>
                    <a:pt x="111" y="160"/>
                  </a:cubicBezTo>
                  <a:cubicBezTo>
                    <a:pt x="111" y="159"/>
                    <a:pt x="111" y="159"/>
                    <a:pt x="111" y="158"/>
                  </a:cubicBezTo>
                  <a:cubicBezTo>
                    <a:pt x="111" y="158"/>
                    <a:pt x="112" y="158"/>
                    <a:pt x="112" y="158"/>
                  </a:cubicBezTo>
                  <a:cubicBezTo>
                    <a:pt x="112" y="159"/>
                    <a:pt x="112" y="159"/>
                    <a:pt x="112" y="160"/>
                  </a:cubicBezTo>
                  <a:cubicBezTo>
                    <a:pt x="113" y="160"/>
                    <a:pt x="113" y="160"/>
                    <a:pt x="114" y="160"/>
                  </a:cubicBezTo>
                  <a:cubicBezTo>
                    <a:pt x="114" y="160"/>
                    <a:pt x="115" y="160"/>
                    <a:pt x="116" y="160"/>
                  </a:cubicBezTo>
                  <a:cubicBezTo>
                    <a:pt x="116" y="160"/>
                    <a:pt x="117" y="160"/>
                    <a:pt x="117" y="160"/>
                  </a:cubicBezTo>
                  <a:cubicBezTo>
                    <a:pt x="117" y="160"/>
                    <a:pt x="117" y="161"/>
                    <a:pt x="117" y="161"/>
                  </a:cubicBezTo>
                  <a:cubicBezTo>
                    <a:pt x="117" y="161"/>
                    <a:pt x="116" y="161"/>
                    <a:pt x="116" y="161"/>
                  </a:cubicBezTo>
                  <a:cubicBezTo>
                    <a:pt x="115" y="161"/>
                    <a:pt x="114" y="161"/>
                    <a:pt x="114" y="161"/>
                  </a:cubicBezTo>
                  <a:cubicBezTo>
                    <a:pt x="114" y="162"/>
                    <a:pt x="114" y="162"/>
                    <a:pt x="114" y="163"/>
                  </a:cubicBezTo>
                  <a:cubicBezTo>
                    <a:pt x="114" y="163"/>
                    <a:pt x="114" y="164"/>
                    <a:pt x="114" y="164"/>
                  </a:cubicBezTo>
                  <a:cubicBezTo>
                    <a:pt x="114" y="164"/>
                    <a:pt x="115" y="164"/>
                    <a:pt x="116" y="164"/>
                  </a:cubicBezTo>
                  <a:cubicBezTo>
                    <a:pt x="116" y="164"/>
                    <a:pt x="117" y="164"/>
                    <a:pt x="117" y="164"/>
                  </a:cubicBezTo>
                  <a:cubicBezTo>
                    <a:pt x="118" y="164"/>
                    <a:pt x="118" y="164"/>
                    <a:pt x="119" y="164"/>
                  </a:cubicBezTo>
                  <a:cubicBezTo>
                    <a:pt x="119" y="164"/>
                    <a:pt x="119" y="163"/>
                    <a:pt x="119" y="163"/>
                  </a:cubicBezTo>
                  <a:cubicBezTo>
                    <a:pt x="119" y="163"/>
                    <a:pt x="120" y="163"/>
                    <a:pt x="120" y="163"/>
                  </a:cubicBezTo>
                  <a:cubicBezTo>
                    <a:pt x="120" y="162"/>
                    <a:pt x="120" y="162"/>
                    <a:pt x="120" y="161"/>
                  </a:cubicBezTo>
                  <a:cubicBezTo>
                    <a:pt x="120" y="161"/>
                    <a:pt x="119" y="161"/>
                    <a:pt x="119" y="161"/>
                  </a:cubicBezTo>
                  <a:cubicBezTo>
                    <a:pt x="119" y="161"/>
                    <a:pt x="119" y="160"/>
                    <a:pt x="119" y="160"/>
                  </a:cubicBezTo>
                  <a:cubicBezTo>
                    <a:pt x="119" y="160"/>
                    <a:pt x="120" y="160"/>
                    <a:pt x="120" y="160"/>
                  </a:cubicBezTo>
                  <a:cubicBezTo>
                    <a:pt x="120" y="159"/>
                    <a:pt x="120" y="159"/>
                    <a:pt x="120" y="158"/>
                  </a:cubicBezTo>
                  <a:cubicBezTo>
                    <a:pt x="121" y="158"/>
                    <a:pt x="121" y="158"/>
                    <a:pt x="122" y="158"/>
                  </a:cubicBezTo>
                  <a:cubicBezTo>
                    <a:pt x="122" y="159"/>
                    <a:pt x="122" y="159"/>
                    <a:pt x="122" y="160"/>
                  </a:cubicBezTo>
                  <a:cubicBezTo>
                    <a:pt x="122" y="160"/>
                    <a:pt x="122" y="161"/>
                    <a:pt x="122" y="161"/>
                  </a:cubicBezTo>
                  <a:cubicBezTo>
                    <a:pt x="122" y="162"/>
                    <a:pt x="122" y="162"/>
                    <a:pt x="122" y="163"/>
                  </a:cubicBezTo>
                  <a:cubicBezTo>
                    <a:pt x="122" y="163"/>
                    <a:pt x="122" y="164"/>
                    <a:pt x="122" y="164"/>
                  </a:cubicBezTo>
                  <a:cubicBezTo>
                    <a:pt x="121" y="164"/>
                    <a:pt x="121" y="164"/>
                    <a:pt x="120" y="164"/>
                  </a:cubicBezTo>
                  <a:moveTo>
                    <a:pt x="145" y="221"/>
                  </a:moveTo>
                  <a:cubicBezTo>
                    <a:pt x="145" y="221"/>
                    <a:pt x="144" y="221"/>
                    <a:pt x="144" y="221"/>
                  </a:cubicBezTo>
                  <a:cubicBezTo>
                    <a:pt x="144" y="220"/>
                    <a:pt x="144" y="220"/>
                    <a:pt x="144" y="219"/>
                  </a:cubicBezTo>
                  <a:cubicBezTo>
                    <a:pt x="143" y="219"/>
                    <a:pt x="143" y="219"/>
                    <a:pt x="142" y="219"/>
                  </a:cubicBezTo>
                  <a:cubicBezTo>
                    <a:pt x="142" y="219"/>
                    <a:pt x="142" y="218"/>
                    <a:pt x="142" y="218"/>
                  </a:cubicBezTo>
                  <a:cubicBezTo>
                    <a:pt x="142" y="218"/>
                    <a:pt x="141" y="218"/>
                    <a:pt x="141" y="218"/>
                  </a:cubicBezTo>
                  <a:cubicBezTo>
                    <a:pt x="141" y="217"/>
                    <a:pt x="141" y="217"/>
                    <a:pt x="141" y="216"/>
                  </a:cubicBezTo>
                  <a:cubicBezTo>
                    <a:pt x="140" y="216"/>
                    <a:pt x="140" y="216"/>
                    <a:pt x="139" y="216"/>
                  </a:cubicBezTo>
                  <a:cubicBezTo>
                    <a:pt x="139" y="216"/>
                    <a:pt x="139" y="215"/>
                    <a:pt x="139" y="214"/>
                  </a:cubicBezTo>
                  <a:cubicBezTo>
                    <a:pt x="139" y="214"/>
                    <a:pt x="138" y="214"/>
                    <a:pt x="137" y="214"/>
                  </a:cubicBezTo>
                  <a:cubicBezTo>
                    <a:pt x="137" y="214"/>
                    <a:pt x="136" y="214"/>
                    <a:pt x="136" y="214"/>
                  </a:cubicBezTo>
                  <a:cubicBezTo>
                    <a:pt x="136" y="214"/>
                    <a:pt x="136" y="213"/>
                    <a:pt x="136" y="213"/>
                  </a:cubicBezTo>
                  <a:cubicBezTo>
                    <a:pt x="136" y="212"/>
                    <a:pt x="136" y="212"/>
                    <a:pt x="136" y="211"/>
                  </a:cubicBezTo>
                  <a:cubicBezTo>
                    <a:pt x="135" y="211"/>
                    <a:pt x="135" y="211"/>
                    <a:pt x="134" y="211"/>
                  </a:cubicBezTo>
                  <a:cubicBezTo>
                    <a:pt x="134" y="211"/>
                    <a:pt x="134" y="210"/>
                    <a:pt x="134" y="210"/>
                  </a:cubicBezTo>
                  <a:cubicBezTo>
                    <a:pt x="134" y="209"/>
                    <a:pt x="134" y="208"/>
                    <a:pt x="134" y="208"/>
                  </a:cubicBezTo>
                  <a:cubicBezTo>
                    <a:pt x="134" y="208"/>
                    <a:pt x="133" y="208"/>
                    <a:pt x="133" y="208"/>
                  </a:cubicBezTo>
                  <a:cubicBezTo>
                    <a:pt x="133" y="207"/>
                    <a:pt x="133" y="207"/>
                    <a:pt x="133" y="206"/>
                  </a:cubicBezTo>
                  <a:cubicBezTo>
                    <a:pt x="132" y="206"/>
                    <a:pt x="132" y="206"/>
                    <a:pt x="131" y="206"/>
                  </a:cubicBezTo>
                  <a:cubicBezTo>
                    <a:pt x="131" y="206"/>
                    <a:pt x="131" y="205"/>
                    <a:pt x="131" y="205"/>
                  </a:cubicBezTo>
                  <a:cubicBezTo>
                    <a:pt x="131" y="204"/>
                    <a:pt x="131" y="204"/>
                    <a:pt x="131" y="203"/>
                  </a:cubicBezTo>
                  <a:cubicBezTo>
                    <a:pt x="131" y="203"/>
                    <a:pt x="131" y="202"/>
                    <a:pt x="131" y="202"/>
                  </a:cubicBezTo>
                  <a:cubicBezTo>
                    <a:pt x="131" y="202"/>
                    <a:pt x="130" y="202"/>
                    <a:pt x="130" y="202"/>
                  </a:cubicBezTo>
                  <a:cubicBezTo>
                    <a:pt x="130" y="201"/>
                    <a:pt x="130" y="200"/>
                    <a:pt x="130" y="200"/>
                  </a:cubicBezTo>
                  <a:cubicBezTo>
                    <a:pt x="130" y="199"/>
                    <a:pt x="130" y="199"/>
                    <a:pt x="130" y="198"/>
                  </a:cubicBezTo>
                  <a:cubicBezTo>
                    <a:pt x="130" y="198"/>
                    <a:pt x="130" y="197"/>
                    <a:pt x="130" y="197"/>
                  </a:cubicBezTo>
                  <a:cubicBezTo>
                    <a:pt x="129" y="197"/>
                    <a:pt x="129" y="197"/>
                    <a:pt x="128" y="197"/>
                  </a:cubicBezTo>
                  <a:cubicBezTo>
                    <a:pt x="128" y="196"/>
                    <a:pt x="128" y="196"/>
                    <a:pt x="128" y="195"/>
                  </a:cubicBezTo>
                  <a:cubicBezTo>
                    <a:pt x="128" y="195"/>
                    <a:pt x="127" y="195"/>
                    <a:pt x="126" y="195"/>
                  </a:cubicBezTo>
                  <a:cubicBezTo>
                    <a:pt x="126" y="194"/>
                    <a:pt x="126" y="194"/>
                    <a:pt x="126" y="193"/>
                  </a:cubicBezTo>
                  <a:cubicBezTo>
                    <a:pt x="126" y="193"/>
                    <a:pt x="126" y="192"/>
                    <a:pt x="126" y="192"/>
                  </a:cubicBezTo>
                  <a:cubicBezTo>
                    <a:pt x="126" y="192"/>
                    <a:pt x="125" y="192"/>
                    <a:pt x="125" y="192"/>
                  </a:cubicBezTo>
                  <a:cubicBezTo>
                    <a:pt x="125" y="191"/>
                    <a:pt x="125" y="191"/>
                    <a:pt x="125" y="190"/>
                  </a:cubicBezTo>
                  <a:cubicBezTo>
                    <a:pt x="124" y="190"/>
                    <a:pt x="124" y="190"/>
                    <a:pt x="123" y="190"/>
                  </a:cubicBezTo>
                  <a:cubicBezTo>
                    <a:pt x="123" y="190"/>
                    <a:pt x="123" y="189"/>
                    <a:pt x="123" y="189"/>
                  </a:cubicBezTo>
                  <a:cubicBezTo>
                    <a:pt x="123" y="188"/>
                    <a:pt x="123" y="188"/>
                    <a:pt x="123" y="187"/>
                  </a:cubicBezTo>
                  <a:cubicBezTo>
                    <a:pt x="123" y="187"/>
                    <a:pt x="122" y="187"/>
                    <a:pt x="122" y="187"/>
                  </a:cubicBezTo>
                  <a:cubicBezTo>
                    <a:pt x="122" y="186"/>
                    <a:pt x="122" y="186"/>
                    <a:pt x="122" y="185"/>
                  </a:cubicBezTo>
                  <a:cubicBezTo>
                    <a:pt x="122" y="185"/>
                    <a:pt x="122" y="184"/>
                    <a:pt x="122" y="184"/>
                  </a:cubicBezTo>
                  <a:cubicBezTo>
                    <a:pt x="122" y="184"/>
                    <a:pt x="123" y="184"/>
                    <a:pt x="123" y="184"/>
                  </a:cubicBezTo>
                  <a:cubicBezTo>
                    <a:pt x="123" y="184"/>
                    <a:pt x="123" y="185"/>
                    <a:pt x="123" y="185"/>
                  </a:cubicBezTo>
                  <a:cubicBezTo>
                    <a:pt x="124" y="185"/>
                    <a:pt x="124" y="185"/>
                    <a:pt x="125" y="185"/>
                  </a:cubicBezTo>
                  <a:cubicBezTo>
                    <a:pt x="125" y="186"/>
                    <a:pt x="125" y="186"/>
                    <a:pt x="125" y="187"/>
                  </a:cubicBezTo>
                  <a:cubicBezTo>
                    <a:pt x="125" y="187"/>
                    <a:pt x="126" y="187"/>
                    <a:pt x="126" y="187"/>
                  </a:cubicBezTo>
                  <a:cubicBezTo>
                    <a:pt x="126" y="188"/>
                    <a:pt x="126" y="188"/>
                    <a:pt x="126" y="189"/>
                  </a:cubicBezTo>
                  <a:cubicBezTo>
                    <a:pt x="127" y="189"/>
                    <a:pt x="128" y="189"/>
                    <a:pt x="128" y="189"/>
                  </a:cubicBezTo>
                  <a:cubicBezTo>
                    <a:pt x="128" y="189"/>
                    <a:pt x="128" y="190"/>
                    <a:pt x="128" y="190"/>
                  </a:cubicBezTo>
                  <a:cubicBezTo>
                    <a:pt x="128" y="191"/>
                    <a:pt x="128" y="191"/>
                    <a:pt x="128" y="192"/>
                  </a:cubicBezTo>
                  <a:cubicBezTo>
                    <a:pt x="129" y="192"/>
                    <a:pt x="129" y="192"/>
                    <a:pt x="130" y="192"/>
                  </a:cubicBezTo>
                  <a:cubicBezTo>
                    <a:pt x="130" y="192"/>
                    <a:pt x="130" y="193"/>
                    <a:pt x="130" y="193"/>
                  </a:cubicBezTo>
                  <a:cubicBezTo>
                    <a:pt x="130" y="193"/>
                    <a:pt x="131" y="193"/>
                    <a:pt x="131" y="193"/>
                  </a:cubicBezTo>
                  <a:cubicBezTo>
                    <a:pt x="131" y="194"/>
                    <a:pt x="131" y="194"/>
                    <a:pt x="131" y="195"/>
                  </a:cubicBezTo>
                  <a:cubicBezTo>
                    <a:pt x="132" y="195"/>
                    <a:pt x="132" y="195"/>
                    <a:pt x="133" y="195"/>
                  </a:cubicBezTo>
                  <a:cubicBezTo>
                    <a:pt x="133" y="196"/>
                    <a:pt x="133" y="196"/>
                    <a:pt x="133" y="197"/>
                  </a:cubicBezTo>
                  <a:cubicBezTo>
                    <a:pt x="133" y="197"/>
                    <a:pt x="133" y="198"/>
                    <a:pt x="133" y="198"/>
                  </a:cubicBezTo>
                  <a:cubicBezTo>
                    <a:pt x="133" y="198"/>
                    <a:pt x="134" y="198"/>
                    <a:pt x="134" y="198"/>
                  </a:cubicBezTo>
                  <a:cubicBezTo>
                    <a:pt x="134" y="199"/>
                    <a:pt x="134" y="199"/>
                    <a:pt x="134" y="200"/>
                  </a:cubicBezTo>
                  <a:cubicBezTo>
                    <a:pt x="134" y="200"/>
                    <a:pt x="134" y="201"/>
                    <a:pt x="134" y="202"/>
                  </a:cubicBezTo>
                  <a:cubicBezTo>
                    <a:pt x="135" y="202"/>
                    <a:pt x="135" y="202"/>
                    <a:pt x="136" y="202"/>
                  </a:cubicBezTo>
                  <a:cubicBezTo>
                    <a:pt x="136" y="202"/>
                    <a:pt x="136" y="203"/>
                    <a:pt x="136" y="203"/>
                  </a:cubicBezTo>
                  <a:cubicBezTo>
                    <a:pt x="136" y="203"/>
                    <a:pt x="137" y="203"/>
                    <a:pt x="137" y="203"/>
                  </a:cubicBezTo>
                  <a:cubicBezTo>
                    <a:pt x="137" y="204"/>
                    <a:pt x="137" y="204"/>
                    <a:pt x="137" y="205"/>
                  </a:cubicBezTo>
                  <a:cubicBezTo>
                    <a:pt x="138" y="205"/>
                    <a:pt x="139" y="205"/>
                    <a:pt x="139" y="205"/>
                  </a:cubicBezTo>
                  <a:cubicBezTo>
                    <a:pt x="139" y="205"/>
                    <a:pt x="139" y="206"/>
                    <a:pt x="139" y="206"/>
                  </a:cubicBezTo>
                  <a:cubicBezTo>
                    <a:pt x="140" y="206"/>
                    <a:pt x="140" y="206"/>
                    <a:pt x="141" y="206"/>
                  </a:cubicBezTo>
                  <a:cubicBezTo>
                    <a:pt x="141" y="207"/>
                    <a:pt x="141" y="207"/>
                    <a:pt x="141" y="208"/>
                  </a:cubicBezTo>
                  <a:cubicBezTo>
                    <a:pt x="141" y="208"/>
                    <a:pt x="141" y="209"/>
                    <a:pt x="141" y="210"/>
                  </a:cubicBezTo>
                  <a:cubicBezTo>
                    <a:pt x="141" y="210"/>
                    <a:pt x="142" y="210"/>
                    <a:pt x="142" y="210"/>
                  </a:cubicBezTo>
                  <a:cubicBezTo>
                    <a:pt x="142" y="210"/>
                    <a:pt x="142" y="211"/>
                    <a:pt x="142" y="211"/>
                  </a:cubicBezTo>
                  <a:cubicBezTo>
                    <a:pt x="143" y="211"/>
                    <a:pt x="143" y="211"/>
                    <a:pt x="144" y="211"/>
                  </a:cubicBezTo>
                  <a:cubicBezTo>
                    <a:pt x="144" y="212"/>
                    <a:pt x="144" y="212"/>
                    <a:pt x="144" y="213"/>
                  </a:cubicBezTo>
                  <a:cubicBezTo>
                    <a:pt x="144" y="213"/>
                    <a:pt x="144" y="214"/>
                    <a:pt x="144" y="214"/>
                  </a:cubicBezTo>
                  <a:cubicBezTo>
                    <a:pt x="144" y="215"/>
                    <a:pt x="144" y="216"/>
                    <a:pt x="144" y="216"/>
                  </a:cubicBezTo>
                  <a:cubicBezTo>
                    <a:pt x="144" y="217"/>
                    <a:pt x="144" y="217"/>
                    <a:pt x="144" y="218"/>
                  </a:cubicBezTo>
                  <a:cubicBezTo>
                    <a:pt x="144" y="218"/>
                    <a:pt x="144" y="219"/>
                    <a:pt x="144" y="219"/>
                  </a:cubicBezTo>
                  <a:cubicBezTo>
                    <a:pt x="144" y="219"/>
                    <a:pt x="145" y="219"/>
                    <a:pt x="145" y="219"/>
                  </a:cubicBezTo>
                  <a:cubicBezTo>
                    <a:pt x="145" y="220"/>
                    <a:pt x="145" y="220"/>
                    <a:pt x="145" y="221"/>
                  </a:cubicBezTo>
                  <a:moveTo>
                    <a:pt x="173" y="184"/>
                  </a:moveTo>
                  <a:cubicBezTo>
                    <a:pt x="173" y="184"/>
                    <a:pt x="172" y="184"/>
                    <a:pt x="172" y="184"/>
                  </a:cubicBezTo>
                  <a:cubicBezTo>
                    <a:pt x="172" y="184"/>
                    <a:pt x="172" y="185"/>
                    <a:pt x="172" y="185"/>
                  </a:cubicBezTo>
                  <a:cubicBezTo>
                    <a:pt x="171" y="185"/>
                    <a:pt x="171" y="185"/>
                    <a:pt x="170" y="185"/>
                  </a:cubicBezTo>
                  <a:cubicBezTo>
                    <a:pt x="170" y="186"/>
                    <a:pt x="170" y="186"/>
                    <a:pt x="170" y="187"/>
                  </a:cubicBezTo>
                  <a:cubicBezTo>
                    <a:pt x="170" y="187"/>
                    <a:pt x="169" y="187"/>
                    <a:pt x="169" y="187"/>
                  </a:cubicBezTo>
                  <a:cubicBezTo>
                    <a:pt x="169" y="188"/>
                    <a:pt x="169" y="188"/>
                    <a:pt x="169" y="189"/>
                  </a:cubicBezTo>
                  <a:cubicBezTo>
                    <a:pt x="169" y="189"/>
                    <a:pt x="169" y="190"/>
                    <a:pt x="169" y="190"/>
                  </a:cubicBezTo>
                  <a:cubicBezTo>
                    <a:pt x="168" y="190"/>
                    <a:pt x="168" y="190"/>
                    <a:pt x="167" y="190"/>
                  </a:cubicBezTo>
                  <a:cubicBezTo>
                    <a:pt x="167" y="190"/>
                    <a:pt x="166" y="190"/>
                    <a:pt x="166" y="190"/>
                  </a:cubicBezTo>
                  <a:cubicBezTo>
                    <a:pt x="165" y="190"/>
                    <a:pt x="165" y="190"/>
                    <a:pt x="164" y="190"/>
                  </a:cubicBezTo>
                  <a:cubicBezTo>
                    <a:pt x="164" y="190"/>
                    <a:pt x="164" y="189"/>
                    <a:pt x="164" y="189"/>
                  </a:cubicBezTo>
                  <a:cubicBezTo>
                    <a:pt x="164" y="188"/>
                    <a:pt x="164" y="188"/>
                    <a:pt x="164" y="187"/>
                  </a:cubicBezTo>
                  <a:cubicBezTo>
                    <a:pt x="164" y="186"/>
                    <a:pt x="164" y="186"/>
                    <a:pt x="164" y="185"/>
                  </a:cubicBezTo>
                  <a:cubicBezTo>
                    <a:pt x="164" y="185"/>
                    <a:pt x="163" y="185"/>
                    <a:pt x="163" y="185"/>
                  </a:cubicBezTo>
                  <a:cubicBezTo>
                    <a:pt x="162" y="185"/>
                    <a:pt x="161" y="185"/>
                    <a:pt x="161" y="185"/>
                  </a:cubicBezTo>
                  <a:cubicBezTo>
                    <a:pt x="160" y="185"/>
                    <a:pt x="160" y="185"/>
                    <a:pt x="159" y="185"/>
                  </a:cubicBezTo>
                  <a:cubicBezTo>
                    <a:pt x="159" y="185"/>
                    <a:pt x="159" y="184"/>
                    <a:pt x="159" y="184"/>
                  </a:cubicBezTo>
                  <a:cubicBezTo>
                    <a:pt x="159" y="184"/>
                    <a:pt x="158" y="184"/>
                    <a:pt x="158" y="184"/>
                  </a:cubicBezTo>
                  <a:cubicBezTo>
                    <a:pt x="158" y="183"/>
                    <a:pt x="158" y="183"/>
                    <a:pt x="158" y="182"/>
                  </a:cubicBezTo>
                  <a:cubicBezTo>
                    <a:pt x="157" y="182"/>
                    <a:pt x="157" y="182"/>
                    <a:pt x="156" y="182"/>
                  </a:cubicBezTo>
                  <a:cubicBezTo>
                    <a:pt x="156" y="182"/>
                    <a:pt x="156" y="181"/>
                    <a:pt x="156" y="180"/>
                  </a:cubicBezTo>
                  <a:cubicBezTo>
                    <a:pt x="156" y="180"/>
                    <a:pt x="155" y="180"/>
                    <a:pt x="155" y="180"/>
                  </a:cubicBezTo>
                  <a:cubicBezTo>
                    <a:pt x="155" y="180"/>
                    <a:pt x="155" y="179"/>
                    <a:pt x="155" y="179"/>
                  </a:cubicBezTo>
                  <a:cubicBezTo>
                    <a:pt x="155" y="178"/>
                    <a:pt x="155" y="178"/>
                    <a:pt x="155" y="177"/>
                  </a:cubicBezTo>
                  <a:cubicBezTo>
                    <a:pt x="155" y="177"/>
                    <a:pt x="155" y="176"/>
                    <a:pt x="155" y="176"/>
                  </a:cubicBezTo>
                  <a:cubicBezTo>
                    <a:pt x="155" y="176"/>
                    <a:pt x="156" y="176"/>
                    <a:pt x="156" y="176"/>
                  </a:cubicBezTo>
                  <a:cubicBezTo>
                    <a:pt x="157" y="176"/>
                    <a:pt x="157" y="176"/>
                    <a:pt x="158" y="176"/>
                  </a:cubicBezTo>
                  <a:cubicBezTo>
                    <a:pt x="158" y="176"/>
                    <a:pt x="158" y="177"/>
                    <a:pt x="158" y="177"/>
                  </a:cubicBezTo>
                  <a:cubicBezTo>
                    <a:pt x="158" y="177"/>
                    <a:pt x="159" y="177"/>
                    <a:pt x="159" y="177"/>
                  </a:cubicBezTo>
                  <a:cubicBezTo>
                    <a:pt x="159" y="178"/>
                    <a:pt x="159" y="178"/>
                    <a:pt x="159" y="179"/>
                  </a:cubicBezTo>
                  <a:cubicBezTo>
                    <a:pt x="159" y="179"/>
                    <a:pt x="159" y="180"/>
                    <a:pt x="159" y="180"/>
                  </a:cubicBezTo>
                  <a:cubicBezTo>
                    <a:pt x="160" y="180"/>
                    <a:pt x="160" y="180"/>
                    <a:pt x="161" y="180"/>
                  </a:cubicBezTo>
                  <a:cubicBezTo>
                    <a:pt x="161" y="181"/>
                    <a:pt x="161" y="182"/>
                    <a:pt x="161" y="182"/>
                  </a:cubicBezTo>
                  <a:cubicBezTo>
                    <a:pt x="161" y="182"/>
                    <a:pt x="162" y="182"/>
                    <a:pt x="163" y="182"/>
                  </a:cubicBezTo>
                  <a:cubicBezTo>
                    <a:pt x="163" y="182"/>
                    <a:pt x="164" y="182"/>
                    <a:pt x="164" y="182"/>
                  </a:cubicBezTo>
                  <a:cubicBezTo>
                    <a:pt x="165" y="182"/>
                    <a:pt x="165" y="182"/>
                    <a:pt x="166" y="182"/>
                  </a:cubicBezTo>
                  <a:cubicBezTo>
                    <a:pt x="166" y="183"/>
                    <a:pt x="166" y="183"/>
                    <a:pt x="166" y="184"/>
                  </a:cubicBezTo>
                  <a:cubicBezTo>
                    <a:pt x="166" y="184"/>
                    <a:pt x="167" y="184"/>
                    <a:pt x="167" y="184"/>
                  </a:cubicBezTo>
                  <a:cubicBezTo>
                    <a:pt x="168" y="184"/>
                    <a:pt x="168" y="184"/>
                    <a:pt x="169" y="184"/>
                  </a:cubicBezTo>
                  <a:cubicBezTo>
                    <a:pt x="169" y="184"/>
                    <a:pt x="170" y="184"/>
                    <a:pt x="170" y="184"/>
                  </a:cubicBezTo>
                  <a:cubicBezTo>
                    <a:pt x="171" y="184"/>
                    <a:pt x="171" y="184"/>
                    <a:pt x="172" y="184"/>
                  </a:cubicBezTo>
                  <a:cubicBezTo>
                    <a:pt x="172" y="183"/>
                    <a:pt x="172" y="183"/>
                    <a:pt x="172" y="182"/>
                  </a:cubicBezTo>
                  <a:cubicBezTo>
                    <a:pt x="172" y="182"/>
                    <a:pt x="173" y="182"/>
                    <a:pt x="173" y="182"/>
                  </a:cubicBezTo>
                  <a:cubicBezTo>
                    <a:pt x="173" y="183"/>
                    <a:pt x="173" y="183"/>
                    <a:pt x="173" y="184"/>
                  </a:cubicBezTo>
                  <a:moveTo>
                    <a:pt x="173" y="34"/>
                  </a:moveTo>
                  <a:cubicBezTo>
                    <a:pt x="173" y="34"/>
                    <a:pt x="172" y="34"/>
                    <a:pt x="172" y="34"/>
                  </a:cubicBezTo>
                  <a:cubicBezTo>
                    <a:pt x="172" y="33"/>
                    <a:pt x="172" y="33"/>
                    <a:pt x="172" y="32"/>
                  </a:cubicBezTo>
                  <a:cubicBezTo>
                    <a:pt x="172" y="32"/>
                    <a:pt x="173" y="32"/>
                    <a:pt x="173" y="32"/>
                  </a:cubicBezTo>
                  <a:cubicBezTo>
                    <a:pt x="173" y="33"/>
                    <a:pt x="173" y="33"/>
                    <a:pt x="173" y="34"/>
                  </a:cubicBezTo>
                  <a:moveTo>
                    <a:pt x="178" y="42"/>
                  </a:moveTo>
                  <a:cubicBezTo>
                    <a:pt x="178" y="42"/>
                    <a:pt x="178" y="43"/>
                    <a:pt x="178" y="43"/>
                  </a:cubicBezTo>
                  <a:cubicBezTo>
                    <a:pt x="178" y="44"/>
                    <a:pt x="178" y="44"/>
                    <a:pt x="178" y="45"/>
                  </a:cubicBezTo>
                  <a:cubicBezTo>
                    <a:pt x="178" y="46"/>
                    <a:pt x="178" y="46"/>
                    <a:pt x="178" y="47"/>
                  </a:cubicBezTo>
                  <a:cubicBezTo>
                    <a:pt x="178" y="47"/>
                    <a:pt x="177" y="47"/>
                    <a:pt x="177" y="47"/>
                  </a:cubicBezTo>
                  <a:cubicBezTo>
                    <a:pt x="177" y="47"/>
                    <a:pt x="177" y="48"/>
                    <a:pt x="177" y="48"/>
                  </a:cubicBezTo>
                  <a:cubicBezTo>
                    <a:pt x="177" y="49"/>
                    <a:pt x="177" y="49"/>
                    <a:pt x="177" y="50"/>
                  </a:cubicBezTo>
                  <a:cubicBezTo>
                    <a:pt x="176" y="50"/>
                    <a:pt x="176" y="50"/>
                    <a:pt x="175" y="50"/>
                  </a:cubicBezTo>
                  <a:cubicBezTo>
                    <a:pt x="175" y="49"/>
                    <a:pt x="175" y="49"/>
                    <a:pt x="175" y="48"/>
                  </a:cubicBezTo>
                  <a:cubicBezTo>
                    <a:pt x="175" y="48"/>
                    <a:pt x="175" y="47"/>
                    <a:pt x="175" y="47"/>
                  </a:cubicBezTo>
                  <a:cubicBezTo>
                    <a:pt x="175" y="46"/>
                    <a:pt x="175" y="46"/>
                    <a:pt x="175" y="45"/>
                  </a:cubicBezTo>
                  <a:cubicBezTo>
                    <a:pt x="176" y="45"/>
                    <a:pt x="176" y="45"/>
                    <a:pt x="177" y="45"/>
                  </a:cubicBezTo>
                  <a:cubicBezTo>
                    <a:pt x="177" y="44"/>
                    <a:pt x="177" y="44"/>
                    <a:pt x="177" y="43"/>
                  </a:cubicBezTo>
                  <a:cubicBezTo>
                    <a:pt x="177" y="43"/>
                    <a:pt x="177" y="42"/>
                    <a:pt x="177" y="42"/>
                  </a:cubicBezTo>
                  <a:cubicBezTo>
                    <a:pt x="177" y="41"/>
                    <a:pt x="177" y="41"/>
                    <a:pt x="177" y="40"/>
                  </a:cubicBezTo>
                  <a:cubicBezTo>
                    <a:pt x="177" y="40"/>
                    <a:pt x="178" y="40"/>
                    <a:pt x="178" y="40"/>
                  </a:cubicBezTo>
                  <a:cubicBezTo>
                    <a:pt x="178" y="41"/>
                    <a:pt x="178" y="41"/>
                    <a:pt x="178" y="42"/>
                  </a:cubicBezTo>
                  <a:moveTo>
                    <a:pt x="186" y="24"/>
                  </a:moveTo>
                  <a:cubicBezTo>
                    <a:pt x="185" y="24"/>
                    <a:pt x="185" y="24"/>
                    <a:pt x="184" y="24"/>
                  </a:cubicBezTo>
                  <a:cubicBezTo>
                    <a:pt x="184" y="24"/>
                    <a:pt x="183" y="24"/>
                    <a:pt x="183" y="24"/>
                  </a:cubicBezTo>
                  <a:cubicBezTo>
                    <a:pt x="183" y="24"/>
                    <a:pt x="183" y="23"/>
                    <a:pt x="183" y="23"/>
                  </a:cubicBezTo>
                  <a:cubicBezTo>
                    <a:pt x="182" y="23"/>
                    <a:pt x="182" y="23"/>
                    <a:pt x="181" y="23"/>
                  </a:cubicBezTo>
                  <a:cubicBezTo>
                    <a:pt x="181" y="22"/>
                    <a:pt x="181" y="21"/>
                    <a:pt x="181" y="21"/>
                  </a:cubicBezTo>
                  <a:cubicBezTo>
                    <a:pt x="182" y="21"/>
                    <a:pt x="182" y="21"/>
                    <a:pt x="183" y="21"/>
                  </a:cubicBezTo>
                  <a:cubicBezTo>
                    <a:pt x="183" y="21"/>
                    <a:pt x="183" y="22"/>
                    <a:pt x="183" y="23"/>
                  </a:cubicBezTo>
                  <a:cubicBezTo>
                    <a:pt x="183" y="23"/>
                    <a:pt x="184" y="23"/>
                    <a:pt x="184" y="23"/>
                  </a:cubicBezTo>
                  <a:cubicBezTo>
                    <a:pt x="185" y="23"/>
                    <a:pt x="185" y="23"/>
                    <a:pt x="186" y="23"/>
                  </a:cubicBezTo>
                  <a:cubicBezTo>
                    <a:pt x="186" y="23"/>
                    <a:pt x="186" y="24"/>
                    <a:pt x="186" y="24"/>
                  </a:cubicBezTo>
                  <a:moveTo>
                    <a:pt x="222" y="200"/>
                  </a:moveTo>
                  <a:cubicBezTo>
                    <a:pt x="222" y="200"/>
                    <a:pt x="222" y="200"/>
                    <a:pt x="222" y="200"/>
                  </a:cubicBezTo>
                  <a:cubicBezTo>
                    <a:pt x="222" y="200"/>
                    <a:pt x="222" y="200"/>
                    <a:pt x="222" y="200"/>
                  </a:cubicBezTo>
                  <a:cubicBezTo>
                    <a:pt x="222" y="200"/>
                    <a:pt x="222" y="200"/>
                    <a:pt x="222" y="200"/>
                  </a:cubicBezTo>
                  <a:cubicBezTo>
                    <a:pt x="221" y="200"/>
                    <a:pt x="221" y="200"/>
                    <a:pt x="221" y="200"/>
                  </a:cubicBezTo>
                  <a:cubicBezTo>
                    <a:pt x="222" y="200"/>
                    <a:pt x="222" y="200"/>
                    <a:pt x="222" y="200"/>
                  </a:cubicBezTo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14" name="Freeform 41106"/>
            <p:cNvSpPr>
              <a:spLocks/>
            </p:cNvSpPr>
            <p:nvPr/>
          </p:nvSpPr>
          <p:spPr bwMode="auto">
            <a:xfrm>
              <a:off x="4246" y="1383"/>
              <a:ext cx="34" cy="62"/>
            </a:xfrm>
            <a:custGeom>
              <a:avLst/>
              <a:gdLst>
                <a:gd name="T0" fmla="*/ 32 w 20"/>
                <a:gd name="T1" fmla="*/ 7 h 36"/>
                <a:gd name="T2" fmla="*/ 32 w 20"/>
                <a:gd name="T3" fmla="*/ 0 h 36"/>
                <a:gd name="T4" fmla="*/ 26 w 20"/>
                <a:gd name="T5" fmla="*/ 0 h 36"/>
                <a:gd name="T6" fmla="*/ 24 w 20"/>
                <a:gd name="T7" fmla="*/ 3 h 36"/>
                <a:gd name="T8" fmla="*/ 20 w 20"/>
                <a:gd name="T9" fmla="*/ 7 h 36"/>
                <a:gd name="T10" fmla="*/ 19 w 20"/>
                <a:gd name="T11" fmla="*/ 9 h 36"/>
                <a:gd name="T12" fmla="*/ 19 w 20"/>
                <a:gd name="T13" fmla="*/ 16 h 36"/>
                <a:gd name="T14" fmla="*/ 12 w 20"/>
                <a:gd name="T15" fmla="*/ 16 h 36"/>
                <a:gd name="T16" fmla="*/ 10 w 20"/>
                <a:gd name="T17" fmla="*/ 17 h 36"/>
                <a:gd name="T18" fmla="*/ 7 w 20"/>
                <a:gd name="T19" fmla="*/ 21 h 36"/>
                <a:gd name="T20" fmla="*/ 5 w 20"/>
                <a:gd name="T21" fmla="*/ 22 h 36"/>
                <a:gd name="T22" fmla="*/ 2 w 20"/>
                <a:gd name="T23" fmla="*/ 26 h 36"/>
                <a:gd name="T24" fmla="*/ 5 w 20"/>
                <a:gd name="T25" fmla="*/ 28 h 36"/>
                <a:gd name="T26" fmla="*/ 5 w 20"/>
                <a:gd name="T27" fmla="*/ 34 h 36"/>
                <a:gd name="T28" fmla="*/ 5 w 20"/>
                <a:gd name="T29" fmla="*/ 40 h 36"/>
                <a:gd name="T30" fmla="*/ 2 w 20"/>
                <a:gd name="T31" fmla="*/ 43 h 36"/>
                <a:gd name="T32" fmla="*/ 0 w 20"/>
                <a:gd name="T33" fmla="*/ 45 h 36"/>
                <a:gd name="T34" fmla="*/ 0 w 20"/>
                <a:gd name="T35" fmla="*/ 50 h 36"/>
                <a:gd name="T36" fmla="*/ 0 w 20"/>
                <a:gd name="T37" fmla="*/ 57 h 36"/>
                <a:gd name="T38" fmla="*/ 2 w 20"/>
                <a:gd name="T39" fmla="*/ 59 h 36"/>
                <a:gd name="T40" fmla="*/ 5 w 20"/>
                <a:gd name="T41" fmla="*/ 62 h 36"/>
                <a:gd name="T42" fmla="*/ 10 w 20"/>
                <a:gd name="T43" fmla="*/ 62 h 36"/>
                <a:gd name="T44" fmla="*/ 15 w 20"/>
                <a:gd name="T45" fmla="*/ 62 h 36"/>
                <a:gd name="T46" fmla="*/ 15 w 20"/>
                <a:gd name="T47" fmla="*/ 57 h 36"/>
                <a:gd name="T48" fmla="*/ 19 w 20"/>
                <a:gd name="T49" fmla="*/ 53 h 36"/>
                <a:gd name="T50" fmla="*/ 20 w 20"/>
                <a:gd name="T51" fmla="*/ 50 h 36"/>
                <a:gd name="T52" fmla="*/ 20 w 20"/>
                <a:gd name="T53" fmla="*/ 48 h 36"/>
                <a:gd name="T54" fmla="*/ 24 w 20"/>
                <a:gd name="T55" fmla="*/ 45 h 36"/>
                <a:gd name="T56" fmla="*/ 24 w 20"/>
                <a:gd name="T57" fmla="*/ 40 h 36"/>
                <a:gd name="T58" fmla="*/ 26 w 20"/>
                <a:gd name="T59" fmla="*/ 36 h 36"/>
                <a:gd name="T60" fmla="*/ 26 w 20"/>
                <a:gd name="T61" fmla="*/ 31 h 36"/>
                <a:gd name="T62" fmla="*/ 29 w 20"/>
                <a:gd name="T63" fmla="*/ 28 h 36"/>
                <a:gd name="T64" fmla="*/ 29 w 20"/>
                <a:gd name="T65" fmla="*/ 22 h 36"/>
                <a:gd name="T66" fmla="*/ 32 w 20"/>
                <a:gd name="T67" fmla="*/ 21 h 36"/>
                <a:gd name="T68" fmla="*/ 34 w 20"/>
                <a:gd name="T69" fmla="*/ 17 h 36"/>
                <a:gd name="T70" fmla="*/ 34 w 20"/>
                <a:gd name="T71" fmla="*/ 12 h 36"/>
                <a:gd name="T72" fmla="*/ 32 w 20"/>
                <a:gd name="T73" fmla="*/ 9 h 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20" h="36">
                  <a:moveTo>
                    <a:pt x="19" y="5"/>
                  </a:moveTo>
                  <a:cubicBezTo>
                    <a:pt x="19" y="5"/>
                    <a:pt x="19" y="4"/>
                    <a:pt x="19" y="4"/>
                  </a:cubicBezTo>
                  <a:cubicBezTo>
                    <a:pt x="19" y="3"/>
                    <a:pt x="19" y="2"/>
                    <a:pt x="19" y="2"/>
                  </a:cubicBezTo>
                  <a:cubicBezTo>
                    <a:pt x="19" y="1"/>
                    <a:pt x="19" y="1"/>
                    <a:pt x="19" y="0"/>
                  </a:cubicBezTo>
                  <a:cubicBezTo>
                    <a:pt x="18" y="0"/>
                    <a:pt x="17" y="0"/>
                    <a:pt x="17" y="0"/>
                  </a:cubicBezTo>
                  <a:cubicBezTo>
                    <a:pt x="16" y="0"/>
                    <a:pt x="16" y="0"/>
                    <a:pt x="15" y="0"/>
                  </a:cubicBezTo>
                  <a:cubicBezTo>
                    <a:pt x="15" y="0"/>
                    <a:pt x="14" y="0"/>
                    <a:pt x="14" y="0"/>
                  </a:cubicBezTo>
                  <a:cubicBezTo>
                    <a:pt x="14" y="1"/>
                    <a:pt x="14" y="1"/>
                    <a:pt x="14" y="2"/>
                  </a:cubicBezTo>
                  <a:cubicBezTo>
                    <a:pt x="14" y="2"/>
                    <a:pt x="14" y="3"/>
                    <a:pt x="14" y="4"/>
                  </a:cubicBezTo>
                  <a:cubicBezTo>
                    <a:pt x="13" y="4"/>
                    <a:pt x="13" y="4"/>
                    <a:pt x="12" y="4"/>
                  </a:cubicBezTo>
                  <a:cubicBezTo>
                    <a:pt x="12" y="4"/>
                    <a:pt x="12" y="5"/>
                    <a:pt x="12" y="5"/>
                  </a:cubicBezTo>
                  <a:cubicBezTo>
                    <a:pt x="12" y="5"/>
                    <a:pt x="11" y="5"/>
                    <a:pt x="11" y="5"/>
                  </a:cubicBezTo>
                  <a:cubicBezTo>
                    <a:pt x="11" y="6"/>
                    <a:pt x="11" y="6"/>
                    <a:pt x="11" y="7"/>
                  </a:cubicBezTo>
                  <a:cubicBezTo>
                    <a:pt x="11" y="7"/>
                    <a:pt x="11" y="8"/>
                    <a:pt x="11" y="9"/>
                  </a:cubicBezTo>
                  <a:cubicBezTo>
                    <a:pt x="10" y="9"/>
                    <a:pt x="10" y="9"/>
                    <a:pt x="9" y="9"/>
                  </a:cubicBezTo>
                  <a:cubicBezTo>
                    <a:pt x="9" y="9"/>
                    <a:pt x="8" y="9"/>
                    <a:pt x="7" y="9"/>
                  </a:cubicBezTo>
                  <a:cubicBezTo>
                    <a:pt x="7" y="9"/>
                    <a:pt x="7" y="10"/>
                    <a:pt x="7" y="10"/>
                  </a:cubicBezTo>
                  <a:cubicBezTo>
                    <a:pt x="7" y="10"/>
                    <a:pt x="6" y="10"/>
                    <a:pt x="6" y="10"/>
                  </a:cubicBezTo>
                  <a:cubicBezTo>
                    <a:pt x="5" y="10"/>
                    <a:pt x="5" y="10"/>
                    <a:pt x="4" y="10"/>
                  </a:cubicBezTo>
                  <a:cubicBezTo>
                    <a:pt x="4" y="11"/>
                    <a:pt x="4" y="11"/>
                    <a:pt x="4" y="12"/>
                  </a:cubicBezTo>
                  <a:cubicBezTo>
                    <a:pt x="4" y="12"/>
                    <a:pt x="3" y="12"/>
                    <a:pt x="3" y="12"/>
                  </a:cubicBezTo>
                  <a:cubicBezTo>
                    <a:pt x="3" y="12"/>
                    <a:pt x="3" y="13"/>
                    <a:pt x="3" y="13"/>
                  </a:cubicBezTo>
                  <a:cubicBezTo>
                    <a:pt x="3" y="14"/>
                    <a:pt x="3" y="14"/>
                    <a:pt x="3" y="15"/>
                  </a:cubicBezTo>
                  <a:cubicBezTo>
                    <a:pt x="2" y="15"/>
                    <a:pt x="2" y="15"/>
                    <a:pt x="1" y="15"/>
                  </a:cubicBezTo>
                  <a:cubicBezTo>
                    <a:pt x="1" y="15"/>
                    <a:pt x="1" y="16"/>
                    <a:pt x="1" y="16"/>
                  </a:cubicBezTo>
                  <a:cubicBezTo>
                    <a:pt x="2" y="16"/>
                    <a:pt x="2" y="16"/>
                    <a:pt x="3" y="16"/>
                  </a:cubicBezTo>
                  <a:cubicBezTo>
                    <a:pt x="3" y="17"/>
                    <a:pt x="3" y="18"/>
                    <a:pt x="3" y="18"/>
                  </a:cubicBezTo>
                  <a:cubicBezTo>
                    <a:pt x="3" y="19"/>
                    <a:pt x="3" y="19"/>
                    <a:pt x="3" y="20"/>
                  </a:cubicBezTo>
                  <a:cubicBezTo>
                    <a:pt x="3" y="20"/>
                    <a:pt x="3" y="21"/>
                    <a:pt x="3" y="21"/>
                  </a:cubicBezTo>
                  <a:cubicBezTo>
                    <a:pt x="3" y="22"/>
                    <a:pt x="3" y="22"/>
                    <a:pt x="3" y="23"/>
                  </a:cubicBezTo>
                  <a:cubicBezTo>
                    <a:pt x="2" y="23"/>
                    <a:pt x="2" y="23"/>
                    <a:pt x="1" y="23"/>
                  </a:cubicBezTo>
                  <a:cubicBezTo>
                    <a:pt x="1" y="24"/>
                    <a:pt x="1" y="24"/>
                    <a:pt x="1" y="25"/>
                  </a:cubicBezTo>
                  <a:cubicBezTo>
                    <a:pt x="1" y="25"/>
                    <a:pt x="0" y="25"/>
                    <a:pt x="0" y="25"/>
                  </a:cubicBezTo>
                  <a:cubicBezTo>
                    <a:pt x="0" y="25"/>
                    <a:pt x="0" y="26"/>
                    <a:pt x="0" y="26"/>
                  </a:cubicBezTo>
                  <a:cubicBezTo>
                    <a:pt x="0" y="27"/>
                    <a:pt x="0" y="27"/>
                    <a:pt x="0" y="28"/>
                  </a:cubicBezTo>
                  <a:cubicBezTo>
                    <a:pt x="0" y="28"/>
                    <a:pt x="0" y="29"/>
                    <a:pt x="0" y="29"/>
                  </a:cubicBezTo>
                  <a:cubicBezTo>
                    <a:pt x="0" y="30"/>
                    <a:pt x="0" y="30"/>
                    <a:pt x="0" y="31"/>
                  </a:cubicBezTo>
                  <a:cubicBezTo>
                    <a:pt x="0" y="32"/>
                    <a:pt x="0" y="32"/>
                    <a:pt x="0" y="33"/>
                  </a:cubicBezTo>
                  <a:cubicBezTo>
                    <a:pt x="0" y="33"/>
                    <a:pt x="1" y="33"/>
                    <a:pt x="1" y="33"/>
                  </a:cubicBezTo>
                  <a:cubicBezTo>
                    <a:pt x="1" y="33"/>
                    <a:pt x="1" y="34"/>
                    <a:pt x="1" y="34"/>
                  </a:cubicBezTo>
                  <a:cubicBezTo>
                    <a:pt x="1" y="35"/>
                    <a:pt x="1" y="35"/>
                    <a:pt x="1" y="36"/>
                  </a:cubicBezTo>
                  <a:cubicBezTo>
                    <a:pt x="2" y="36"/>
                    <a:pt x="2" y="36"/>
                    <a:pt x="3" y="36"/>
                  </a:cubicBezTo>
                  <a:cubicBezTo>
                    <a:pt x="3" y="36"/>
                    <a:pt x="4" y="36"/>
                    <a:pt x="4" y="36"/>
                  </a:cubicBezTo>
                  <a:cubicBezTo>
                    <a:pt x="5" y="36"/>
                    <a:pt x="5" y="36"/>
                    <a:pt x="6" y="36"/>
                  </a:cubicBezTo>
                  <a:cubicBezTo>
                    <a:pt x="6" y="36"/>
                    <a:pt x="7" y="36"/>
                    <a:pt x="7" y="36"/>
                  </a:cubicBezTo>
                  <a:cubicBezTo>
                    <a:pt x="8" y="36"/>
                    <a:pt x="9" y="36"/>
                    <a:pt x="9" y="36"/>
                  </a:cubicBezTo>
                  <a:cubicBezTo>
                    <a:pt x="9" y="35"/>
                    <a:pt x="9" y="35"/>
                    <a:pt x="9" y="34"/>
                  </a:cubicBezTo>
                  <a:cubicBezTo>
                    <a:pt x="9" y="34"/>
                    <a:pt x="9" y="33"/>
                    <a:pt x="9" y="33"/>
                  </a:cubicBezTo>
                  <a:cubicBezTo>
                    <a:pt x="10" y="33"/>
                    <a:pt x="10" y="33"/>
                    <a:pt x="11" y="33"/>
                  </a:cubicBezTo>
                  <a:cubicBezTo>
                    <a:pt x="11" y="32"/>
                    <a:pt x="11" y="32"/>
                    <a:pt x="11" y="31"/>
                  </a:cubicBezTo>
                  <a:cubicBezTo>
                    <a:pt x="11" y="30"/>
                    <a:pt x="11" y="30"/>
                    <a:pt x="11" y="29"/>
                  </a:cubicBezTo>
                  <a:cubicBezTo>
                    <a:pt x="11" y="29"/>
                    <a:pt x="12" y="29"/>
                    <a:pt x="12" y="29"/>
                  </a:cubicBezTo>
                  <a:cubicBezTo>
                    <a:pt x="12" y="29"/>
                    <a:pt x="12" y="29"/>
                    <a:pt x="12" y="29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7"/>
                    <a:pt x="12" y="27"/>
                    <a:pt x="12" y="26"/>
                  </a:cubicBezTo>
                  <a:cubicBezTo>
                    <a:pt x="13" y="26"/>
                    <a:pt x="13" y="26"/>
                    <a:pt x="14" y="26"/>
                  </a:cubicBezTo>
                  <a:cubicBezTo>
                    <a:pt x="14" y="26"/>
                    <a:pt x="14" y="25"/>
                    <a:pt x="14" y="25"/>
                  </a:cubicBezTo>
                  <a:cubicBezTo>
                    <a:pt x="14" y="24"/>
                    <a:pt x="14" y="24"/>
                    <a:pt x="14" y="23"/>
                  </a:cubicBezTo>
                  <a:cubicBezTo>
                    <a:pt x="14" y="22"/>
                    <a:pt x="14" y="22"/>
                    <a:pt x="14" y="21"/>
                  </a:cubicBezTo>
                  <a:cubicBezTo>
                    <a:pt x="14" y="21"/>
                    <a:pt x="15" y="21"/>
                    <a:pt x="15" y="21"/>
                  </a:cubicBezTo>
                  <a:cubicBezTo>
                    <a:pt x="15" y="21"/>
                    <a:pt x="15" y="20"/>
                    <a:pt x="15" y="20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6" y="18"/>
                    <a:pt x="16" y="18"/>
                    <a:pt x="17" y="18"/>
                  </a:cubicBezTo>
                  <a:cubicBezTo>
                    <a:pt x="17" y="18"/>
                    <a:pt x="17" y="17"/>
                    <a:pt x="17" y="16"/>
                  </a:cubicBezTo>
                  <a:cubicBezTo>
                    <a:pt x="17" y="16"/>
                    <a:pt x="17" y="15"/>
                    <a:pt x="17" y="15"/>
                  </a:cubicBezTo>
                  <a:cubicBezTo>
                    <a:pt x="17" y="14"/>
                    <a:pt x="17" y="14"/>
                    <a:pt x="17" y="13"/>
                  </a:cubicBezTo>
                  <a:cubicBezTo>
                    <a:pt x="17" y="13"/>
                    <a:pt x="17" y="12"/>
                    <a:pt x="17" y="12"/>
                  </a:cubicBezTo>
                  <a:cubicBezTo>
                    <a:pt x="17" y="12"/>
                    <a:pt x="18" y="12"/>
                    <a:pt x="19" y="12"/>
                  </a:cubicBezTo>
                  <a:cubicBezTo>
                    <a:pt x="19" y="11"/>
                    <a:pt x="19" y="11"/>
                    <a:pt x="19" y="10"/>
                  </a:cubicBezTo>
                  <a:cubicBezTo>
                    <a:pt x="19" y="10"/>
                    <a:pt x="20" y="10"/>
                    <a:pt x="20" y="10"/>
                  </a:cubicBezTo>
                  <a:cubicBezTo>
                    <a:pt x="20" y="10"/>
                    <a:pt x="20" y="9"/>
                    <a:pt x="20" y="9"/>
                  </a:cubicBezTo>
                  <a:cubicBezTo>
                    <a:pt x="20" y="8"/>
                    <a:pt x="20" y="7"/>
                    <a:pt x="20" y="7"/>
                  </a:cubicBezTo>
                  <a:cubicBezTo>
                    <a:pt x="20" y="7"/>
                    <a:pt x="19" y="7"/>
                    <a:pt x="19" y="7"/>
                  </a:cubicBezTo>
                  <a:cubicBezTo>
                    <a:pt x="19" y="6"/>
                    <a:pt x="19" y="6"/>
                    <a:pt x="19" y="5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15" name="Freeform 41107"/>
            <p:cNvSpPr>
              <a:spLocks/>
            </p:cNvSpPr>
            <p:nvPr/>
          </p:nvSpPr>
          <p:spPr bwMode="auto">
            <a:xfrm>
              <a:off x="4303" y="1423"/>
              <a:ext cx="2" cy="3"/>
            </a:xfrm>
            <a:custGeom>
              <a:avLst/>
              <a:gdLst>
                <a:gd name="T0" fmla="*/ 0 w 1"/>
                <a:gd name="T1" fmla="*/ 3 h 2"/>
                <a:gd name="T2" fmla="*/ 2 w 1"/>
                <a:gd name="T3" fmla="*/ 3 h 2"/>
                <a:gd name="T4" fmla="*/ 2 w 1"/>
                <a:gd name="T5" fmla="*/ 0 h 2"/>
                <a:gd name="T6" fmla="*/ 0 w 1"/>
                <a:gd name="T7" fmla="*/ 0 h 2"/>
                <a:gd name="T8" fmla="*/ 0 w 1"/>
                <a:gd name="T9" fmla="*/ 3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cubicBezTo>
                    <a:pt x="0" y="2"/>
                    <a:pt x="1" y="2"/>
                    <a:pt x="1" y="2"/>
                  </a:cubicBezTo>
                  <a:cubicBezTo>
                    <a:pt x="1" y="1"/>
                    <a:pt x="1" y="1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16" name="Freeform 41108"/>
            <p:cNvSpPr>
              <a:spLocks/>
            </p:cNvSpPr>
            <p:nvPr/>
          </p:nvSpPr>
          <p:spPr bwMode="auto">
            <a:xfrm>
              <a:off x="4291" y="1426"/>
              <a:ext cx="5" cy="5"/>
            </a:xfrm>
            <a:custGeom>
              <a:avLst/>
              <a:gdLst>
                <a:gd name="T0" fmla="*/ 0 w 3"/>
                <a:gd name="T1" fmla="*/ 0 h 3"/>
                <a:gd name="T2" fmla="*/ 0 w 3"/>
                <a:gd name="T3" fmla="*/ 2 h 3"/>
                <a:gd name="T4" fmla="*/ 0 w 3"/>
                <a:gd name="T5" fmla="*/ 5 h 3"/>
                <a:gd name="T6" fmla="*/ 3 w 3"/>
                <a:gd name="T7" fmla="*/ 5 h 3"/>
                <a:gd name="T8" fmla="*/ 5 w 3"/>
                <a:gd name="T9" fmla="*/ 5 h 3"/>
                <a:gd name="T10" fmla="*/ 5 w 3"/>
                <a:gd name="T11" fmla="*/ 2 h 3"/>
                <a:gd name="T12" fmla="*/ 5 w 3"/>
                <a:gd name="T13" fmla="*/ 0 h 3"/>
                <a:gd name="T14" fmla="*/ 3 w 3"/>
                <a:gd name="T15" fmla="*/ 0 h 3"/>
                <a:gd name="T16" fmla="*/ 0 w 3"/>
                <a:gd name="T17" fmla="*/ 0 h 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1" y="3"/>
                    <a:pt x="1" y="3"/>
                    <a:pt x="2" y="3"/>
                  </a:cubicBezTo>
                  <a:cubicBezTo>
                    <a:pt x="2" y="3"/>
                    <a:pt x="3" y="3"/>
                    <a:pt x="3" y="3"/>
                  </a:cubicBezTo>
                  <a:cubicBezTo>
                    <a:pt x="3" y="2"/>
                    <a:pt x="3" y="2"/>
                    <a:pt x="3" y="1"/>
                  </a:cubicBezTo>
                  <a:cubicBezTo>
                    <a:pt x="3" y="1"/>
                    <a:pt x="3" y="0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2FA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17" name="Freeform 41117"/>
            <p:cNvSpPr>
              <a:spLocks noEditPoints="1"/>
            </p:cNvSpPr>
            <p:nvPr/>
          </p:nvSpPr>
          <p:spPr bwMode="auto">
            <a:xfrm>
              <a:off x="3885" y="1057"/>
              <a:ext cx="176" cy="47"/>
            </a:xfrm>
            <a:custGeom>
              <a:avLst/>
              <a:gdLst>
                <a:gd name="T0" fmla="*/ 159 w 101"/>
                <a:gd name="T1" fmla="*/ 0 h 27"/>
                <a:gd name="T2" fmla="*/ 0 w 101"/>
                <a:gd name="T3" fmla="*/ 0 h 27"/>
                <a:gd name="T4" fmla="*/ 0 w 101"/>
                <a:gd name="T5" fmla="*/ 47 h 27"/>
                <a:gd name="T6" fmla="*/ 167 w 101"/>
                <a:gd name="T7" fmla="*/ 47 h 27"/>
                <a:gd name="T8" fmla="*/ 167 w 101"/>
                <a:gd name="T9" fmla="*/ 45 h 27"/>
                <a:gd name="T10" fmla="*/ 167 w 101"/>
                <a:gd name="T11" fmla="*/ 42 h 27"/>
                <a:gd name="T12" fmla="*/ 169 w 101"/>
                <a:gd name="T13" fmla="*/ 42 h 27"/>
                <a:gd name="T14" fmla="*/ 173 w 101"/>
                <a:gd name="T15" fmla="*/ 42 h 27"/>
                <a:gd name="T16" fmla="*/ 174 w 101"/>
                <a:gd name="T17" fmla="*/ 42 h 27"/>
                <a:gd name="T18" fmla="*/ 174 w 101"/>
                <a:gd name="T19" fmla="*/ 40 h 27"/>
                <a:gd name="T20" fmla="*/ 176 w 101"/>
                <a:gd name="T21" fmla="*/ 40 h 27"/>
                <a:gd name="T22" fmla="*/ 176 w 101"/>
                <a:gd name="T23" fmla="*/ 35 h 27"/>
                <a:gd name="T24" fmla="*/ 174 w 101"/>
                <a:gd name="T25" fmla="*/ 35 h 27"/>
                <a:gd name="T26" fmla="*/ 174 w 101"/>
                <a:gd name="T27" fmla="*/ 37 h 27"/>
                <a:gd name="T28" fmla="*/ 173 w 101"/>
                <a:gd name="T29" fmla="*/ 37 h 27"/>
                <a:gd name="T30" fmla="*/ 169 w 101"/>
                <a:gd name="T31" fmla="*/ 37 h 27"/>
                <a:gd name="T32" fmla="*/ 169 w 101"/>
                <a:gd name="T33" fmla="*/ 40 h 27"/>
                <a:gd name="T34" fmla="*/ 164 w 101"/>
                <a:gd name="T35" fmla="*/ 40 h 27"/>
                <a:gd name="T36" fmla="*/ 160 w 101"/>
                <a:gd name="T37" fmla="*/ 40 h 27"/>
                <a:gd name="T38" fmla="*/ 160 w 101"/>
                <a:gd name="T39" fmla="*/ 37 h 27"/>
                <a:gd name="T40" fmla="*/ 160 w 101"/>
                <a:gd name="T41" fmla="*/ 35 h 27"/>
                <a:gd name="T42" fmla="*/ 164 w 101"/>
                <a:gd name="T43" fmla="*/ 35 h 27"/>
                <a:gd name="T44" fmla="*/ 164 w 101"/>
                <a:gd name="T45" fmla="*/ 31 h 27"/>
                <a:gd name="T46" fmla="*/ 164 w 101"/>
                <a:gd name="T47" fmla="*/ 28 h 27"/>
                <a:gd name="T48" fmla="*/ 160 w 101"/>
                <a:gd name="T49" fmla="*/ 28 h 27"/>
                <a:gd name="T50" fmla="*/ 160 w 101"/>
                <a:gd name="T51" fmla="*/ 26 h 27"/>
                <a:gd name="T52" fmla="*/ 160 w 101"/>
                <a:gd name="T53" fmla="*/ 26 h 27"/>
                <a:gd name="T54" fmla="*/ 160 w 101"/>
                <a:gd name="T55" fmla="*/ 26 h 27"/>
                <a:gd name="T56" fmla="*/ 159 w 101"/>
                <a:gd name="T57" fmla="*/ 26 h 27"/>
                <a:gd name="T58" fmla="*/ 159 w 101"/>
                <a:gd name="T59" fmla="*/ 28 h 27"/>
                <a:gd name="T60" fmla="*/ 155 w 101"/>
                <a:gd name="T61" fmla="*/ 28 h 27"/>
                <a:gd name="T62" fmla="*/ 153 w 101"/>
                <a:gd name="T63" fmla="*/ 28 h 27"/>
                <a:gd name="T64" fmla="*/ 150 w 101"/>
                <a:gd name="T65" fmla="*/ 28 h 27"/>
                <a:gd name="T66" fmla="*/ 148 w 101"/>
                <a:gd name="T67" fmla="*/ 28 h 27"/>
                <a:gd name="T68" fmla="*/ 145 w 101"/>
                <a:gd name="T69" fmla="*/ 28 h 27"/>
                <a:gd name="T70" fmla="*/ 143 w 101"/>
                <a:gd name="T71" fmla="*/ 28 h 27"/>
                <a:gd name="T72" fmla="*/ 143 w 101"/>
                <a:gd name="T73" fmla="*/ 26 h 27"/>
                <a:gd name="T74" fmla="*/ 143 w 101"/>
                <a:gd name="T75" fmla="*/ 23 h 27"/>
                <a:gd name="T76" fmla="*/ 145 w 101"/>
                <a:gd name="T77" fmla="*/ 23 h 27"/>
                <a:gd name="T78" fmla="*/ 145 w 101"/>
                <a:gd name="T79" fmla="*/ 21 h 27"/>
                <a:gd name="T80" fmla="*/ 145 w 101"/>
                <a:gd name="T81" fmla="*/ 17 h 27"/>
                <a:gd name="T82" fmla="*/ 145 w 101"/>
                <a:gd name="T83" fmla="*/ 14 h 27"/>
                <a:gd name="T84" fmla="*/ 145 w 101"/>
                <a:gd name="T85" fmla="*/ 12 h 27"/>
                <a:gd name="T86" fmla="*/ 148 w 101"/>
                <a:gd name="T87" fmla="*/ 12 h 27"/>
                <a:gd name="T88" fmla="*/ 150 w 101"/>
                <a:gd name="T89" fmla="*/ 12 h 27"/>
                <a:gd name="T90" fmla="*/ 150 w 101"/>
                <a:gd name="T91" fmla="*/ 9 h 27"/>
                <a:gd name="T92" fmla="*/ 153 w 101"/>
                <a:gd name="T93" fmla="*/ 9 h 27"/>
                <a:gd name="T94" fmla="*/ 153 w 101"/>
                <a:gd name="T95" fmla="*/ 7 h 27"/>
                <a:gd name="T96" fmla="*/ 155 w 101"/>
                <a:gd name="T97" fmla="*/ 7 h 27"/>
                <a:gd name="T98" fmla="*/ 159 w 101"/>
                <a:gd name="T99" fmla="*/ 7 h 27"/>
                <a:gd name="T100" fmla="*/ 160 w 101"/>
                <a:gd name="T101" fmla="*/ 7 h 27"/>
                <a:gd name="T102" fmla="*/ 160 w 101"/>
                <a:gd name="T103" fmla="*/ 3 h 27"/>
                <a:gd name="T104" fmla="*/ 159 w 101"/>
                <a:gd name="T105" fmla="*/ 3 h 27"/>
                <a:gd name="T106" fmla="*/ 159 w 101"/>
                <a:gd name="T107" fmla="*/ 0 h 27"/>
                <a:gd name="T108" fmla="*/ 176 w 101"/>
                <a:gd name="T109" fmla="*/ 0 h 27"/>
                <a:gd name="T110" fmla="*/ 174 w 101"/>
                <a:gd name="T111" fmla="*/ 0 h 27"/>
                <a:gd name="T112" fmla="*/ 174 w 101"/>
                <a:gd name="T113" fmla="*/ 3 h 27"/>
                <a:gd name="T114" fmla="*/ 176 w 101"/>
                <a:gd name="T115" fmla="*/ 3 h 27"/>
                <a:gd name="T116" fmla="*/ 176 w 101"/>
                <a:gd name="T117" fmla="*/ 0 h 2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101" h="27">
                  <a:moveTo>
                    <a:pt x="9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96" y="27"/>
                    <a:pt x="96" y="27"/>
                    <a:pt x="96" y="27"/>
                  </a:cubicBezTo>
                  <a:cubicBezTo>
                    <a:pt x="96" y="27"/>
                    <a:pt x="96" y="27"/>
                    <a:pt x="96" y="26"/>
                  </a:cubicBezTo>
                  <a:cubicBezTo>
                    <a:pt x="96" y="26"/>
                    <a:pt x="96" y="25"/>
                    <a:pt x="96" y="24"/>
                  </a:cubicBezTo>
                  <a:cubicBezTo>
                    <a:pt x="96" y="24"/>
                    <a:pt x="97" y="24"/>
                    <a:pt x="97" y="24"/>
                  </a:cubicBezTo>
                  <a:cubicBezTo>
                    <a:pt x="98" y="24"/>
                    <a:pt x="98" y="24"/>
                    <a:pt x="99" y="24"/>
                  </a:cubicBezTo>
                  <a:cubicBezTo>
                    <a:pt x="99" y="24"/>
                    <a:pt x="100" y="24"/>
                    <a:pt x="100" y="24"/>
                  </a:cubicBezTo>
                  <a:cubicBezTo>
                    <a:pt x="100" y="24"/>
                    <a:pt x="100" y="23"/>
                    <a:pt x="100" y="23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1" y="20"/>
                    <a:pt x="101" y="20"/>
                    <a:pt x="101" y="20"/>
                  </a:cubicBezTo>
                  <a:cubicBezTo>
                    <a:pt x="101" y="20"/>
                    <a:pt x="101" y="20"/>
                    <a:pt x="100" y="20"/>
                  </a:cubicBezTo>
                  <a:cubicBezTo>
                    <a:pt x="100" y="20"/>
                    <a:pt x="100" y="21"/>
                    <a:pt x="100" y="21"/>
                  </a:cubicBezTo>
                  <a:cubicBezTo>
                    <a:pt x="100" y="21"/>
                    <a:pt x="99" y="21"/>
                    <a:pt x="99" y="21"/>
                  </a:cubicBezTo>
                  <a:cubicBezTo>
                    <a:pt x="98" y="21"/>
                    <a:pt x="98" y="21"/>
                    <a:pt x="97" y="21"/>
                  </a:cubicBezTo>
                  <a:cubicBezTo>
                    <a:pt x="97" y="22"/>
                    <a:pt x="97" y="22"/>
                    <a:pt x="97" y="23"/>
                  </a:cubicBezTo>
                  <a:cubicBezTo>
                    <a:pt x="96" y="23"/>
                    <a:pt x="95" y="23"/>
                    <a:pt x="94" y="23"/>
                  </a:cubicBezTo>
                  <a:cubicBezTo>
                    <a:pt x="94" y="23"/>
                    <a:pt x="93" y="23"/>
                    <a:pt x="92" y="23"/>
                  </a:cubicBezTo>
                  <a:cubicBezTo>
                    <a:pt x="92" y="22"/>
                    <a:pt x="92" y="22"/>
                    <a:pt x="92" y="21"/>
                  </a:cubicBezTo>
                  <a:cubicBezTo>
                    <a:pt x="92" y="21"/>
                    <a:pt x="92" y="20"/>
                    <a:pt x="92" y="20"/>
                  </a:cubicBezTo>
                  <a:cubicBezTo>
                    <a:pt x="93" y="20"/>
                    <a:pt x="94" y="20"/>
                    <a:pt x="94" y="20"/>
                  </a:cubicBezTo>
                  <a:cubicBezTo>
                    <a:pt x="94" y="19"/>
                    <a:pt x="94" y="19"/>
                    <a:pt x="94" y="18"/>
                  </a:cubicBezTo>
                  <a:cubicBezTo>
                    <a:pt x="94" y="18"/>
                    <a:pt x="94" y="17"/>
                    <a:pt x="94" y="16"/>
                  </a:cubicBezTo>
                  <a:cubicBezTo>
                    <a:pt x="94" y="16"/>
                    <a:pt x="93" y="16"/>
                    <a:pt x="92" y="16"/>
                  </a:cubicBezTo>
                  <a:cubicBezTo>
                    <a:pt x="92" y="16"/>
                    <a:pt x="92" y="15"/>
                    <a:pt x="92" y="15"/>
                  </a:cubicBezTo>
                  <a:cubicBezTo>
                    <a:pt x="92" y="15"/>
                    <a:pt x="92" y="15"/>
                    <a:pt x="92" y="15"/>
                  </a:cubicBezTo>
                  <a:cubicBezTo>
                    <a:pt x="92" y="15"/>
                    <a:pt x="92" y="15"/>
                    <a:pt x="92" y="15"/>
                  </a:cubicBezTo>
                  <a:cubicBezTo>
                    <a:pt x="92" y="15"/>
                    <a:pt x="91" y="15"/>
                    <a:pt x="91" y="15"/>
                  </a:cubicBezTo>
                  <a:cubicBezTo>
                    <a:pt x="91" y="15"/>
                    <a:pt x="91" y="16"/>
                    <a:pt x="91" y="16"/>
                  </a:cubicBezTo>
                  <a:cubicBezTo>
                    <a:pt x="90" y="16"/>
                    <a:pt x="90" y="16"/>
                    <a:pt x="89" y="16"/>
                  </a:cubicBezTo>
                  <a:cubicBezTo>
                    <a:pt x="89" y="16"/>
                    <a:pt x="88" y="16"/>
                    <a:pt x="88" y="16"/>
                  </a:cubicBezTo>
                  <a:cubicBezTo>
                    <a:pt x="87" y="16"/>
                    <a:pt x="87" y="16"/>
                    <a:pt x="86" y="16"/>
                  </a:cubicBezTo>
                  <a:cubicBezTo>
                    <a:pt x="86" y="16"/>
                    <a:pt x="85" y="16"/>
                    <a:pt x="85" y="16"/>
                  </a:cubicBezTo>
                  <a:cubicBezTo>
                    <a:pt x="84" y="16"/>
                    <a:pt x="84" y="16"/>
                    <a:pt x="83" y="16"/>
                  </a:cubicBezTo>
                  <a:cubicBezTo>
                    <a:pt x="83" y="16"/>
                    <a:pt x="82" y="16"/>
                    <a:pt x="82" y="16"/>
                  </a:cubicBezTo>
                  <a:cubicBezTo>
                    <a:pt x="82" y="16"/>
                    <a:pt x="82" y="15"/>
                    <a:pt x="82" y="15"/>
                  </a:cubicBezTo>
                  <a:cubicBezTo>
                    <a:pt x="82" y="14"/>
                    <a:pt x="82" y="14"/>
                    <a:pt x="82" y="13"/>
                  </a:cubicBezTo>
                  <a:cubicBezTo>
                    <a:pt x="82" y="13"/>
                    <a:pt x="83" y="13"/>
                    <a:pt x="83" y="13"/>
                  </a:cubicBezTo>
                  <a:cubicBezTo>
                    <a:pt x="83" y="13"/>
                    <a:pt x="83" y="12"/>
                    <a:pt x="83" y="12"/>
                  </a:cubicBezTo>
                  <a:cubicBezTo>
                    <a:pt x="83" y="11"/>
                    <a:pt x="83" y="10"/>
                    <a:pt x="83" y="10"/>
                  </a:cubicBezTo>
                  <a:cubicBezTo>
                    <a:pt x="83" y="9"/>
                    <a:pt x="83" y="9"/>
                    <a:pt x="83" y="8"/>
                  </a:cubicBezTo>
                  <a:cubicBezTo>
                    <a:pt x="83" y="8"/>
                    <a:pt x="83" y="7"/>
                    <a:pt x="83" y="7"/>
                  </a:cubicBezTo>
                  <a:cubicBezTo>
                    <a:pt x="84" y="7"/>
                    <a:pt x="84" y="7"/>
                    <a:pt x="85" y="7"/>
                  </a:cubicBezTo>
                  <a:cubicBezTo>
                    <a:pt x="85" y="7"/>
                    <a:pt x="86" y="7"/>
                    <a:pt x="86" y="7"/>
                  </a:cubicBezTo>
                  <a:cubicBezTo>
                    <a:pt x="86" y="6"/>
                    <a:pt x="86" y="6"/>
                    <a:pt x="86" y="5"/>
                  </a:cubicBezTo>
                  <a:cubicBezTo>
                    <a:pt x="87" y="5"/>
                    <a:pt x="87" y="5"/>
                    <a:pt x="88" y="5"/>
                  </a:cubicBezTo>
                  <a:cubicBezTo>
                    <a:pt x="88" y="5"/>
                    <a:pt x="88" y="4"/>
                    <a:pt x="88" y="4"/>
                  </a:cubicBezTo>
                  <a:cubicBezTo>
                    <a:pt x="88" y="4"/>
                    <a:pt x="89" y="4"/>
                    <a:pt x="89" y="4"/>
                  </a:cubicBezTo>
                  <a:cubicBezTo>
                    <a:pt x="90" y="4"/>
                    <a:pt x="90" y="4"/>
                    <a:pt x="91" y="4"/>
                  </a:cubicBezTo>
                  <a:cubicBezTo>
                    <a:pt x="91" y="4"/>
                    <a:pt x="92" y="4"/>
                    <a:pt x="92" y="4"/>
                  </a:cubicBezTo>
                  <a:cubicBezTo>
                    <a:pt x="92" y="3"/>
                    <a:pt x="92" y="2"/>
                    <a:pt x="92" y="2"/>
                  </a:cubicBezTo>
                  <a:cubicBezTo>
                    <a:pt x="92" y="2"/>
                    <a:pt x="91" y="2"/>
                    <a:pt x="91" y="2"/>
                  </a:cubicBezTo>
                  <a:cubicBezTo>
                    <a:pt x="91" y="1"/>
                    <a:pt x="91" y="1"/>
                    <a:pt x="91" y="0"/>
                  </a:cubicBezTo>
                  <a:moveTo>
                    <a:pt x="101" y="0"/>
                  </a:moveTo>
                  <a:cubicBezTo>
                    <a:pt x="100" y="0"/>
                    <a:pt x="100" y="0"/>
                    <a:pt x="100" y="0"/>
                  </a:cubicBezTo>
                  <a:cubicBezTo>
                    <a:pt x="100" y="1"/>
                    <a:pt x="100" y="1"/>
                    <a:pt x="100" y="2"/>
                  </a:cubicBezTo>
                  <a:cubicBezTo>
                    <a:pt x="101" y="2"/>
                    <a:pt x="101" y="2"/>
                    <a:pt x="101" y="2"/>
                  </a:cubicBezTo>
                  <a:cubicBezTo>
                    <a:pt x="101" y="0"/>
                    <a:pt x="101" y="0"/>
                    <a:pt x="101" y="0"/>
                  </a:cubicBezTo>
                </a:path>
              </a:pathLst>
            </a:custGeom>
            <a:solidFill>
              <a:srgbClr val="92E2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18" name="Freeform 41118"/>
            <p:cNvSpPr>
              <a:spLocks/>
            </p:cNvSpPr>
            <p:nvPr/>
          </p:nvSpPr>
          <p:spPr bwMode="auto">
            <a:xfrm>
              <a:off x="4045" y="1069"/>
              <a:ext cx="9" cy="14"/>
            </a:xfrm>
            <a:custGeom>
              <a:avLst/>
              <a:gdLst>
                <a:gd name="T0" fmla="*/ 7 w 5"/>
                <a:gd name="T1" fmla="*/ 0 h 8"/>
                <a:gd name="T2" fmla="*/ 4 w 5"/>
                <a:gd name="T3" fmla="*/ 0 h 8"/>
                <a:gd name="T4" fmla="*/ 4 w 5"/>
                <a:gd name="T5" fmla="*/ 2 h 8"/>
                <a:gd name="T6" fmla="*/ 4 w 5"/>
                <a:gd name="T7" fmla="*/ 2 h 8"/>
                <a:gd name="T8" fmla="*/ 4 w 5"/>
                <a:gd name="T9" fmla="*/ 2 h 8"/>
                <a:gd name="T10" fmla="*/ 0 w 5"/>
                <a:gd name="T11" fmla="*/ 2 h 8"/>
                <a:gd name="T12" fmla="*/ 0 w 5"/>
                <a:gd name="T13" fmla="*/ 5 h 8"/>
                <a:gd name="T14" fmla="*/ 0 w 5"/>
                <a:gd name="T15" fmla="*/ 9 h 8"/>
                <a:gd name="T16" fmla="*/ 0 w 5"/>
                <a:gd name="T17" fmla="*/ 11 h 8"/>
                <a:gd name="T18" fmla="*/ 0 w 5"/>
                <a:gd name="T19" fmla="*/ 14 h 8"/>
                <a:gd name="T20" fmla="*/ 0 w 5"/>
                <a:gd name="T21" fmla="*/ 14 h 8"/>
                <a:gd name="T22" fmla="*/ 0 w 5"/>
                <a:gd name="T23" fmla="*/ 14 h 8"/>
                <a:gd name="T24" fmla="*/ 0 w 5"/>
                <a:gd name="T25" fmla="*/ 14 h 8"/>
                <a:gd name="T26" fmla="*/ 0 w 5"/>
                <a:gd name="T27" fmla="*/ 14 h 8"/>
                <a:gd name="T28" fmla="*/ 4 w 5"/>
                <a:gd name="T29" fmla="*/ 14 h 8"/>
                <a:gd name="T30" fmla="*/ 4 w 5"/>
                <a:gd name="T31" fmla="*/ 11 h 8"/>
                <a:gd name="T32" fmla="*/ 4 w 5"/>
                <a:gd name="T33" fmla="*/ 9 h 8"/>
                <a:gd name="T34" fmla="*/ 4 w 5"/>
                <a:gd name="T35" fmla="*/ 5 h 8"/>
                <a:gd name="T36" fmla="*/ 4 w 5"/>
                <a:gd name="T37" fmla="*/ 5 h 8"/>
                <a:gd name="T38" fmla="*/ 4 w 5"/>
                <a:gd name="T39" fmla="*/ 5 h 8"/>
                <a:gd name="T40" fmla="*/ 7 w 5"/>
                <a:gd name="T41" fmla="*/ 5 h 8"/>
                <a:gd name="T42" fmla="*/ 9 w 5"/>
                <a:gd name="T43" fmla="*/ 5 h 8"/>
                <a:gd name="T44" fmla="*/ 9 w 5"/>
                <a:gd name="T45" fmla="*/ 2 h 8"/>
                <a:gd name="T46" fmla="*/ 7 w 5"/>
                <a:gd name="T47" fmla="*/ 2 h 8"/>
                <a:gd name="T48" fmla="*/ 7 w 5"/>
                <a:gd name="T49" fmla="*/ 0 h 8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5" h="8">
                  <a:moveTo>
                    <a:pt x="4" y="0"/>
                  </a:moveTo>
                  <a:cubicBezTo>
                    <a:pt x="3" y="0"/>
                    <a:pt x="3" y="0"/>
                    <a:pt x="2" y="0"/>
                  </a:cubicBezTo>
                  <a:cubicBezTo>
                    <a:pt x="2" y="0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1" y="1"/>
                    <a:pt x="0" y="1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0" y="3"/>
                    <a:pt x="0" y="4"/>
                    <a:pt x="0" y="5"/>
                  </a:cubicBezTo>
                  <a:cubicBezTo>
                    <a:pt x="0" y="5"/>
                    <a:pt x="0" y="6"/>
                    <a:pt x="0" y="6"/>
                  </a:cubicBezTo>
                  <a:cubicBezTo>
                    <a:pt x="0" y="7"/>
                    <a:pt x="0" y="7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1" y="8"/>
                    <a:pt x="2" y="8"/>
                    <a:pt x="2" y="8"/>
                  </a:cubicBezTo>
                  <a:cubicBezTo>
                    <a:pt x="2" y="7"/>
                    <a:pt x="2" y="7"/>
                    <a:pt x="2" y="6"/>
                  </a:cubicBezTo>
                  <a:cubicBezTo>
                    <a:pt x="2" y="6"/>
                    <a:pt x="2" y="5"/>
                    <a:pt x="2" y="5"/>
                  </a:cubicBezTo>
                  <a:cubicBezTo>
                    <a:pt x="2" y="4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3"/>
                    <a:pt x="3" y="3"/>
                    <a:pt x="4" y="3"/>
                  </a:cubicBezTo>
                  <a:cubicBezTo>
                    <a:pt x="4" y="3"/>
                    <a:pt x="5" y="3"/>
                    <a:pt x="5" y="3"/>
                  </a:cubicBezTo>
                  <a:cubicBezTo>
                    <a:pt x="5" y="2"/>
                    <a:pt x="5" y="2"/>
                    <a:pt x="5" y="1"/>
                  </a:cubicBezTo>
                  <a:cubicBezTo>
                    <a:pt x="5" y="1"/>
                    <a:pt x="4" y="1"/>
                    <a:pt x="4" y="1"/>
                  </a:cubicBezTo>
                  <a:cubicBezTo>
                    <a:pt x="4" y="1"/>
                    <a:pt x="4" y="0"/>
                    <a:pt x="4" y="0"/>
                  </a:cubicBezTo>
                </a:path>
              </a:pathLst>
            </a:custGeom>
            <a:solidFill>
              <a:srgbClr val="1B90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19" name="Freeform 41119"/>
            <p:cNvSpPr>
              <a:spLocks noEditPoints="1"/>
            </p:cNvSpPr>
            <p:nvPr/>
          </p:nvSpPr>
          <p:spPr bwMode="auto">
            <a:xfrm>
              <a:off x="4028" y="1057"/>
              <a:ext cx="33" cy="47"/>
            </a:xfrm>
            <a:custGeom>
              <a:avLst/>
              <a:gdLst>
                <a:gd name="T0" fmla="*/ 31 w 19"/>
                <a:gd name="T1" fmla="*/ 40 h 27"/>
                <a:gd name="T2" fmla="*/ 30 w 19"/>
                <a:gd name="T3" fmla="*/ 42 h 27"/>
                <a:gd name="T4" fmla="*/ 24 w 19"/>
                <a:gd name="T5" fmla="*/ 42 h 27"/>
                <a:gd name="T6" fmla="*/ 24 w 19"/>
                <a:gd name="T7" fmla="*/ 47 h 27"/>
                <a:gd name="T8" fmla="*/ 33 w 19"/>
                <a:gd name="T9" fmla="*/ 40 h 27"/>
                <a:gd name="T10" fmla="*/ 16 w 19"/>
                <a:gd name="T11" fmla="*/ 0 h 27"/>
                <a:gd name="T12" fmla="*/ 17 w 19"/>
                <a:gd name="T13" fmla="*/ 3 h 27"/>
                <a:gd name="T14" fmla="*/ 16 w 19"/>
                <a:gd name="T15" fmla="*/ 7 h 27"/>
                <a:gd name="T16" fmla="*/ 10 w 19"/>
                <a:gd name="T17" fmla="*/ 7 h 27"/>
                <a:gd name="T18" fmla="*/ 7 w 19"/>
                <a:gd name="T19" fmla="*/ 9 h 27"/>
                <a:gd name="T20" fmla="*/ 5 w 19"/>
                <a:gd name="T21" fmla="*/ 12 h 27"/>
                <a:gd name="T22" fmla="*/ 2 w 19"/>
                <a:gd name="T23" fmla="*/ 14 h 27"/>
                <a:gd name="T24" fmla="*/ 2 w 19"/>
                <a:gd name="T25" fmla="*/ 21 h 27"/>
                <a:gd name="T26" fmla="*/ 0 w 19"/>
                <a:gd name="T27" fmla="*/ 23 h 27"/>
                <a:gd name="T28" fmla="*/ 0 w 19"/>
                <a:gd name="T29" fmla="*/ 28 h 27"/>
                <a:gd name="T30" fmla="*/ 5 w 19"/>
                <a:gd name="T31" fmla="*/ 28 h 27"/>
                <a:gd name="T32" fmla="*/ 10 w 19"/>
                <a:gd name="T33" fmla="*/ 28 h 27"/>
                <a:gd name="T34" fmla="*/ 16 w 19"/>
                <a:gd name="T35" fmla="*/ 28 h 27"/>
                <a:gd name="T36" fmla="*/ 17 w 19"/>
                <a:gd name="T37" fmla="*/ 26 h 27"/>
                <a:gd name="T38" fmla="*/ 17 w 19"/>
                <a:gd name="T39" fmla="*/ 23 h 27"/>
                <a:gd name="T40" fmla="*/ 17 w 19"/>
                <a:gd name="T41" fmla="*/ 17 h 27"/>
                <a:gd name="T42" fmla="*/ 17 w 19"/>
                <a:gd name="T43" fmla="*/ 14 h 27"/>
                <a:gd name="T44" fmla="*/ 21 w 19"/>
                <a:gd name="T45" fmla="*/ 14 h 27"/>
                <a:gd name="T46" fmla="*/ 21 w 19"/>
                <a:gd name="T47" fmla="*/ 12 h 27"/>
                <a:gd name="T48" fmla="*/ 24 w 19"/>
                <a:gd name="T49" fmla="*/ 14 h 27"/>
                <a:gd name="T50" fmla="*/ 26 w 19"/>
                <a:gd name="T51" fmla="*/ 17 h 27"/>
                <a:gd name="T52" fmla="*/ 24 w 19"/>
                <a:gd name="T53" fmla="*/ 17 h 27"/>
                <a:gd name="T54" fmla="*/ 21 w 19"/>
                <a:gd name="T55" fmla="*/ 17 h 27"/>
                <a:gd name="T56" fmla="*/ 21 w 19"/>
                <a:gd name="T57" fmla="*/ 23 h 27"/>
                <a:gd name="T58" fmla="*/ 21 w 19"/>
                <a:gd name="T59" fmla="*/ 26 h 27"/>
                <a:gd name="T60" fmla="*/ 17 w 19"/>
                <a:gd name="T61" fmla="*/ 26 h 27"/>
                <a:gd name="T62" fmla="*/ 21 w 19"/>
                <a:gd name="T63" fmla="*/ 28 h 27"/>
                <a:gd name="T64" fmla="*/ 21 w 19"/>
                <a:gd name="T65" fmla="*/ 35 h 27"/>
                <a:gd name="T66" fmla="*/ 17 w 19"/>
                <a:gd name="T67" fmla="*/ 37 h 27"/>
                <a:gd name="T68" fmla="*/ 21 w 19"/>
                <a:gd name="T69" fmla="*/ 40 h 27"/>
                <a:gd name="T70" fmla="*/ 26 w 19"/>
                <a:gd name="T71" fmla="*/ 37 h 27"/>
                <a:gd name="T72" fmla="*/ 31 w 19"/>
                <a:gd name="T73" fmla="*/ 37 h 27"/>
                <a:gd name="T74" fmla="*/ 33 w 19"/>
                <a:gd name="T75" fmla="*/ 35 h 27"/>
                <a:gd name="T76" fmla="*/ 31 w 19"/>
                <a:gd name="T77" fmla="*/ 3 h 27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19" h="27">
                  <a:moveTo>
                    <a:pt x="19" y="23"/>
                  </a:moveTo>
                  <a:cubicBezTo>
                    <a:pt x="19" y="23"/>
                    <a:pt x="19" y="23"/>
                    <a:pt x="18" y="23"/>
                  </a:cubicBezTo>
                  <a:cubicBezTo>
                    <a:pt x="18" y="23"/>
                    <a:pt x="18" y="24"/>
                    <a:pt x="18" y="24"/>
                  </a:cubicBezTo>
                  <a:cubicBezTo>
                    <a:pt x="18" y="24"/>
                    <a:pt x="17" y="24"/>
                    <a:pt x="17" y="24"/>
                  </a:cubicBezTo>
                  <a:cubicBezTo>
                    <a:pt x="16" y="24"/>
                    <a:pt x="16" y="24"/>
                    <a:pt x="15" y="24"/>
                  </a:cubicBezTo>
                  <a:cubicBezTo>
                    <a:pt x="15" y="24"/>
                    <a:pt x="14" y="24"/>
                    <a:pt x="14" y="24"/>
                  </a:cubicBezTo>
                  <a:cubicBezTo>
                    <a:pt x="14" y="25"/>
                    <a:pt x="14" y="26"/>
                    <a:pt x="14" y="26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9" y="23"/>
                    <a:pt x="19" y="23"/>
                    <a:pt x="19" y="23"/>
                  </a:cubicBezTo>
                  <a:moveTo>
                    <a:pt x="18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9" y="1"/>
                    <a:pt x="9" y="1"/>
                    <a:pt x="9" y="2"/>
                  </a:cubicBezTo>
                  <a:cubicBezTo>
                    <a:pt x="9" y="2"/>
                    <a:pt x="10" y="2"/>
                    <a:pt x="10" y="2"/>
                  </a:cubicBezTo>
                  <a:cubicBezTo>
                    <a:pt x="10" y="2"/>
                    <a:pt x="10" y="3"/>
                    <a:pt x="10" y="4"/>
                  </a:cubicBezTo>
                  <a:cubicBezTo>
                    <a:pt x="10" y="4"/>
                    <a:pt x="9" y="4"/>
                    <a:pt x="9" y="4"/>
                  </a:cubicBezTo>
                  <a:cubicBezTo>
                    <a:pt x="8" y="4"/>
                    <a:pt x="8" y="4"/>
                    <a:pt x="7" y="4"/>
                  </a:cubicBezTo>
                  <a:cubicBezTo>
                    <a:pt x="7" y="4"/>
                    <a:pt x="6" y="4"/>
                    <a:pt x="6" y="4"/>
                  </a:cubicBezTo>
                  <a:cubicBezTo>
                    <a:pt x="6" y="4"/>
                    <a:pt x="6" y="5"/>
                    <a:pt x="6" y="5"/>
                  </a:cubicBezTo>
                  <a:cubicBezTo>
                    <a:pt x="5" y="5"/>
                    <a:pt x="5" y="5"/>
                    <a:pt x="4" y="5"/>
                  </a:cubicBezTo>
                  <a:cubicBezTo>
                    <a:pt x="4" y="6"/>
                    <a:pt x="4" y="6"/>
                    <a:pt x="4" y="7"/>
                  </a:cubicBezTo>
                  <a:cubicBezTo>
                    <a:pt x="4" y="7"/>
                    <a:pt x="3" y="7"/>
                    <a:pt x="3" y="7"/>
                  </a:cubicBezTo>
                  <a:cubicBezTo>
                    <a:pt x="2" y="7"/>
                    <a:pt x="2" y="7"/>
                    <a:pt x="1" y="7"/>
                  </a:cubicBezTo>
                  <a:cubicBezTo>
                    <a:pt x="1" y="7"/>
                    <a:pt x="1" y="8"/>
                    <a:pt x="1" y="8"/>
                  </a:cubicBezTo>
                  <a:cubicBezTo>
                    <a:pt x="1" y="9"/>
                    <a:pt x="1" y="9"/>
                    <a:pt x="1" y="10"/>
                  </a:cubicBezTo>
                  <a:cubicBezTo>
                    <a:pt x="1" y="10"/>
                    <a:pt x="1" y="11"/>
                    <a:pt x="1" y="12"/>
                  </a:cubicBezTo>
                  <a:cubicBezTo>
                    <a:pt x="1" y="12"/>
                    <a:pt x="1" y="13"/>
                    <a:pt x="1" y="13"/>
                  </a:cubicBezTo>
                  <a:cubicBezTo>
                    <a:pt x="1" y="13"/>
                    <a:pt x="0" y="13"/>
                    <a:pt x="0" y="13"/>
                  </a:cubicBezTo>
                  <a:cubicBezTo>
                    <a:pt x="0" y="14"/>
                    <a:pt x="0" y="14"/>
                    <a:pt x="0" y="15"/>
                  </a:cubicBezTo>
                  <a:cubicBezTo>
                    <a:pt x="0" y="15"/>
                    <a:pt x="0" y="16"/>
                    <a:pt x="0" y="16"/>
                  </a:cubicBezTo>
                  <a:cubicBezTo>
                    <a:pt x="0" y="16"/>
                    <a:pt x="1" y="16"/>
                    <a:pt x="1" y="16"/>
                  </a:cubicBezTo>
                  <a:cubicBezTo>
                    <a:pt x="2" y="16"/>
                    <a:pt x="2" y="16"/>
                    <a:pt x="3" y="16"/>
                  </a:cubicBezTo>
                  <a:cubicBezTo>
                    <a:pt x="3" y="16"/>
                    <a:pt x="4" y="16"/>
                    <a:pt x="4" y="16"/>
                  </a:cubicBezTo>
                  <a:cubicBezTo>
                    <a:pt x="5" y="16"/>
                    <a:pt x="5" y="16"/>
                    <a:pt x="6" y="16"/>
                  </a:cubicBezTo>
                  <a:cubicBezTo>
                    <a:pt x="6" y="16"/>
                    <a:pt x="7" y="16"/>
                    <a:pt x="7" y="16"/>
                  </a:cubicBezTo>
                  <a:cubicBezTo>
                    <a:pt x="8" y="16"/>
                    <a:pt x="8" y="16"/>
                    <a:pt x="9" y="16"/>
                  </a:cubicBezTo>
                  <a:cubicBezTo>
                    <a:pt x="9" y="16"/>
                    <a:pt x="9" y="15"/>
                    <a:pt x="9" y="15"/>
                  </a:cubicBezTo>
                  <a:cubicBezTo>
                    <a:pt x="9" y="15"/>
                    <a:pt x="10" y="15"/>
                    <a:pt x="10" y="15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0" y="14"/>
                    <a:pt x="10" y="14"/>
                    <a:pt x="10" y="13"/>
                  </a:cubicBezTo>
                  <a:cubicBezTo>
                    <a:pt x="10" y="13"/>
                    <a:pt x="10" y="12"/>
                    <a:pt x="10" y="12"/>
                  </a:cubicBezTo>
                  <a:cubicBezTo>
                    <a:pt x="10" y="11"/>
                    <a:pt x="10" y="10"/>
                    <a:pt x="10" y="10"/>
                  </a:cubicBezTo>
                  <a:cubicBezTo>
                    <a:pt x="10" y="9"/>
                    <a:pt x="10" y="9"/>
                    <a:pt x="10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1" y="8"/>
                    <a:pt x="12" y="8"/>
                    <a:pt x="12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8"/>
                    <a:pt x="12" y="7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3" y="7"/>
                    <a:pt x="13" y="7"/>
                    <a:pt x="14" y="7"/>
                  </a:cubicBezTo>
                  <a:cubicBezTo>
                    <a:pt x="14" y="7"/>
                    <a:pt x="14" y="8"/>
                    <a:pt x="14" y="8"/>
                  </a:cubicBezTo>
                  <a:cubicBezTo>
                    <a:pt x="14" y="8"/>
                    <a:pt x="15" y="8"/>
                    <a:pt x="15" y="8"/>
                  </a:cubicBezTo>
                  <a:cubicBezTo>
                    <a:pt x="15" y="9"/>
                    <a:pt x="15" y="9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4" y="10"/>
                    <a:pt x="14" y="10"/>
                  </a:cubicBezTo>
                  <a:cubicBezTo>
                    <a:pt x="13" y="10"/>
                    <a:pt x="13" y="10"/>
                    <a:pt x="12" y="10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10"/>
                    <a:pt x="12" y="11"/>
                    <a:pt x="12" y="12"/>
                  </a:cubicBezTo>
                  <a:cubicBezTo>
                    <a:pt x="12" y="12"/>
                    <a:pt x="12" y="13"/>
                    <a:pt x="12" y="13"/>
                  </a:cubicBezTo>
                  <a:cubicBezTo>
                    <a:pt x="12" y="14"/>
                    <a:pt x="12" y="14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5"/>
                    <a:pt x="11" y="15"/>
                    <a:pt x="10" y="15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0" y="15"/>
                    <a:pt x="10" y="16"/>
                    <a:pt x="10" y="16"/>
                  </a:cubicBezTo>
                  <a:cubicBezTo>
                    <a:pt x="11" y="16"/>
                    <a:pt x="12" y="16"/>
                    <a:pt x="12" y="16"/>
                  </a:cubicBezTo>
                  <a:cubicBezTo>
                    <a:pt x="12" y="17"/>
                    <a:pt x="12" y="18"/>
                    <a:pt x="12" y="18"/>
                  </a:cubicBezTo>
                  <a:cubicBezTo>
                    <a:pt x="12" y="19"/>
                    <a:pt x="12" y="19"/>
                    <a:pt x="12" y="20"/>
                  </a:cubicBezTo>
                  <a:cubicBezTo>
                    <a:pt x="12" y="20"/>
                    <a:pt x="11" y="20"/>
                    <a:pt x="10" y="20"/>
                  </a:cubicBezTo>
                  <a:cubicBezTo>
                    <a:pt x="10" y="20"/>
                    <a:pt x="10" y="21"/>
                    <a:pt x="10" y="21"/>
                  </a:cubicBezTo>
                  <a:cubicBezTo>
                    <a:pt x="10" y="22"/>
                    <a:pt x="10" y="22"/>
                    <a:pt x="10" y="23"/>
                  </a:cubicBezTo>
                  <a:cubicBezTo>
                    <a:pt x="11" y="23"/>
                    <a:pt x="12" y="23"/>
                    <a:pt x="12" y="23"/>
                  </a:cubicBezTo>
                  <a:cubicBezTo>
                    <a:pt x="13" y="23"/>
                    <a:pt x="14" y="23"/>
                    <a:pt x="15" y="23"/>
                  </a:cubicBezTo>
                  <a:cubicBezTo>
                    <a:pt x="15" y="22"/>
                    <a:pt x="15" y="22"/>
                    <a:pt x="15" y="21"/>
                  </a:cubicBezTo>
                  <a:cubicBezTo>
                    <a:pt x="16" y="21"/>
                    <a:pt x="16" y="21"/>
                    <a:pt x="17" y="21"/>
                  </a:cubicBezTo>
                  <a:cubicBezTo>
                    <a:pt x="17" y="21"/>
                    <a:pt x="18" y="21"/>
                    <a:pt x="18" y="21"/>
                  </a:cubicBezTo>
                  <a:cubicBezTo>
                    <a:pt x="18" y="21"/>
                    <a:pt x="18" y="20"/>
                    <a:pt x="18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9" y="2"/>
                    <a:pt x="19" y="2"/>
                    <a:pt x="18" y="2"/>
                  </a:cubicBezTo>
                  <a:cubicBezTo>
                    <a:pt x="18" y="1"/>
                    <a:pt x="18" y="1"/>
                    <a:pt x="18" y="0"/>
                  </a:cubicBezTo>
                </a:path>
              </a:pathLst>
            </a:custGeom>
            <a:solidFill>
              <a:srgbClr val="1B90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20" name="Freeform 41121"/>
            <p:cNvSpPr>
              <a:spLocks noEditPoints="1"/>
            </p:cNvSpPr>
            <p:nvPr/>
          </p:nvSpPr>
          <p:spPr bwMode="auto">
            <a:xfrm>
              <a:off x="3655" y="1057"/>
              <a:ext cx="129" cy="47"/>
            </a:xfrm>
            <a:custGeom>
              <a:avLst/>
              <a:gdLst>
                <a:gd name="T0" fmla="*/ 14 w 74"/>
                <a:gd name="T1" fmla="*/ 0 h 27"/>
                <a:gd name="T2" fmla="*/ 14 w 74"/>
                <a:gd name="T3" fmla="*/ 0 h 27"/>
                <a:gd name="T4" fmla="*/ 0 w 74"/>
                <a:gd name="T5" fmla="*/ 47 h 27"/>
                <a:gd name="T6" fmla="*/ 0 w 74"/>
                <a:gd name="T7" fmla="*/ 47 h 27"/>
                <a:gd name="T8" fmla="*/ 14 w 74"/>
                <a:gd name="T9" fmla="*/ 0 h 27"/>
                <a:gd name="T10" fmla="*/ 129 w 74"/>
                <a:gd name="T11" fmla="*/ 0 h 27"/>
                <a:gd name="T12" fmla="*/ 127 w 74"/>
                <a:gd name="T13" fmla="*/ 0 h 27"/>
                <a:gd name="T14" fmla="*/ 127 w 74"/>
                <a:gd name="T15" fmla="*/ 3 h 27"/>
                <a:gd name="T16" fmla="*/ 124 w 74"/>
                <a:gd name="T17" fmla="*/ 3 h 27"/>
                <a:gd name="T18" fmla="*/ 124 w 74"/>
                <a:gd name="T19" fmla="*/ 7 h 27"/>
                <a:gd name="T20" fmla="*/ 122 w 74"/>
                <a:gd name="T21" fmla="*/ 7 h 27"/>
                <a:gd name="T22" fmla="*/ 122 w 74"/>
                <a:gd name="T23" fmla="*/ 9 h 27"/>
                <a:gd name="T24" fmla="*/ 124 w 74"/>
                <a:gd name="T25" fmla="*/ 9 h 27"/>
                <a:gd name="T26" fmla="*/ 127 w 74"/>
                <a:gd name="T27" fmla="*/ 9 h 27"/>
                <a:gd name="T28" fmla="*/ 129 w 74"/>
                <a:gd name="T29" fmla="*/ 9 h 27"/>
                <a:gd name="T30" fmla="*/ 129 w 74"/>
                <a:gd name="T31" fmla="*/ 7 h 27"/>
                <a:gd name="T32" fmla="*/ 129 w 74"/>
                <a:gd name="T33" fmla="*/ 3 h 27"/>
                <a:gd name="T34" fmla="*/ 129 w 74"/>
                <a:gd name="T35" fmla="*/ 0 h 2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74" h="27">
                  <a:moveTo>
                    <a:pt x="8" y="0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5" y="9"/>
                    <a:pt x="2" y="18"/>
                    <a:pt x="0" y="27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2" y="18"/>
                    <a:pt x="5" y="9"/>
                    <a:pt x="8" y="0"/>
                  </a:cubicBezTo>
                  <a:moveTo>
                    <a:pt x="74" y="0"/>
                  </a:moveTo>
                  <a:cubicBezTo>
                    <a:pt x="73" y="0"/>
                    <a:pt x="73" y="0"/>
                    <a:pt x="73" y="0"/>
                  </a:cubicBezTo>
                  <a:cubicBezTo>
                    <a:pt x="73" y="1"/>
                    <a:pt x="73" y="1"/>
                    <a:pt x="73" y="2"/>
                  </a:cubicBezTo>
                  <a:cubicBezTo>
                    <a:pt x="72" y="2"/>
                    <a:pt x="72" y="2"/>
                    <a:pt x="71" y="2"/>
                  </a:cubicBezTo>
                  <a:cubicBezTo>
                    <a:pt x="71" y="2"/>
                    <a:pt x="71" y="3"/>
                    <a:pt x="71" y="4"/>
                  </a:cubicBezTo>
                  <a:cubicBezTo>
                    <a:pt x="71" y="4"/>
                    <a:pt x="70" y="4"/>
                    <a:pt x="70" y="4"/>
                  </a:cubicBezTo>
                  <a:cubicBezTo>
                    <a:pt x="70" y="4"/>
                    <a:pt x="70" y="5"/>
                    <a:pt x="70" y="5"/>
                  </a:cubicBezTo>
                  <a:cubicBezTo>
                    <a:pt x="70" y="5"/>
                    <a:pt x="71" y="5"/>
                    <a:pt x="71" y="5"/>
                  </a:cubicBezTo>
                  <a:cubicBezTo>
                    <a:pt x="72" y="5"/>
                    <a:pt x="72" y="5"/>
                    <a:pt x="73" y="5"/>
                  </a:cubicBezTo>
                  <a:cubicBezTo>
                    <a:pt x="73" y="5"/>
                    <a:pt x="74" y="5"/>
                    <a:pt x="74" y="5"/>
                  </a:cubicBezTo>
                  <a:cubicBezTo>
                    <a:pt x="74" y="5"/>
                    <a:pt x="74" y="4"/>
                    <a:pt x="74" y="4"/>
                  </a:cubicBezTo>
                  <a:cubicBezTo>
                    <a:pt x="74" y="3"/>
                    <a:pt x="74" y="2"/>
                    <a:pt x="74" y="2"/>
                  </a:cubicBezTo>
                  <a:cubicBezTo>
                    <a:pt x="74" y="1"/>
                    <a:pt x="74" y="1"/>
                    <a:pt x="74" y="0"/>
                  </a:cubicBezTo>
                </a:path>
              </a:pathLst>
            </a:custGeom>
            <a:solidFill>
              <a:srgbClr val="92E2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21" name="Freeform 41122"/>
            <p:cNvSpPr>
              <a:spLocks/>
            </p:cNvSpPr>
            <p:nvPr/>
          </p:nvSpPr>
          <p:spPr bwMode="auto">
            <a:xfrm>
              <a:off x="3655" y="1057"/>
              <a:ext cx="171" cy="47"/>
            </a:xfrm>
            <a:custGeom>
              <a:avLst/>
              <a:gdLst>
                <a:gd name="T0" fmla="*/ 171 w 98"/>
                <a:gd name="T1" fmla="*/ 0 h 27"/>
                <a:gd name="T2" fmla="*/ 129 w 98"/>
                <a:gd name="T3" fmla="*/ 0 h 27"/>
                <a:gd name="T4" fmla="*/ 129 w 98"/>
                <a:gd name="T5" fmla="*/ 3 h 27"/>
                <a:gd name="T6" fmla="*/ 129 w 98"/>
                <a:gd name="T7" fmla="*/ 7 h 27"/>
                <a:gd name="T8" fmla="*/ 129 w 98"/>
                <a:gd name="T9" fmla="*/ 9 h 27"/>
                <a:gd name="T10" fmla="*/ 127 w 98"/>
                <a:gd name="T11" fmla="*/ 9 h 27"/>
                <a:gd name="T12" fmla="*/ 124 w 98"/>
                <a:gd name="T13" fmla="*/ 9 h 27"/>
                <a:gd name="T14" fmla="*/ 122 w 98"/>
                <a:gd name="T15" fmla="*/ 9 h 27"/>
                <a:gd name="T16" fmla="*/ 122 w 98"/>
                <a:gd name="T17" fmla="*/ 7 h 27"/>
                <a:gd name="T18" fmla="*/ 124 w 98"/>
                <a:gd name="T19" fmla="*/ 7 h 27"/>
                <a:gd name="T20" fmla="*/ 124 w 98"/>
                <a:gd name="T21" fmla="*/ 3 h 27"/>
                <a:gd name="T22" fmla="*/ 127 w 98"/>
                <a:gd name="T23" fmla="*/ 3 h 27"/>
                <a:gd name="T24" fmla="*/ 127 w 98"/>
                <a:gd name="T25" fmla="*/ 0 h 27"/>
                <a:gd name="T26" fmla="*/ 14 w 98"/>
                <a:gd name="T27" fmla="*/ 0 h 27"/>
                <a:gd name="T28" fmla="*/ 0 w 98"/>
                <a:gd name="T29" fmla="*/ 47 h 27"/>
                <a:gd name="T30" fmla="*/ 171 w 98"/>
                <a:gd name="T31" fmla="*/ 47 h 27"/>
                <a:gd name="T32" fmla="*/ 171 w 98"/>
                <a:gd name="T33" fmla="*/ 0 h 2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98" h="27">
                  <a:moveTo>
                    <a:pt x="98" y="0"/>
                  </a:moveTo>
                  <a:cubicBezTo>
                    <a:pt x="74" y="0"/>
                    <a:pt x="74" y="0"/>
                    <a:pt x="74" y="0"/>
                  </a:cubicBezTo>
                  <a:cubicBezTo>
                    <a:pt x="74" y="1"/>
                    <a:pt x="74" y="1"/>
                    <a:pt x="74" y="2"/>
                  </a:cubicBezTo>
                  <a:cubicBezTo>
                    <a:pt x="74" y="2"/>
                    <a:pt x="74" y="3"/>
                    <a:pt x="74" y="4"/>
                  </a:cubicBezTo>
                  <a:cubicBezTo>
                    <a:pt x="74" y="4"/>
                    <a:pt x="74" y="5"/>
                    <a:pt x="74" y="5"/>
                  </a:cubicBezTo>
                  <a:cubicBezTo>
                    <a:pt x="74" y="5"/>
                    <a:pt x="73" y="5"/>
                    <a:pt x="73" y="5"/>
                  </a:cubicBezTo>
                  <a:cubicBezTo>
                    <a:pt x="72" y="5"/>
                    <a:pt x="72" y="5"/>
                    <a:pt x="71" y="5"/>
                  </a:cubicBezTo>
                  <a:cubicBezTo>
                    <a:pt x="71" y="5"/>
                    <a:pt x="70" y="5"/>
                    <a:pt x="70" y="5"/>
                  </a:cubicBezTo>
                  <a:cubicBezTo>
                    <a:pt x="70" y="5"/>
                    <a:pt x="70" y="4"/>
                    <a:pt x="70" y="4"/>
                  </a:cubicBezTo>
                  <a:cubicBezTo>
                    <a:pt x="70" y="4"/>
                    <a:pt x="71" y="4"/>
                    <a:pt x="71" y="4"/>
                  </a:cubicBezTo>
                  <a:cubicBezTo>
                    <a:pt x="71" y="3"/>
                    <a:pt x="71" y="2"/>
                    <a:pt x="71" y="2"/>
                  </a:cubicBezTo>
                  <a:cubicBezTo>
                    <a:pt x="72" y="2"/>
                    <a:pt x="72" y="2"/>
                    <a:pt x="73" y="2"/>
                  </a:cubicBezTo>
                  <a:cubicBezTo>
                    <a:pt x="73" y="1"/>
                    <a:pt x="73" y="1"/>
                    <a:pt x="73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5" y="9"/>
                    <a:pt x="2" y="18"/>
                    <a:pt x="0" y="27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8" y="0"/>
                    <a:pt x="98" y="0"/>
                    <a:pt x="98" y="0"/>
                  </a:cubicBezTo>
                </a:path>
              </a:pathLst>
            </a:custGeom>
            <a:solidFill>
              <a:srgbClr val="1B90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122" name="Group 41149"/>
          <p:cNvGrpSpPr>
            <a:grpSpLocks/>
          </p:cNvGrpSpPr>
          <p:nvPr userDrawn="1"/>
        </p:nvGrpSpPr>
        <p:grpSpPr bwMode="auto">
          <a:xfrm>
            <a:off x="4751918" y="2979209"/>
            <a:ext cx="1606549" cy="99483"/>
            <a:chOff x="2247" y="1292"/>
            <a:chExt cx="759" cy="47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23" name="Rectangle 41123"/>
            <p:cNvSpPr>
              <a:spLocks noChangeArrowheads="1"/>
            </p:cNvSpPr>
            <p:nvPr/>
          </p:nvSpPr>
          <p:spPr bwMode="auto">
            <a:xfrm>
              <a:off x="2828" y="1292"/>
              <a:ext cx="178" cy="4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 sz="160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24" name="Rectangle 41125"/>
            <p:cNvSpPr>
              <a:spLocks noChangeArrowheads="1"/>
            </p:cNvSpPr>
            <p:nvPr/>
          </p:nvSpPr>
          <p:spPr bwMode="auto">
            <a:xfrm>
              <a:off x="2247" y="1292"/>
              <a:ext cx="524" cy="4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 sz="1600"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25" name="Group 41150"/>
          <p:cNvGrpSpPr>
            <a:grpSpLocks/>
          </p:cNvGrpSpPr>
          <p:nvPr userDrawn="1"/>
        </p:nvGrpSpPr>
        <p:grpSpPr bwMode="auto">
          <a:xfrm>
            <a:off x="6616701" y="3476626"/>
            <a:ext cx="4584700" cy="296333"/>
            <a:chOff x="3128" y="1527"/>
            <a:chExt cx="2166" cy="14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26" name="Rectangle 40998"/>
            <p:cNvSpPr>
              <a:spLocks noChangeArrowheads="1"/>
            </p:cNvSpPr>
            <p:nvPr/>
          </p:nvSpPr>
          <p:spPr bwMode="auto">
            <a:xfrm>
              <a:off x="3128" y="1527"/>
              <a:ext cx="176" cy="4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 sz="160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27" name="Freeform 41000"/>
            <p:cNvSpPr>
              <a:spLocks/>
            </p:cNvSpPr>
            <p:nvPr/>
          </p:nvSpPr>
          <p:spPr bwMode="auto">
            <a:xfrm>
              <a:off x="3470" y="1620"/>
              <a:ext cx="524" cy="47"/>
            </a:xfrm>
            <a:custGeom>
              <a:avLst/>
              <a:gdLst>
                <a:gd name="T0" fmla="*/ 451 w 301"/>
                <a:gd name="T1" fmla="*/ 0 h 27"/>
                <a:gd name="T2" fmla="*/ 0 w 301"/>
                <a:gd name="T3" fmla="*/ 0 h 27"/>
                <a:gd name="T4" fmla="*/ 0 w 301"/>
                <a:gd name="T5" fmla="*/ 47 h 27"/>
                <a:gd name="T6" fmla="*/ 524 w 301"/>
                <a:gd name="T7" fmla="*/ 47 h 27"/>
                <a:gd name="T8" fmla="*/ 524 w 301"/>
                <a:gd name="T9" fmla="*/ 44 h 27"/>
                <a:gd name="T10" fmla="*/ 451 w 301"/>
                <a:gd name="T11" fmla="*/ 0 h 2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01" h="27">
                  <a:moveTo>
                    <a:pt x="25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301" y="27"/>
                    <a:pt x="301" y="27"/>
                    <a:pt x="301" y="27"/>
                  </a:cubicBezTo>
                  <a:cubicBezTo>
                    <a:pt x="301" y="25"/>
                    <a:pt x="301" y="25"/>
                    <a:pt x="301" y="25"/>
                  </a:cubicBezTo>
                  <a:cubicBezTo>
                    <a:pt x="286" y="18"/>
                    <a:pt x="272" y="10"/>
                    <a:pt x="25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28" name="Rectangle 41127"/>
            <p:cNvSpPr>
              <a:spLocks noChangeArrowheads="1"/>
            </p:cNvSpPr>
            <p:nvPr/>
          </p:nvSpPr>
          <p:spPr bwMode="auto">
            <a:xfrm>
              <a:off x="4535" y="1619"/>
              <a:ext cx="177" cy="4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 sz="160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29" name="Rectangle 41129"/>
            <p:cNvSpPr>
              <a:spLocks noChangeArrowheads="1"/>
            </p:cNvSpPr>
            <p:nvPr/>
          </p:nvSpPr>
          <p:spPr bwMode="auto">
            <a:xfrm>
              <a:off x="4770" y="1619"/>
              <a:ext cx="524" cy="4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 sz="1600"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30" name="Group 41156"/>
          <p:cNvGrpSpPr>
            <a:grpSpLocks/>
          </p:cNvGrpSpPr>
          <p:nvPr userDrawn="1"/>
        </p:nvGrpSpPr>
        <p:grpSpPr bwMode="auto">
          <a:xfrm>
            <a:off x="7272867" y="1556809"/>
            <a:ext cx="2586567" cy="2370667"/>
            <a:chOff x="3438" y="620"/>
            <a:chExt cx="1222" cy="1120"/>
          </a:xfrm>
        </p:grpSpPr>
        <p:grpSp>
          <p:nvGrpSpPr>
            <p:cNvPr id="131" name="Group 41145"/>
            <p:cNvGrpSpPr>
              <a:grpSpLocks/>
            </p:cNvGrpSpPr>
            <p:nvPr/>
          </p:nvGrpSpPr>
          <p:grpSpPr bwMode="auto">
            <a:xfrm>
              <a:off x="3514" y="620"/>
              <a:ext cx="1146" cy="676"/>
              <a:chOff x="3514" y="620"/>
              <a:chExt cx="1146" cy="676"/>
            </a:xfrm>
          </p:grpSpPr>
          <p:sp>
            <p:nvSpPr>
              <p:cNvPr id="135" name="Freeform 41131"/>
              <p:cNvSpPr>
                <a:spLocks/>
              </p:cNvSpPr>
              <p:nvPr/>
            </p:nvSpPr>
            <p:spPr bwMode="auto">
              <a:xfrm>
                <a:off x="3514" y="620"/>
                <a:ext cx="1102" cy="561"/>
              </a:xfrm>
              <a:custGeom>
                <a:avLst/>
                <a:gdLst>
                  <a:gd name="T0" fmla="*/ 1050 w 633"/>
                  <a:gd name="T1" fmla="*/ 542 h 322"/>
                  <a:gd name="T2" fmla="*/ 1048 w 633"/>
                  <a:gd name="T3" fmla="*/ 495 h 322"/>
                  <a:gd name="T4" fmla="*/ 1003 w 633"/>
                  <a:gd name="T5" fmla="*/ 329 h 322"/>
                  <a:gd name="T6" fmla="*/ 975 w 633"/>
                  <a:gd name="T7" fmla="*/ 277 h 322"/>
                  <a:gd name="T8" fmla="*/ 973 w 633"/>
                  <a:gd name="T9" fmla="*/ 275 h 322"/>
                  <a:gd name="T10" fmla="*/ 973 w 633"/>
                  <a:gd name="T11" fmla="*/ 275 h 322"/>
                  <a:gd name="T12" fmla="*/ 959 w 633"/>
                  <a:gd name="T13" fmla="*/ 256 h 322"/>
                  <a:gd name="T14" fmla="*/ 923 w 633"/>
                  <a:gd name="T15" fmla="*/ 207 h 322"/>
                  <a:gd name="T16" fmla="*/ 853 w 633"/>
                  <a:gd name="T17" fmla="*/ 139 h 322"/>
                  <a:gd name="T18" fmla="*/ 700 w 633"/>
                  <a:gd name="T19" fmla="*/ 54 h 322"/>
                  <a:gd name="T20" fmla="*/ 684 w 633"/>
                  <a:gd name="T21" fmla="*/ 49 h 322"/>
                  <a:gd name="T22" fmla="*/ 595 w 633"/>
                  <a:gd name="T23" fmla="*/ 28 h 322"/>
                  <a:gd name="T24" fmla="*/ 541 w 633"/>
                  <a:gd name="T25" fmla="*/ 23 h 322"/>
                  <a:gd name="T26" fmla="*/ 487 w 633"/>
                  <a:gd name="T27" fmla="*/ 24 h 322"/>
                  <a:gd name="T28" fmla="*/ 416 w 633"/>
                  <a:gd name="T29" fmla="*/ 33 h 322"/>
                  <a:gd name="T30" fmla="*/ 317 w 633"/>
                  <a:gd name="T31" fmla="*/ 64 h 322"/>
                  <a:gd name="T32" fmla="*/ 256 w 633"/>
                  <a:gd name="T33" fmla="*/ 94 h 322"/>
                  <a:gd name="T34" fmla="*/ 202 w 633"/>
                  <a:gd name="T35" fmla="*/ 129 h 322"/>
                  <a:gd name="T36" fmla="*/ 56 w 633"/>
                  <a:gd name="T37" fmla="*/ 291 h 322"/>
                  <a:gd name="T38" fmla="*/ 10 w 633"/>
                  <a:gd name="T39" fmla="*/ 387 h 322"/>
                  <a:gd name="T40" fmla="*/ 0 w 633"/>
                  <a:gd name="T41" fmla="*/ 425 h 322"/>
                  <a:gd name="T42" fmla="*/ 10 w 633"/>
                  <a:gd name="T43" fmla="*/ 387 h 322"/>
                  <a:gd name="T44" fmla="*/ 50 w 633"/>
                  <a:gd name="T45" fmla="*/ 287 h 322"/>
                  <a:gd name="T46" fmla="*/ 193 w 633"/>
                  <a:gd name="T47" fmla="*/ 118 h 322"/>
                  <a:gd name="T48" fmla="*/ 233 w 633"/>
                  <a:gd name="T49" fmla="*/ 91 h 322"/>
                  <a:gd name="T50" fmla="*/ 279 w 633"/>
                  <a:gd name="T51" fmla="*/ 64 h 322"/>
                  <a:gd name="T52" fmla="*/ 376 w 633"/>
                  <a:gd name="T53" fmla="*/ 24 h 322"/>
                  <a:gd name="T54" fmla="*/ 449 w 633"/>
                  <a:gd name="T55" fmla="*/ 7 h 322"/>
                  <a:gd name="T56" fmla="*/ 524 w 633"/>
                  <a:gd name="T57" fmla="*/ 0 h 322"/>
                  <a:gd name="T58" fmla="*/ 561 w 633"/>
                  <a:gd name="T59" fmla="*/ 0 h 322"/>
                  <a:gd name="T60" fmla="*/ 674 w 633"/>
                  <a:gd name="T61" fmla="*/ 17 h 322"/>
                  <a:gd name="T62" fmla="*/ 702 w 633"/>
                  <a:gd name="T63" fmla="*/ 24 h 322"/>
                  <a:gd name="T64" fmla="*/ 745 w 633"/>
                  <a:gd name="T65" fmla="*/ 40 h 322"/>
                  <a:gd name="T66" fmla="*/ 928 w 633"/>
                  <a:gd name="T67" fmla="*/ 157 h 322"/>
                  <a:gd name="T68" fmla="*/ 975 w 633"/>
                  <a:gd name="T69" fmla="*/ 207 h 322"/>
                  <a:gd name="T70" fmla="*/ 1003 w 633"/>
                  <a:gd name="T71" fmla="*/ 246 h 322"/>
                  <a:gd name="T72" fmla="*/ 1011 w 633"/>
                  <a:gd name="T73" fmla="*/ 260 h 322"/>
                  <a:gd name="T74" fmla="*/ 1079 w 633"/>
                  <a:gd name="T75" fmla="*/ 409 h 322"/>
                  <a:gd name="T76" fmla="*/ 1100 w 633"/>
                  <a:gd name="T77" fmla="*/ 519 h 322"/>
                  <a:gd name="T78" fmla="*/ 1102 w 633"/>
                  <a:gd name="T79" fmla="*/ 559 h 322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0" t="0" r="r" b="b"/>
                <a:pathLst>
                  <a:path w="633" h="322">
                    <a:moveTo>
                      <a:pt x="603" y="322"/>
                    </a:moveTo>
                    <a:cubicBezTo>
                      <a:pt x="603" y="322"/>
                      <a:pt x="603" y="318"/>
                      <a:pt x="603" y="311"/>
                    </a:cubicBezTo>
                    <a:cubicBezTo>
                      <a:pt x="603" y="308"/>
                      <a:pt x="603" y="305"/>
                      <a:pt x="603" y="300"/>
                    </a:cubicBezTo>
                    <a:cubicBezTo>
                      <a:pt x="603" y="295"/>
                      <a:pt x="602" y="290"/>
                      <a:pt x="602" y="284"/>
                    </a:cubicBezTo>
                    <a:cubicBezTo>
                      <a:pt x="601" y="272"/>
                      <a:pt x="598" y="258"/>
                      <a:pt x="594" y="242"/>
                    </a:cubicBezTo>
                    <a:cubicBezTo>
                      <a:pt x="590" y="226"/>
                      <a:pt x="584" y="208"/>
                      <a:pt x="576" y="189"/>
                    </a:cubicBezTo>
                    <a:cubicBezTo>
                      <a:pt x="571" y="180"/>
                      <a:pt x="566" y="171"/>
                      <a:pt x="561" y="161"/>
                    </a:cubicBezTo>
                    <a:cubicBezTo>
                      <a:pt x="560" y="159"/>
                      <a:pt x="560" y="159"/>
                      <a:pt x="560" y="159"/>
                    </a:cubicBezTo>
                    <a:cubicBezTo>
                      <a:pt x="559" y="159"/>
                      <a:pt x="559" y="159"/>
                      <a:pt x="559" y="159"/>
                    </a:cubicBezTo>
                    <a:cubicBezTo>
                      <a:pt x="559" y="158"/>
                      <a:pt x="559" y="158"/>
                      <a:pt x="559" y="158"/>
                    </a:cubicBezTo>
                    <a:cubicBezTo>
                      <a:pt x="559" y="158"/>
                      <a:pt x="559" y="158"/>
                      <a:pt x="559" y="158"/>
                    </a:cubicBezTo>
                    <a:cubicBezTo>
                      <a:pt x="559" y="158"/>
                      <a:pt x="559" y="159"/>
                      <a:pt x="559" y="158"/>
                    </a:cubicBezTo>
                    <a:cubicBezTo>
                      <a:pt x="556" y="155"/>
                      <a:pt x="556" y="155"/>
                      <a:pt x="556" y="155"/>
                    </a:cubicBezTo>
                    <a:cubicBezTo>
                      <a:pt x="555" y="152"/>
                      <a:pt x="553" y="150"/>
                      <a:pt x="551" y="147"/>
                    </a:cubicBezTo>
                    <a:cubicBezTo>
                      <a:pt x="548" y="142"/>
                      <a:pt x="545" y="137"/>
                      <a:pt x="541" y="132"/>
                    </a:cubicBezTo>
                    <a:cubicBezTo>
                      <a:pt x="537" y="128"/>
                      <a:pt x="534" y="123"/>
                      <a:pt x="530" y="119"/>
                    </a:cubicBezTo>
                    <a:cubicBezTo>
                      <a:pt x="526" y="115"/>
                      <a:pt x="522" y="110"/>
                      <a:pt x="518" y="105"/>
                    </a:cubicBezTo>
                    <a:cubicBezTo>
                      <a:pt x="509" y="97"/>
                      <a:pt x="500" y="88"/>
                      <a:pt x="490" y="80"/>
                    </a:cubicBezTo>
                    <a:cubicBezTo>
                      <a:pt x="470" y="63"/>
                      <a:pt x="446" y="50"/>
                      <a:pt x="422" y="39"/>
                    </a:cubicBezTo>
                    <a:cubicBezTo>
                      <a:pt x="415" y="36"/>
                      <a:pt x="409" y="34"/>
                      <a:pt x="402" y="31"/>
                    </a:cubicBezTo>
                    <a:cubicBezTo>
                      <a:pt x="401" y="31"/>
                      <a:pt x="399" y="30"/>
                      <a:pt x="398" y="30"/>
                    </a:cubicBezTo>
                    <a:cubicBezTo>
                      <a:pt x="393" y="28"/>
                      <a:pt x="393" y="28"/>
                      <a:pt x="393" y="28"/>
                    </a:cubicBezTo>
                    <a:cubicBezTo>
                      <a:pt x="383" y="25"/>
                      <a:pt x="383" y="25"/>
                      <a:pt x="383" y="25"/>
                    </a:cubicBezTo>
                    <a:cubicBezTo>
                      <a:pt x="370" y="21"/>
                      <a:pt x="356" y="19"/>
                      <a:pt x="342" y="16"/>
                    </a:cubicBezTo>
                    <a:cubicBezTo>
                      <a:pt x="335" y="15"/>
                      <a:pt x="328" y="15"/>
                      <a:pt x="321" y="14"/>
                    </a:cubicBezTo>
                    <a:cubicBezTo>
                      <a:pt x="311" y="13"/>
                      <a:pt x="311" y="13"/>
                      <a:pt x="311" y="13"/>
                    </a:cubicBezTo>
                    <a:cubicBezTo>
                      <a:pt x="301" y="14"/>
                      <a:pt x="301" y="14"/>
                      <a:pt x="301" y="14"/>
                    </a:cubicBezTo>
                    <a:cubicBezTo>
                      <a:pt x="294" y="14"/>
                      <a:pt x="287" y="13"/>
                      <a:pt x="280" y="14"/>
                    </a:cubicBezTo>
                    <a:cubicBezTo>
                      <a:pt x="273" y="15"/>
                      <a:pt x="266" y="15"/>
                      <a:pt x="259" y="16"/>
                    </a:cubicBezTo>
                    <a:cubicBezTo>
                      <a:pt x="253" y="16"/>
                      <a:pt x="246" y="18"/>
                      <a:pt x="239" y="19"/>
                    </a:cubicBezTo>
                    <a:cubicBezTo>
                      <a:pt x="233" y="21"/>
                      <a:pt x="226" y="22"/>
                      <a:pt x="219" y="24"/>
                    </a:cubicBezTo>
                    <a:cubicBezTo>
                      <a:pt x="207" y="28"/>
                      <a:pt x="194" y="31"/>
                      <a:pt x="182" y="37"/>
                    </a:cubicBezTo>
                    <a:cubicBezTo>
                      <a:pt x="176" y="39"/>
                      <a:pt x="170" y="42"/>
                      <a:pt x="164" y="45"/>
                    </a:cubicBezTo>
                    <a:cubicBezTo>
                      <a:pt x="158" y="48"/>
                      <a:pt x="152" y="51"/>
                      <a:pt x="147" y="54"/>
                    </a:cubicBezTo>
                    <a:cubicBezTo>
                      <a:pt x="141" y="57"/>
                      <a:pt x="136" y="60"/>
                      <a:pt x="131" y="63"/>
                    </a:cubicBezTo>
                    <a:cubicBezTo>
                      <a:pt x="125" y="67"/>
                      <a:pt x="120" y="70"/>
                      <a:pt x="116" y="74"/>
                    </a:cubicBezTo>
                    <a:cubicBezTo>
                      <a:pt x="96" y="88"/>
                      <a:pt x="79" y="104"/>
                      <a:pt x="65" y="120"/>
                    </a:cubicBezTo>
                    <a:cubicBezTo>
                      <a:pt x="52" y="136"/>
                      <a:pt x="41" y="152"/>
                      <a:pt x="32" y="167"/>
                    </a:cubicBezTo>
                    <a:cubicBezTo>
                      <a:pt x="23" y="182"/>
                      <a:pt x="17" y="195"/>
                      <a:pt x="12" y="207"/>
                    </a:cubicBezTo>
                    <a:cubicBezTo>
                      <a:pt x="10" y="213"/>
                      <a:pt x="8" y="218"/>
                      <a:pt x="6" y="222"/>
                    </a:cubicBezTo>
                    <a:cubicBezTo>
                      <a:pt x="5" y="227"/>
                      <a:pt x="3" y="231"/>
                      <a:pt x="2" y="234"/>
                    </a:cubicBezTo>
                    <a:cubicBezTo>
                      <a:pt x="1" y="240"/>
                      <a:pt x="0" y="244"/>
                      <a:pt x="0" y="244"/>
                    </a:cubicBezTo>
                    <a:cubicBezTo>
                      <a:pt x="0" y="244"/>
                      <a:pt x="0" y="240"/>
                      <a:pt x="2" y="234"/>
                    </a:cubicBezTo>
                    <a:cubicBezTo>
                      <a:pt x="3" y="231"/>
                      <a:pt x="4" y="227"/>
                      <a:pt x="6" y="222"/>
                    </a:cubicBezTo>
                    <a:cubicBezTo>
                      <a:pt x="7" y="218"/>
                      <a:pt x="9" y="212"/>
                      <a:pt x="11" y="206"/>
                    </a:cubicBezTo>
                    <a:cubicBezTo>
                      <a:pt x="15" y="195"/>
                      <a:pt x="21" y="181"/>
                      <a:pt x="29" y="165"/>
                    </a:cubicBezTo>
                    <a:cubicBezTo>
                      <a:pt x="38" y="150"/>
                      <a:pt x="48" y="134"/>
                      <a:pt x="62" y="117"/>
                    </a:cubicBezTo>
                    <a:cubicBezTo>
                      <a:pt x="76" y="100"/>
                      <a:pt x="92" y="84"/>
                      <a:pt x="111" y="68"/>
                    </a:cubicBezTo>
                    <a:cubicBezTo>
                      <a:pt x="116" y="64"/>
                      <a:pt x="121" y="61"/>
                      <a:pt x="127" y="57"/>
                    </a:cubicBezTo>
                    <a:cubicBezTo>
                      <a:pt x="129" y="55"/>
                      <a:pt x="132" y="53"/>
                      <a:pt x="134" y="52"/>
                    </a:cubicBezTo>
                    <a:cubicBezTo>
                      <a:pt x="137" y="50"/>
                      <a:pt x="140" y="48"/>
                      <a:pt x="143" y="47"/>
                    </a:cubicBezTo>
                    <a:cubicBezTo>
                      <a:pt x="148" y="44"/>
                      <a:pt x="154" y="40"/>
                      <a:pt x="160" y="37"/>
                    </a:cubicBezTo>
                    <a:cubicBezTo>
                      <a:pt x="166" y="34"/>
                      <a:pt x="172" y="31"/>
                      <a:pt x="178" y="28"/>
                    </a:cubicBezTo>
                    <a:cubicBezTo>
                      <a:pt x="190" y="22"/>
                      <a:pt x="203" y="18"/>
                      <a:pt x="216" y="14"/>
                    </a:cubicBezTo>
                    <a:cubicBezTo>
                      <a:pt x="223" y="11"/>
                      <a:pt x="230" y="10"/>
                      <a:pt x="237" y="8"/>
                    </a:cubicBezTo>
                    <a:cubicBezTo>
                      <a:pt x="244" y="7"/>
                      <a:pt x="251" y="5"/>
                      <a:pt x="258" y="4"/>
                    </a:cubicBezTo>
                    <a:cubicBezTo>
                      <a:pt x="265" y="3"/>
                      <a:pt x="272" y="2"/>
                      <a:pt x="279" y="1"/>
                    </a:cubicBezTo>
                    <a:cubicBezTo>
                      <a:pt x="286" y="1"/>
                      <a:pt x="293" y="1"/>
                      <a:pt x="301" y="0"/>
                    </a:cubicBezTo>
                    <a:cubicBezTo>
                      <a:pt x="311" y="0"/>
                      <a:pt x="311" y="0"/>
                      <a:pt x="311" y="0"/>
                    </a:cubicBezTo>
                    <a:cubicBezTo>
                      <a:pt x="322" y="0"/>
                      <a:pt x="322" y="0"/>
                      <a:pt x="322" y="0"/>
                    </a:cubicBezTo>
                    <a:cubicBezTo>
                      <a:pt x="330" y="1"/>
                      <a:pt x="337" y="1"/>
                      <a:pt x="344" y="2"/>
                    </a:cubicBezTo>
                    <a:cubicBezTo>
                      <a:pt x="358" y="4"/>
                      <a:pt x="373" y="6"/>
                      <a:pt x="387" y="10"/>
                    </a:cubicBezTo>
                    <a:cubicBezTo>
                      <a:pt x="397" y="12"/>
                      <a:pt x="397" y="12"/>
                      <a:pt x="397" y="12"/>
                    </a:cubicBezTo>
                    <a:cubicBezTo>
                      <a:pt x="403" y="14"/>
                      <a:pt x="403" y="14"/>
                      <a:pt x="403" y="14"/>
                    </a:cubicBezTo>
                    <a:cubicBezTo>
                      <a:pt x="404" y="14"/>
                      <a:pt x="406" y="15"/>
                      <a:pt x="408" y="16"/>
                    </a:cubicBezTo>
                    <a:cubicBezTo>
                      <a:pt x="415" y="18"/>
                      <a:pt x="421" y="20"/>
                      <a:pt x="428" y="23"/>
                    </a:cubicBezTo>
                    <a:cubicBezTo>
                      <a:pt x="455" y="34"/>
                      <a:pt x="480" y="47"/>
                      <a:pt x="502" y="64"/>
                    </a:cubicBezTo>
                    <a:cubicBezTo>
                      <a:pt x="513" y="72"/>
                      <a:pt x="523" y="81"/>
                      <a:pt x="533" y="90"/>
                    </a:cubicBezTo>
                    <a:cubicBezTo>
                      <a:pt x="538" y="95"/>
                      <a:pt x="542" y="100"/>
                      <a:pt x="547" y="105"/>
                    </a:cubicBezTo>
                    <a:cubicBezTo>
                      <a:pt x="551" y="110"/>
                      <a:pt x="555" y="114"/>
                      <a:pt x="560" y="119"/>
                    </a:cubicBezTo>
                    <a:cubicBezTo>
                      <a:pt x="563" y="124"/>
                      <a:pt x="567" y="129"/>
                      <a:pt x="570" y="134"/>
                    </a:cubicBezTo>
                    <a:cubicBezTo>
                      <a:pt x="572" y="136"/>
                      <a:pt x="574" y="139"/>
                      <a:pt x="576" y="141"/>
                    </a:cubicBezTo>
                    <a:cubicBezTo>
                      <a:pt x="578" y="144"/>
                      <a:pt x="578" y="144"/>
                      <a:pt x="578" y="144"/>
                    </a:cubicBezTo>
                    <a:cubicBezTo>
                      <a:pt x="581" y="149"/>
                      <a:pt x="581" y="149"/>
                      <a:pt x="581" y="149"/>
                    </a:cubicBezTo>
                    <a:cubicBezTo>
                      <a:pt x="587" y="159"/>
                      <a:pt x="593" y="169"/>
                      <a:pt x="598" y="179"/>
                    </a:cubicBezTo>
                    <a:cubicBezTo>
                      <a:pt x="608" y="198"/>
                      <a:pt x="615" y="218"/>
                      <a:pt x="620" y="235"/>
                    </a:cubicBezTo>
                    <a:cubicBezTo>
                      <a:pt x="625" y="252"/>
                      <a:pt x="628" y="268"/>
                      <a:pt x="630" y="281"/>
                    </a:cubicBezTo>
                    <a:cubicBezTo>
                      <a:pt x="631" y="287"/>
                      <a:pt x="631" y="293"/>
                      <a:pt x="632" y="298"/>
                    </a:cubicBezTo>
                    <a:cubicBezTo>
                      <a:pt x="632" y="303"/>
                      <a:pt x="632" y="308"/>
                      <a:pt x="633" y="311"/>
                    </a:cubicBezTo>
                    <a:cubicBezTo>
                      <a:pt x="633" y="318"/>
                      <a:pt x="633" y="321"/>
                      <a:pt x="633" y="321"/>
                    </a:cubicBezTo>
                    <a:lnTo>
                      <a:pt x="603" y="32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cs typeface="+mn-ea"/>
                  <a:sym typeface="+mn-lt"/>
                </a:endParaRPr>
              </a:p>
            </p:txBody>
          </p:sp>
          <p:sp>
            <p:nvSpPr>
              <p:cNvPr id="136" name="Freeform 41132"/>
              <p:cNvSpPr>
                <a:spLocks/>
              </p:cNvSpPr>
              <p:nvPr/>
            </p:nvSpPr>
            <p:spPr bwMode="auto">
              <a:xfrm>
                <a:off x="4526" y="1127"/>
                <a:ext cx="134" cy="169"/>
              </a:xfrm>
              <a:custGeom>
                <a:avLst/>
                <a:gdLst>
                  <a:gd name="T0" fmla="*/ 52 w 134"/>
                  <a:gd name="T1" fmla="*/ 169 h 169"/>
                  <a:gd name="T2" fmla="*/ 134 w 134"/>
                  <a:gd name="T3" fmla="*/ 12 h 169"/>
                  <a:gd name="T4" fmla="*/ 62 w 134"/>
                  <a:gd name="T5" fmla="*/ 43 h 169"/>
                  <a:gd name="T6" fmla="*/ 0 w 134"/>
                  <a:gd name="T7" fmla="*/ 0 h 169"/>
                  <a:gd name="T8" fmla="*/ 52 w 134"/>
                  <a:gd name="T9" fmla="*/ 169 h 16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4" h="169">
                    <a:moveTo>
                      <a:pt x="52" y="169"/>
                    </a:moveTo>
                    <a:lnTo>
                      <a:pt x="134" y="12"/>
                    </a:lnTo>
                    <a:lnTo>
                      <a:pt x="62" y="43"/>
                    </a:lnTo>
                    <a:lnTo>
                      <a:pt x="0" y="0"/>
                    </a:lnTo>
                    <a:lnTo>
                      <a:pt x="52" y="16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cs typeface="+mn-ea"/>
                  <a:sym typeface="+mn-lt"/>
                </a:endParaRPr>
              </a:p>
            </p:txBody>
          </p:sp>
        </p:grpSp>
        <p:grpSp>
          <p:nvGrpSpPr>
            <p:cNvPr id="132" name="Group 41146"/>
            <p:cNvGrpSpPr>
              <a:grpSpLocks/>
            </p:cNvGrpSpPr>
            <p:nvPr/>
          </p:nvGrpSpPr>
          <p:grpSpPr bwMode="auto">
            <a:xfrm>
              <a:off x="3438" y="1080"/>
              <a:ext cx="1154" cy="660"/>
              <a:chOff x="3438" y="1080"/>
              <a:chExt cx="1154" cy="660"/>
            </a:xfrm>
          </p:grpSpPr>
          <p:sp>
            <p:nvSpPr>
              <p:cNvPr id="133" name="Freeform 41133"/>
              <p:cNvSpPr>
                <a:spLocks/>
              </p:cNvSpPr>
              <p:nvPr/>
            </p:nvSpPr>
            <p:spPr bwMode="auto">
              <a:xfrm>
                <a:off x="3479" y="1195"/>
                <a:ext cx="1113" cy="545"/>
              </a:xfrm>
              <a:custGeom>
                <a:avLst/>
                <a:gdLst>
                  <a:gd name="T0" fmla="*/ 52 w 639"/>
                  <a:gd name="T1" fmla="*/ 17 h 313"/>
                  <a:gd name="T2" fmla="*/ 56 w 639"/>
                  <a:gd name="T3" fmla="*/ 66 h 313"/>
                  <a:gd name="T4" fmla="*/ 108 w 639"/>
                  <a:gd name="T5" fmla="*/ 233 h 313"/>
                  <a:gd name="T6" fmla="*/ 146 w 639"/>
                  <a:gd name="T7" fmla="*/ 294 h 313"/>
                  <a:gd name="T8" fmla="*/ 146 w 639"/>
                  <a:gd name="T9" fmla="*/ 296 h 313"/>
                  <a:gd name="T10" fmla="*/ 148 w 639"/>
                  <a:gd name="T11" fmla="*/ 296 h 313"/>
                  <a:gd name="T12" fmla="*/ 155 w 639"/>
                  <a:gd name="T13" fmla="*/ 306 h 313"/>
                  <a:gd name="T14" fmla="*/ 195 w 639"/>
                  <a:gd name="T15" fmla="*/ 355 h 313"/>
                  <a:gd name="T16" fmla="*/ 244 w 639"/>
                  <a:gd name="T17" fmla="*/ 399 h 313"/>
                  <a:gd name="T18" fmla="*/ 270 w 639"/>
                  <a:gd name="T19" fmla="*/ 420 h 313"/>
                  <a:gd name="T20" fmla="*/ 329 w 639"/>
                  <a:gd name="T21" fmla="*/ 456 h 313"/>
                  <a:gd name="T22" fmla="*/ 362 w 639"/>
                  <a:gd name="T23" fmla="*/ 472 h 313"/>
                  <a:gd name="T24" fmla="*/ 538 w 639"/>
                  <a:gd name="T25" fmla="*/ 519 h 313"/>
                  <a:gd name="T26" fmla="*/ 594 w 639"/>
                  <a:gd name="T27" fmla="*/ 521 h 313"/>
                  <a:gd name="T28" fmla="*/ 650 w 639"/>
                  <a:gd name="T29" fmla="*/ 515 h 313"/>
                  <a:gd name="T30" fmla="*/ 820 w 639"/>
                  <a:gd name="T31" fmla="*/ 463 h 313"/>
                  <a:gd name="T32" fmla="*/ 845 w 639"/>
                  <a:gd name="T33" fmla="*/ 451 h 313"/>
                  <a:gd name="T34" fmla="*/ 880 w 639"/>
                  <a:gd name="T35" fmla="*/ 428 h 313"/>
                  <a:gd name="T36" fmla="*/ 934 w 639"/>
                  <a:gd name="T37" fmla="*/ 388 h 313"/>
                  <a:gd name="T38" fmla="*/ 1068 w 639"/>
                  <a:gd name="T39" fmla="*/ 211 h 313"/>
                  <a:gd name="T40" fmla="*/ 1104 w 639"/>
                  <a:gd name="T41" fmla="*/ 110 h 313"/>
                  <a:gd name="T42" fmla="*/ 1113 w 639"/>
                  <a:gd name="T43" fmla="*/ 70 h 313"/>
                  <a:gd name="T44" fmla="*/ 1106 w 639"/>
                  <a:gd name="T45" fmla="*/ 110 h 313"/>
                  <a:gd name="T46" fmla="*/ 1071 w 639"/>
                  <a:gd name="T47" fmla="*/ 214 h 313"/>
                  <a:gd name="T48" fmla="*/ 941 w 639"/>
                  <a:gd name="T49" fmla="*/ 397 h 313"/>
                  <a:gd name="T50" fmla="*/ 859 w 639"/>
                  <a:gd name="T51" fmla="*/ 460 h 313"/>
                  <a:gd name="T52" fmla="*/ 845 w 639"/>
                  <a:gd name="T53" fmla="*/ 468 h 313"/>
                  <a:gd name="T54" fmla="*/ 690 w 639"/>
                  <a:gd name="T55" fmla="*/ 529 h 313"/>
                  <a:gd name="T56" fmla="*/ 615 w 639"/>
                  <a:gd name="T57" fmla="*/ 542 h 313"/>
                  <a:gd name="T58" fmla="*/ 575 w 639"/>
                  <a:gd name="T59" fmla="*/ 543 h 313"/>
                  <a:gd name="T60" fmla="*/ 385 w 639"/>
                  <a:gd name="T61" fmla="*/ 515 h 313"/>
                  <a:gd name="T62" fmla="*/ 331 w 639"/>
                  <a:gd name="T63" fmla="*/ 495 h 313"/>
                  <a:gd name="T64" fmla="*/ 282 w 639"/>
                  <a:gd name="T65" fmla="*/ 468 h 313"/>
                  <a:gd name="T66" fmla="*/ 235 w 639"/>
                  <a:gd name="T67" fmla="*/ 439 h 313"/>
                  <a:gd name="T68" fmla="*/ 193 w 639"/>
                  <a:gd name="T69" fmla="*/ 406 h 313"/>
                  <a:gd name="T70" fmla="*/ 145 w 639"/>
                  <a:gd name="T71" fmla="*/ 355 h 313"/>
                  <a:gd name="T72" fmla="*/ 118 w 639"/>
                  <a:gd name="T73" fmla="*/ 326 h 313"/>
                  <a:gd name="T74" fmla="*/ 113 w 639"/>
                  <a:gd name="T75" fmla="*/ 320 h 313"/>
                  <a:gd name="T76" fmla="*/ 103 w 639"/>
                  <a:gd name="T77" fmla="*/ 305 h 313"/>
                  <a:gd name="T78" fmla="*/ 28 w 639"/>
                  <a:gd name="T79" fmla="*/ 155 h 313"/>
                  <a:gd name="T80" fmla="*/ 3 w 639"/>
                  <a:gd name="T81" fmla="*/ 44 h 313"/>
                  <a:gd name="T82" fmla="*/ 0 w 639"/>
                  <a:gd name="T83" fmla="*/ 2 h 313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639" h="313">
                    <a:moveTo>
                      <a:pt x="29" y="0"/>
                    </a:moveTo>
                    <a:cubicBezTo>
                      <a:pt x="29" y="0"/>
                      <a:pt x="29" y="4"/>
                      <a:pt x="30" y="10"/>
                    </a:cubicBezTo>
                    <a:cubicBezTo>
                      <a:pt x="30" y="14"/>
                      <a:pt x="30" y="18"/>
                      <a:pt x="30" y="22"/>
                    </a:cubicBezTo>
                    <a:cubicBezTo>
                      <a:pt x="31" y="27"/>
                      <a:pt x="31" y="32"/>
                      <a:pt x="32" y="38"/>
                    </a:cubicBezTo>
                    <a:cubicBezTo>
                      <a:pt x="34" y="50"/>
                      <a:pt x="37" y="65"/>
                      <a:pt x="41" y="81"/>
                    </a:cubicBezTo>
                    <a:cubicBezTo>
                      <a:pt x="46" y="97"/>
                      <a:pt x="53" y="115"/>
                      <a:pt x="62" y="134"/>
                    </a:cubicBezTo>
                    <a:cubicBezTo>
                      <a:pt x="67" y="143"/>
                      <a:pt x="73" y="153"/>
                      <a:pt x="79" y="162"/>
                    </a:cubicBezTo>
                    <a:cubicBezTo>
                      <a:pt x="80" y="164"/>
                      <a:pt x="82" y="167"/>
                      <a:pt x="84" y="169"/>
                    </a:cubicBezTo>
                    <a:cubicBezTo>
                      <a:pt x="84" y="170"/>
                      <a:pt x="84" y="170"/>
                      <a:pt x="84" y="170"/>
                    </a:cubicBezTo>
                    <a:cubicBezTo>
                      <a:pt x="84" y="169"/>
                      <a:pt x="84" y="170"/>
                      <a:pt x="84" y="170"/>
                    </a:cubicBezTo>
                    <a:cubicBezTo>
                      <a:pt x="84" y="170"/>
                      <a:pt x="84" y="170"/>
                      <a:pt x="84" y="170"/>
                    </a:cubicBezTo>
                    <a:cubicBezTo>
                      <a:pt x="85" y="170"/>
                      <a:pt x="85" y="170"/>
                      <a:pt x="85" y="170"/>
                    </a:cubicBezTo>
                    <a:cubicBezTo>
                      <a:pt x="86" y="172"/>
                      <a:pt x="86" y="172"/>
                      <a:pt x="86" y="172"/>
                    </a:cubicBezTo>
                    <a:cubicBezTo>
                      <a:pt x="89" y="176"/>
                      <a:pt x="89" y="176"/>
                      <a:pt x="89" y="176"/>
                    </a:cubicBezTo>
                    <a:cubicBezTo>
                      <a:pt x="93" y="180"/>
                      <a:pt x="96" y="185"/>
                      <a:pt x="100" y="190"/>
                    </a:cubicBezTo>
                    <a:cubicBezTo>
                      <a:pt x="104" y="195"/>
                      <a:pt x="108" y="199"/>
                      <a:pt x="112" y="204"/>
                    </a:cubicBezTo>
                    <a:cubicBezTo>
                      <a:pt x="117" y="208"/>
                      <a:pt x="121" y="213"/>
                      <a:pt x="125" y="217"/>
                    </a:cubicBezTo>
                    <a:cubicBezTo>
                      <a:pt x="130" y="221"/>
                      <a:pt x="135" y="225"/>
                      <a:pt x="140" y="229"/>
                    </a:cubicBezTo>
                    <a:cubicBezTo>
                      <a:pt x="142" y="231"/>
                      <a:pt x="145" y="234"/>
                      <a:pt x="147" y="236"/>
                    </a:cubicBezTo>
                    <a:cubicBezTo>
                      <a:pt x="150" y="238"/>
                      <a:pt x="153" y="239"/>
                      <a:pt x="155" y="241"/>
                    </a:cubicBezTo>
                    <a:cubicBezTo>
                      <a:pt x="161" y="245"/>
                      <a:pt x="166" y="249"/>
                      <a:pt x="172" y="253"/>
                    </a:cubicBezTo>
                    <a:cubicBezTo>
                      <a:pt x="178" y="256"/>
                      <a:pt x="183" y="259"/>
                      <a:pt x="189" y="262"/>
                    </a:cubicBezTo>
                    <a:cubicBezTo>
                      <a:pt x="192" y="264"/>
                      <a:pt x="195" y="266"/>
                      <a:pt x="198" y="267"/>
                    </a:cubicBezTo>
                    <a:cubicBezTo>
                      <a:pt x="208" y="271"/>
                      <a:pt x="208" y="271"/>
                      <a:pt x="208" y="271"/>
                    </a:cubicBezTo>
                    <a:cubicBezTo>
                      <a:pt x="214" y="274"/>
                      <a:pt x="220" y="277"/>
                      <a:pt x="227" y="280"/>
                    </a:cubicBezTo>
                    <a:cubicBezTo>
                      <a:pt x="253" y="289"/>
                      <a:pt x="281" y="295"/>
                      <a:pt x="309" y="298"/>
                    </a:cubicBezTo>
                    <a:cubicBezTo>
                      <a:pt x="316" y="298"/>
                      <a:pt x="323" y="298"/>
                      <a:pt x="330" y="298"/>
                    </a:cubicBezTo>
                    <a:cubicBezTo>
                      <a:pt x="334" y="298"/>
                      <a:pt x="337" y="299"/>
                      <a:pt x="341" y="299"/>
                    </a:cubicBezTo>
                    <a:cubicBezTo>
                      <a:pt x="352" y="298"/>
                      <a:pt x="352" y="298"/>
                      <a:pt x="352" y="298"/>
                    </a:cubicBezTo>
                    <a:cubicBezTo>
                      <a:pt x="359" y="297"/>
                      <a:pt x="366" y="297"/>
                      <a:pt x="373" y="296"/>
                    </a:cubicBezTo>
                    <a:cubicBezTo>
                      <a:pt x="380" y="295"/>
                      <a:pt x="387" y="294"/>
                      <a:pt x="393" y="293"/>
                    </a:cubicBezTo>
                    <a:cubicBezTo>
                      <a:pt x="421" y="287"/>
                      <a:pt x="447" y="278"/>
                      <a:pt x="471" y="266"/>
                    </a:cubicBezTo>
                    <a:cubicBezTo>
                      <a:pt x="474" y="264"/>
                      <a:pt x="477" y="263"/>
                      <a:pt x="480" y="261"/>
                    </a:cubicBezTo>
                    <a:cubicBezTo>
                      <a:pt x="485" y="259"/>
                      <a:pt x="485" y="259"/>
                      <a:pt x="485" y="259"/>
                    </a:cubicBezTo>
                    <a:cubicBezTo>
                      <a:pt x="489" y="256"/>
                      <a:pt x="489" y="256"/>
                      <a:pt x="489" y="256"/>
                    </a:cubicBezTo>
                    <a:cubicBezTo>
                      <a:pt x="494" y="253"/>
                      <a:pt x="500" y="249"/>
                      <a:pt x="505" y="246"/>
                    </a:cubicBezTo>
                    <a:cubicBezTo>
                      <a:pt x="511" y="243"/>
                      <a:pt x="516" y="239"/>
                      <a:pt x="521" y="235"/>
                    </a:cubicBezTo>
                    <a:cubicBezTo>
                      <a:pt x="526" y="231"/>
                      <a:pt x="531" y="227"/>
                      <a:pt x="536" y="223"/>
                    </a:cubicBezTo>
                    <a:cubicBezTo>
                      <a:pt x="554" y="207"/>
                      <a:pt x="570" y="189"/>
                      <a:pt x="583" y="172"/>
                    </a:cubicBezTo>
                    <a:cubicBezTo>
                      <a:pt x="595" y="155"/>
                      <a:pt x="605" y="137"/>
                      <a:pt x="613" y="121"/>
                    </a:cubicBezTo>
                    <a:cubicBezTo>
                      <a:pt x="621" y="106"/>
                      <a:pt x="626" y="91"/>
                      <a:pt x="629" y="79"/>
                    </a:cubicBezTo>
                    <a:cubicBezTo>
                      <a:pt x="631" y="73"/>
                      <a:pt x="633" y="67"/>
                      <a:pt x="634" y="63"/>
                    </a:cubicBezTo>
                    <a:cubicBezTo>
                      <a:pt x="635" y="58"/>
                      <a:pt x="636" y="54"/>
                      <a:pt x="637" y="50"/>
                    </a:cubicBezTo>
                    <a:cubicBezTo>
                      <a:pt x="638" y="44"/>
                      <a:pt x="639" y="40"/>
                      <a:pt x="639" y="40"/>
                    </a:cubicBezTo>
                    <a:cubicBezTo>
                      <a:pt x="639" y="40"/>
                      <a:pt x="638" y="44"/>
                      <a:pt x="637" y="50"/>
                    </a:cubicBezTo>
                    <a:cubicBezTo>
                      <a:pt x="637" y="54"/>
                      <a:pt x="636" y="58"/>
                      <a:pt x="635" y="63"/>
                    </a:cubicBezTo>
                    <a:cubicBezTo>
                      <a:pt x="634" y="68"/>
                      <a:pt x="632" y="73"/>
                      <a:pt x="631" y="79"/>
                    </a:cubicBezTo>
                    <a:cubicBezTo>
                      <a:pt x="627" y="92"/>
                      <a:pt x="623" y="106"/>
                      <a:pt x="615" y="123"/>
                    </a:cubicBezTo>
                    <a:cubicBezTo>
                      <a:pt x="608" y="139"/>
                      <a:pt x="599" y="157"/>
                      <a:pt x="586" y="175"/>
                    </a:cubicBezTo>
                    <a:cubicBezTo>
                      <a:pt x="574" y="193"/>
                      <a:pt x="559" y="211"/>
                      <a:pt x="540" y="228"/>
                    </a:cubicBezTo>
                    <a:cubicBezTo>
                      <a:pt x="530" y="237"/>
                      <a:pt x="521" y="245"/>
                      <a:pt x="510" y="253"/>
                    </a:cubicBezTo>
                    <a:cubicBezTo>
                      <a:pt x="504" y="256"/>
                      <a:pt x="499" y="260"/>
                      <a:pt x="493" y="264"/>
                    </a:cubicBezTo>
                    <a:cubicBezTo>
                      <a:pt x="489" y="267"/>
                      <a:pt x="489" y="267"/>
                      <a:pt x="489" y="267"/>
                    </a:cubicBezTo>
                    <a:cubicBezTo>
                      <a:pt x="485" y="269"/>
                      <a:pt x="485" y="269"/>
                      <a:pt x="485" y="269"/>
                    </a:cubicBezTo>
                    <a:cubicBezTo>
                      <a:pt x="481" y="271"/>
                      <a:pt x="478" y="272"/>
                      <a:pt x="475" y="274"/>
                    </a:cubicBezTo>
                    <a:cubicBezTo>
                      <a:pt x="451" y="288"/>
                      <a:pt x="424" y="297"/>
                      <a:pt x="396" y="304"/>
                    </a:cubicBezTo>
                    <a:cubicBezTo>
                      <a:pt x="389" y="306"/>
                      <a:pt x="382" y="307"/>
                      <a:pt x="374" y="309"/>
                    </a:cubicBezTo>
                    <a:cubicBezTo>
                      <a:pt x="367" y="310"/>
                      <a:pt x="360" y="310"/>
                      <a:pt x="353" y="311"/>
                    </a:cubicBezTo>
                    <a:cubicBezTo>
                      <a:pt x="342" y="312"/>
                      <a:pt x="342" y="312"/>
                      <a:pt x="342" y="312"/>
                    </a:cubicBezTo>
                    <a:cubicBezTo>
                      <a:pt x="338" y="313"/>
                      <a:pt x="334" y="312"/>
                      <a:pt x="330" y="312"/>
                    </a:cubicBezTo>
                    <a:cubicBezTo>
                      <a:pt x="323" y="312"/>
                      <a:pt x="316" y="313"/>
                      <a:pt x="308" y="312"/>
                    </a:cubicBezTo>
                    <a:cubicBezTo>
                      <a:pt x="278" y="311"/>
                      <a:pt x="249" y="305"/>
                      <a:pt x="221" y="296"/>
                    </a:cubicBezTo>
                    <a:cubicBezTo>
                      <a:pt x="214" y="294"/>
                      <a:pt x="207" y="291"/>
                      <a:pt x="201" y="288"/>
                    </a:cubicBezTo>
                    <a:cubicBezTo>
                      <a:pt x="190" y="284"/>
                      <a:pt x="190" y="284"/>
                      <a:pt x="190" y="284"/>
                    </a:cubicBezTo>
                    <a:cubicBezTo>
                      <a:pt x="187" y="283"/>
                      <a:pt x="184" y="281"/>
                      <a:pt x="181" y="279"/>
                    </a:cubicBezTo>
                    <a:cubicBezTo>
                      <a:pt x="174" y="276"/>
                      <a:pt x="168" y="273"/>
                      <a:pt x="162" y="269"/>
                    </a:cubicBezTo>
                    <a:cubicBezTo>
                      <a:pt x="156" y="265"/>
                      <a:pt x="150" y="262"/>
                      <a:pt x="144" y="258"/>
                    </a:cubicBezTo>
                    <a:cubicBezTo>
                      <a:pt x="141" y="256"/>
                      <a:pt x="138" y="254"/>
                      <a:pt x="135" y="252"/>
                    </a:cubicBezTo>
                    <a:cubicBezTo>
                      <a:pt x="132" y="250"/>
                      <a:pt x="130" y="248"/>
                      <a:pt x="127" y="246"/>
                    </a:cubicBezTo>
                    <a:cubicBezTo>
                      <a:pt x="122" y="241"/>
                      <a:pt x="116" y="237"/>
                      <a:pt x="111" y="233"/>
                    </a:cubicBezTo>
                    <a:cubicBezTo>
                      <a:pt x="106" y="228"/>
                      <a:pt x="101" y="223"/>
                      <a:pt x="96" y="219"/>
                    </a:cubicBezTo>
                    <a:cubicBezTo>
                      <a:pt x="91" y="214"/>
                      <a:pt x="86" y="209"/>
                      <a:pt x="83" y="204"/>
                    </a:cubicBezTo>
                    <a:cubicBezTo>
                      <a:pt x="79" y="200"/>
                      <a:pt x="75" y="195"/>
                      <a:pt x="71" y="190"/>
                    </a:cubicBezTo>
                    <a:cubicBezTo>
                      <a:pt x="68" y="187"/>
                      <a:pt x="68" y="187"/>
                      <a:pt x="68" y="187"/>
                    </a:cubicBezTo>
                    <a:cubicBezTo>
                      <a:pt x="66" y="185"/>
                      <a:pt x="66" y="185"/>
                      <a:pt x="66" y="185"/>
                    </a:cubicBezTo>
                    <a:cubicBezTo>
                      <a:pt x="65" y="184"/>
                      <a:pt x="65" y="184"/>
                      <a:pt x="65" y="184"/>
                    </a:cubicBezTo>
                    <a:cubicBezTo>
                      <a:pt x="65" y="183"/>
                      <a:pt x="65" y="183"/>
                      <a:pt x="65" y="183"/>
                    </a:cubicBezTo>
                    <a:cubicBezTo>
                      <a:pt x="63" y="180"/>
                      <a:pt x="61" y="178"/>
                      <a:pt x="59" y="175"/>
                    </a:cubicBezTo>
                    <a:cubicBezTo>
                      <a:pt x="52" y="165"/>
                      <a:pt x="46" y="155"/>
                      <a:pt x="40" y="146"/>
                    </a:cubicBezTo>
                    <a:cubicBezTo>
                      <a:pt x="29" y="126"/>
                      <a:pt x="22" y="106"/>
                      <a:pt x="16" y="89"/>
                    </a:cubicBezTo>
                    <a:cubicBezTo>
                      <a:pt x="10" y="71"/>
                      <a:pt x="6" y="56"/>
                      <a:pt x="4" y="43"/>
                    </a:cubicBezTo>
                    <a:cubicBezTo>
                      <a:pt x="3" y="36"/>
                      <a:pt x="2" y="30"/>
                      <a:pt x="2" y="25"/>
                    </a:cubicBezTo>
                    <a:cubicBezTo>
                      <a:pt x="1" y="20"/>
                      <a:pt x="1" y="15"/>
                      <a:pt x="0" y="12"/>
                    </a:cubicBezTo>
                    <a:cubicBezTo>
                      <a:pt x="0" y="5"/>
                      <a:pt x="0" y="1"/>
                      <a:pt x="0" y="1"/>
                    </a:cubicBez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cs typeface="+mn-ea"/>
                  <a:sym typeface="+mn-lt"/>
                </a:endParaRPr>
              </a:p>
            </p:txBody>
          </p:sp>
          <p:sp>
            <p:nvSpPr>
              <p:cNvPr id="134" name="Freeform 41134"/>
              <p:cNvSpPr>
                <a:spLocks/>
              </p:cNvSpPr>
              <p:nvPr/>
            </p:nvSpPr>
            <p:spPr bwMode="auto">
              <a:xfrm>
                <a:off x="3438" y="1080"/>
                <a:ext cx="132" cy="167"/>
              </a:xfrm>
              <a:custGeom>
                <a:avLst/>
                <a:gdLst>
                  <a:gd name="T0" fmla="*/ 76 w 132"/>
                  <a:gd name="T1" fmla="*/ 0 h 167"/>
                  <a:gd name="T2" fmla="*/ 0 w 132"/>
                  <a:gd name="T3" fmla="*/ 160 h 167"/>
                  <a:gd name="T4" fmla="*/ 68 w 132"/>
                  <a:gd name="T5" fmla="*/ 125 h 167"/>
                  <a:gd name="T6" fmla="*/ 132 w 132"/>
                  <a:gd name="T7" fmla="*/ 167 h 167"/>
                  <a:gd name="T8" fmla="*/ 76 w 132"/>
                  <a:gd name="T9" fmla="*/ 0 h 1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2" h="167">
                    <a:moveTo>
                      <a:pt x="76" y="0"/>
                    </a:moveTo>
                    <a:lnTo>
                      <a:pt x="0" y="160"/>
                    </a:lnTo>
                    <a:lnTo>
                      <a:pt x="68" y="125"/>
                    </a:lnTo>
                    <a:lnTo>
                      <a:pt x="132" y="167"/>
                    </a:lnTo>
                    <a:lnTo>
                      <a:pt x="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37" name="Group 41144"/>
          <p:cNvGrpSpPr>
            <a:grpSpLocks/>
          </p:cNvGrpSpPr>
          <p:nvPr userDrawn="1"/>
        </p:nvGrpSpPr>
        <p:grpSpPr bwMode="auto">
          <a:xfrm>
            <a:off x="6081184" y="2735793"/>
            <a:ext cx="1236133" cy="675217"/>
            <a:chOff x="2875" y="1177"/>
            <a:chExt cx="584" cy="319"/>
          </a:xfrm>
        </p:grpSpPr>
        <p:sp>
          <p:nvSpPr>
            <p:cNvPr id="138" name="Freeform 41137"/>
            <p:cNvSpPr>
              <a:spLocks/>
            </p:cNvSpPr>
            <p:nvPr/>
          </p:nvSpPr>
          <p:spPr bwMode="auto">
            <a:xfrm>
              <a:off x="2875" y="1177"/>
              <a:ext cx="443" cy="319"/>
            </a:xfrm>
            <a:custGeom>
              <a:avLst/>
              <a:gdLst>
                <a:gd name="T0" fmla="*/ 443 w 254"/>
                <a:gd name="T1" fmla="*/ 64 h 183"/>
                <a:gd name="T2" fmla="*/ 431 w 254"/>
                <a:gd name="T3" fmla="*/ 51 h 183"/>
                <a:gd name="T4" fmla="*/ 403 w 254"/>
                <a:gd name="T5" fmla="*/ 24 h 183"/>
                <a:gd name="T6" fmla="*/ 366 w 254"/>
                <a:gd name="T7" fmla="*/ 7 h 183"/>
                <a:gd name="T8" fmla="*/ 324 w 254"/>
                <a:gd name="T9" fmla="*/ 0 h 183"/>
                <a:gd name="T10" fmla="*/ 281 w 254"/>
                <a:gd name="T11" fmla="*/ 5 h 183"/>
                <a:gd name="T12" fmla="*/ 242 w 254"/>
                <a:gd name="T13" fmla="*/ 21 h 183"/>
                <a:gd name="T14" fmla="*/ 211 w 254"/>
                <a:gd name="T15" fmla="*/ 47 h 183"/>
                <a:gd name="T16" fmla="*/ 199 w 254"/>
                <a:gd name="T17" fmla="*/ 61 h 183"/>
                <a:gd name="T18" fmla="*/ 190 w 254"/>
                <a:gd name="T19" fmla="*/ 77 h 183"/>
                <a:gd name="T20" fmla="*/ 185 w 254"/>
                <a:gd name="T21" fmla="*/ 84 h 183"/>
                <a:gd name="T22" fmla="*/ 169 w 254"/>
                <a:gd name="T23" fmla="*/ 82 h 183"/>
                <a:gd name="T24" fmla="*/ 82 w 254"/>
                <a:gd name="T25" fmla="*/ 139 h 183"/>
                <a:gd name="T26" fmla="*/ 5 w 254"/>
                <a:gd name="T27" fmla="*/ 199 h 183"/>
                <a:gd name="T28" fmla="*/ 0 w 254"/>
                <a:gd name="T29" fmla="*/ 228 h 183"/>
                <a:gd name="T30" fmla="*/ 91 w 254"/>
                <a:gd name="T31" fmla="*/ 319 h 183"/>
                <a:gd name="T32" fmla="*/ 101 w 254"/>
                <a:gd name="T33" fmla="*/ 317 h 183"/>
                <a:gd name="T34" fmla="*/ 112 w 254"/>
                <a:gd name="T35" fmla="*/ 319 h 183"/>
                <a:gd name="T36" fmla="*/ 190 w 254"/>
                <a:gd name="T37" fmla="*/ 319 h 183"/>
                <a:gd name="T38" fmla="*/ 443 w 254"/>
                <a:gd name="T39" fmla="*/ 66 h 183"/>
                <a:gd name="T40" fmla="*/ 443 w 254"/>
                <a:gd name="T41" fmla="*/ 64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254" h="183">
                  <a:moveTo>
                    <a:pt x="254" y="37"/>
                  </a:moveTo>
                  <a:cubicBezTo>
                    <a:pt x="252" y="35"/>
                    <a:pt x="250" y="32"/>
                    <a:pt x="247" y="29"/>
                  </a:cubicBezTo>
                  <a:cubicBezTo>
                    <a:pt x="243" y="24"/>
                    <a:pt x="237" y="19"/>
                    <a:pt x="231" y="14"/>
                  </a:cubicBezTo>
                  <a:cubicBezTo>
                    <a:pt x="225" y="10"/>
                    <a:pt x="218" y="7"/>
                    <a:pt x="210" y="4"/>
                  </a:cubicBezTo>
                  <a:cubicBezTo>
                    <a:pt x="202" y="1"/>
                    <a:pt x="193" y="0"/>
                    <a:pt x="186" y="0"/>
                  </a:cubicBezTo>
                  <a:cubicBezTo>
                    <a:pt x="177" y="0"/>
                    <a:pt x="169" y="1"/>
                    <a:pt x="161" y="3"/>
                  </a:cubicBezTo>
                  <a:cubicBezTo>
                    <a:pt x="153" y="5"/>
                    <a:pt x="145" y="8"/>
                    <a:pt x="139" y="12"/>
                  </a:cubicBezTo>
                  <a:cubicBezTo>
                    <a:pt x="132" y="17"/>
                    <a:pt x="126" y="22"/>
                    <a:pt x="121" y="27"/>
                  </a:cubicBezTo>
                  <a:cubicBezTo>
                    <a:pt x="118" y="30"/>
                    <a:pt x="116" y="32"/>
                    <a:pt x="114" y="35"/>
                  </a:cubicBezTo>
                  <a:cubicBezTo>
                    <a:pt x="112" y="38"/>
                    <a:pt x="110" y="41"/>
                    <a:pt x="109" y="44"/>
                  </a:cubicBezTo>
                  <a:cubicBezTo>
                    <a:pt x="108" y="45"/>
                    <a:pt x="107" y="47"/>
                    <a:pt x="106" y="48"/>
                  </a:cubicBezTo>
                  <a:cubicBezTo>
                    <a:pt x="103" y="48"/>
                    <a:pt x="100" y="47"/>
                    <a:pt x="97" y="47"/>
                  </a:cubicBezTo>
                  <a:cubicBezTo>
                    <a:pt x="74" y="47"/>
                    <a:pt x="55" y="61"/>
                    <a:pt x="47" y="80"/>
                  </a:cubicBezTo>
                  <a:cubicBezTo>
                    <a:pt x="26" y="82"/>
                    <a:pt x="9" y="96"/>
                    <a:pt x="3" y="114"/>
                  </a:cubicBezTo>
                  <a:cubicBezTo>
                    <a:pt x="1" y="120"/>
                    <a:pt x="0" y="125"/>
                    <a:pt x="0" y="131"/>
                  </a:cubicBezTo>
                  <a:cubicBezTo>
                    <a:pt x="0" y="160"/>
                    <a:pt x="23" y="183"/>
                    <a:pt x="52" y="183"/>
                  </a:cubicBezTo>
                  <a:cubicBezTo>
                    <a:pt x="54" y="183"/>
                    <a:pt x="56" y="182"/>
                    <a:pt x="58" y="182"/>
                  </a:cubicBezTo>
                  <a:cubicBezTo>
                    <a:pt x="60" y="182"/>
                    <a:pt x="62" y="183"/>
                    <a:pt x="64" y="183"/>
                  </a:cubicBezTo>
                  <a:cubicBezTo>
                    <a:pt x="109" y="183"/>
                    <a:pt x="109" y="183"/>
                    <a:pt x="109" y="183"/>
                  </a:cubicBezTo>
                  <a:cubicBezTo>
                    <a:pt x="254" y="38"/>
                    <a:pt x="254" y="38"/>
                    <a:pt x="254" y="38"/>
                  </a:cubicBezTo>
                  <a:lnTo>
                    <a:pt x="254" y="37"/>
                  </a:lnTo>
                  <a:close/>
                </a:path>
              </a:pathLst>
            </a:custGeom>
            <a:solidFill>
              <a:srgbClr val="FFF1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9" name="Freeform 41138"/>
            <p:cNvSpPr>
              <a:spLocks/>
            </p:cNvSpPr>
            <p:nvPr/>
          </p:nvSpPr>
          <p:spPr bwMode="auto">
            <a:xfrm>
              <a:off x="3065" y="1242"/>
              <a:ext cx="394" cy="252"/>
            </a:xfrm>
            <a:custGeom>
              <a:avLst/>
              <a:gdLst>
                <a:gd name="T0" fmla="*/ 392 w 226"/>
                <a:gd name="T1" fmla="*/ 132 h 145"/>
                <a:gd name="T2" fmla="*/ 274 w 226"/>
                <a:gd name="T3" fmla="*/ 14 h 145"/>
                <a:gd name="T4" fmla="*/ 262 w 226"/>
                <a:gd name="T5" fmla="*/ 16 h 145"/>
                <a:gd name="T6" fmla="*/ 260 w 226"/>
                <a:gd name="T7" fmla="*/ 14 h 145"/>
                <a:gd name="T8" fmla="*/ 253 w 226"/>
                <a:gd name="T9" fmla="*/ 0 h 145"/>
                <a:gd name="T10" fmla="*/ 0 w 226"/>
                <a:gd name="T11" fmla="*/ 252 h 145"/>
                <a:gd name="T12" fmla="*/ 277 w 226"/>
                <a:gd name="T13" fmla="*/ 252 h 145"/>
                <a:gd name="T14" fmla="*/ 286 w 226"/>
                <a:gd name="T15" fmla="*/ 250 h 145"/>
                <a:gd name="T16" fmla="*/ 394 w 226"/>
                <a:gd name="T17" fmla="*/ 134 h 145"/>
                <a:gd name="T18" fmla="*/ 392 w 226"/>
                <a:gd name="T19" fmla="*/ 132 h 14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26" h="145">
                  <a:moveTo>
                    <a:pt x="225" y="76"/>
                  </a:moveTo>
                  <a:cubicBezTo>
                    <a:pt x="225" y="39"/>
                    <a:pt x="195" y="8"/>
                    <a:pt x="157" y="8"/>
                  </a:cubicBezTo>
                  <a:cubicBezTo>
                    <a:pt x="155" y="8"/>
                    <a:pt x="152" y="9"/>
                    <a:pt x="150" y="9"/>
                  </a:cubicBezTo>
                  <a:cubicBezTo>
                    <a:pt x="150" y="8"/>
                    <a:pt x="150" y="8"/>
                    <a:pt x="149" y="8"/>
                  </a:cubicBezTo>
                  <a:cubicBezTo>
                    <a:pt x="148" y="5"/>
                    <a:pt x="147" y="3"/>
                    <a:pt x="145" y="0"/>
                  </a:cubicBezTo>
                  <a:cubicBezTo>
                    <a:pt x="0" y="145"/>
                    <a:pt x="0" y="145"/>
                    <a:pt x="0" y="145"/>
                  </a:cubicBezTo>
                  <a:cubicBezTo>
                    <a:pt x="159" y="145"/>
                    <a:pt x="159" y="145"/>
                    <a:pt x="159" y="145"/>
                  </a:cubicBezTo>
                  <a:cubicBezTo>
                    <a:pt x="161" y="145"/>
                    <a:pt x="162" y="145"/>
                    <a:pt x="164" y="144"/>
                  </a:cubicBezTo>
                  <a:cubicBezTo>
                    <a:pt x="198" y="141"/>
                    <a:pt x="226" y="112"/>
                    <a:pt x="226" y="77"/>
                  </a:cubicBezTo>
                  <a:lnTo>
                    <a:pt x="225" y="76"/>
                  </a:lnTo>
                  <a:close/>
                </a:path>
              </a:pathLst>
            </a:custGeom>
            <a:solidFill>
              <a:srgbClr val="FFD5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140" name="Group 41157"/>
          <p:cNvGrpSpPr>
            <a:grpSpLocks/>
          </p:cNvGrpSpPr>
          <p:nvPr userDrawn="1"/>
        </p:nvGrpSpPr>
        <p:grpSpPr bwMode="auto">
          <a:xfrm>
            <a:off x="7272867" y="1812926"/>
            <a:ext cx="1612900" cy="878417"/>
            <a:chOff x="3438" y="741"/>
            <a:chExt cx="762" cy="415"/>
          </a:xfrm>
        </p:grpSpPr>
        <p:grpSp>
          <p:nvGrpSpPr>
            <p:cNvPr id="141" name="Group 41141"/>
            <p:cNvGrpSpPr>
              <a:grpSpLocks/>
            </p:cNvGrpSpPr>
            <p:nvPr/>
          </p:nvGrpSpPr>
          <p:grpSpPr bwMode="auto">
            <a:xfrm>
              <a:off x="3438" y="741"/>
              <a:ext cx="762" cy="415"/>
              <a:chOff x="3438" y="741"/>
              <a:chExt cx="762" cy="415"/>
            </a:xfrm>
          </p:grpSpPr>
          <p:sp>
            <p:nvSpPr>
              <p:cNvPr id="143" name="Freeform 41135"/>
              <p:cNvSpPr>
                <a:spLocks/>
              </p:cNvSpPr>
              <p:nvPr/>
            </p:nvSpPr>
            <p:spPr bwMode="auto">
              <a:xfrm>
                <a:off x="3438" y="741"/>
                <a:ext cx="754" cy="259"/>
              </a:xfrm>
              <a:custGeom>
                <a:avLst/>
                <a:gdLst>
                  <a:gd name="T0" fmla="*/ 656 w 433"/>
                  <a:gd name="T1" fmla="*/ 183 h 149"/>
                  <a:gd name="T2" fmla="*/ 542 w 433"/>
                  <a:gd name="T3" fmla="*/ 110 h 149"/>
                  <a:gd name="T4" fmla="*/ 519 w 433"/>
                  <a:gd name="T5" fmla="*/ 111 h 149"/>
                  <a:gd name="T6" fmla="*/ 514 w 433"/>
                  <a:gd name="T7" fmla="*/ 99 h 149"/>
                  <a:gd name="T8" fmla="*/ 502 w 433"/>
                  <a:gd name="T9" fmla="*/ 80 h 149"/>
                  <a:gd name="T10" fmla="*/ 486 w 433"/>
                  <a:gd name="T11" fmla="*/ 63 h 149"/>
                  <a:gd name="T12" fmla="*/ 446 w 433"/>
                  <a:gd name="T13" fmla="*/ 30 h 149"/>
                  <a:gd name="T14" fmla="*/ 395 w 433"/>
                  <a:gd name="T15" fmla="*/ 7 h 149"/>
                  <a:gd name="T16" fmla="*/ 338 w 433"/>
                  <a:gd name="T17" fmla="*/ 0 h 149"/>
                  <a:gd name="T18" fmla="*/ 284 w 433"/>
                  <a:gd name="T19" fmla="*/ 9 h 149"/>
                  <a:gd name="T20" fmla="*/ 235 w 433"/>
                  <a:gd name="T21" fmla="*/ 33 h 149"/>
                  <a:gd name="T22" fmla="*/ 199 w 433"/>
                  <a:gd name="T23" fmla="*/ 68 h 149"/>
                  <a:gd name="T24" fmla="*/ 185 w 433"/>
                  <a:gd name="T25" fmla="*/ 85 h 149"/>
                  <a:gd name="T26" fmla="*/ 172 w 433"/>
                  <a:gd name="T27" fmla="*/ 104 h 149"/>
                  <a:gd name="T28" fmla="*/ 171 w 433"/>
                  <a:gd name="T29" fmla="*/ 108 h 149"/>
                  <a:gd name="T30" fmla="*/ 155 w 433"/>
                  <a:gd name="T31" fmla="*/ 106 h 149"/>
                  <a:gd name="T32" fmla="*/ 0 w 433"/>
                  <a:gd name="T33" fmla="*/ 259 h 149"/>
                  <a:gd name="T34" fmla="*/ 754 w 433"/>
                  <a:gd name="T35" fmla="*/ 259 h 149"/>
                  <a:gd name="T36" fmla="*/ 656 w 433"/>
                  <a:gd name="T37" fmla="*/ 183 h 149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433" h="149">
                    <a:moveTo>
                      <a:pt x="377" y="105"/>
                    </a:moveTo>
                    <a:cubicBezTo>
                      <a:pt x="366" y="80"/>
                      <a:pt x="340" y="63"/>
                      <a:pt x="311" y="63"/>
                    </a:cubicBezTo>
                    <a:cubicBezTo>
                      <a:pt x="307" y="63"/>
                      <a:pt x="302" y="63"/>
                      <a:pt x="298" y="64"/>
                    </a:cubicBezTo>
                    <a:cubicBezTo>
                      <a:pt x="297" y="62"/>
                      <a:pt x="296" y="59"/>
                      <a:pt x="295" y="57"/>
                    </a:cubicBezTo>
                    <a:cubicBezTo>
                      <a:pt x="293" y="54"/>
                      <a:pt x="291" y="50"/>
                      <a:pt x="288" y="46"/>
                    </a:cubicBezTo>
                    <a:cubicBezTo>
                      <a:pt x="285" y="43"/>
                      <a:pt x="283" y="39"/>
                      <a:pt x="279" y="36"/>
                    </a:cubicBezTo>
                    <a:cubicBezTo>
                      <a:pt x="273" y="28"/>
                      <a:pt x="265" y="22"/>
                      <a:pt x="256" y="17"/>
                    </a:cubicBezTo>
                    <a:cubicBezTo>
                      <a:pt x="247" y="11"/>
                      <a:pt x="237" y="7"/>
                      <a:pt x="227" y="4"/>
                    </a:cubicBezTo>
                    <a:cubicBezTo>
                      <a:pt x="216" y="1"/>
                      <a:pt x="206" y="0"/>
                      <a:pt x="194" y="0"/>
                    </a:cubicBezTo>
                    <a:cubicBezTo>
                      <a:pt x="184" y="0"/>
                      <a:pt x="173" y="2"/>
                      <a:pt x="163" y="5"/>
                    </a:cubicBezTo>
                    <a:cubicBezTo>
                      <a:pt x="153" y="9"/>
                      <a:pt x="143" y="13"/>
                      <a:pt x="135" y="19"/>
                    </a:cubicBezTo>
                    <a:cubicBezTo>
                      <a:pt x="127" y="25"/>
                      <a:pt x="119" y="31"/>
                      <a:pt x="114" y="39"/>
                    </a:cubicBezTo>
                    <a:cubicBezTo>
                      <a:pt x="110" y="42"/>
                      <a:pt x="108" y="46"/>
                      <a:pt x="106" y="49"/>
                    </a:cubicBezTo>
                    <a:cubicBezTo>
                      <a:pt x="103" y="53"/>
                      <a:pt x="101" y="57"/>
                      <a:pt x="99" y="60"/>
                    </a:cubicBezTo>
                    <a:cubicBezTo>
                      <a:pt x="99" y="61"/>
                      <a:pt x="99" y="61"/>
                      <a:pt x="98" y="62"/>
                    </a:cubicBezTo>
                    <a:cubicBezTo>
                      <a:pt x="95" y="61"/>
                      <a:pt x="92" y="61"/>
                      <a:pt x="89" y="61"/>
                    </a:cubicBezTo>
                    <a:cubicBezTo>
                      <a:pt x="40" y="61"/>
                      <a:pt x="1" y="100"/>
                      <a:pt x="0" y="149"/>
                    </a:cubicBezTo>
                    <a:cubicBezTo>
                      <a:pt x="433" y="149"/>
                      <a:pt x="433" y="149"/>
                      <a:pt x="433" y="149"/>
                    </a:cubicBezTo>
                    <a:cubicBezTo>
                      <a:pt x="425" y="125"/>
                      <a:pt x="403" y="107"/>
                      <a:pt x="377" y="10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cs typeface="+mn-ea"/>
                  <a:sym typeface="+mn-lt"/>
                </a:endParaRPr>
              </a:p>
            </p:txBody>
          </p:sp>
          <p:sp>
            <p:nvSpPr>
              <p:cNvPr id="144" name="Freeform 41136"/>
              <p:cNvSpPr>
                <a:spLocks/>
              </p:cNvSpPr>
              <p:nvPr/>
            </p:nvSpPr>
            <p:spPr bwMode="auto">
              <a:xfrm>
                <a:off x="3438" y="998"/>
                <a:ext cx="762" cy="158"/>
              </a:xfrm>
              <a:custGeom>
                <a:avLst/>
                <a:gdLst>
                  <a:gd name="T0" fmla="*/ 0 w 438"/>
                  <a:gd name="T1" fmla="*/ 0 h 91"/>
                  <a:gd name="T2" fmla="*/ 0 w 438"/>
                  <a:gd name="T3" fmla="*/ 2 h 91"/>
                  <a:gd name="T4" fmla="*/ 141 w 438"/>
                  <a:gd name="T5" fmla="*/ 156 h 91"/>
                  <a:gd name="T6" fmla="*/ 150 w 438"/>
                  <a:gd name="T7" fmla="*/ 158 h 91"/>
                  <a:gd name="T8" fmla="*/ 616 w 438"/>
                  <a:gd name="T9" fmla="*/ 158 h 91"/>
                  <a:gd name="T10" fmla="*/ 628 w 438"/>
                  <a:gd name="T11" fmla="*/ 156 h 91"/>
                  <a:gd name="T12" fmla="*/ 644 w 438"/>
                  <a:gd name="T13" fmla="*/ 158 h 91"/>
                  <a:gd name="T14" fmla="*/ 762 w 438"/>
                  <a:gd name="T15" fmla="*/ 40 h 91"/>
                  <a:gd name="T16" fmla="*/ 753 w 438"/>
                  <a:gd name="T17" fmla="*/ 0 h 91"/>
                  <a:gd name="T18" fmla="*/ 0 w 438"/>
                  <a:gd name="T19" fmla="*/ 0 h 9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438" h="91">
                    <a:moveTo>
                      <a:pt x="0" y="0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0" y="48"/>
                      <a:pt x="35" y="86"/>
                      <a:pt x="81" y="90"/>
                    </a:cubicBezTo>
                    <a:cubicBezTo>
                      <a:pt x="83" y="90"/>
                      <a:pt x="85" y="91"/>
                      <a:pt x="86" y="91"/>
                    </a:cubicBezTo>
                    <a:cubicBezTo>
                      <a:pt x="354" y="91"/>
                      <a:pt x="354" y="91"/>
                      <a:pt x="354" y="91"/>
                    </a:cubicBezTo>
                    <a:cubicBezTo>
                      <a:pt x="357" y="91"/>
                      <a:pt x="359" y="90"/>
                      <a:pt x="361" y="90"/>
                    </a:cubicBezTo>
                    <a:cubicBezTo>
                      <a:pt x="364" y="90"/>
                      <a:pt x="367" y="91"/>
                      <a:pt x="370" y="91"/>
                    </a:cubicBezTo>
                    <a:cubicBezTo>
                      <a:pt x="407" y="91"/>
                      <a:pt x="438" y="60"/>
                      <a:pt x="438" y="23"/>
                    </a:cubicBezTo>
                    <a:cubicBezTo>
                      <a:pt x="438" y="15"/>
                      <a:pt x="436" y="7"/>
                      <a:pt x="433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cs typeface="+mn-ea"/>
                  <a:sym typeface="+mn-lt"/>
                </a:endParaRPr>
              </a:p>
            </p:txBody>
          </p:sp>
        </p:grpSp>
        <p:sp>
          <p:nvSpPr>
            <p:cNvPr id="142" name="Freeform 41139"/>
            <p:cNvSpPr>
              <a:spLocks noEditPoints="1"/>
            </p:cNvSpPr>
            <p:nvPr/>
          </p:nvSpPr>
          <p:spPr bwMode="auto">
            <a:xfrm>
              <a:off x="3657" y="845"/>
              <a:ext cx="206" cy="205"/>
            </a:xfrm>
            <a:custGeom>
              <a:avLst/>
              <a:gdLst>
                <a:gd name="T0" fmla="*/ 103 w 118"/>
                <a:gd name="T1" fmla="*/ 50 h 118"/>
                <a:gd name="T2" fmla="*/ 124 w 118"/>
                <a:gd name="T3" fmla="*/ 56 h 118"/>
                <a:gd name="T4" fmla="*/ 140 w 118"/>
                <a:gd name="T5" fmla="*/ 66 h 118"/>
                <a:gd name="T6" fmla="*/ 150 w 118"/>
                <a:gd name="T7" fmla="*/ 82 h 118"/>
                <a:gd name="T8" fmla="*/ 155 w 118"/>
                <a:gd name="T9" fmla="*/ 103 h 118"/>
                <a:gd name="T10" fmla="*/ 155 w 118"/>
                <a:gd name="T11" fmla="*/ 134 h 118"/>
                <a:gd name="T12" fmla="*/ 180 w 118"/>
                <a:gd name="T13" fmla="*/ 134 h 118"/>
                <a:gd name="T14" fmla="*/ 185 w 118"/>
                <a:gd name="T15" fmla="*/ 103 h 118"/>
                <a:gd name="T16" fmla="*/ 180 w 118"/>
                <a:gd name="T17" fmla="*/ 69 h 118"/>
                <a:gd name="T18" fmla="*/ 162 w 118"/>
                <a:gd name="T19" fmla="*/ 43 h 118"/>
                <a:gd name="T20" fmla="*/ 136 w 118"/>
                <a:gd name="T21" fmla="*/ 26 h 118"/>
                <a:gd name="T22" fmla="*/ 103 w 118"/>
                <a:gd name="T23" fmla="*/ 19 h 118"/>
                <a:gd name="T24" fmla="*/ 72 w 118"/>
                <a:gd name="T25" fmla="*/ 26 h 118"/>
                <a:gd name="T26" fmla="*/ 45 w 118"/>
                <a:gd name="T27" fmla="*/ 43 h 118"/>
                <a:gd name="T28" fmla="*/ 28 w 118"/>
                <a:gd name="T29" fmla="*/ 69 h 118"/>
                <a:gd name="T30" fmla="*/ 21 w 118"/>
                <a:gd name="T31" fmla="*/ 103 h 118"/>
                <a:gd name="T32" fmla="*/ 28 w 118"/>
                <a:gd name="T33" fmla="*/ 134 h 118"/>
                <a:gd name="T34" fmla="*/ 45 w 118"/>
                <a:gd name="T35" fmla="*/ 160 h 118"/>
                <a:gd name="T36" fmla="*/ 72 w 118"/>
                <a:gd name="T37" fmla="*/ 177 h 118"/>
                <a:gd name="T38" fmla="*/ 103 w 118"/>
                <a:gd name="T39" fmla="*/ 184 h 118"/>
                <a:gd name="T40" fmla="*/ 136 w 118"/>
                <a:gd name="T41" fmla="*/ 179 h 118"/>
                <a:gd name="T42" fmla="*/ 143 w 118"/>
                <a:gd name="T43" fmla="*/ 196 h 118"/>
                <a:gd name="T44" fmla="*/ 103 w 118"/>
                <a:gd name="T45" fmla="*/ 205 h 118"/>
                <a:gd name="T46" fmla="*/ 63 w 118"/>
                <a:gd name="T47" fmla="*/ 196 h 118"/>
                <a:gd name="T48" fmla="*/ 30 w 118"/>
                <a:gd name="T49" fmla="*/ 175 h 118"/>
                <a:gd name="T50" fmla="*/ 9 w 118"/>
                <a:gd name="T51" fmla="*/ 142 h 118"/>
                <a:gd name="T52" fmla="*/ 0 w 118"/>
                <a:gd name="T53" fmla="*/ 103 h 118"/>
                <a:gd name="T54" fmla="*/ 9 w 118"/>
                <a:gd name="T55" fmla="*/ 63 h 118"/>
                <a:gd name="T56" fmla="*/ 30 w 118"/>
                <a:gd name="T57" fmla="*/ 30 h 118"/>
                <a:gd name="T58" fmla="*/ 63 w 118"/>
                <a:gd name="T59" fmla="*/ 7 h 118"/>
                <a:gd name="T60" fmla="*/ 103 w 118"/>
                <a:gd name="T61" fmla="*/ 0 h 118"/>
                <a:gd name="T62" fmla="*/ 143 w 118"/>
                <a:gd name="T63" fmla="*/ 7 h 118"/>
                <a:gd name="T64" fmla="*/ 176 w 118"/>
                <a:gd name="T65" fmla="*/ 30 h 118"/>
                <a:gd name="T66" fmla="*/ 199 w 118"/>
                <a:gd name="T67" fmla="*/ 63 h 118"/>
                <a:gd name="T68" fmla="*/ 206 w 118"/>
                <a:gd name="T69" fmla="*/ 103 h 118"/>
                <a:gd name="T70" fmla="*/ 192 w 118"/>
                <a:gd name="T71" fmla="*/ 153 h 118"/>
                <a:gd name="T72" fmla="*/ 185 w 118"/>
                <a:gd name="T73" fmla="*/ 153 h 118"/>
                <a:gd name="T74" fmla="*/ 168 w 118"/>
                <a:gd name="T75" fmla="*/ 153 h 118"/>
                <a:gd name="T76" fmla="*/ 155 w 118"/>
                <a:gd name="T77" fmla="*/ 153 h 118"/>
                <a:gd name="T78" fmla="*/ 134 w 118"/>
                <a:gd name="T79" fmla="*/ 153 h 118"/>
                <a:gd name="T80" fmla="*/ 134 w 118"/>
                <a:gd name="T81" fmla="*/ 142 h 118"/>
                <a:gd name="T82" fmla="*/ 103 w 118"/>
                <a:gd name="T83" fmla="*/ 153 h 118"/>
                <a:gd name="T84" fmla="*/ 84 w 118"/>
                <a:gd name="T85" fmla="*/ 149 h 118"/>
                <a:gd name="T86" fmla="*/ 66 w 118"/>
                <a:gd name="T87" fmla="*/ 139 h 118"/>
                <a:gd name="T88" fmla="*/ 56 w 118"/>
                <a:gd name="T89" fmla="*/ 122 h 118"/>
                <a:gd name="T90" fmla="*/ 52 w 118"/>
                <a:gd name="T91" fmla="*/ 103 h 118"/>
                <a:gd name="T92" fmla="*/ 56 w 118"/>
                <a:gd name="T93" fmla="*/ 82 h 118"/>
                <a:gd name="T94" fmla="*/ 66 w 118"/>
                <a:gd name="T95" fmla="*/ 66 h 118"/>
                <a:gd name="T96" fmla="*/ 84 w 118"/>
                <a:gd name="T97" fmla="*/ 56 h 118"/>
                <a:gd name="T98" fmla="*/ 103 w 118"/>
                <a:gd name="T99" fmla="*/ 50 h 118"/>
                <a:gd name="T100" fmla="*/ 134 w 118"/>
                <a:gd name="T101" fmla="*/ 103 h 118"/>
                <a:gd name="T102" fmla="*/ 126 w 118"/>
                <a:gd name="T103" fmla="*/ 80 h 118"/>
                <a:gd name="T104" fmla="*/ 103 w 118"/>
                <a:gd name="T105" fmla="*/ 71 h 118"/>
                <a:gd name="T106" fmla="*/ 82 w 118"/>
                <a:gd name="T107" fmla="*/ 80 h 118"/>
                <a:gd name="T108" fmla="*/ 73 w 118"/>
                <a:gd name="T109" fmla="*/ 103 h 118"/>
                <a:gd name="T110" fmla="*/ 82 w 118"/>
                <a:gd name="T111" fmla="*/ 123 h 118"/>
                <a:gd name="T112" fmla="*/ 103 w 118"/>
                <a:gd name="T113" fmla="*/ 134 h 118"/>
                <a:gd name="T114" fmla="*/ 126 w 118"/>
                <a:gd name="T115" fmla="*/ 123 h 118"/>
                <a:gd name="T116" fmla="*/ 134 w 118"/>
                <a:gd name="T117" fmla="*/ 103 h 118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118" h="118">
                  <a:moveTo>
                    <a:pt x="59" y="29"/>
                  </a:moveTo>
                  <a:cubicBezTo>
                    <a:pt x="63" y="29"/>
                    <a:pt x="67" y="30"/>
                    <a:pt x="71" y="32"/>
                  </a:cubicBezTo>
                  <a:cubicBezTo>
                    <a:pt x="74" y="33"/>
                    <a:pt x="77" y="35"/>
                    <a:pt x="80" y="38"/>
                  </a:cubicBezTo>
                  <a:cubicBezTo>
                    <a:pt x="83" y="41"/>
                    <a:pt x="85" y="44"/>
                    <a:pt x="86" y="47"/>
                  </a:cubicBezTo>
                  <a:cubicBezTo>
                    <a:pt x="88" y="51"/>
                    <a:pt x="89" y="55"/>
                    <a:pt x="89" y="59"/>
                  </a:cubicBezTo>
                  <a:cubicBezTo>
                    <a:pt x="89" y="77"/>
                    <a:pt x="89" y="77"/>
                    <a:pt x="89" y="77"/>
                  </a:cubicBezTo>
                  <a:cubicBezTo>
                    <a:pt x="103" y="77"/>
                    <a:pt x="103" y="77"/>
                    <a:pt x="103" y="77"/>
                  </a:cubicBezTo>
                  <a:cubicBezTo>
                    <a:pt x="105" y="71"/>
                    <a:pt x="106" y="65"/>
                    <a:pt x="106" y="59"/>
                  </a:cubicBezTo>
                  <a:cubicBezTo>
                    <a:pt x="106" y="52"/>
                    <a:pt x="105" y="46"/>
                    <a:pt x="103" y="40"/>
                  </a:cubicBezTo>
                  <a:cubicBezTo>
                    <a:pt x="100" y="35"/>
                    <a:pt x="97" y="30"/>
                    <a:pt x="93" y="25"/>
                  </a:cubicBezTo>
                  <a:cubicBezTo>
                    <a:pt x="88" y="21"/>
                    <a:pt x="83" y="18"/>
                    <a:pt x="78" y="15"/>
                  </a:cubicBezTo>
                  <a:cubicBezTo>
                    <a:pt x="72" y="13"/>
                    <a:pt x="66" y="11"/>
                    <a:pt x="59" y="11"/>
                  </a:cubicBezTo>
                  <a:cubicBezTo>
                    <a:pt x="53" y="11"/>
                    <a:pt x="47" y="13"/>
                    <a:pt x="41" y="15"/>
                  </a:cubicBezTo>
                  <a:cubicBezTo>
                    <a:pt x="35" y="18"/>
                    <a:pt x="30" y="21"/>
                    <a:pt x="26" y="25"/>
                  </a:cubicBezTo>
                  <a:cubicBezTo>
                    <a:pt x="22" y="30"/>
                    <a:pt x="18" y="35"/>
                    <a:pt x="16" y="40"/>
                  </a:cubicBezTo>
                  <a:cubicBezTo>
                    <a:pt x="13" y="46"/>
                    <a:pt x="12" y="52"/>
                    <a:pt x="12" y="59"/>
                  </a:cubicBezTo>
                  <a:cubicBezTo>
                    <a:pt x="12" y="65"/>
                    <a:pt x="13" y="71"/>
                    <a:pt x="16" y="77"/>
                  </a:cubicBezTo>
                  <a:cubicBezTo>
                    <a:pt x="18" y="83"/>
                    <a:pt x="22" y="88"/>
                    <a:pt x="26" y="92"/>
                  </a:cubicBezTo>
                  <a:cubicBezTo>
                    <a:pt x="30" y="97"/>
                    <a:pt x="35" y="100"/>
                    <a:pt x="41" y="102"/>
                  </a:cubicBezTo>
                  <a:cubicBezTo>
                    <a:pt x="47" y="105"/>
                    <a:pt x="53" y="106"/>
                    <a:pt x="59" y="106"/>
                  </a:cubicBezTo>
                  <a:cubicBezTo>
                    <a:pt x="65" y="106"/>
                    <a:pt x="71" y="105"/>
                    <a:pt x="78" y="103"/>
                  </a:cubicBezTo>
                  <a:cubicBezTo>
                    <a:pt x="82" y="113"/>
                    <a:pt x="82" y="113"/>
                    <a:pt x="82" y="113"/>
                  </a:cubicBezTo>
                  <a:cubicBezTo>
                    <a:pt x="75" y="116"/>
                    <a:pt x="67" y="118"/>
                    <a:pt x="59" y="118"/>
                  </a:cubicBezTo>
                  <a:cubicBezTo>
                    <a:pt x="51" y="118"/>
                    <a:pt x="43" y="116"/>
                    <a:pt x="36" y="113"/>
                  </a:cubicBezTo>
                  <a:cubicBezTo>
                    <a:pt x="29" y="110"/>
                    <a:pt x="23" y="106"/>
                    <a:pt x="17" y="101"/>
                  </a:cubicBezTo>
                  <a:cubicBezTo>
                    <a:pt x="12" y="95"/>
                    <a:pt x="8" y="89"/>
                    <a:pt x="5" y="82"/>
                  </a:cubicBezTo>
                  <a:cubicBezTo>
                    <a:pt x="2" y="75"/>
                    <a:pt x="0" y="67"/>
                    <a:pt x="0" y="59"/>
                  </a:cubicBezTo>
                  <a:cubicBezTo>
                    <a:pt x="0" y="51"/>
                    <a:pt x="2" y="43"/>
                    <a:pt x="5" y="36"/>
                  </a:cubicBezTo>
                  <a:cubicBezTo>
                    <a:pt x="8" y="29"/>
                    <a:pt x="12" y="22"/>
                    <a:pt x="17" y="17"/>
                  </a:cubicBezTo>
                  <a:cubicBezTo>
                    <a:pt x="23" y="12"/>
                    <a:pt x="29" y="7"/>
                    <a:pt x="36" y="4"/>
                  </a:cubicBezTo>
                  <a:cubicBezTo>
                    <a:pt x="43" y="1"/>
                    <a:pt x="51" y="0"/>
                    <a:pt x="59" y="0"/>
                  </a:cubicBezTo>
                  <a:cubicBezTo>
                    <a:pt x="67" y="0"/>
                    <a:pt x="75" y="1"/>
                    <a:pt x="82" y="4"/>
                  </a:cubicBezTo>
                  <a:cubicBezTo>
                    <a:pt x="89" y="7"/>
                    <a:pt x="96" y="12"/>
                    <a:pt x="101" y="17"/>
                  </a:cubicBezTo>
                  <a:cubicBezTo>
                    <a:pt x="106" y="22"/>
                    <a:pt x="110" y="29"/>
                    <a:pt x="114" y="36"/>
                  </a:cubicBezTo>
                  <a:cubicBezTo>
                    <a:pt x="117" y="43"/>
                    <a:pt x="118" y="51"/>
                    <a:pt x="118" y="59"/>
                  </a:cubicBezTo>
                  <a:cubicBezTo>
                    <a:pt x="118" y="70"/>
                    <a:pt x="116" y="80"/>
                    <a:pt x="110" y="88"/>
                  </a:cubicBezTo>
                  <a:cubicBezTo>
                    <a:pt x="106" y="88"/>
                    <a:pt x="106" y="88"/>
                    <a:pt x="106" y="88"/>
                  </a:cubicBezTo>
                  <a:cubicBezTo>
                    <a:pt x="96" y="88"/>
                    <a:pt x="96" y="88"/>
                    <a:pt x="96" y="88"/>
                  </a:cubicBezTo>
                  <a:cubicBezTo>
                    <a:pt x="89" y="88"/>
                    <a:pt x="89" y="88"/>
                    <a:pt x="89" y="88"/>
                  </a:cubicBezTo>
                  <a:cubicBezTo>
                    <a:pt x="77" y="88"/>
                    <a:pt x="77" y="88"/>
                    <a:pt x="77" y="88"/>
                  </a:cubicBezTo>
                  <a:cubicBezTo>
                    <a:pt x="77" y="82"/>
                    <a:pt x="77" y="82"/>
                    <a:pt x="77" y="82"/>
                  </a:cubicBezTo>
                  <a:cubicBezTo>
                    <a:pt x="72" y="86"/>
                    <a:pt x="66" y="88"/>
                    <a:pt x="59" y="88"/>
                  </a:cubicBezTo>
                  <a:cubicBezTo>
                    <a:pt x="55" y="88"/>
                    <a:pt x="51" y="88"/>
                    <a:pt x="48" y="86"/>
                  </a:cubicBezTo>
                  <a:cubicBezTo>
                    <a:pt x="44" y="84"/>
                    <a:pt x="41" y="82"/>
                    <a:pt x="38" y="80"/>
                  </a:cubicBezTo>
                  <a:cubicBezTo>
                    <a:pt x="36" y="77"/>
                    <a:pt x="34" y="74"/>
                    <a:pt x="32" y="70"/>
                  </a:cubicBezTo>
                  <a:cubicBezTo>
                    <a:pt x="30" y="67"/>
                    <a:pt x="30" y="63"/>
                    <a:pt x="30" y="59"/>
                  </a:cubicBezTo>
                  <a:cubicBezTo>
                    <a:pt x="30" y="55"/>
                    <a:pt x="30" y="51"/>
                    <a:pt x="32" y="47"/>
                  </a:cubicBezTo>
                  <a:cubicBezTo>
                    <a:pt x="34" y="44"/>
                    <a:pt x="36" y="41"/>
                    <a:pt x="38" y="38"/>
                  </a:cubicBezTo>
                  <a:cubicBezTo>
                    <a:pt x="41" y="35"/>
                    <a:pt x="44" y="33"/>
                    <a:pt x="48" y="32"/>
                  </a:cubicBezTo>
                  <a:cubicBezTo>
                    <a:pt x="51" y="30"/>
                    <a:pt x="55" y="29"/>
                    <a:pt x="59" y="29"/>
                  </a:cubicBezTo>
                  <a:close/>
                  <a:moveTo>
                    <a:pt x="77" y="59"/>
                  </a:moveTo>
                  <a:cubicBezTo>
                    <a:pt x="77" y="54"/>
                    <a:pt x="75" y="50"/>
                    <a:pt x="72" y="46"/>
                  </a:cubicBezTo>
                  <a:cubicBezTo>
                    <a:pt x="68" y="43"/>
                    <a:pt x="64" y="41"/>
                    <a:pt x="59" y="41"/>
                  </a:cubicBezTo>
                  <a:cubicBezTo>
                    <a:pt x="54" y="41"/>
                    <a:pt x="50" y="43"/>
                    <a:pt x="47" y="46"/>
                  </a:cubicBezTo>
                  <a:cubicBezTo>
                    <a:pt x="43" y="50"/>
                    <a:pt x="42" y="54"/>
                    <a:pt x="42" y="59"/>
                  </a:cubicBezTo>
                  <a:cubicBezTo>
                    <a:pt x="42" y="64"/>
                    <a:pt x="43" y="68"/>
                    <a:pt x="47" y="71"/>
                  </a:cubicBezTo>
                  <a:cubicBezTo>
                    <a:pt x="50" y="75"/>
                    <a:pt x="54" y="77"/>
                    <a:pt x="59" y="77"/>
                  </a:cubicBezTo>
                  <a:cubicBezTo>
                    <a:pt x="64" y="77"/>
                    <a:pt x="68" y="75"/>
                    <a:pt x="72" y="71"/>
                  </a:cubicBezTo>
                  <a:cubicBezTo>
                    <a:pt x="75" y="68"/>
                    <a:pt x="77" y="64"/>
                    <a:pt x="77" y="59"/>
                  </a:cubicBezTo>
                  <a:close/>
                </a:path>
              </a:pathLst>
            </a:custGeom>
            <a:solidFill>
              <a:srgbClr val="26C6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</p:grpSp>
      <p:pic>
        <p:nvPicPr>
          <p:cNvPr id="145" name="Picture 30859" descr="未标题-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5167" y="1944159"/>
            <a:ext cx="2150533" cy="2969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6" name="Group 30928"/>
          <p:cNvGrpSpPr>
            <a:grpSpLocks/>
          </p:cNvGrpSpPr>
          <p:nvPr userDrawn="1"/>
        </p:nvGrpSpPr>
        <p:grpSpPr bwMode="auto">
          <a:xfrm>
            <a:off x="10509251" y="3582460"/>
            <a:ext cx="1043516" cy="2783417"/>
            <a:chOff x="2468" y="1211"/>
            <a:chExt cx="412" cy="1099"/>
          </a:xfrm>
        </p:grpSpPr>
        <p:sp>
          <p:nvSpPr>
            <p:cNvPr id="147" name="Rectangle 30897"/>
            <p:cNvSpPr>
              <a:spLocks noChangeArrowheads="1"/>
            </p:cNvSpPr>
            <p:nvPr/>
          </p:nvSpPr>
          <p:spPr bwMode="auto">
            <a:xfrm>
              <a:off x="2705" y="1943"/>
              <a:ext cx="121" cy="36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 sz="160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8" name="Rectangle 30898"/>
            <p:cNvSpPr>
              <a:spLocks noChangeArrowheads="1"/>
            </p:cNvSpPr>
            <p:nvPr/>
          </p:nvSpPr>
          <p:spPr bwMode="auto">
            <a:xfrm>
              <a:off x="2582" y="1943"/>
              <a:ext cx="123" cy="36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 sz="16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9" name="Freeform 30899"/>
            <p:cNvSpPr>
              <a:spLocks/>
            </p:cNvSpPr>
            <p:nvPr/>
          </p:nvSpPr>
          <p:spPr bwMode="auto">
            <a:xfrm>
              <a:off x="2468" y="1211"/>
              <a:ext cx="412" cy="644"/>
            </a:xfrm>
            <a:custGeom>
              <a:avLst/>
              <a:gdLst>
                <a:gd name="T0" fmla="*/ 371 w 310"/>
                <a:gd name="T1" fmla="*/ 353 h 484"/>
                <a:gd name="T2" fmla="*/ 371 w 310"/>
                <a:gd name="T3" fmla="*/ 353 h 484"/>
                <a:gd name="T4" fmla="*/ 346 w 310"/>
                <a:gd name="T5" fmla="*/ 367 h 484"/>
                <a:gd name="T6" fmla="*/ 346 w 310"/>
                <a:gd name="T7" fmla="*/ 442 h 484"/>
                <a:gd name="T8" fmla="*/ 328 w 310"/>
                <a:gd name="T9" fmla="*/ 442 h 484"/>
                <a:gd name="T10" fmla="*/ 328 w 310"/>
                <a:gd name="T11" fmla="*/ 347 h 484"/>
                <a:gd name="T12" fmla="*/ 302 w 310"/>
                <a:gd name="T13" fmla="*/ 298 h 484"/>
                <a:gd name="T14" fmla="*/ 262 w 310"/>
                <a:gd name="T15" fmla="*/ 319 h 484"/>
                <a:gd name="T16" fmla="*/ 262 w 310"/>
                <a:gd name="T17" fmla="*/ 442 h 484"/>
                <a:gd name="T18" fmla="*/ 245 w 310"/>
                <a:gd name="T19" fmla="*/ 442 h 484"/>
                <a:gd name="T20" fmla="*/ 245 w 310"/>
                <a:gd name="T21" fmla="*/ 243 h 484"/>
                <a:gd name="T22" fmla="*/ 219 w 310"/>
                <a:gd name="T23" fmla="*/ 192 h 484"/>
                <a:gd name="T24" fmla="*/ 178 w 310"/>
                <a:gd name="T25" fmla="*/ 212 h 484"/>
                <a:gd name="T26" fmla="*/ 178 w 310"/>
                <a:gd name="T27" fmla="*/ 442 h 484"/>
                <a:gd name="T28" fmla="*/ 162 w 310"/>
                <a:gd name="T29" fmla="*/ 442 h 484"/>
                <a:gd name="T30" fmla="*/ 162 w 310"/>
                <a:gd name="T31" fmla="*/ 33 h 484"/>
                <a:gd name="T32" fmla="*/ 129 w 310"/>
                <a:gd name="T33" fmla="*/ 0 h 484"/>
                <a:gd name="T34" fmla="*/ 96 w 310"/>
                <a:gd name="T35" fmla="*/ 33 h 484"/>
                <a:gd name="T36" fmla="*/ 96 w 310"/>
                <a:gd name="T37" fmla="*/ 442 h 484"/>
                <a:gd name="T38" fmla="*/ 96 w 310"/>
                <a:gd name="T39" fmla="*/ 511 h 484"/>
                <a:gd name="T40" fmla="*/ 92 w 310"/>
                <a:gd name="T41" fmla="*/ 432 h 484"/>
                <a:gd name="T42" fmla="*/ 17 w 310"/>
                <a:gd name="T43" fmla="*/ 507 h 484"/>
                <a:gd name="T44" fmla="*/ 17 w 310"/>
                <a:gd name="T45" fmla="*/ 567 h 484"/>
                <a:gd name="T46" fmla="*/ 101 w 310"/>
                <a:gd name="T47" fmla="*/ 641 h 484"/>
                <a:gd name="T48" fmla="*/ 101 w 310"/>
                <a:gd name="T49" fmla="*/ 640 h 484"/>
                <a:gd name="T50" fmla="*/ 112 w 310"/>
                <a:gd name="T51" fmla="*/ 644 h 484"/>
                <a:gd name="T52" fmla="*/ 328 w 310"/>
                <a:gd name="T53" fmla="*/ 644 h 484"/>
                <a:gd name="T54" fmla="*/ 412 w 310"/>
                <a:gd name="T55" fmla="*/ 560 h 484"/>
                <a:gd name="T56" fmla="*/ 412 w 310"/>
                <a:gd name="T57" fmla="*/ 442 h 484"/>
                <a:gd name="T58" fmla="*/ 412 w 310"/>
                <a:gd name="T59" fmla="*/ 419 h 484"/>
                <a:gd name="T60" fmla="*/ 371 w 310"/>
                <a:gd name="T61" fmla="*/ 353 h 48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310" h="484">
                  <a:moveTo>
                    <a:pt x="279" y="265"/>
                  </a:moveTo>
                  <a:cubicBezTo>
                    <a:pt x="279" y="265"/>
                    <a:pt x="279" y="265"/>
                    <a:pt x="279" y="265"/>
                  </a:cubicBezTo>
                  <a:cubicBezTo>
                    <a:pt x="270" y="260"/>
                    <a:pt x="260" y="267"/>
                    <a:pt x="260" y="276"/>
                  </a:cubicBezTo>
                  <a:cubicBezTo>
                    <a:pt x="260" y="332"/>
                    <a:pt x="260" y="332"/>
                    <a:pt x="260" y="332"/>
                  </a:cubicBezTo>
                  <a:cubicBezTo>
                    <a:pt x="247" y="332"/>
                    <a:pt x="247" y="332"/>
                    <a:pt x="247" y="332"/>
                  </a:cubicBezTo>
                  <a:cubicBezTo>
                    <a:pt x="247" y="261"/>
                    <a:pt x="247" y="261"/>
                    <a:pt x="247" y="261"/>
                  </a:cubicBezTo>
                  <a:cubicBezTo>
                    <a:pt x="247" y="246"/>
                    <a:pt x="240" y="232"/>
                    <a:pt x="227" y="224"/>
                  </a:cubicBezTo>
                  <a:cubicBezTo>
                    <a:pt x="214" y="216"/>
                    <a:pt x="197" y="225"/>
                    <a:pt x="197" y="240"/>
                  </a:cubicBezTo>
                  <a:cubicBezTo>
                    <a:pt x="197" y="332"/>
                    <a:pt x="197" y="332"/>
                    <a:pt x="197" y="332"/>
                  </a:cubicBezTo>
                  <a:cubicBezTo>
                    <a:pt x="184" y="332"/>
                    <a:pt x="184" y="332"/>
                    <a:pt x="184" y="332"/>
                  </a:cubicBezTo>
                  <a:cubicBezTo>
                    <a:pt x="184" y="183"/>
                    <a:pt x="184" y="183"/>
                    <a:pt x="184" y="183"/>
                  </a:cubicBezTo>
                  <a:cubicBezTo>
                    <a:pt x="184" y="168"/>
                    <a:pt x="177" y="153"/>
                    <a:pt x="165" y="144"/>
                  </a:cubicBezTo>
                  <a:cubicBezTo>
                    <a:pt x="153" y="134"/>
                    <a:pt x="134" y="143"/>
                    <a:pt x="134" y="159"/>
                  </a:cubicBezTo>
                  <a:cubicBezTo>
                    <a:pt x="134" y="332"/>
                    <a:pt x="134" y="332"/>
                    <a:pt x="134" y="332"/>
                  </a:cubicBezTo>
                  <a:cubicBezTo>
                    <a:pt x="122" y="332"/>
                    <a:pt x="122" y="332"/>
                    <a:pt x="122" y="332"/>
                  </a:cubicBezTo>
                  <a:cubicBezTo>
                    <a:pt x="122" y="25"/>
                    <a:pt x="122" y="25"/>
                    <a:pt x="122" y="25"/>
                  </a:cubicBezTo>
                  <a:cubicBezTo>
                    <a:pt x="122" y="11"/>
                    <a:pt x="111" y="0"/>
                    <a:pt x="97" y="0"/>
                  </a:cubicBezTo>
                  <a:cubicBezTo>
                    <a:pt x="83" y="0"/>
                    <a:pt x="72" y="11"/>
                    <a:pt x="72" y="25"/>
                  </a:cubicBezTo>
                  <a:cubicBezTo>
                    <a:pt x="72" y="332"/>
                    <a:pt x="72" y="332"/>
                    <a:pt x="72" y="332"/>
                  </a:cubicBezTo>
                  <a:cubicBezTo>
                    <a:pt x="72" y="384"/>
                    <a:pt x="72" y="384"/>
                    <a:pt x="72" y="384"/>
                  </a:cubicBezTo>
                  <a:cubicBezTo>
                    <a:pt x="69" y="325"/>
                    <a:pt x="69" y="325"/>
                    <a:pt x="69" y="325"/>
                  </a:cubicBezTo>
                  <a:cubicBezTo>
                    <a:pt x="13" y="381"/>
                    <a:pt x="13" y="381"/>
                    <a:pt x="13" y="381"/>
                  </a:cubicBezTo>
                  <a:cubicBezTo>
                    <a:pt x="0" y="394"/>
                    <a:pt x="0" y="413"/>
                    <a:pt x="13" y="426"/>
                  </a:cubicBezTo>
                  <a:cubicBezTo>
                    <a:pt x="76" y="482"/>
                    <a:pt x="76" y="482"/>
                    <a:pt x="76" y="482"/>
                  </a:cubicBezTo>
                  <a:cubicBezTo>
                    <a:pt x="76" y="481"/>
                    <a:pt x="76" y="481"/>
                    <a:pt x="76" y="481"/>
                  </a:cubicBezTo>
                  <a:cubicBezTo>
                    <a:pt x="78" y="483"/>
                    <a:pt x="81" y="484"/>
                    <a:pt x="84" y="484"/>
                  </a:cubicBezTo>
                  <a:cubicBezTo>
                    <a:pt x="247" y="484"/>
                    <a:pt x="247" y="484"/>
                    <a:pt x="247" y="484"/>
                  </a:cubicBezTo>
                  <a:cubicBezTo>
                    <a:pt x="282" y="484"/>
                    <a:pt x="310" y="455"/>
                    <a:pt x="310" y="421"/>
                  </a:cubicBezTo>
                  <a:cubicBezTo>
                    <a:pt x="310" y="332"/>
                    <a:pt x="310" y="332"/>
                    <a:pt x="310" y="332"/>
                  </a:cubicBezTo>
                  <a:cubicBezTo>
                    <a:pt x="310" y="315"/>
                    <a:pt x="310" y="315"/>
                    <a:pt x="310" y="315"/>
                  </a:cubicBezTo>
                  <a:cubicBezTo>
                    <a:pt x="310" y="294"/>
                    <a:pt x="298" y="274"/>
                    <a:pt x="279" y="265"/>
                  </a:cubicBezTo>
                </a:path>
              </a:pathLst>
            </a:custGeom>
            <a:solidFill>
              <a:srgbClr val="FFCC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0" name="Freeform 30900"/>
            <p:cNvSpPr>
              <a:spLocks/>
            </p:cNvSpPr>
            <p:nvPr/>
          </p:nvSpPr>
          <p:spPr bwMode="auto">
            <a:xfrm>
              <a:off x="2572" y="1231"/>
              <a:ext cx="50" cy="25"/>
            </a:xfrm>
            <a:custGeom>
              <a:avLst/>
              <a:gdLst>
                <a:gd name="T0" fmla="*/ 25 w 38"/>
                <a:gd name="T1" fmla="*/ 0 h 19"/>
                <a:gd name="T2" fmla="*/ 0 w 38"/>
                <a:gd name="T3" fmla="*/ 25 h 19"/>
                <a:gd name="T4" fmla="*/ 50 w 38"/>
                <a:gd name="T5" fmla="*/ 25 h 19"/>
                <a:gd name="T6" fmla="*/ 25 w 38"/>
                <a:gd name="T7" fmla="*/ 0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8" h="19">
                  <a:moveTo>
                    <a:pt x="19" y="0"/>
                  </a:moveTo>
                  <a:cubicBezTo>
                    <a:pt x="8" y="0"/>
                    <a:pt x="0" y="9"/>
                    <a:pt x="0" y="19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8" y="9"/>
                    <a:pt x="29" y="0"/>
                    <a:pt x="19" y="0"/>
                  </a:cubicBezTo>
                </a:path>
              </a:pathLst>
            </a:custGeom>
            <a:solidFill>
              <a:srgbClr val="FCD3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1" name="Freeform 30909"/>
            <p:cNvSpPr>
              <a:spLocks noEditPoints="1"/>
            </p:cNvSpPr>
            <p:nvPr/>
          </p:nvSpPr>
          <p:spPr bwMode="auto">
            <a:xfrm>
              <a:off x="2572" y="1231"/>
              <a:ext cx="50" cy="25"/>
            </a:xfrm>
            <a:custGeom>
              <a:avLst/>
              <a:gdLst>
                <a:gd name="T0" fmla="*/ 0 w 38"/>
                <a:gd name="T1" fmla="*/ 24 h 19"/>
                <a:gd name="T2" fmla="*/ 0 w 38"/>
                <a:gd name="T3" fmla="*/ 25 h 19"/>
                <a:gd name="T4" fmla="*/ 0 w 38"/>
                <a:gd name="T5" fmla="*/ 25 h 19"/>
                <a:gd name="T6" fmla="*/ 0 w 38"/>
                <a:gd name="T7" fmla="*/ 24 h 19"/>
                <a:gd name="T8" fmla="*/ 25 w 38"/>
                <a:gd name="T9" fmla="*/ 0 h 19"/>
                <a:gd name="T10" fmla="*/ 0 w 38"/>
                <a:gd name="T11" fmla="*/ 21 h 19"/>
                <a:gd name="T12" fmla="*/ 50 w 38"/>
                <a:gd name="T13" fmla="*/ 21 h 19"/>
                <a:gd name="T14" fmla="*/ 25 w 38"/>
                <a:gd name="T15" fmla="*/ 0 h 1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8" h="19">
                  <a:moveTo>
                    <a:pt x="0" y="18"/>
                  </a:moveTo>
                  <a:cubicBezTo>
                    <a:pt x="0" y="19"/>
                    <a:pt x="0" y="19"/>
                    <a:pt x="0" y="19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18"/>
                    <a:pt x="0" y="18"/>
                    <a:pt x="0" y="18"/>
                  </a:cubicBezTo>
                  <a:moveTo>
                    <a:pt x="19" y="0"/>
                  </a:moveTo>
                  <a:cubicBezTo>
                    <a:pt x="10" y="0"/>
                    <a:pt x="2" y="7"/>
                    <a:pt x="0" y="16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6" y="7"/>
                    <a:pt x="28" y="0"/>
                    <a:pt x="19" y="0"/>
                  </a:cubicBezTo>
                </a:path>
              </a:pathLst>
            </a:custGeom>
            <a:solidFill>
              <a:srgbClr val="D0DD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2" name="Freeform 30910"/>
            <p:cNvSpPr>
              <a:spLocks noEditPoints="1"/>
            </p:cNvSpPr>
            <p:nvPr/>
          </p:nvSpPr>
          <p:spPr bwMode="auto">
            <a:xfrm>
              <a:off x="2572" y="1252"/>
              <a:ext cx="50" cy="9"/>
            </a:xfrm>
            <a:custGeom>
              <a:avLst/>
              <a:gdLst>
                <a:gd name="T0" fmla="*/ 0 w 38"/>
                <a:gd name="T1" fmla="*/ 0 h 7"/>
                <a:gd name="T2" fmla="*/ 0 w 38"/>
                <a:gd name="T3" fmla="*/ 0 h 7"/>
                <a:gd name="T4" fmla="*/ 0 w 38"/>
                <a:gd name="T5" fmla="*/ 3 h 7"/>
                <a:gd name="T6" fmla="*/ 0 w 38"/>
                <a:gd name="T7" fmla="*/ 0 h 7"/>
                <a:gd name="T8" fmla="*/ 50 w 38"/>
                <a:gd name="T9" fmla="*/ 0 h 7"/>
                <a:gd name="T10" fmla="*/ 50 w 38"/>
                <a:gd name="T11" fmla="*/ 0 h 7"/>
                <a:gd name="T12" fmla="*/ 50 w 38"/>
                <a:gd name="T13" fmla="*/ 4 h 7"/>
                <a:gd name="T14" fmla="*/ 0 w 38"/>
                <a:gd name="T15" fmla="*/ 4 h 7"/>
                <a:gd name="T16" fmla="*/ 0 w 38"/>
                <a:gd name="T17" fmla="*/ 4 h 7"/>
                <a:gd name="T18" fmla="*/ 0 w 38"/>
                <a:gd name="T19" fmla="*/ 9 h 7"/>
                <a:gd name="T20" fmla="*/ 50 w 38"/>
                <a:gd name="T21" fmla="*/ 9 h 7"/>
                <a:gd name="T22" fmla="*/ 50 w 38"/>
                <a:gd name="T23" fmla="*/ 0 h 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8" h="7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0" y="1"/>
                    <a:pt x="0" y="0"/>
                  </a:cubicBezTo>
                  <a:moveTo>
                    <a:pt x="38" y="0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8" y="1"/>
                    <a:pt x="38" y="2"/>
                    <a:pt x="38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38" y="7"/>
                    <a:pt x="38" y="7"/>
                    <a:pt x="38" y="7"/>
                  </a:cubicBezTo>
                  <a:cubicBezTo>
                    <a:pt x="38" y="0"/>
                    <a:pt x="38" y="0"/>
                    <a:pt x="38" y="0"/>
                  </a:cubicBezTo>
                </a:path>
              </a:pathLst>
            </a:custGeom>
            <a:solidFill>
              <a:srgbClr val="D0C8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3" name="Freeform 30911"/>
            <p:cNvSpPr>
              <a:spLocks/>
            </p:cNvSpPr>
            <p:nvPr/>
          </p:nvSpPr>
          <p:spPr bwMode="auto">
            <a:xfrm>
              <a:off x="2572" y="1252"/>
              <a:ext cx="50" cy="4"/>
            </a:xfrm>
            <a:custGeom>
              <a:avLst/>
              <a:gdLst>
                <a:gd name="T0" fmla="*/ 50 w 38"/>
                <a:gd name="T1" fmla="*/ 0 h 3"/>
                <a:gd name="T2" fmla="*/ 0 w 38"/>
                <a:gd name="T3" fmla="*/ 0 h 3"/>
                <a:gd name="T4" fmla="*/ 0 w 38"/>
                <a:gd name="T5" fmla="*/ 3 h 3"/>
                <a:gd name="T6" fmla="*/ 0 w 38"/>
                <a:gd name="T7" fmla="*/ 4 h 3"/>
                <a:gd name="T8" fmla="*/ 50 w 38"/>
                <a:gd name="T9" fmla="*/ 4 h 3"/>
                <a:gd name="T10" fmla="*/ 50 w 38"/>
                <a:gd name="T11" fmla="*/ 0 h 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8" h="3">
                  <a:moveTo>
                    <a:pt x="3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8" y="2"/>
                    <a:pt x="38" y="1"/>
                    <a:pt x="38" y="0"/>
                  </a:cubicBezTo>
                </a:path>
              </a:pathLst>
            </a:custGeom>
            <a:solidFill>
              <a:srgbClr val="CECB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4" name="Rectangle 30921"/>
            <p:cNvSpPr>
              <a:spLocks noChangeArrowheads="1"/>
            </p:cNvSpPr>
            <p:nvPr/>
          </p:nvSpPr>
          <p:spPr bwMode="auto">
            <a:xfrm>
              <a:off x="2705" y="1855"/>
              <a:ext cx="93" cy="88"/>
            </a:xfrm>
            <a:prstGeom prst="rect">
              <a:avLst/>
            </a:prstGeom>
            <a:solidFill>
              <a:srgbClr val="F5A4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 sz="160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55" name="Rectangle 30922"/>
            <p:cNvSpPr>
              <a:spLocks noChangeArrowheads="1"/>
            </p:cNvSpPr>
            <p:nvPr/>
          </p:nvSpPr>
          <p:spPr bwMode="auto">
            <a:xfrm>
              <a:off x="2610" y="1855"/>
              <a:ext cx="95" cy="88"/>
            </a:xfrm>
            <a:prstGeom prst="rect">
              <a:avLst/>
            </a:prstGeom>
            <a:solidFill>
              <a:srgbClr val="FFCC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 sz="1600"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56" name="Group 30930"/>
          <p:cNvGrpSpPr>
            <a:grpSpLocks/>
          </p:cNvGrpSpPr>
          <p:nvPr userDrawn="1"/>
        </p:nvGrpSpPr>
        <p:grpSpPr bwMode="auto">
          <a:xfrm>
            <a:off x="6553201" y="2655359"/>
            <a:ext cx="4559300" cy="4176184"/>
            <a:chOff x="658" y="294"/>
            <a:chExt cx="1973" cy="1807"/>
          </a:xfrm>
        </p:grpSpPr>
        <p:sp>
          <p:nvSpPr>
            <p:cNvPr id="157" name="Oval 30929"/>
            <p:cNvSpPr>
              <a:spLocks noChangeArrowheads="1"/>
            </p:cNvSpPr>
            <p:nvPr/>
          </p:nvSpPr>
          <p:spPr bwMode="auto">
            <a:xfrm>
              <a:off x="2037" y="355"/>
              <a:ext cx="499" cy="499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 sz="16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58" name="Freeform 30901"/>
            <p:cNvSpPr>
              <a:spLocks/>
            </p:cNvSpPr>
            <p:nvPr/>
          </p:nvSpPr>
          <p:spPr bwMode="auto">
            <a:xfrm>
              <a:off x="1586" y="771"/>
              <a:ext cx="216" cy="116"/>
            </a:xfrm>
            <a:custGeom>
              <a:avLst/>
              <a:gdLst>
                <a:gd name="T0" fmla="*/ 205 w 163"/>
                <a:gd name="T1" fmla="*/ 103 h 87"/>
                <a:gd name="T2" fmla="*/ 205 w 163"/>
                <a:gd name="T3" fmla="*/ 103 h 87"/>
                <a:gd name="T4" fmla="*/ 183 w 163"/>
                <a:gd name="T5" fmla="*/ 116 h 87"/>
                <a:gd name="T6" fmla="*/ 0 w 163"/>
                <a:gd name="T7" fmla="*/ 59 h 87"/>
                <a:gd name="T8" fmla="*/ 49 w 163"/>
                <a:gd name="T9" fmla="*/ 0 h 87"/>
                <a:gd name="T10" fmla="*/ 183 w 163"/>
                <a:gd name="T11" fmla="*/ 61 h 87"/>
                <a:gd name="T12" fmla="*/ 205 w 163"/>
                <a:gd name="T13" fmla="*/ 103 h 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3" h="87">
                  <a:moveTo>
                    <a:pt x="155" y="77"/>
                  </a:moveTo>
                  <a:cubicBezTo>
                    <a:pt x="155" y="77"/>
                    <a:pt x="155" y="77"/>
                    <a:pt x="155" y="77"/>
                  </a:cubicBezTo>
                  <a:cubicBezTo>
                    <a:pt x="151" y="83"/>
                    <a:pt x="145" y="87"/>
                    <a:pt x="138" y="87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138" y="46"/>
                    <a:pt x="138" y="46"/>
                    <a:pt x="138" y="46"/>
                  </a:cubicBezTo>
                  <a:cubicBezTo>
                    <a:pt x="154" y="46"/>
                    <a:pt x="163" y="63"/>
                    <a:pt x="155" y="77"/>
                  </a:cubicBezTo>
                  <a:close/>
                </a:path>
              </a:pathLst>
            </a:custGeom>
            <a:solidFill>
              <a:srgbClr val="F5A4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9" name="Freeform 30902"/>
            <p:cNvSpPr>
              <a:spLocks/>
            </p:cNvSpPr>
            <p:nvPr/>
          </p:nvSpPr>
          <p:spPr bwMode="auto">
            <a:xfrm>
              <a:off x="1639" y="749"/>
              <a:ext cx="210" cy="79"/>
            </a:xfrm>
            <a:custGeom>
              <a:avLst/>
              <a:gdLst>
                <a:gd name="T0" fmla="*/ 206 w 158"/>
                <a:gd name="T1" fmla="*/ 37 h 59"/>
                <a:gd name="T2" fmla="*/ 206 w 158"/>
                <a:gd name="T3" fmla="*/ 37 h 59"/>
                <a:gd name="T4" fmla="*/ 191 w 158"/>
                <a:gd name="T5" fmla="*/ 58 h 59"/>
                <a:gd name="T6" fmla="*/ 0 w 158"/>
                <a:gd name="T7" fmla="*/ 79 h 59"/>
                <a:gd name="T8" fmla="*/ 23 w 158"/>
                <a:gd name="T9" fmla="*/ 5 h 59"/>
                <a:gd name="T10" fmla="*/ 169 w 158"/>
                <a:gd name="T11" fmla="*/ 8 h 59"/>
                <a:gd name="T12" fmla="*/ 206 w 158"/>
                <a:gd name="T13" fmla="*/ 37 h 5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8" h="59">
                  <a:moveTo>
                    <a:pt x="155" y="28"/>
                  </a:moveTo>
                  <a:cubicBezTo>
                    <a:pt x="155" y="28"/>
                    <a:pt x="155" y="28"/>
                    <a:pt x="155" y="28"/>
                  </a:cubicBezTo>
                  <a:cubicBezTo>
                    <a:pt x="154" y="34"/>
                    <a:pt x="150" y="40"/>
                    <a:pt x="144" y="43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27" y="6"/>
                    <a:pt x="127" y="6"/>
                    <a:pt x="127" y="6"/>
                  </a:cubicBezTo>
                  <a:cubicBezTo>
                    <a:pt x="142" y="0"/>
                    <a:pt x="158" y="12"/>
                    <a:pt x="155" y="28"/>
                  </a:cubicBezTo>
                  <a:close/>
                </a:path>
              </a:pathLst>
            </a:custGeom>
            <a:solidFill>
              <a:srgbClr val="F5A4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60" name="Freeform 30903"/>
            <p:cNvSpPr>
              <a:spLocks/>
            </p:cNvSpPr>
            <p:nvPr/>
          </p:nvSpPr>
          <p:spPr bwMode="auto">
            <a:xfrm>
              <a:off x="1721" y="693"/>
              <a:ext cx="384" cy="259"/>
            </a:xfrm>
            <a:custGeom>
              <a:avLst/>
              <a:gdLst>
                <a:gd name="T0" fmla="*/ 35 w 682"/>
                <a:gd name="T1" fmla="*/ 259 h 460"/>
                <a:gd name="T2" fmla="*/ 0 w 682"/>
                <a:gd name="T3" fmla="*/ 194 h 460"/>
                <a:gd name="T4" fmla="*/ 348 w 682"/>
                <a:gd name="T5" fmla="*/ 0 h 460"/>
                <a:gd name="T6" fmla="*/ 384 w 682"/>
                <a:gd name="T7" fmla="*/ 65 h 460"/>
                <a:gd name="T8" fmla="*/ 35 w 682"/>
                <a:gd name="T9" fmla="*/ 259 h 4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2" h="460">
                  <a:moveTo>
                    <a:pt x="63" y="460"/>
                  </a:moveTo>
                  <a:lnTo>
                    <a:pt x="0" y="345"/>
                  </a:lnTo>
                  <a:lnTo>
                    <a:pt x="618" y="0"/>
                  </a:lnTo>
                  <a:lnTo>
                    <a:pt x="682" y="115"/>
                  </a:lnTo>
                  <a:lnTo>
                    <a:pt x="63" y="460"/>
                  </a:lnTo>
                  <a:close/>
                </a:path>
              </a:pathLst>
            </a:custGeom>
            <a:solidFill>
              <a:srgbClr val="5A6C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61" name="Freeform 30904"/>
            <p:cNvSpPr>
              <a:spLocks/>
            </p:cNvSpPr>
            <p:nvPr/>
          </p:nvSpPr>
          <p:spPr bwMode="auto">
            <a:xfrm>
              <a:off x="1721" y="693"/>
              <a:ext cx="384" cy="259"/>
            </a:xfrm>
            <a:custGeom>
              <a:avLst/>
              <a:gdLst>
                <a:gd name="T0" fmla="*/ 35 w 682"/>
                <a:gd name="T1" fmla="*/ 259 h 460"/>
                <a:gd name="T2" fmla="*/ 0 w 682"/>
                <a:gd name="T3" fmla="*/ 194 h 460"/>
                <a:gd name="T4" fmla="*/ 348 w 682"/>
                <a:gd name="T5" fmla="*/ 0 h 460"/>
                <a:gd name="T6" fmla="*/ 384 w 682"/>
                <a:gd name="T7" fmla="*/ 65 h 460"/>
                <a:gd name="T8" fmla="*/ 35 w 682"/>
                <a:gd name="T9" fmla="*/ 259 h 4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2" h="460">
                  <a:moveTo>
                    <a:pt x="63" y="460"/>
                  </a:moveTo>
                  <a:lnTo>
                    <a:pt x="0" y="345"/>
                  </a:lnTo>
                  <a:lnTo>
                    <a:pt x="618" y="0"/>
                  </a:lnTo>
                  <a:lnTo>
                    <a:pt x="682" y="115"/>
                  </a:lnTo>
                  <a:lnTo>
                    <a:pt x="63" y="46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62" name="Freeform 30905"/>
            <p:cNvSpPr>
              <a:spLocks/>
            </p:cNvSpPr>
            <p:nvPr/>
          </p:nvSpPr>
          <p:spPr bwMode="auto">
            <a:xfrm>
              <a:off x="1721" y="693"/>
              <a:ext cx="368" cy="227"/>
            </a:xfrm>
            <a:custGeom>
              <a:avLst/>
              <a:gdLst>
                <a:gd name="T0" fmla="*/ 17 w 652"/>
                <a:gd name="T1" fmla="*/ 227 h 404"/>
                <a:gd name="T2" fmla="*/ 0 w 652"/>
                <a:gd name="T3" fmla="*/ 194 h 404"/>
                <a:gd name="T4" fmla="*/ 349 w 652"/>
                <a:gd name="T5" fmla="*/ 0 h 404"/>
                <a:gd name="T6" fmla="*/ 368 w 652"/>
                <a:gd name="T7" fmla="*/ 33 h 404"/>
                <a:gd name="T8" fmla="*/ 17 w 652"/>
                <a:gd name="T9" fmla="*/ 227 h 4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52" h="404">
                  <a:moveTo>
                    <a:pt x="30" y="404"/>
                  </a:moveTo>
                  <a:lnTo>
                    <a:pt x="0" y="345"/>
                  </a:lnTo>
                  <a:lnTo>
                    <a:pt x="618" y="0"/>
                  </a:lnTo>
                  <a:lnTo>
                    <a:pt x="652" y="59"/>
                  </a:lnTo>
                  <a:lnTo>
                    <a:pt x="30" y="404"/>
                  </a:lnTo>
                  <a:close/>
                </a:path>
              </a:pathLst>
            </a:custGeom>
            <a:solidFill>
              <a:srgbClr val="5A6C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63" name="Freeform 30906"/>
            <p:cNvSpPr>
              <a:spLocks/>
            </p:cNvSpPr>
            <p:nvPr/>
          </p:nvSpPr>
          <p:spPr bwMode="auto">
            <a:xfrm>
              <a:off x="1721" y="693"/>
              <a:ext cx="368" cy="227"/>
            </a:xfrm>
            <a:custGeom>
              <a:avLst/>
              <a:gdLst>
                <a:gd name="T0" fmla="*/ 17 w 652"/>
                <a:gd name="T1" fmla="*/ 227 h 404"/>
                <a:gd name="T2" fmla="*/ 0 w 652"/>
                <a:gd name="T3" fmla="*/ 194 h 404"/>
                <a:gd name="T4" fmla="*/ 349 w 652"/>
                <a:gd name="T5" fmla="*/ 0 h 404"/>
                <a:gd name="T6" fmla="*/ 368 w 652"/>
                <a:gd name="T7" fmla="*/ 33 h 404"/>
                <a:gd name="T8" fmla="*/ 17 w 652"/>
                <a:gd name="T9" fmla="*/ 227 h 4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52" h="404">
                  <a:moveTo>
                    <a:pt x="30" y="404"/>
                  </a:moveTo>
                  <a:lnTo>
                    <a:pt x="0" y="345"/>
                  </a:lnTo>
                  <a:lnTo>
                    <a:pt x="618" y="0"/>
                  </a:lnTo>
                  <a:lnTo>
                    <a:pt x="652" y="59"/>
                  </a:lnTo>
                  <a:lnTo>
                    <a:pt x="30" y="40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64" name="Freeform 30912"/>
            <p:cNvSpPr>
              <a:spLocks/>
            </p:cNvSpPr>
            <p:nvPr/>
          </p:nvSpPr>
          <p:spPr bwMode="auto">
            <a:xfrm>
              <a:off x="2056" y="693"/>
              <a:ext cx="49" cy="81"/>
            </a:xfrm>
            <a:custGeom>
              <a:avLst/>
              <a:gdLst>
                <a:gd name="T0" fmla="*/ 13 w 37"/>
                <a:gd name="T1" fmla="*/ 0 h 61"/>
                <a:gd name="T2" fmla="*/ 32 w 37"/>
                <a:gd name="T3" fmla="*/ 33 h 61"/>
                <a:gd name="T4" fmla="*/ 0 w 37"/>
                <a:gd name="T5" fmla="*/ 49 h 61"/>
                <a:gd name="T6" fmla="*/ 21 w 37"/>
                <a:gd name="T7" fmla="*/ 81 h 61"/>
                <a:gd name="T8" fmla="*/ 49 w 37"/>
                <a:gd name="T9" fmla="*/ 65 h 61"/>
                <a:gd name="T10" fmla="*/ 13 w 37"/>
                <a:gd name="T11" fmla="*/ 0 h 6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7" h="61">
                  <a:moveTo>
                    <a:pt x="10" y="0"/>
                  </a:moveTo>
                  <a:cubicBezTo>
                    <a:pt x="24" y="25"/>
                    <a:pt x="24" y="25"/>
                    <a:pt x="24" y="25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5" y="46"/>
                    <a:pt x="11" y="53"/>
                    <a:pt x="16" y="61"/>
                  </a:cubicBezTo>
                  <a:cubicBezTo>
                    <a:pt x="37" y="49"/>
                    <a:pt x="37" y="49"/>
                    <a:pt x="37" y="49"/>
                  </a:cubicBezTo>
                  <a:cubicBezTo>
                    <a:pt x="10" y="0"/>
                    <a:pt x="10" y="0"/>
                    <a:pt x="10" y="0"/>
                  </a:cubicBezTo>
                </a:path>
              </a:pathLst>
            </a:custGeom>
            <a:solidFill>
              <a:srgbClr val="7FAA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65" name="Freeform 30913"/>
            <p:cNvSpPr>
              <a:spLocks/>
            </p:cNvSpPr>
            <p:nvPr/>
          </p:nvSpPr>
          <p:spPr bwMode="auto">
            <a:xfrm>
              <a:off x="2041" y="693"/>
              <a:ext cx="48" cy="49"/>
            </a:xfrm>
            <a:custGeom>
              <a:avLst/>
              <a:gdLst>
                <a:gd name="T0" fmla="*/ 29 w 36"/>
                <a:gd name="T1" fmla="*/ 0 h 37"/>
                <a:gd name="T2" fmla="*/ 0 w 36"/>
                <a:gd name="T3" fmla="*/ 16 h 37"/>
                <a:gd name="T4" fmla="*/ 13 w 36"/>
                <a:gd name="T5" fmla="*/ 44 h 37"/>
                <a:gd name="T6" fmla="*/ 16 w 36"/>
                <a:gd name="T7" fmla="*/ 49 h 37"/>
                <a:gd name="T8" fmla="*/ 48 w 36"/>
                <a:gd name="T9" fmla="*/ 33 h 37"/>
                <a:gd name="T10" fmla="*/ 29 w 36"/>
                <a:gd name="T11" fmla="*/ 0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6" h="37">
                  <a:moveTo>
                    <a:pt x="22" y="0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3" y="19"/>
                    <a:pt x="6" y="26"/>
                    <a:pt x="10" y="33"/>
                  </a:cubicBezTo>
                  <a:cubicBezTo>
                    <a:pt x="11" y="34"/>
                    <a:pt x="12" y="36"/>
                    <a:pt x="12" y="37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22" y="0"/>
                    <a:pt x="22" y="0"/>
                    <a:pt x="22" y="0"/>
                  </a:cubicBezTo>
                </a:path>
              </a:pathLst>
            </a:custGeom>
            <a:solidFill>
              <a:srgbClr val="7FAA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66" name="Freeform 30914"/>
            <p:cNvSpPr>
              <a:spLocks noEditPoints="1"/>
            </p:cNvSpPr>
            <p:nvPr/>
          </p:nvSpPr>
          <p:spPr bwMode="auto">
            <a:xfrm>
              <a:off x="1942" y="294"/>
              <a:ext cx="689" cy="624"/>
            </a:xfrm>
            <a:custGeom>
              <a:avLst/>
              <a:gdLst>
                <a:gd name="T0" fmla="*/ 262 w 518"/>
                <a:gd name="T1" fmla="*/ 601 h 469"/>
                <a:gd name="T2" fmla="*/ 81 w 518"/>
                <a:gd name="T3" fmla="*/ 459 h 469"/>
                <a:gd name="T4" fmla="*/ 198 w 518"/>
                <a:gd name="T5" fmla="*/ 49 h 469"/>
                <a:gd name="T6" fmla="*/ 427 w 518"/>
                <a:gd name="T7" fmla="*/ 23 h 469"/>
                <a:gd name="T8" fmla="*/ 608 w 518"/>
                <a:gd name="T9" fmla="*/ 165 h 469"/>
                <a:gd name="T10" fmla="*/ 491 w 518"/>
                <a:gd name="T11" fmla="*/ 575 h 469"/>
                <a:gd name="T12" fmla="*/ 262 w 518"/>
                <a:gd name="T13" fmla="*/ 601 h 469"/>
                <a:gd name="T14" fmla="*/ 408 w 518"/>
                <a:gd name="T15" fmla="*/ 89 h 469"/>
                <a:gd name="T16" fmla="*/ 231 w 518"/>
                <a:gd name="T17" fmla="*/ 109 h 469"/>
                <a:gd name="T18" fmla="*/ 142 w 518"/>
                <a:gd name="T19" fmla="*/ 424 h 469"/>
                <a:gd name="T20" fmla="*/ 281 w 518"/>
                <a:gd name="T21" fmla="*/ 535 h 469"/>
                <a:gd name="T22" fmla="*/ 458 w 518"/>
                <a:gd name="T23" fmla="*/ 515 h 469"/>
                <a:gd name="T24" fmla="*/ 548 w 518"/>
                <a:gd name="T25" fmla="*/ 200 h 469"/>
                <a:gd name="T26" fmla="*/ 408 w 518"/>
                <a:gd name="T27" fmla="*/ 89 h 46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518" h="469">
                  <a:moveTo>
                    <a:pt x="197" y="452"/>
                  </a:moveTo>
                  <a:cubicBezTo>
                    <a:pt x="139" y="436"/>
                    <a:pt x="91" y="397"/>
                    <a:pt x="61" y="345"/>
                  </a:cubicBezTo>
                  <a:cubicBezTo>
                    <a:pt x="0" y="235"/>
                    <a:pt x="40" y="97"/>
                    <a:pt x="149" y="37"/>
                  </a:cubicBezTo>
                  <a:cubicBezTo>
                    <a:pt x="202" y="7"/>
                    <a:pt x="263" y="0"/>
                    <a:pt x="321" y="17"/>
                  </a:cubicBezTo>
                  <a:cubicBezTo>
                    <a:pt x="379" y="33"/>
                    <a:pt x="428" y="71"/>
                    <a:pt x="457" y="124"/>
                  </a:cubicBezTo>
                  <a:cubicBezTo>
                    <a:pt x="518" y="234"/>
                    <a:pt x="478" y="372"/>
                    <a:pt x="369" y="432"/>
                  </a:cubicBezTo>
                  <a:cubicBezTo>
                    <a:pt x="316" y="462"/>
                    <a:pt x="255" y="469"/>
                    <a:pt x="197" y="452"/>
                  </a:cubicBezTo>
                  <a:close/>
                  <a:moveTo>
                    <a:pt x="307" y="67"/>
                  </a:moveTo>
                  <a:cubicBezTo>
                    <a:pt x="262" y="54"/>
                    <a:pt x="215" y="59"/>
                    <a:pt x="174" y="82"/>
                  </a:cubicBezTo>
                  <a:cubicBezTo>
                    <a:pt x="90" y="129"/>
                    <a:pt x="60" y="235"/>
                    <a:pt x="107" y="319"/>
                  </a:cubicBezTo>
                  <a:cubicBezTo>
                    <a:pt x="129" y="360"/>
                    <a:pt x="166" y="390"/>
                    <a:pt x="211" y="402"/>
                  </a:cubicBezTo>
                  <a:cubicBezTo>
                    <a:pt x="256" y="415"/>
                    <a:pt x="303" y="410"/>
                    <a:pt x="344" y="387"/>
                  </a:cubicBezTo>
                  <a:cubicBezTo>
                    <a:pt x="428" y="340"/>
                    <a:pt x="458" y="234"/>
                    <a:pt x="412" y="150"/>
                  </a:cubicBezTo>
                  <a:cubicBezTo>
                    <a:pt x="389" y="109"/>
                    <a:pt x="352" y="79"/>
                    <a:pt x="307" y="67"/>
                  </a:cubicBezTo>
                  <a:close/>
                </a:path>
              </a:pathLst>
            </a:custGeom>
            <a:solidFill>
              <a:srgbClr val="5A6C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67" name="Freeform 30915"/>
            <p:cNvSpPr>
              <a:spLocks/>
            </p:cNvSpPr>
            <p:nvPr/>
          </p:nvSpPr>
          <p:spPr bwMode="auto">
            <a:xfrm>
              <a:off x="1611" y="735"/>
              <a:ext cx="352" cy="245"/>
            </a:xfrm>
            <a:custGeom>
              <a:avLst/>
              <a:gdLst>
                <a:gd name="T0" fmla="*/ 320 w 265"/>
                <a:gd name="T1" fmla="*/ 0 h 184"/>
                <a:gd name="T2" fmla="*/ 43 w 265"/>
                <a:gd name="T3" fmla="*/ 156 h 184"/>
                <a:gd name="T4" fmla="*/ 17 w 265"/>
                <a:gd name="T5" fmla="*/ 244 h 184"/>
                <a:gd name="T6" fmla="*/ 19 w 265"/>
                <a:gd name="T7" fmla="*/ 245 h 184"/>
                <a:gd name="T8" fmla="*/ 352 w 265"/>
                <a:gd name="T9" fmla="*/ 59 h 184"/>
                <a:gd name="T10" fmla="*/ 320 w 265"/>
                <a:gd name="T11" fmla="*/ 0 h 18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65" h="184">
                  <a:moveTo>
                    <a:pt x="241" y="0"/>
                  </a:moveTo>
                  <a:cubicBezTo>
                    <a:pt x="32" y="117"/>
                    <a:pt x="32" y="117"/>
                    <a:pt x="32" y="117"/>
                  </a:cubicBezTo>
                  <a:cubicBezTo>
                    <a:pt x="9" y="130"/>
                    <a:pt x="0" y="159"/>
                    <a:pt x="13" y="183"/>
                  </a:cubicBezTo>
                  <a:cubicBezTo>
                    <a:pt x="14" y="184"/>
                    <a:pt x="14" y="184"/>
                    <a:pt x="14" y="184"/>
                  </a:cubicBezTo>
                  <a:cubicBezTo>
                    <a:pt x="265" y="44"/>
                    <a:pt x="265" y="44"/>
                    <a:pt x="265" y="44"/>
                  </a:cubicBezTo>
                  <a:lnTo>
                    <a:pt x="241" y="0"/>
                  </a:lnTo>
                  <a:close/>
                </a:path>
              </a:pathLst>
            </a:custGeom>
            <a:solidFill>
              <a:srgbClr val="FF6E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68" name="Freeform 30916"/>
            <p:cNvSpPr>
              <a:spLocks/>
            </p:cNvSpPr>
            <p:nvPr/>
          </p:nvSpPr>
          <p:spPr bwMode="auto">
            <a:xfrm>
              <a:off x="1630" y="793"/>
              <a:ext cx="367" cy="231"/>
            </a:xfrm>
            <a:custGeom>
              <a:avLst/>
              <a:gdLst>
                <a:gd name="T0" fmla="*/ 334 w 276"/>
                <a:gd name="T1" fmla="*/ 0 h 173"/>
                <a:gd name="T2" fmla="*/ 0 w 276"/>
                <a:gd name="T3" fmla="*/ 187 h 173"/>
                <a:gd name="T4" fmla="*/ 1 w 276"/>
                <a:gd name="T5" fmla="*/ 188 h 173"/>
                <a:gd name="T6" fmla="*/ 89 w 276"/>
                <a:gd name="T7" fmla="*/ 214 h 173"/>
                <a:gd name="T8" fmla="*/ 367 w 276"/>
                <a:gd name="T9" fmla="*/ 59 h 173"/>
                <a:gd name="T10" fmla="*/ 334 w 276"/>
                <a:gd name="T11" fmla="*/ 0 h 17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76" h="173">
                  <a:moveTo>
                    <a:pt x="251" y="0"/>
                  </a:moveTo>
                  <a:cubicBezTo>
                    <a:pt x="0" y="140"/>
                    <a:pt x="0" y="140"/>
                    <a:pt x="0" y="140"/>
                  </a:cubicBezTo>
                  <a:cubicBezTo>
                    <a:pt x="1" y="141"/>
                    <a:pt x="1" y="141"/>
                    <a:pt x="1" y="141"/>
                  </a:cubicBezTo>
                  <a:cubicBezTo>
                    <a:pt x="14" y="165"/>
                    <a:pt x="43" y="173"/>
                    <a:pt x="67" y="160"/>
                  </a:cubicBezTo>
                  <a:cubicBezTo>
                    <a:pt x="276" y="44"/>
                    <a:pt x="276" y="44"/>
                    <a:pt x="276" y="44"/>
                  </a:cubicBezTo>
                  <a:lnTo>
                    <a:pt x="251" y="0"/>
                  </a:lnTo>
                  <a:close/>
                </a:path>
              </a:pathLst>
            </a:custGeom>
            <a:solidFill>
              <a:srgbClr val="DD2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69" name="Freeform 30917"/>
            <p:cNvSpPr>
              <a:spLocks/>
            </p:cNvSpPr>
            <p:nvPr/>
          </p:nvSpPr>
          <p:spPr bwMode="auto">
            <a:xfrm>
              <a:off x="1399" y="683"/>
              <a:ext cx="528" cy="556"/>
            </a:xfrm>
            <a:custGeom>
              <a:avLst/>
              <a:gdLst>
                <a:gd name="T0" fmla="*/ 152 w 397"/>
                <a:gd name="T1" fmla="*/ 556 h 418"/>
                <a:gd name="T2" fmla="*/ 436 w 397"/>
                <a:gd name="T3" fmla="*/ 370 h 418"/>
                <a:gd name="T4" fmla="*/ 511 w 397"/>
                <a:gd name="T5" fmla="*/ 262 h 418"/>
                <a:gd name="T6" fmla="*/ 484 w 397"/>
                <a:gd name="T7" fmla="*/ 193 h 418"/>
                <a:gd name="T8" fmla="*/ 484 w 397"/>
                <a:gd name="T9" fmla="*/ 193 h 418"/>
                <a:gd name="T10" fmla="*/ 438 w 397"/>
                <a:gd name="T11" fmla="*/ 209 h 418"/>
                <a:gd name="T12" fmla="*/ 380 w 397"/>
                <a:gd name="T13" fmla="*/ 283 h 418"/>
                <a:gd name="T14" fmla="*/ 283 w 397"/>
                <a:gd name="T15" fmla="*/ 307 h 418"/>
                <a:gd name="T16" fmla="*/ 239 w 397"/>
                <a:gd name="T17" fmla="*/ 213 h 418"/>
                <a:gd name="T18" fmla="*/ 253 w 397"/>
                <a:gd name="T19" fmla="*/ 164 h 418"/>
                <a:gd name="T20" fmla="*/ 456 w 397"/>
                <a:gd name="T21" fmla="*/ 77 h 418"/>
                <a:gd name="T22" fmla="*/ 479 w 397"/>
                <a:gd name="T23" fmla="*/ 37 h 418"/>
                <a:gd name="T24" fmla="*/ 428 w 397"/>
                <a:gd name="T25" fmla="*/ 8 h 418"/>
                <a:gd name="T26" fmla="*/ 192 w 397"/>
                <a:gd name="T27" fmla="*/ 100 h 418"/>
                <a:gd name="T28" fmla="*/ 0 w 397"/>
                <a:gd name="T29" fmla="*/ 414 h 418"/>
                <a:gd name="T30" fmla="*/ 152 w 397"/>
                <a:gd name="T31" fmla="*/ 556 h 41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97" h="418">
                  <a:moveTo>
                    <a:pt x="114" y="418"/>
                  </a:moveTo>
                  <a:cubicBezTo>
                    <a:pt x="328" y="278"/>
                    <a:pt x="328" y="278"/>
                    <a:pt x="328" y="278"/>
                  </a:cubicBezTo>
                  <a:cubicBezTo>
                    <a:pt x="384" y="197"/>
                    <a:pt x="384" y="197"/>
                    <a:pt x="384" y="197"/>
                  </a:cubicBezTo>
                  <a:cubicBezTo>
                    <a:pt x="397" y="177"/>
                    <a:pt x="387" y="150"/>
                    <a:pt x="364" y="145"/>
                  </a:cubicBezTo>
                  <a:cubicBezTo>
                    <a:pt x="364" y="145"/>
                    <a:pt x="364" y="145"/>
                    <a:pt x="364" y="145"/>
                  </a:cubicBezTo>
                  <a:cubicBezTo>
                    <a:pt x="351" y="141"/>
                    <a:pt x="337" y="146"/>
                    <a:pt x="329" y="157"/>
                  </a:cubicBezTo>
                  <a:cubicBezTo>
                    <a:pt x="286" y="213"/>
                    <a:pt x="286" y="213"/>
                    <a:pt x="286" y="213"/>
                  </a:cubicBezTo>
                  <a:cubicBezTo>
                    <a:pt x="269" y="235"/>
                    <a:pt x="239" y="242"/>
                    <a:pt x="213" y="231"/>
                  </a:cubicBezTo>
                  <a:cubicBezTo>
                    <a:pt x="186" y="218"/>
                    <a:pt x="172" y="189"/>
                    <a:pt x="180" y="160"/>
                  </a:cubicBezTo>
                  <a:cubicBezTo>
                    <a:pt x="190" y="123"/>
                    <a:pt x="190" y="123"/>
                    <a:pt x="190" y="123"/>
                  </a:cubicBezTo>
                  <a:cubicBezTo>
                    <a:pt x="343" y="58"/>
                    <a:pt x="343" y="58"/>
                    <a:pt x="343" y="58"/>
                  </a:cubicBezTo>
                  <a:cubicBezTo>
                    <a:pt x="355" y="53"/>
                    <a:pt x="362" y="41"/>
                    <a:pt x="360" y="28"/>
                  </a:cubicBezTo>
                  <a:cubicBezTo>
                    <a:pt x="357" y="10"/>
                    <a:pt x="339" y="0"/>
                    <a:pt x="322" y="6"/>
                  </a:cubicBezTo>
                  <a:cubicBezTo>
                    <a:pt x="144" y="75"/>
                    <a:pt x="144" y="75"/>
                    <a:pt x="144" y="75"/>
                  </a:cubicBezTo>
                  <a:cubicBezTo>
                    <a:pt x="0" y="311"/>
                    <a:pt x="0" y="311"/>
                    <a:pt x="0" y="311"/>
                  </a:cubicBezTo>
                  <a:lnTo>
                    <a:pt x="114" y="418"/>
                  </a:lnTo>
                  <a:close/>
                </a:path>
              </a:pathLst>
            </a:custGeom>
            <a:solidFill>
              <a:srgbClr val="FFCC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70" name="Freeform 30918"/>
            <p:cNvSpPr>
              <a:spLocks/>
            </p:cNvSpPr>
            <p:nvPr/>
          </p:nvSpPr>
          <p:spPr bwMode="auto">
            <a:xfrm>
              <a:off x="1780" y="871"/>
              <a:ext cx="147" cy="182"/>
            </a:xfrm>
            <a:custGeom>
              <a:avLst/>
              <a:gdLst>
                <a:gd name="T0" fmla="*/ 57 w 111"/>
                <a:gd name="T1" fmla="*/ 21 h 137"/>
                <a:gd name="T2" fmla="*/ 103 w 111"/>
                <a:gd name="T3" fmla="*/ 5 h 137"/>
                <a:gd name="T4" fmla="*/ 103 w 111"/>
                <a:gd name="T5" fmla="*/ 5 h 137"/>
                <a:gd name="T6" fmla="*/ 130 w 111"/>
                <a:gd name="T7" fmla="*/ 74 h 137"/>
                <a:gd name="T8" fmla="*/ 56 w 111"/>
                <a:gd name="T9" fmla="*/ 182 h 137"/>
                <a:gd name="T10" fmla="*/ 0 w 111"/>
                <a:gd name="T11" fmla="*/ 96 h 137"/>
                <a:gd name="T12" fmla="*/ 57 w 111"/>
                <a:gd name="T13" fmla="*/ 21 h 1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1" h="137">
                  <a:moveTo>
                    <a:pt x="43" y="16"/>
                  </a:moveTo>
                  <a:cubicBezTo>
                    <a:pt x="51" y="5"/>
                    <a:pt x="65" y="0"/>
                    <a:pt x="78" y="4"/>
                  </a:cubicBezTo>
                  <a:cubicBezTo>
                    <a:pt x="78" y="4"/>
                    <a:pt x="78" y="4"/>
                    <a:pt x="78" y="4"/>
                  </a:cubicBezTo>
                  <a:cubicBezTo>
                    <a:pt x="101" y="9"/>
                    <a:pt x="111" y="36"/>
                    <a:pt x="98" y="56"/>
                  </a:cubicBezTo>
                  <a:cubicBezTo>
                    <a:pt x="42" y="137"/>
                    <a:pt x="42" y="137"/>
                    <a:pt x="42" y="137"/>
                  </a:cubicBezTo>
                  <a:cubicBezTo>
                    <a:pt x="0" y="72"/>
                    <a:pt x="0" y="72"/>
                    <a:pt x="0" y="72"/>
                  </a:cubicBezTo>
                  <a:lnTo>
                    <a:pt x="43" y="16"/>
                  </a:lnTo>
                  <a:close/>
                </a:path>
              </a:pathLst>
            </a:custGeom>
            <a:solidFill>
              <a:srgbClr val="FFCC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71" name="Freeform 30919"/>
            <p:cNvSpPr>
              <a:spLocks/>
            </p:cNvSpPr>
            <p:nvPr/>
          </p:nvSpPr>
          <p:spPr bwMode="auto">
            <a:xfrm>
              <a:off x="1359" y="1097"/>
              <a:ext cx="192" cy="195"/>
            </a:xfrm>
            <a:custGeom>
              <a:avLst/>
              <a:gdLst>
                <a:gd name="T0" fmla="*/ 192 w 340"/>
                <a:gd name="T1" fmla="*/ 142 h 347"/>
                <a:gd name="T2" fmla="*/ 141 w 340"/>
                <a:gd name="T3" fmla="*/ 195 h 347"/>
                <a:gd name="T4" fmla="*/ 137 w 340"/>
                <a:gd name="T5" fmla="*/ 191 h 347"/>
                <a:gd name="T6" fmla="*/ 0 w 340"/>
                <a:gd name="T7" fmla="*/ 71 h 347"/>
                <a:gd name="T8" fmla="*/ 40 w 340"/>
                <a:gd name="T9" fmla="*/ 0 h 347"/>
                <a:gd name="T10" fmla="*/ 192 w 340"/>
                <a:gd name="T11" fmla="*/ 142 h 3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40" h="347">
                  <a:moveTo>
                    <a:pt x="340" y="253"/>
                  </a:moveTo>
                  <a:lnTo>
                    <a:pt x="250" y="347"/>
                  </a:lnTo>
                  <a:lnTo>
                    <a:pt x="243" y="340"/>
                  </a:lnTo>
                  <a:lnTo>
                    <a:pt x="0" y="127"/>
                  </a:lnTo>
                  <a:lnTo>
                    <a:pt x="71" y="0"/>
                  </a:lnTo>
                  <a:lnTo>
                    <a:pt x="340" y="253"/>
                  </a:lnTo>
                  <a:close/>
                </a:path>
              </a:pathLst>
            </a:custGeom>
            <a:solidFill>
              <a:srgbClr val="FFCC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72" name="Freeform 30920"/>
            <p:cNvSpPr>
              <a:spLocks/>
            </p:cNvSpPr>
            <p:nvPr/>
          </p:nvSpPr>
          <p:spPr bwMode="auto">
            <a:xfrm>
              <a:off x="1427" y="1097"/>
              <a:ext cx="341" cy="195"/>
            </a:xfrm>
            <a:custGeom>
              <a:avLst/>
              <a:gdLst>
                <a:gd name="T0" fmla="*/ 130 w 604"/>
                <a:gd name="T1" fmla="*/ 138 h 347"/>
                <a:gd name="T2" fmla="*/ 341 w 604"/>
                <a:gd name="T3" fmla="*/ 0 h 347"/>
                <a:gd name="T4" fmla="*/ 0 w 604"/>
                <a:gd name="T5" fmla="*/ 130 h 347"/>
                <a:gd name="T6" fmla="*/ 73 w 604"/>
                <a:gd name="T7" fmla="*/ 195 h 347"/>
                <a:gd name="T8" fmla="*/ 130 w 604"/>
                <a:gd name="T9" fmla="*/ 138 h 3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347">
                  <a:moveTo>
                    <a:pt x="231" y="246"/>
                  </a:moveTo>
                  <a:lnTo>
                    <a:pt x="604" y="0"/>
                  </a:lnTo>
                  <a:lnTo>
                    <a:pt x="0" y="231"/>
                  </a:lnTo>
                  <a:lnTo>
                    <a:pt x="129" y="347"/>
                  </a:lnTo>
                  <a:lnTo>
                    <a:pt x="231" y="246"/>
                  </a:lnTo>
                  <a:close/>
                </a:path>
              </a:pathLst>
            </a:custGeom>
            <a:solidFill>
              <a:srgbClr val="F5A4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73" name="Freeform 30923"/>
            <p:cNvSpPr>
              <a:spLocks/>
            </p:cNvSpPr>
            <p:nvPr/>
          </p:nvSpPr>
          <p:spPr bwMode="auto">
            <a:xfrm>
              <a:off x="1399" y="1227"/>
              <a:ext cx="129" cy="121"/>
            </a:xfrm>
            <a:custGeom>
              <a:avLst/>
              <a:gdLst>
                <a:gd name="T0" fmla="*/ 93 w 229"/>
                <a:gd name="T1" fmla="*/ 121 h 215"/>
                <a:gd name="T2" fmla="*/ 0 w 229"/>
                <a:gd name="T3" fmla="*/ 43 h 215"/>
                <a:gd name="T4" fmla="*/ 36 w 229"/>
                <a:gd name="T5" fmla="*/ 0 h 215"/>
                <a:gd name="T6" fmla="*/ 129 w 229"/>
                <a:gd name="T7" fmla="*/ 79 h 215"/>
                <a:gd name="T8" fmla="*/ 93 w 229"/>
                <a:gd name="T9" fmla="*/ 121 h 2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9" h="215">
                  <a:moveTo>
                    <a:pt x="165" y="215"/>
                  </a:moveTo>
                  <a:lnTo>
                    <a:pt x="0" y="76"/>
                  </a:lnTo>
                  <a:lnTo>
                    <a:pt x="64" y="0"/>
                  </a:lnTo>
                  <a:lnTo>
                    <a:pt x="229" y="140"/>
                  </a:lnTo>
                  <a:lnTo>
                    <a:pt x="165" y="215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74" name="Freeform 30924"/>
            <p:cNvSpPr>
              <a:spLocks/>
            </p:cNvSpPr>
            <p:nvPr/>
          </p:nvSpPr>
          <p:spPr bwMode="auto">
            <a:xfrm>
              <a:off x="1306" y="1149"/>
              <a:ext cx="129" cy="121"/>
            </a:xfrm>
            <a:custGeom>
              <a:avLst/>
              <a:gdLst>
                <a:gd name="T0" fmla="*/ 93 w 229"/>
                <a:gd name="T1" fmla="*/ 121 h 215"/>
                <a:gd name="T2" fmla="*/ 0 w 229"/>
                <a:gd name="T3" fmla="*/ 43 h 215"/>
                <a:gd name="T4" fmla="*/ 35 w 229"/>
                <a:gd name="T5" fmla="*/ 0 h 215"/>
                <a:gd name="T6" fmla="*/ 129 w 229"/>
                <a:gd name="T7" fmla="*/ 78 h 215"/>
                <a:gd name="T8" fmla="*/ 93 w 229"/>
                <a:gd name="T9" fmla="*/ 121 h 2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9" h="215">
                  <a:moveTo>
                    <a:pt x="165" y="215"/>
                  </a:moveTo>
                  <a:lnTo>
                    <a:pt x="0" y="76"/>
                  </a:lnTo>
                  <a:lnTo>
                    <a:pt x="63" y="0"/>
                  </a:lnTo>
                  <a:lnTo>
                    <a:pt x="229" y="139"/>
                  </a:lnTo>
                  <a:lnTo>
                    <a:pt x="165" y="2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75" name="Freeform 30925"/>
            <p:cNvSpPr>
              <a:spLocks/>
            </p:cNvSpPr>
            <p:nvPr/>
          </p:nvSpPr>
          <p:spPr bwMode="auto">
            <a:xfrm>
              <a:off x="816" y="1171"/>
              <a:ext cx="692" cy="699"/>
            </a:xfrm>
            <a:custGeom>
              <a:avLst/>
              <a:gdLst>
                <a:gd name="T0" fmla="*/ 475 w 1229"/>
                <a:gd name="T1" fmla="*/ 0 h 1240"/>
                <a:gd name="T2" fmla="*/ 0 w 1229"/>
                <a:gd name="T3" fmla="*/ 699 h 1240"/>
                <a:gd name="T4" fmla="*/ 692 w 1229"/>
                <a:gd name="T5" fmla="*/ 185 h 1240"/>
                <a:gd name="T6" fmla="*/ 475 w 1229"/>
                <a:gd name="T7" fmla="*/ 0 h 124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29" h="1240">
                  <a:moveTo>
                    <a:pt x="844" y="0"/>
                  </a:moveTo>
                  <a:lnTo>
                    <a:pt x="0" y="1240"/>
                  </a:lnTo>
                  <a:lnTo>
                    <a:pt x="1229" y="328"/>
                  </a:lnTo>
                  <a:lnTo>
                    <a:pt x="84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 dirty="0">
                <a:cs typeface="+mn-ea"/>
                <a:sym typeface="+mn-lt"/>
              </a:endParaRPr>
            </a:p>
          </p:txBody>
        </p:sp>
        <p:sp>
          <p:nvSpPr>
            <p:cNvPr id="176" name="Freeform 30926"/>
            <p:cNvSpPr>
              <a:spLocks/>
            </p:cNvSpPr>
            <p:nvPr/>
          </p:nvSpPr>
          <p:spPr bwMode="auto">
            <a:xfrm>
              <a:off x="658" y="1356"/>
              <a:ext cx="877" cy="745"/>
            </a:xfrm>
            <a:custGeom>
              <a:avLst/>
              <a:gdLst>
                <a:gd name="T0" fmla="*/ 158 w 1557"/>
                <a:gd name="T1" fmla="*/ 514 h 1323"/>
                <a:gd name="T2" fmla="*/ 0 w 1557"/>
                <a:gd name="T3" fmla="*/ 745 h 1323"/>
                <a:gd name="T4" fmla="*/ 389 w 1557"/>
                <a:gd name="T5" fmla="*/ 733 h 1323"/>
                <a:gd name="T6" fmla="*/ 877 w 1557"/>
                <a:gd name="T7" fmla="*/ 23 h 1323"/>
                <a:gd name="T8" fmla="*/ 851 w 1557"/>
                <a:gd name="T9" fmla="*/ 0 h 1323"/>
                <a:gd name="T10" fmla="*/ 158 w 1557"/>
                <a:gd name="T11" fmla="*/ 514 h 13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57" h="1323">
                  <a:moveTo>
                    <a:pt x="281" y="912"/>
                  </a:moveTo>
                  <a:lnTo>
                    <a:pt x="0" y="1323"/>
                  </a:lnTo>
                  <a:lnTo>
                    <a:pt x="690" y="1302"/>
                  </a:lnTo>
                  <a:lnTo>
                    <a:pt x="1557" y="41"/>
                  </a:lnTo>
                  <a:lnTo>
                    <a:pt x="1510" y="0"/>
                  </a:lnTo>
                  <a:lnTo>
                    <a:pt x="281" y="91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 dirty="0">
                <a:cs typeface="+mn-ea"/>
                <a:sym typeface="+mn-lt"/>
              </a:endParaRPr>
            </a:p>
          </p:txBody>
        </p:sp>
      </p:grpSp>
      <p:sp>
        <p:nvSpPr>
          <p:cNvPr id="177" name="Rectangle 40985"/>
          <p:cNvSpPr>
            <a:spLocks noChangeArrowheads="1"/>
          </p:cNvSpPr>
          <p:nvPr userDrawn="1"/>
        </p:nvSpPr>
        <p:spPr bwMode="auto">
          <a:xfrm>
            <a:off x="0" y="6118226"/>
            <a:ext cx="12192000" cy="738717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/>
        </p:spPr>
        <p:txBody>
          <a:bodyPr wrap="none" anchor="ctr"/>
          <a:lstStyle>
            <a:lvl1pPr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sz="160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178" name="Group 40993"/>
          <p:cNvGrpSpPr>
            <a:grpSpLocks/>
          </p:cNvGrpSpPr>
          <p:nvPr userDrawn="1"/>
        </p:nvGrpSpPr>
        <p:grpSpPr bwMode="auto">
          <a:xfrm>
            <a:off x="431801" y="451910"/>
            <a:ext cx="3181351" cy="524933"/>
            <a:chOff x="0" y="236"/>
            <a:chExt cx="1934" cy="319"/>
          </a:xfrm>
        </p:grpSpPr>
        <p:sp>
          <p:nvSpPr>
            <p:cNvPr id="179" name="Rectangle 40989"/>
            <p:cNvSpPr>
              <a:spLocks noChangeArrowheads="1"/>
            </p:cNvSpPr>
            <p:nvPr/>
          </p:nvSpPr>
          <p:spPr bwMode="auto">
            <a:xfrm>
              <a:off x="0" y="236"/>
              <a:ext cx="1934" cy="31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 sz="160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0" name="Rectangle 40990"/>
            <p:cNvSpPr>
              <a:spLocks noChangeArrowheads="1"/>
            </p:cNvSpPr>
            <p:nvPr/>
          </p:nvSpPr>
          <p:spPr bwMode="auto">
            <a:xfrm>
              <a:off x="1495" y="236"/>
              <a:ext cx="439" cy="31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 sz="16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1" name="Freeform 40991"/>
            <p:cNvSpPr>
              <a:spLocks noEditPoints="1"/>
            </p:cNvSpPr>
            <p:nvPr/>
          </p:nvSpPr>
          <p:spPr bwMode="auto">
            <a:xfrm>
              <a:off x="1618" y="310"/>
              <a:ext cx="148" cy="146"/>
            </a:xfrm>
            <a:custGeom>
              <a:avLst/>
              <a:gdLst>
                <a:gd name="T0" fmla="*/ 21 w 63"/>
                <a:gd name="T1" fmla="*/ 125 h 62"/>
                <a:gd name="T2" fmla="*/ 0 w 63"/>
                <a:gd name="T3" fmla="*/ 73 h 62"/>
                <a:gd name="T4" fmla="*/ 21 w 63"/>
                <a:gd name="T5" fmla="*/ 21 h 62"/>
                <a:gd name="T6" fmla="*/ 75 w 63"/>
                <a:gd name="T7" fmla="*/ 0 h 62"/>
                <a:gd name="T8" fmla="*/ 127 w 63"/>
                <a:gd name="T9" fmla="*/ 21 h 62"/>
                <a:gd name="T10" fmla="*/ 148 w 63"/>
                <a:gd name="T11" fmla="*/ 73 h 62"/>
                <a:gd name="T12" fmla="*/ 127 w 63"/>
                <a:gd name="T13" fmla="*/ 125 h 62"/>
                <a:gd name="T14" fmla="*/ 75 w 63"/>
                <a:gd name="T15" fmla="*/ 146 h 62"/>
                <a:gd name="T16" fmla="*/ 21 w 63"/>
                <a:gd name="T17" fmla="*/ 125 h 62"/>
                <a:gd name="T18" fmla="*/ 42 w 63"/>
                <a:gd name="T19" fmla="*/ 42 h 62"/>
                <a:gd name="T20" fmla="*/ 28 w 63"/>
                <a:gd name="T21" fmla="*/ 73 h 62"/>
                <a:gd name="T22" fmla="*/ 42 w 63"/>
                <a:gd name="T23" fmla="*/ 104 h 62"/>
                <a:gd name="T24" fmla="*/ 75 w 63"/>
                <a:gd name="T25" fmla="*/ 118 h 62"/>
                <a:gd name="T26" fmla="*/ 106 w 63"/>
                <a:gd name="T27" fmla="*/ 104 h 62"/>
                <a:gd name="T28" fmla="*/ 120 w 63"/>
                <a:gd name="T29" fmla="*/ 73 h 62"/>
                <a:gd name="T30" fmla="*/ 106 w 63"/>
                <a:gd name="T31" fmla="*/ 42 h 62"/>
                <a:gd name="T32" fmla="*/ 75 w 63"/>
                <a:gd name="T33" fmla="*/ 31 h 62"/>
                <a:gd name="T34" fmla="*/ 42 w 63"/>
                <a:gd name="T35" fmla="*/ 42 h 62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63" h="62">
                  <a:moveTo>
                    <a:pt x="9" y="53"/>
                  </a:moveTo>
                  <a:cubicBezTo>
                    <a:pt x="3" y="47"/>
                    <a:pt x="0" y="40"/>
                    <a:pt x="0" y="31"/>
                  </a:cubicBezTo>
                  <a:cubicBezTo>
                    <a:pt x="0" y="23"/>
                    <a:pt x="3" y="15"/>
                    <a:pt x="9" y="9"/>
                  </a:cubicBezTo>
                  <a:cubicBezTo>
                    <a:pt x="15" y="4"/>
                    <a:pt x="23" y="0"/>
                    <a:pt x="32" y="0"/>
                  </a:cubicBezTo>
                  <a:cubicBezTo>
                    <a:pt x="40" y="0"/>
                    <a:pt x="48" y="4"/>
                    <a:pt x="54" y="9"/>
                  </a:cubicBezTo>
                  <a:cubicBezTo>
                    <a:pt x="60" y="15"/>
                    <a:pt x="63" y="23"/>
                    <a:pt x="63" y="31"/>
                  </a:cubicBezTo>
                  <a:cubicBezTo>
                    <a:pt x="63" y="40"/>
                    <a:pt x="60" y="47"/>
                    <a:pt x="54" y="53"/>
                  </a:cubicBezTo>
                  <a:cubicBezTo>
                    <a:pt x="48" y="59"/>
                    <a:pt x="40" y="62"/>
                    <a:pt x="32" y="62"/>
                  </a:cubicBezTo>
                  <a:cubicBezTo>
                    <a:pt x="23" y="62"/>
                    <a:pt x="15" y="59"/>
                    <a:pt x="9" y="53"/>
                  </a:cubicBezTo>
                  <a:close/>
                  <a:moveTo>
                    <a:pt x="18" y="18"/>
                  </a:moveTo>
                  <a:cubicBezTo>
                    <a:pt x="14" y="22"/>
                    <a:pt x="12" y="26"/>
                    <a:pt x="12" y="31"/>
                  </a:cubicBezTo>
                  <a:cubicBezTo>
                    <a:pt x="12" y="36"/>
                    <a:pt x="14" y="41"/>
                    <a:pt x="18" y="44"/>
                  </a:cubicBezTo>
                  <a:cubicBezTo>
                    <a:pt x="22" y="48"/>
                    <a:pt x="27" y="50"/>
                    <a:pt x="32" y="50"/>
                  </a:cubicBezTo>
                  <a:cubicBezTo>
                    <a:pt x="37" y="50"/>
                    <a:pt x="42" y="48"/>
                    <a:pt x="45" y="44"/>
                  </a:cubicBezTo>
                  <a:cubicBezTo>
                    <a:pt x="49" y="41"/>
                    <a:pt x="51" y="36"/>
                    <a:pt x="51" y="31"/>
                  </a:cubicBezTo>
                  <a:cubicBezTo>
                    <a:pt x="51" y="26"/>
                    <a:pt x="49" y="22"/>
                    <a:pt x="45" y="18"/>
                  </a:cubicBezTo>
                  <a:cubicBezTo>
                    <a:pt x="42" y="15"/>
                    <a:pt x="37" y="13"/>
                    <a:pt x="32" y="13"/>
                  </a:cubicBezTo>
                  <a:cubicBezTo>
                    <a:pt x="27" y="13"/>
                    <a:pt x="22" y="15"/>
                    <a:pt x="18" y="1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82" name="Freeform 40992"/>
            <p:cNvSpPr>
              <a:spLocks/>
            </p:cNvSpPr>
            <p:nvPr/>
          </p:nvSpPr>
          <p:spPr bwMode="auto">
            <a:xfrm>
              <a:off x="1722" y="411"/>
              <a:ext cx="92" cy="92"/>
            </a:xfrm>
            <a:custGeom>
              <a:avLst/>
              <a:gdLst>
                <a:gd name="T0" fmla="*/ 85 w 39"/>
                <a:gd name="T1" fmla="*/ 85 h 39"/>
                <a:gd name="T2" fmla="*/ 85 w 39"/>
                <a:gd name="T3" fmla="*/ 83 h 39"/>
                <a:gd name="T4" fmla="*/ 85 w 39"/>
                <a:gd name="T5" fmla="*/ 57 h 39"/>
                <a:gd name="T6" fmla="*/ 26 w 39"/>
                <a:gd name="T7" fmla="*/ 0 h 39"/>
                <a:gd name="T8" fmla="*/ 0 w 39"/>
                <a:gd name="T9" fmla="*/ 26 h 39"/>
                <a:gd name="T10" fmla="*/ 59 w 39"/>
                <a:gd name="T11" fmla="*/ 85 h 39"/>
                <a:gd name="T12" fmla="*/ 85 w 39"/>
                <a:gd name="T13" fmla="*/ 85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39">
                  <a:moveTo>
                    <a:pt x="36" y="36"/>
                  </a:moveTo>
                  <a:cubicBezTo>
                    <a:pt x="36" y="35"/>
                    <a:pt x="36" y="35"/>
                    <a:pt x="36" y="35"/>
                  </a:cubicBezTo>
                  <a:cubicBezTo>
                    <a:pt x="39" y="32"/>
                    <a:pt x="39" y="27"/>
                    <a:pt x="36" y="24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8" y="39"/>
                    <a:pt x="33" y="39"/>
                    <a:pt x="36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cs typeface="+mn-ea"/>
                <a:sym typeface="+mn-lt"/>
              </a:endParaRPr>
            </a:p>
          </p:txBody>
        </p:sp>
      </p:grpSp>
      <p:sp>
        <p:nvSpPr>
          <p:cNvPr id="183" name="文本占位符 188"/>
          <p:cNvSpPr>
            <a:spLocks noGrp="1"/>
          </p:cNvSpPr>
          <p:nvPr>
            <p:ph type="body" sz="quarter" idx="10" hasCustomPrompt="1"/>
          </p:nvPr>
        </p:nvSpPr>
        <p:spPr>
          <a:xfrm>
            <a:off x="431800" y="506627"/>
            <a:ext cx="2459215" cy="41549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100"/>
            </a:lvl1pPr>
          </a:lstStyle>
          <a:p>
            <a:pPr lvl="0"/>
            <a:r>
              <a:rPr lang="en-US" altLang="zh-CN" dirty="0"/>
              <a:t>YOUR LOGO</a:t>
            </a:r>
          </a:p>
        </p:txBody>
      </p:sp>
      <p:sp>
        <p:nvSpPr>
          <p:cNvPr id="184" name="文本占位符 188"/>
          <p:cNvSpPr>
            <a:spLocks noGrp="1"/>
          </p:cNvSpPr>
          <p:nvPr>
            <p:ph type="body" sz="quarter" idx="11" hasCustomPrompt="1"/>
          </p:nvPr>
        </p:nvSpPr>
        <p:spPr>
          <a:xfrm>
            <a:off x="431801" y="2278593"/>
            <a:ext cx="5818718" cy="6617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7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扁平商务</a:t>
            </a:r>
          </a:p>
        </p:txBody>
      </p:sp>
      <p:sp>
        <p:nvSpPr>
          <p:cNvPr id="185" name="文本占位符 188"/>
          <p:cNvSpPr>
            <a:spLocks noGrp="1"/>
          </p:cNvSpPr>
          <p:nvPr>
            <p:ph type="body" sz="quarter" idx="12" hasCustomPrompt="1"/>
          </p:nvPr>
        </p:nvSpPr>
        <p:spPr>
          <a:xfrm>
            <a:off x="431801" y="2849636"/>
            <a:ext cx="5818718" cy="90794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53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数据动态模板</a:t>
            </a:r>
          </a:p>
        </p:txBody>
      </p:sp>
      <p:sp>
        <p:nvSpPr>
          <p:cNvPr id="186" name="文本占位符 188"/>
          <p:cNvSpPr>
            <a:spLocks noGrp="1"/>
          </p:cNvSpPr>
          <p:nvPr>
            <p:ph type="body" sz="quarter" idx="13" hasCustomPrompt="1"/>
          </p:nvPr>
        </p:nvSpPr>
        <p:spPr>
          <a:xfrm>
            <a:off x="431801" y="3686897"/>
            <a:ext cx="5818718" cy="49244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适用于年终汇报、工作总结等</a:t>
            </a:r>
          </a:p>
        </p:txBody>
      </p:sp>
    </p:spTree>
    <p:extLst>
      <p:ext uri="{BB962C8B-B14F-4D97-AF65-F5344CB8AC3E}">
        <p14:creationId xmlns:p14="http://schemas.microsoft.com/office/powerpoint/2010/main" val="2443707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5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5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5000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8" presetClass="emp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21600000">
                                      <p:cBhvr>
                                        <p:cTn id="38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" presetID="8" presetClass="emph" presetSubtype="0" decel="50000" autoRev="1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animRot by="1500000">
                                      <p:cBhvr>
                                        <p:cTn id="40" dur="15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" presetID="23" presetClass="entr" presetSubtype="16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6" presetClass="emph" presetSubtype="0" autoRev="1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Scale>
                                      <p:cBhvr>
                                        <p:cTn id="46" dur="150" fill="hold"/>
                                        <p:tgtEl>
                                          <p:spTgt spid="2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47" presetID="23" presetClass="entr" presetSubtype="16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3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3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6" presetClass="emph" presetSubtype="0" autoRev="1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Scale>
                                      <p:cBhvr>
                                        <p:cTn id="52" dur="150" fill="hold"/>
                                        <p:tgtEl>
                                          <p:spTgt spid="140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23" presetClass="entr" presetSubtype="16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3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3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6" presetClass="emph" presetSubtype="0" autoRev="1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animScale>
                                      <p:cBhvr>
                                        <p:cTn id="58" dur="150" fill="hold"/>
                                        <p:tgtEl>
                                          <p:spTgt spid="13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23" presetClass="entr" presetSubtype="16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6" presetClass="emph" presetSubtype="0" autoRev="1" fill="hold" grpId="1" nodeType="withEffect">
                                  <p:stCondLst>
                                    <p:cond delay="1700"/>
                                  </p:stCondLst>
                                  <p:childTnLst>
                                    <p:animScale>
                                      <p:cBhvr>
                                        <p:cTn id="64" dur="150" fill="hold"/>
                                        <p:tgtEl>
                                          <p:spTgt spid="15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65" presetID="2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6" presetClass="emph" presetSubtype="0" autoRev="1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animScale>
                                      <p:cBhvr>
                                        <p:cTn id="70" dur="150" fill="hold"/>
                                        <p:tgtEl>
                                          <p:spTgt spid="16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71" presetID="2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3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3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6" presetClass="emph" presetSubtype="0" autoRev="1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Scale>
                                      <p:cBhvr>
                                        <p:cTn id="76" dur="150" fill="hold"/>
                                        <p:tgtEl>
                                          <p:spTgt spid="17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0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 L 0.00017 0.83874 " pathEditMode="relative" ptsTypes="AA">
                                      <p:cBhvr>
                                        <p:cTn id="82" dur="500" spd="-1000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3" presetID="0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 L 0.00017 0.83874 " pathEditMode="relative" ptsTypes="AA">
                                      <p:cBhvr>
                                        <p:cTn id="84" dur="500" spd="-1000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0" presetClass="path" presetSubtype="0" accel="50000" decel="5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1.94444E-6 -1.4118E-6 L -0.22691 0.692 " pathEditMode="relative" ptsTypes="AA">
                                      <p:cBhvr>
                                        <p:cTn id="88" dur="500" spd="-1000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5" grpId="1" animBg="1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5278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注页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40603" y="759873"/>
            <a:ext cx="662361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标注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2572589" y="759873"/>
            <a:ext cx="1402001" cy="34532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字体使用 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行距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背景图片出处</a:t>
            </a: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声明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4153010" y="759873"/>
            <a:ext cx="7074345" cy="42398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英文 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Century Gothic</a:t>
            </a: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中文 微软雅黑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正文 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1.3</a:t>
            </a: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cn.bing.com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本网站所提供的任何信息内容（包括但不限于 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PPT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模板、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Word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文档、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Excel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图表、图片素材等）均受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《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中华人民共和国著作权法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》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《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信息网络传播权保护条例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》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及其他适用的法律法规的保护，未经权利人书面明确授权，信息内容的任何部分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(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包括图片或图表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)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不得被全部或部分的复制、传播、销售，否则将承担法律责任。</a:t>
            </a:r>
          </a:p>
        </p:txBody>
      </p:sp>
      <p:sp>
        <p:nvSpPr>
          <p:cNvPr id="13" name="矩形 12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" charset="0"/>
                <a:cs typeface="Segoe UI Light"/>
              </a:rPr>
              <a:t>OfficePLUS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微软雅黑" charset="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573996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图片素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440603" y="759873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/>
                <a:cs typeface="Segoe UI Light"/>
              </a:rPr>
              <a:t>背景图片素材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kumimoji="1"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 charset="0"/>
                <a:cs typeface="Segoe UI Light"/>
              </a:rPr>
              <a:t>OfficePLUS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Segoe UI Light"/>
              <a:ea typeface="微软雅黑" charset="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141874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fficePL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 userDrawn="1"/>
        </p:nvSpPr>
        <p:spPr>
          <a:xfrm>
            <a:off x="4447955" y="4458724"/>
            <a:ext cx="3296095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微软雅黑" charset="0"/>
              </a:rPr>
              <a:t>点击</a:t>
            </a:r>
            <a:r>
              <a:rPr kumimoji="1" lang="en-US" altLang="zh-CN" sz="1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Logo</a:t>
            </a:r>
            <a:r>
              <a:rPr kumimoji="1" lang="zh-CN" altLang="en-US" sz="1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微软雅黑" charset="0"/>
              </a:rPr>
              <a:t>获取更多优质模板（放映模式）</a:t>
            </a:r>
          </a:p>
        </p:txBody>
      </p:sp>
      <p:pic>
        <p:nvPicPr>
          <p:cNvPr id="5" name="图片 4">
            <a:hlinkClick r:id="rId2"/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227832"/>
            <a:ext cx="3048000" cy="402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325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6851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4" r:id="rId4"/>
    <p:sldLayoutId id="2147483692" r:id="rId5"/>
    <p:sldLayoutId id="2147483688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5087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5" r:id="rId2"/>
    <p:sldLayoutId id="214748368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09" name="Line 41161"/>
          <p:cNvSpPr>
            <a:spLocks noChangeShapeType="1"/>
          </p:cNvSpPr>
          <p:nvPr/>
        </p:nvSpPr>
        <p:spPr bwMode="auto">
          <a:xfrm flipV="1">
            <a:off x="-6673851" y="5982760"/>
            <a:ext cx="18865851" cy="29633"/>
          </a:xfrm>
          <a:prstGeom prst="line">
            <a:avLst/>
          </a:prstGeom>
          <a:noFill/>
          <a:ln w="25400">
            <a:solidFill>
              <a:srgbClr val="EDE8C7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31800" y="506627"/>
            <a:ext cx="2459215" cy="415498"/>
          </a:xfrm>
        </p:spPr>
        <p:txBody>
          <a:bodyPr/>
          <a:lstStyle/>
          <a:p>
            <a:r>
              <a:rPr lang="en-US" altLang="zh-CN" b="1" dirty="0" smtClean="0">
                <a:solidFill>
                  <a:srgbClr val="0070C0"/>
                </a:solidFill>
              </a:rPr>
              <a:t>FIH</a:t>
            </a:r>
            <a:endParaRPr lang="en-US" altLang="zh-CN" b="1" dirty="0">
              <a:solidFill>
                <a:srgbClr val="0070C0"/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359231" y="2370602"/>
            <a:ext cx="4096656" cy="707886"/>
          </a:xfrm>
        </p:spPr>
        <p:txBody>
          <a:bodyPr/>
          <a:lstStyle/>
          <a:p>
            <a:r>
              <a:rPr lang="en-US" altLang="zh-CN" sz="4000" dirty="0" smtClean="0"/>
              <a:t>2020</a:t>
            </a:r>
            <a:r>
              <a:rPr lang="zh-CN" altLang="en-US" sz="4000" dirty="0" smtClean="0"/>
              <a:t>年工作總結</a:t>
            </a:r>
            <a:endParaRPr lang="zh-CN" altLang="en-US" sz="4000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>
          <a:xfrm>
            <a:off x="798033" y="3321664"/>
            <a:ext cx="2715128" cy="492443"/>
          </a:xfrm>
        </p:spPr>
        <p:txBody>
          <a:bodyPr/>
          <a:lstStyle/>
          <a:p>
            <a:r>
              <a:rPr lang="zh-CN" altLang="en-US" dirty="0" smtClean="0">
                <a:solidFill>
                  <a:schemeClr val="bg1"/>
                </a:solidFill>
              </a:rPr>
              <a:t>報告人：喻</a:t>
            </a:r>
            <a:r>
              <a:rPr lang="zh-CN" altLang="en-US" dirty="0">
                <a:solidFill>
                  <a:schemeClr val="bg1"/>
                </a:solidFill>
              </a:rPr>
              <a:t>再</a:t>
            </a:r>
            <a:r>
              <a:rPr lang="zh-CN" altLang="en-US" dirty="0" smtClean="0">
                <a:solidFill>
                  <a:schemeClr val="bg1"/>
                </a:solidFill>
              </a:rPr>
              <a:t>平</a:t>
            </a:r>
            <a:endParaRPr lang="en-US" altLang="zh-C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22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39 -0.00124 L 0.49861 -0.00093 " pathEditMode="relative" ptsTypes="AA">
                                      <p:cBhvr>
                                        <p:cTn id="6" dur="3000" fill="hold"/>
                                        <p:tgtEl>
                                          <p:spTgt spid="432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20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占位符 1"/>
          <p:cNvSpPr>
            <a:spLocks noGrp="1"/>
          </p:cNvSpPr>
          <p:nvPr>
            <p:ph type="body" sz="quarter" idx="12"/>
          </p:nvPr>
        </p:nvSpPr>
        <p:spPr>
          <a:xfrm>
            <a:off x="227739" y="656909"/>
            <a:ext cx="4037256" cy="415498"/>
          </a:xfrm>
        </p:spPr>
        <p:txBody>
          <a:bodyPr/>
          <a:lstStyle/>
          <a:p>
            <a:r>
              <a:rPr lang="zh-CN" altLang="en-US" dirty="0" smtClean="0"/>
              <a:t>報告內容</a:t>
            </a:r>
            <a:endParaRPr lang="zh-CN" altLang="en-US" dirty="0"/>
          </a:p>
        </p:txBody>
      </p:sp>
      <p:grpSp>
        <p:nvGrpSpPr>
          <p:cNvPr id="2" name="群組 1"/>
          <p:cNvGrpSpPr/>
          <p:nvPr/>
        </p:nvGrpSpPr>
        <p:grpSpPr>
          <a:xfrm>
            <a:off x="1274292" y="2186794"/>
            <a:ext cx="9269443" cy="1679476"/>
            <a:chOff x="1274292" y="2186795"/>
            <a:chExt cx="9269443" cy="1679476"/>
          </a:xfrm>
        </p:grpSpPr>
        <p:sp>
          <p:nvSpPr>
            <p:cNvPr id="17" name="Freeform 52"/>
            <p:cNvSpPr>
              <a:spLocks/>
            </p:cNvSpPr>
            <p:nvPr/>
          </p:nvSpPr>
          <p:spPr bwMode="auto">
            <a:xfrm>
              <a:off x="1274292" y="2186796"/>
              <a:ext cx="1733190" cy="1679475"/>
            </a:xfrm>
            <a:custGeom>
              <a:avLst/>
              <a:gdLst>
                <a:gd name="T0" fmla="*/ 1665296 w 1321"/>
                <a:gd name="T1" fmla="*/ 360919 h 1321"/>
                <a:gd name="T2" fmla="*/ 1665296 w 1321"/>
                <a:gd name="T3" fmla="*/ 1667906 h 1321"/>
                <a:gd name="T4" fmla="*/ 360354 w 1321"/>
                <a:gd name="T5" fmla="*/ 1667906 h 1321"/>
                <a:gd name="T6" fmla="*/ 360354 w 1321"/>
                <a:gd name="T7" fmla="*/ 360919 h 1321"/>
                <a:gd name="T8" fmla="*/ 1665296 w 1321"/>
                <a:gd name="T9" fmla="*/ 360919 h 13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1" h="1321">
                  <a:moveTo>
                    <a:pt x="1086" y="235"/>
                  </a:moveTo>
                  <a:cubicBezTo>
                    <a:pt x="1321" y="470"/>
                    <a:pt x="1321" y="851"/>
                    <a:pt x="1086" y="1086"/>
                  </a:cubicBezTo>
                  <a:cubicBezTo>
                    <a:pt x="851" y="1321"/>
                    <a:pt x="470" y="1321"/>
                    <a:pt x="235" y="1086"/>
                  </a:cubicBezTo>
                  <a:cubicBezTo>
                    <a:pt x="0" y="851"/>
                    <a:pt x="0" y="470"/>
                    <a:pt x="235" y="235"/>
                  </a:cubicBezTo>
                  <a:cubicBezTo>
                    <a:pt x="470" y="0"/>
                    <a:pt x="851" y="0"/>
                    <a:pt x="1086" y="235"/>
                  </a:cubicBezTo>
                  <a:close/>
                </a:path>
              </a:pathLst>
            </a:custGeom>
            <a:solidFill>
              <a:schemeClr val="accent1"/>
            </a:solidFill>
            <a:ln w="30226" cap="flat">
              <a:solidFill>
                <a:srgbClr val="F9F9F6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9" name="Freeform 52"/>
            <p:cNvSpPr>
              <a:spLocks/>
            </p:cNvSpPr>
            <p:nvPr/>
          </p:nvSpPr>
          <p:spPr bwMode="auto">
            <a:xfrm>
              <a:off x="3862634" y="2186796"/>
              <a:ext cx="1733190" cy="1679475"/>
            </a:xfrm>
            <a:custGeom>
              <a:avLst/>
              <a:gdLst>
                <a:gd name="T0" fmla="*/ 1665296 w 1321"/>
                <a:gd name="T1" fmla="*/ 360919 h 1321"/>
                <a:gd name="T2" fmla="*/ 1665296 w 1321"/>
                <a:gd name="T3" fmla="*/ 1667906 h 1321"/>
                <a:gd name="T4" fmla="*/ 360354 w 1321"/>
                <a:gd name="T5" fmla="*/ 1667906 h 1321"/>
                <a:gd name="T6" fmla="*/ 360354 w 1321"/>
                <a:gd name="T7" fmla="*/ 360919 h 1321"/>
                <a:gd name="T8" fmla="*/ 1665296 w 1321"/>
                <a:gd name="T9" fmla="*/ 360919 h 13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1" h="1321">
                  <a:moveTo>
                    <a:pt x="1086" y="235"/>
                  </a:moveTo>
                  <a:cubicBezTo>
                    <a:pt x="1321" y="470"/>
                    <a:pt x="1321" y="851"/>
                    <a:pt x="1086" y="1086"/>
                  </a:cubicBezTo>
                  <a:cubicBezTo>
                    <a:pt x="851" y="1321"/>
                    <a:pt x="470" y="1321"/>
                    <a:pt x="235" y="1086"/>
                  </a:cubicBezTo>
                  <a:cubicBezTo>
                    <a:pt x="0" y="851"/>
                    <a:pt x="0" y="470"/>
                    <a:pt x="235" y="235"/>
                  </a:cubicBezTo>
                  <a:cubicBezTo>
                    <a:pt x="470" y="0"/>
                    <a:pt x="851" y="0"/>
                    <a:pt x="1086" y="235"/>
                  </a:cubicBezTo>
                  <a:close/>
                </a:path>
              </a:pathLst>
            </a:custGeom>
            <a:solidFill>
              <a:schemeClr val="accent1"/>
            </a:solidFill>
            <a:ln w="30226" cap="flat">
              <a:solidFill>
                <a:srgbClr val="F9F9F6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0" name="Freeform 52"/>
            <p:cNvSpPr>
              <a:spLocks/>
            </p:cNvSpPr>
            <p:nvPr/>
          </p:nvSpPr>
          <p:spPr bwMode="auto">
            <a:xfrm>
              <a:off x="6222203" y="2186795"/>
              <a:ext cx="1733190" cy="1679475"/>
            </a:xfrm>
            <a:custGeom>
              <a:avLst/>
              <a:gdLst>
                <a:gd name="T0" fmla="*/ 1665296 w 1321"/>
                <a:gd name="T1" fmla="*/ 360919 h 1321"/>
                <a:gd name="T2" fmla="*/ 1665296 w 1321"/>
                <a:gd name="T3" fmla="*/ 1667906 h 1321"/>
                <a:gd name="T4" fmla="*/ 360354 w 1321"/>
                <a:gd name="T5" fmla="*/ 1667906 h 1321"/>
                <a:gd name="T6" fmla="*/ 360354 w 1321"/>
                <a:gd name="T7" fmla="*/ 360919 h 1321"/>
                <a:gd name="T8" fmla="*/ 1665296 w 1321"/>
                <a:gd name="T9" fmla="*/ 360919 h 13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1" h="1321">
                  <a:moveTo>
                    <a:pt x="1086" y="235"/>
                  </a:moveTo>
                  <a:cubicBezTo>
                    <a:pt x="1321" y="470"/>
                    <a:pt x="1321" y="851"/>
                    <a:pt x="1086" y="1086"/>
                  </a:cubicBezTo>
                  <a:cubicBezTo>
                    <a:pt x="851" y="1321"/>
                    <a:pt x="470" y="1321"/>
                    <a:pt x="235" y="1086"/>
                  </a:cubicBezTo>
                  <a:cubicBezTo>
                    <a:pt x="0" y="851"/>
                    <a:pt x="0" y="470"/>
                    <a:pt x="235" y="235"/>
                  </a:cubicBezTo>
                  <a:cubicBezTo>
                    <a:pt x="470" y="0"/>
                    <a:pt x="851" y="0"/>
                    <a:pt x="1086" y="235"/>
                  </a:cubicBezTo>
                  <a:close/>
                </a:path>
              </a:pathLst>
            </a:custGeom>
            <a:solidFill>
              <a:schemeClr val="accent1"/>
            </a:solidFill>
            <a:ln w="30226" cap="flat">
              <a:solidFill>
                <a:srgbClr val="F9F9F6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1" name="Freeform 52"/>
            <p:cNvSpPr>
              <a:spLocks/>
            </p:cNvSpPr>
            <p:nvPr/>
          </p:nvSpPr>
          <p:spPr bwMode="auto">
            <a:xfrm>
              <a:off x="8810545" y="2186796"/>
              <a:ext cx="1733190" cy="1679475"/>
            </a:xfrm>
            <a:custGeom>
              <a:avLst/>
              <a:gdLst>
                <a:gd name="T0" fmla="*/ 1665296 w 1321"/>
                <a:gd name="T1" fmla="*/ 360919 h 1321"/>
                <a:gd name="T2" fmla="*/ 1665296 w 1321"/>
                <a:gd name="T3" fmla="*/ 1667906 h 1321"/>
                <a:gd name="T4" fmla="*/ 360354 w 1321"/>
                <a:gd name="T5" fmla="*/ 1667906 h 1321"/>
                <a:gd name="T6" fmla="*/ 360354 w 1321"/>
                <a:gd name="T7" fmla="*/ 360919 h 1321"/>
                <a:gd name="T8" fmla="*/ 1665296 w 1321"/>
                <a:gd name="T9" fmla="*/ 360919 h 13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1" h="1321">
                  <a:moveTo>
                    <a:pt x="1086" y="235"/>
                  </a:moveTo>
                  <a:cubicBezTo>
                    <a:pt x="1321" y="470"/>
                    <a:pt x="1321" y="851"/>
                    <a:pt x="1086" y="1086"/>
                  </a:cubicBezTo>
                  <a:cubicBezTo>
                    <a:pt x="851" y="1321"/>
                    <a:pt x="470" y="1321"/>
                    <a:pt x="235" y="1086"/>
                  </a:cubicBezTo>
                  <a:cubicBezTo>
                    <a:pt x="0" y="851"/>
                    <a:pt x="0" y="470"/>
                    <a:pt x="235" y="235"/>
                  </a:cubicBezTo>
                  <a:cubicBezTo>
                    <a:pt x="470" y="0"/>
                    <a:pt x="851" y="0"/>
                    <a:pt x="1086" y="235"/>
                  </a:cubicBezTo>
                  <a:close/>
                </a:path>
              </a:pathLst>
            </a:custGeom>
            <a:solidFill>
              <a:schemeClr val="accent1"/>
            </a:solidFill>
            <a:ln w="30226" cap="flat">
              <a:solidFill>
                <a:srgbClr val="F9F9F6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24" name="文本占位符 2"/>
          <p:cNvSpPr txBox="1">
            <a:spLocks/>
          </p:cNvSpPr>
          <p:nvPr/>
        </p:nvSpPr>
        <p:spPr>
          <a:xfrm>
            <a:off x="1707970" y="2410944"/>
            <a:ext cx="918864" cy="117158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9600" dirty="0" smtClean="0">
                <a:solidFill>
                  <a:schemeClr val="bg1"/>
                </a:solidFill>
              </a:rPr>
              <a:t>1</a:t>
            </a:r>
            <a:endParaRPr lang="zh-CN" altLang="en-US" sz="9600" dirty="0">
              <a:solidFill>
                <a:schemeClr val="bg1"/>
              </a:solidFill>
            </a:endParaRPr>
          </a:p>
        </p:txBody>
      </p:sp>
      <p:sp>
        <p:nvSpPr>
          <p:cNvPr id="25" name="文本占位符 2"/>
          <p:cNvSpPr txBox="1">
            <a:spLocks/>
          </p:cNvSpPr>
          <p:nvPr/>
        </p:nvSpPr>
        <p:spPr>
          <a:xfrm>
            <a:off x="4285585" y="2371763"/>
            <a:ext cx="918864" cy="117158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9600" dirty="0">
                <a:solidFill>
                  <a:schemeClr val="bg1"/>
                </a:solidFill>
              </a:rPr>
              <a:t>2</a:t>
            </a:r>
            <a:endParaRPr lang="zh-CN" altLang="en-US" sz="9600" dirty="0">
              <a:solidFill>
                <a:schemeClr val="bg1"/>
              </a:solidFill>
            </a:endParaRPr>
          </a:p>
        </p:txBody>
      </p:sp>
      <p:sp>
        <p:nvSpPr>
          <p:cNvPr id="26" name="文本占位符 2"/>
          <p:cNvSpPr txBox="1">
            <a:spLocks/>
          </p:cNvSpPr>
          <p:nvPr/>
        </p:nvSpPr>
        <p:spPr>
          <a:xfrm>
            <a:off x="6671570" y="2369056"/>
            <a:ext cx="918864" cy="117158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9600" dirty="0">
                <a:solidFill>
                  <a:schemeClr val="bg1"/>
                </a:solidFill>
              </a:rPr>
              <a:t>3</a:t>
            </a:r>
            <a:endParaRPr lang="zh-CN" altLang="en-US" sz="9600" dirty="0">
              <a:solidFill>
                <a:schemeClr val="bg1"/>
              </a:solidFill>
            </a:endParaRPr>
          </a:p>
        </p:txBody>
      </p:sp>
      <p:sp>
        <p:nvSpPr>
          <p:cNvPr id="27" name="文本占位符 2"/>
          <p:cNvSpPr txBox="1">
            <a:spLocks/>
          </p:cNvSpPr>
          <p:nvPr/>
        </p:nvSpPr>
        <p:spPr>
          <a:xfrm>
            <a:off x="9175504" y="2342265"/>
            <a:ext cx="918864" cy="117158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9600" dirty="0">
                <a:solidFill>
                  <a:schemeClr val="bg1"/>
                </a:solidFill>
              </a:rPr>
              <a:t>4</a:t>
            </a:r>
            <a:endParaRPr lang="zh-CN" altLang="en-US" sz="9600" dirty="0">
              <a:solidFill>
                <a:schemeClr val="bg1"/>
              </a:solidFill>
            </a:endParaRPr>
          </a:p>
        </p:txBody>
      </p:sp>
      <p:grpSp>
        <p:nvGrpSpPr>
          <p:cNvPr id="3" name="群組 2"/>
          <p:cNvGrpSpPr/>
          <p:nvPr/>
        </p:nvGrpSpPr>
        <p:grpSpPr>
          <a:xfrm>
            <a:off x="8731858" y="4055348"/>
            <a:ext cx="2115652" cy="834834"/>
            <a:chOff x="3825195" y="4090180"/>
            <a:chExt cx="2115652" cy="834834"/>
          </a:xfrm>
        </p:grpSpPr>
        <p:sp>
          <p:nvSpPr>
            <p:cNvPr id="30" name="文本占位符 8"/>
            <p:cNvSpPr txBox="1">
              <a:spLocks/>
            </p:cNvSpPr>
            <p:nvPr/>
          </p:nvSpPr>
          <p:spPr>
            <a:xfrm>
              <a:off x="3825195" y="4090180"/>
              <a:ext cx="2115652" cy="341632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kumimoji="1" lang="en-US" altLang="zh-CN" kern="0" dirty="0" smtClean="0">
                  <a:solidFill>
                    <a:srgbClr val="FFC000"/>
                  </a:solidFill>
                  <a:cs typeface="+mn-ea"/>
                  <a:sym typeface="+mn-lt"/>
                </a:rPr>
                <a:t>PART</a:t>
              </a:r>
              <a:r>
                <a:rPr kumimoji="1" lang="zh-CN" altLang="en-US" kern="0" dirty="0" smtClean="0">
                  <a:solidFill>
                    <a:srgbClr val="FFC000"/>
                  </a:solidFill>
                  <a:cs typeface="+mn-ea"/>
                  <a:sym typeface="+mn-lt"/>
                </a:rPr>
                <a:t> </a:t>
              </a:r>
              <a:r>
                <a:rPr kumimoji="1" lang="en-US" altLang="zh-CN" kern="0" dirty="0" smtClean="0">
                  <a:solidFill>
                    <a:srgbClr val="FFC000"/>
                  </a:solidFill>
                  <a:cs typeface="+mn-ea"/>
                  <a:sym typeface="+mn-lt"/>
                </a:rPr>
                <a:t>FOUR</a:t>
              </a:r>
              <a:endParaRPr kumimoji="1" lang="zh-CN" altLang="en-US" kern="0" dirty="0">
                <a:solidFill>
                  <a:srgbClr val="FFC000"/>
                </a:solidFill>
                <a:cs typeface="+mn-ea"/>
                <a:sym typeface="+mn-lt"/>
              </a:endParaRPr>
            </a:p>
          </p:txBody>
        </p:sp>
        <p:sp>
          <p:nvSpPr>
            <p:cNvPr id="31" name="文本占位符 9"/>
            <p:cNvSpPr txBox="1">
              <a:spLocks/>
            </p:cNvSpPr>
            <p:nvPr/>
          </p:nvSpPr>
          <p:spPr>
            <a:xfrm>
              <a:off x="4011775" y="4583382"/>
              <a:ext cx="1759677" cy="341632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kumimoji="1" lang="zh-CN" altLang="en-US" kern="0" dirty="0">
                  <a:cs typeface="+mn-ea"/>
                  <a:sym typeface="+mn-lt"/>
                </a:rPr>
                <a:t>未來</a:t>
              </a:r>
              <a:r>
                <a:rPr kumimoji="1" lang="zh-CN" altLang="en-US" kern="0" dirty="0" smtClean="0">
                  <a:cs typeface="+mn-ea"/>
                  <a:sym typeface="+mn-lt"/>
                </a:rPr>
                <a:t>計劃</a:t>
              </a:r>
              <a:endParaRPr kumimoji="1" lang="zh-CN" altLang="en-US" kern="0" dirty="0">
                <a:cs typeface="+mn-ea"/>
                <a:sym typeface="+mn-lt"/>
              </a:endParaRPr>
            </a:p>
          </p:txBody>
        </p:sp>
      </p:grpSp>
      <p:grpSp>
        <p:nvGrpSpPr>
          <p:cNvPr id="36" name="群組 35"/>
          <p:cNvGrpSpPr/>
          <p:nvPr/>
        </p:nvGrpSpPr>
        <p:grpSpPr>
          <a:xfrm>
            <a:off x="1220337" y="4087833"/>
            <a:ext cx="2115652" cy="834834"/>
            <a:chOff x="3853331" y="4090180"/>
            <a:chExt cx="2115652" cy="834834"/>
          </a:xfrm>
        </p:grpSpPr>
        <p:sp>
          <p:nvSpPr>
            <p:cNvPr id="37" name="文本占位符 8"/>
            <p:cNvSpPr txBox="1">
              <a:spLocks/>
            </p:cNvSpPr>
            <p:nvPr/>
          </p:nvSpPr>
          <p:spPr>
            <a:xfrm>
              <a:off x="3853331" y="4090180"/>
              <a:ext cx="2115652" cy="341632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kumimoji="1" lang="en-US" altLang="zh-CN" kern="0" dirty="0" smtClean="0">
                  <a:solidFill>
                    <a:srgbClr val="FFC000"/>
                  </a:solidFill>
                  <a:cs typeface="+mn-ea"/>
                  <a:sym typeface="+mn-lt"/>
                </a:rPr>
                <a:t>PART</a:t>
              </a:r>
              <a:r>
                <a:rPr kumimoji="1" lang="zh-CN" altLang="en-US" kern="0" dirty="0" smtClean="0">
                  <a:solidFill>
                    <a:srgbClr val="FFC000"/>
                  </a:solidFill>
                  <a:cs typeface="+mn-ea"/>
                  <a:sym typeface="+mn-lt"/>
                </a:rPr>
                <a:t> </a:t>
              </a:r>
              <a:r>
                <a:rPr kumimoji="1" lang="en-US" altLang="zh-CN" kern="0" dirty="0" smtClean="0">
                  <a:solidFill>
                    <a:srgbClr val="FFC000"/>
                  </a:solidFill>
                  <a:cs typeface="+mn-ea"/>
                  <a:sym typeface="+mn-lt"/>
                </a:rPr>
                <a:t>ONE</a:t>
              </a:r>
              <a:endParaRPr kumimoji="1" lang="zh-CN" altLang="en-US" kern="0" dirty="0">
                <a:solidFill>
                  <a:srgbClr val="FFC000"/>
                </a:solidFill>
                <a:cs typeface="+mn-ea"/>
                <a:sym typeface="+mn-lt"/>
              </a:endParaRPr>
            </a:p>
          </p:txBody>
        </p:sp>
        <p:sp>
          <p:nvSpPr>
            <p:cNvPr id="38" name="文本占位符 9"/>
            <p:cNvSpPr txBox="1">
              <a:spLocks/>
            </p:cNvSpPr>
            <p:nvPr/>
          </p:nvSpPr>
          <p:spPr>
            <a:xfrm>
              <a:off x="4011775" y="4583382"/>
              <a:ext cx="1759677" cy="341632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kumimoji="1" lang="zh-CN" altLang="en-US" kern="0" dirty="0" smtClean="0">
                  <a:cs typeface="+mn-ea"/>
                  <a:sym typeface="+mn-lt"/>
                </a:rPr>
                <a:t>工作概況</a:t>
              </a:r>
              <a:endParaRPr kumimoji="1" lang="zh-CN" altLang="en-US" kern="0" dirty="0">
                <a:cs typeface="+mn-ea"/>
                <a:sym typeface="+mn-lt"/>
              </a:endParaRPr>
            </a:p>
          </p:txBody>
        </p:sp>
      </p:grpSp>
      <p:grpSp>
        <p:nvGrpSpPr>
          <p:cNvPr id="41" name="群組 40"/>
          <p:cNvGrpSpPr/>
          <p:nvPr/>
        </p:nvGrpSpPr>
        <p:grpSpPr>
          <a:xfrm>
            <a:off x="3794711" y="4073764"/>
            <a:ext cx="2115652" cy="848902"/>
            <a:chOff x="3853331" y="4090180"/>
            <a:chExt cx="2115652" cy="848902"/>
          </a:xfrm>
        </p:grpSpPr>
        <p:sp>
          <p:nvSpPr>
            <p:cNvPr id="42" name="文本占位符 8"/>
            <p:cNvSpPr txBox="1">
              <a:spLocks/>
            </p:cNvSpPr>
            <p:nvPr/>
          </p:nvSpPr>
          <p:spPr>
            <a:xfrm>
              <a:off x="3853331" y="4090180"/>
              <a:ext cx="2115652" cy="341632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kumimoji="1" lang="en-US" altLang="zh-CN" kern="0" dirty="0" smtClean="0">
                  <a:solidFill>
                    <a:srgbClr val="FFC000"/>
                  </a:solidFill>
                  <a:cs typeface="+mn-ea"/>
                  <a:sym typeface="+mn-lt"/>
                </a:rPr>
                <a:t>PART</a:t>
              </a:r>
              <a:r>
                <a:rPr kumimoji="1" lang="zh-CN" altLang="en-US" kern="0" dirty="0" smtClean="0">
                  <a:solidFill>
                    <a:srgbClr val="FFC000"/>
                  </a:solidFill>
                  <a:cs typeface="+mn-ea"/>
                  <a:sym typeface="+mn-lt"/>
                </a:rPr>
                <a:t> </a:t>
              </a:r>
              <a:r>
                <a:rPr kumimoji="1" lang="en-US" altLang="zh-CN" kern="0" dirty="0" smtClean="0">
                  <a:solidFill>
                    <a:srgbClr val="FFC000"/>
                  </a:solidFill>
                  <a:cs typeface="+mn-ea"/>
                  <a:sym typeface="+mn-lt"/>
                </a:rPr>
                <a:t>TWO</a:t>
              </a:r>
              <a:endParaRPr kumimoji="1" lang="zh-CN" altLang="en-US" kern="0" dirty="0">
                <a:solidFill>
                  <a:srgbClr val="FFC000"/>
                </a:solidFill>
                <a:cs typeface="+mn-ea"/>
                <a:sym typeface="+mn-lt"/>
              </a:endParaRPr>
            </a:p>
          </p:txBody>
        </p:sp>
        <p:sp>
          <p:nvSpPr>
            <p:cNvPr id="43" name="文本占位符 9"/>
            <p:cNvSpPr txBox="1">
              <a:spLocks/>
            </p:cNvSpPr>
            <p:nvPr/>
          </p:nvSpPr>
          <p:spPr>
            <a:xfrm>
              <a:off x="4011775" y="4597450"/>
              <a:ext cx="1759677" cy="341632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kumimoji="1" lang="zh-CN" altLang="en-US" kern="0" dirty="0" smtClean="0">
                  <a:cs typeface="+mn-ea"/>
                  <a:sym typeface="+mn-lt"/>
                </a:rPr>
                <a:t>工作明細</a:t>
              </a:r>
              <a:endParaRPr kumimoji="1" lang="zh-CN" altLang="en-US" kern="0" dirty="0">
                <a:cs typeface="+mn-ea"/>
                <a:sym typeface="+mn-lt"/>
              </a:endParaRPr>
            </a:p>
          </p:txBody>
        </p:sp>
      </p:grpSp>
      <p:grpSp>
        <p:nvGrpSpPr>
          <p:cNvPr id="44" name="群組 43"/>
          <p:cNvGrpSpPr/>
          <p:nvPr/>
        </p:nvGrpSpPr>
        <p:grpSpPr>
          <a:xfrm>
            <a:off x="6121383" y="4073764"/>
            <a:ext cx="2115652" cy="848902"/>
            <a:chOff x="3768923" y="4090180"/>
            <a:chExt cx="2115652" cy="848902"/>
          </a:xfrm>
        </p:grpSpPr>
        <p:sp>
          <p:nvSpPr>
            <p:cNvPr id="45" name="文本占位符 8"/>
            <p:cNvSpPr txBox="1">
              <a:spLocks/>
            </p:cNvSpPr>
            <p:nvPr/>
          </p:nvSpPr>
          <p:spPr>
            <a:xfrm>
              <a:off x="3768923" y="4090180"/>
              <a:ext cx="2115652" cy="341632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kumimoji="1" lang="en-US" altLang="zh-CN" kern="0" dirty="0" smtClean="0">
                  <a:solidFill>
                    <a:srgbClr val="FFC000"/>
                  </a:solidFill>
                  <a:cs typeface="+mn-ea"/>
                  <a:sym typeface="+mn-lt"/>
                </a:rPr>
                <a:t>PART</a:t>
              </a:r>
              <a:r>
                <a:rPr kumimoji="1" lang="zh-CN" altLang="en-US" kern="0" dirty="0" smtClean="0">
                  <a:solidFill>
                    <a:srgbClr val="FFC000"/>
                  </a:solidFill>
                  <a:cs typeface="+mn-ea"/>
                  <a:sym typeface="+mn-lt"/>
                </a:rPr>
                <a:t> </a:t>
              </a:r>
              <a:r>
                <a:rPr kumimoji="1" lang="en-US" altLang="zh-CN" kern="0" dirty="0" smtClean="0">
                  <a:solidFill>
                    <a:srgbClr val="FFC000"/>
                  </a:solidFill>
                  <a:cs typeface="+mn-ea"/>
                  <a:sym typeface="+mn-lt"/>
                </a:rPr>
                <a:t>THREE</a:t>
              </a:r>
              <a:endParaRPr kumimoji="1" lang="zh-CN" altLang="en-US" kern="0" dirty="0">
                <a:solidFill>
                  <a:srgbClr val="FFC000"/>
                </a:solidFill>
                <a:cs typeface="+mn-ea"/>
                <a:sym typeface="+mn-lt"/>
              </a:endParaRPr>
            </a:p>
          </p:txBody>
        </p:sp>
        <p:sp>
          <p:nvSpPr>
            <p:cNvPr id="46" name="文本占位符 9"/>
            <p:cNvSpPr txBox="1">
              <a:spLocks/>
            </p:cNvSpPr>
            <p:nvPr/>
          </p:nvSpPr>
          <p:spPr>
            <a:xfrm>
              <a:off x="4011775" y="4597450"/>
              <a:ext cx="1759677" cy="341632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kumimoji="1" lang="zh-CN" altLang="en-US" kern="0" dirty="0" smtClean="0">
                  <a:cs typeface="+mn-ea"/>
                  <a:sym typeface="+mn-lt"/>
                </a:rPr>
                <a:t>經驗教訓</a:t>
              </a:r>
              <a:endParaRPr kumimoji="1" lang="zh-CN" altLang="en-US" kern="0" dirty="0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22360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65" name="Line 333"/>
          <p:cNvSpPr>
            <a:spLocks noChangeShapeType="1"/>
          </p:cNvSpPr>
          <p:nvPr/>
        </p:nvSpPr>
        <p:spPr bwMode="auto">
          <a:xfrm flipV="1">
            <a:off x="-6673851" y="2287060"/>
            <a:ext cx="18865851" cy="29633"/>
          </a:xfrm>
          <a:prstGeom prst="line">
            <a:avLst/>
          </a:prstGeom>
          <a:noFill/>
          <a:ln w="25400">
            <a:solidFill>
              <a:srgbClr val="EDE8C7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4366" name="Line 334"/>
          <p:cNvSpPr>
            <a:spLocks noChangeShapeType="1"/>
          </p:cNvSpPr>
          <p:nvPr/>
        </p:nvSpPr>
        <p:spPr bwMode="auto">
          <a:xfrm>
            <a:off x="0" y="-4345944"/>
            <a:ext cx="19729451" cy="0"/>
          </a:xfrm>
          <a:prstGeom prst="line">
            <a:avLst/>
          </a:prstGeom>
          <a:noFill/>
          <a:ln w="25400">
            <a:solidFill>
              <a:srgbClr val="EDE8C7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7886700" y="3440413"/>
            <a:ext cx="2855381" cy="461665"/>
          </a:xfrm>
        </p:spPr>
        <p:txBody>
          <a:bodyPr/>
          <a:lstStyle/>
          <a:p>
            <a:r>
              <a:rPr lang="zh-CN" altLang="en-US" dirty="0" smtClean="0"/>
              <a:t>工作概況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39394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39 -0.00124 L 0.49861 -0.00093 " pathEditMode="relative" ptsTypes="AA">
                                      <p:cBhvr>
                                        <p:cTn id="6" dur="3000" fill="hold"/>
                                        <p:tgtEl>
                                          <p:spTgt spid="443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08 -0.00247 L -0.50208 -0.00216 " pathEditMode="relative" ptsTypes="AA">
                                      <p:cBhvr>
                                        <p:cTn id="8" dur="3000" fill="hold"/>
                                        <p:tgtEl>
                                          <p:spTgt spid="443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365" grpId="0" animBg="1"/>
      <p:bldP spid="4436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9" name="Rectangle 59"/>
          <p:cNvSpPr>
            <a:spLocks noChangeArrowheads="1"/>
          </p:cNvSpPr>
          <p:nvPr/>
        </p:nvSpPr>
        <p:spPr bwMode="auto">
          <a:xfrm>
            <a:off x="3153833" y="1821781"/>
            <a:ext cx="4653736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u="sng" kern="0" noProof="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國內廠區</a:t>
            </a:r>
            <a:endParaRPr kumimoji="0" lang="zh-CN" altLang="en-US" sz="1600" b="1" i="0" u="sng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lvl="0" defTabSz="914400" eaLnBrk="1" hangingPunct="1">
              <a:lnSpc>
                <a:spcPct val="120000"/>
              </a:lnSpc>
              <a:defRPr/>
            </a:pPr>
            <a:r>
              <a:rPr lang="en-US" altLang="zh-CN" sz="1600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SRM</a:t>
            </a:r>
            <a:r>
              <a:rPr lang="zh-CN" altLang="en-US" sz="1600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（</a:t>
            </a:r>
            <a:r>
              <a:rPr lang="en-US" altLang="zh-CN" sz="1600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LF LV, LH IDM&amp;EMS2</a:t>
            </a:r>
            <a:r>
              <a:rPr lang="zh-CN" altLang="en-US" sz="1600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），</a:t>
            </a:r>
            <a:r>
              <a:rPr lang="zh-CN" altLang="en-US" sz="1600" kern="0" dirty="0" smtClean="0">
                <a:solidFill>
                  <a:schemeClr val="tx1"/>
                </a:solidFill>
                <a:cs typeface="+mn-ea"/>
                <a:sym typeface="+mn-lt"/>
              </a:rPr>
              <a:t>員寶</a:t>
            </a:r>
            <a:r>
              <a:rPr lang="en-US" altLang="zh-CN" sz="1600" kern="0" dirty="0" smtClean="0">
                <a:solidFill>
                  <a:schemeClr val="tx1"/>
                </a:solidFill>
                <a:cs typeface="+mn-ea"/>
                <a:sym typeface="+mn-lt"/>
              </a:rPr>
              <a:t>/</a:t>
            </a:r>
            <a:r>
              <a:rPr lang="zh-CN" altLang="en-US" sz="1600" kern="0" dirty="0" smtClean="0">
                <a:solidFill>
                  <a:schemeClr val="tx1"/>
                </a:solidFill>
                <a:cs typeface="+mn-ea"/>
                <a:sym typeface="+mn-lt"/>
              </a:rPr>
              <a:t>企業微信</a:t>
            </a:r>
            <a:r>
              <a:rPr lang="en-US" altLang="zh-CN" sz="1600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/>
            </a:r>
            <a:br>
              <a:rPr lang="en-US" altLang="zh-CN" sz="1600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</a:br>
            <a:r>
              <a:rPr lang="zh-CN" altLang="en-US" sz="1600" kern="0" dirty="0">
                <a:solidFill>
                  <a:schemeClr val="tx1"/>
                </a:solidFill>
                <a:cs typeface="+mn-ea"/>
                <a:sym typeface="+mn-lt"/>
              </a:rPr>
              <a:t>貨品出廠管制系統</a:t>
            </a:r>
            <a:r>
              <a:rPr lang="zh-CN" altLang="en-US" sz="1600" kern="0" dirty="0" smtClean="0">
                <a:solidFill>
                  <a:schemeClr val="tx1"/>
                </a:solidFill>
                <a:cs typeface="+mn-ea"/>
                <a:sym typeface="+mn-lt"/>
              </a:rPr>
              <a:t>（</a:t>
            </a:r>
            <a:r>
              <a:rPr lang="en-US" altLang="zh-CN" sz="1600" kern="0" dirty="0" smtClean="0">
                <a:solidFill>
                  <a:schemeClr val="tx1"/>
                </a:solidFill>
                <a:cs typeface="+mn-ea"/>
                <a:sym typeface="+mn-lt"/>
              </a:rPr>
              <a:t>LF,  LH, GY, BJ</a:t>
            </a:r>
            <a:r>
              <a:rPr lang="zh-CN" altLang="en-US" sz="1600" kern="0" dirty="0" smtClean="0">
                <a:solidFill>
                  <a:schemeClr val="tx1"/>
                </a:solidFill>
                <a:cs typeface="+mn-ea"/>
                <a:sym typeface="+mn-lt"/>
              </a:rPr>
              <a:t>）  薪資單</a:t>
            </a:r>
            <a:r>
              <a:rPr lang="en-US" altLang="zh-CN" sz="1600" kern="0" dirty="0" smtClean="0">
                <a:solidFill>
                  <a:schemeClr val="tx1"/>
                </a:solidFill>
                <a:cs typeface="+mn-ea"/>
                <a:sym typeface="+mn-lt"/>
              </a:rPr>
              <a:t/>
            </a:r>
            <a:br>
              <a:rPr lang="en-US" altLang="zh-CN" sz="1600" kern="0" dirty="0" smtClean="0">
                <a:solidFill>
                  <a:schemeClr val="tx1"/>
                </a:solidFill>
                <a:cs typeface="+mn-ea"/>
                <a:sym typeface="+mn-lt"/>
              </a:rPr>
            </a:br>
            <a:r>
              <a:rPr lang="zh-CN" altLang="en-US" sz="1600" kern="0" dirty="0" smtClean="0">
                <a:solidFill>
                  <a:schemeClr val="tx1"/>
                </a:solidFill>
                <a:cs typeface="+mn-ea"/>
                <a:sym typeface="+mn-lt"/>
              </a:rPr>
              <a:t>工單損耗系統，  供應商責任求償系統，</a:t>
            </a:r>
            <a:r>
              <a:rPr lang="en-US" altLang="zh-CN" sz="1600" kern="0" dirty="0" smtClean="0">
                <a:solidFill>
                  <a:schemeClr val="tx1"/>
                </a:solidFill>
                <a:cs typeface="+mn-ea"/>
                <a:sym typeface="+mn-lt"/>
              </a:rPr>
              <a:t>SAP</a:t>
            </a:r>
            <a:r>
              <a:rPr lang="zh-CN" altLang="en-US" sz="1600" kern="0" dirty="0" smtClean="0">
                <a:solidFill>
                  <a:schemeClr val="tx1"/>
                </a:solidFill>
                <a:cs typeface="+mn-ea"/>
                <a:sym typeface="+mn-lt"/>
              </a:rPr>
              <a:t>接口</a:t>
            </a:r>
            <a:r>
              <a:rPr lang="en-US" altLang="zh-CN" sz="1600" kern="0" dirty="0">
                <a:solidFill>
                  <a:schemeClr val="tx1"/>
                </a:solidFill>
                <a:cs typeface="+mn-ea"/>
                <a:sym typeface="+mn-lt"/>
              </a:rPr>
              <a:t/>
            </a:r>
            <a:br>
              <a:rPr lang="en-US" altLang="zh-CN" sz="1600" kern="0" dirty="0">
                <a:solidFill>
                  <a:schemeClr val="tx1"/>
                </a:solidFill>
                <a:cs typeface="+mn-ea"/>
                <a:sym typeface="+mn-lt"/>
              </a:rPr>
            </a:b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61510" name="Group 70"/>
          <p:cNvGrpSpPr>
            <a:grpSpLocks/>
          </p:cNvGrpSpPr>
          <p:nvPr/>
        </p:nvGrpSpPr>
        <p:grpSpPr bwMode="auto">
          <a:xfrm>
            <a:off x="1488018" y="2033577"/>
            <a:ext cx="1367367" cy="935567"/>
            <a:chOff x="924" y="1097"/>
            <a:chExt cx="646" cy="442"/>
          </a:xfrm>
          <a:solidFill>
            <a:schemeClr val="accent3"/>
          </a:solidFill>
        </p:grpSpPr>
        <p:sp>
          <p:nvSpPr>
            <p:cNvPr id="13338" name="Freeform 44"/>
            <p:cNvSpPr>
              <a:spLocks/>
            </p:cNvSpPr>
            <p:nvPr/>
          </p:nvSpPr>
          <p:spPr bwMode="auto">
            <a:xfrm>
              <a:off x="1066" y="1097"/>
              <a:ext cx="380" cy="371"/>
            </a:xfrm>
            <a:custGeom>
              <a:avLst/>
              <a:gdLst>
                <a:gd name="T0" fmla="*/ 357 w 215"/>
                <a:gd name="T1" fmla="*/ 5 h 210"/>
                <a:gd name="T2" fmla="*/ 331 w 215"/>
                <a:gd name="T3" fmla="*/ 2 h 210"/>
                <a:gd name="T4" fmla="*/ 309 w 215"/>
                <a:gd name="T5" fmla="*/ 19 h 210"/>
                <a:gd name="T6" fmla="*/ 168 w 215"/>
                <a:gd name="T7" fmla="*/ 286 h 210"/>
                <a:gd name="T8" fmla="*/ 51 w 215"/>
                <a:gd name="T9" fmla="*/ 224 h 210"/>
                <a:gd name="T10" fmla="*/ 25 w 215"/>
                <a:gd name="T11" fmla="*/ 223 h 210"/>
                <a:gd name="T12" fmla="*/ 5 w 215"/>
                <a:gd name="T13" fmla="*/ 240 h 210"/>
                <a:gd name="T14" fmla="*/ 2 w 215"/>
                <a:gd name="T15" fmla="*/ 267 h 210"/>
                <a:gd name="T16" fmla="*/ 19 w 215"/>
                <a:gd name="T17" fmla="*/ 286 h 210"/>
                <a:gd name="T18" fmla="*/ 164 w 215"/>
                <a:gd name="T19" fmla="*/ 366 h 210"/>
                <a:gd name="T20" fmla="*/ 193 w 215"/>
                <a:gd name="T21" fmla="*/ 367 h 210"/>
                <a:gd name="T22" fmla="*/ 212 w 215"/>
                <a:gd name="T23" fmla="*/ 350 h 210"/>
                <a:gd name="T24" fmla="*/ 371 w 215"/>
                <a:gd name="T25" fmla="*/ 51 h 210"/>
                <a:gd name="T26" fmla="*/ 357 w 215"/>
                <a:gd name="T27" fmla="*/ 5 h 21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5" h="210">
                  <a:moveTo>
                    <a:pt x="202" y="3"/>
                  </a:moveTo>
                  <a:cubicBezTo>
                    <a:pt x="197" y="0"/>
                    <a:pt x="192" y="0"/>
                    <a:pt x="187" y="1"/>
                  </a:cubicBezTo>
                  <a:cubicBezTo>
                    <a:pt x="182" y="3"/>
                    <a:pt x="178" y="6"/>
                    <a:pt x="175" y="11"/>
                  </a:cubicBezTo>
                  <a:cubicBezTo>
                    <a:pt x="95" y="162"/>
                    <a:pt x="95" y="162"/>
                    <a:pt x="95" y="162"/>
                  </a:cubicBezTo>
                  <a:cubicBezTo>
                    <a:pt x="29" y="127"/>
                    <a:pt x="29" y="127"/>
                    <a:pt x="29" y="127"/>
                  </a:cubicBezTo>
                  <a:cubicBezTo>
                    <a:pt x="25" y="125"/>
                    <a:pt x="19" y="124"/>
                    <a:pt x="14" y="126"/>
                  </a:cubicBezTo>
                  <a:cubicBezTo>
                    <a:pt x="9" y="128"/>
                    <a:pt x="5" y="131"/>
                    <a:pt x="3" y="136"/>
                  </a:cubicBezTo>
                  <a:cubicBezTo>
                    <a:pt x="0" y="140"/>
                    <a:pt x="0" y="146"/>
                    <a:pt x="1" y="151"/>
                  </a:cubicBezTo>
                  <a:cubicBezTo>
                    <a:pt x="3" y="156"/>
                    <a:pt x="6" y="160"/>
                    <a:pt x="11" y="162"/>
                  </a:cubicBezTo>
                  <a:cubicBezTo>
                    <a:pt x="93" y="207"/>
                    <a:pt x="93" y="207"/>
                    <a:pt x="93" y="207"/>
                  </a:cubicBezTo>
                  <a:cubicBezTo>
                    <a:pt x="98" y="209"/>
                    <a:pt x="103" y="210"/>
                    <a:pt x="109" y="208"/>
                  </a:cubicBezTo>
                  <a:cubicBezTo>
                    <a:pt x="114" y="206"/>
                    <a:pt x="118" y="203"/>
                    <a:pt x="120" y="198"/>
                  </a:cubicBezTo>
                  <a:cubicBezTo>
                    <a:pt x="210" y="29"/>
                    <a:pt x="210" y="29"/>
                    <a:pt x="210" y="29"/>
                  </a:cubicBezTo>
                  <a:cubicBezTo>
                    <a:pt x="215" y="20"/>
                    <a:pt x="212" y="8"/>
                    <a:pt x="202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3339" name="Oval 61"/>
            <p:cNvSpPr>
              <a:spLocks noChangeArrowheads="1"/>
            </p:cNvSpPr>
            <p:nvPr/>
          </p:nvSpPr>
          <p:spPr bwMode="auto">
            <a:xfrm>
              <a:off x="924" y="1495"/>
              <a:ext cx="646" cy="44"/>
            </a:xfrm>
            <a:prstGeom prst="ellips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61511" name="Group 71"/>
          <p:cNvGrpSpPr>
            <a:grpSpLocks/>
          </p:cNvGrpSpPr>
          <p:nvPr/>
        </p:nvGrpSpPr>
        <p:grpSpPr bwMode="auto">
          <a:xfrm>
            <a:off x="1488018" y="3507397"/>
            <a:ext cx="1367367" cy="933449"/>
            <a:chOff x="924" y="1733"/>
            <a:chExt cx="646" cy="441"/>
          </a:xfrm>
          <a:solidFill>
            <a:schemeClr val="accent4"/>
          </a:solidFill>
        </p:grpSpPr>
        <p:sp>
          <p:nvSpPr>
            <p:cNvPr id="13336" name="Freeform 49"/>
            <p:cNvSpPr>
              <a:spLocks/>
            </p:cNvSpPr>
            <p:nvPr/>
          </p:nvSpPr>
          <p:spPr bwMode="auto">
            <a:xfrm>
              <a:off x="1066" y="1733"/>
              <a:ext cx="380" cy="371"/>
            </a:xfrm>
            <a:custGeom>
              <a:avLst/>
              <a:gdLst>
                <a:gd name="T0" fmla="*/ 357 w 215"/>
                <a:gd name="T1" fmla="*/ 5 h 210"/>
                <a:gd name="T2" fmla="*/ 331 w 215"/>
                <a:gd name="T3" fmla="*/ 2 h 210"/>
                <a:gd name="T4" fmla="*/ 309 w 215"/>
                <a:gd name="T5" fmla="*/ 19 h 210"/>
                <a:gd name="T6" fmla="*/ 168 w 215"/>
                <a:gd name="T7" fmla="*/ 286 h 210"/>
                <a:gd name="T8" fmla="*/ 51 w 215"/>
                <a:gd name="T9" fmla="*/ 224 h 210"/>
                <a:gd name="T10" fmla="*/ 25 w 215"/>
                <a:gd name="T11" fmla="*/ 223 h 210"/>
                <a:gd name="T12" fmla="*/ 5 w 215"/>
                <a:gd name="T13" fmla="*/ 240 h 210"/>
                <a:gd name="T14" fmla="*/ 2 w 215"/>
                <a:gd name="T15" fmla="*/ 267 h 210"/>
                <a:gd name="T16" fmla="*/ 19 w 215"/>
                <a:gd name="T17" fmla="*/ 286 h 210"/>
                <a:gd name="T18" fmla="*/ 164 w 215"/>
                <a:gd name="T19" fmla="*/ 366 h 210"/>
                <a:gd name="T20" fmla="*/ 193 w 215"/>
                <a:gd name="T21" fmla="*/ 367 h 210"/>
                <a:gd name="T22" fmla="*/ 212 w 215"/>
                <a:gd name="T23" fmla="*/ 350 h 210"/>
                <a:gd name="T24" fmla="*/ 371 w 215"/>
                <a:gd name="T25" fmla="*/ 53 h 210"/>
                <a:gd name="T26" fmla="*/ 357 w 215"/>
                <a:gd name="T27" fmla="*/ 5 h 21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5" h="210">
                  <a:moveTo>
                    <a:pt x="202" y="3"/>
                  </a:moveTo>
                  <a:cubicBezTo>
                    <a:pt x="197" y="0"/>
                    <a:pt x="192" y="0"/>
                    <a:pt x="187" y="1"/>
                  </a:cubicBezTo>
                  <a:cubicBezTo>
                    <a:pt x="182" y="3"/>
                    <a:pt x="178" y="6"/>
                    <a:pt x="175" y="11"/>
                  </a:cubicBezTo>
                  <a:cubicBezTo>
                    <a:pt x="95" y="162"/>
                    <a:pt x="95" y="162"/>
                    <a:pt x="95" y="162"/>
                  </a:cubicBezTo>
                  <a:cubicBezTo>
                    <a:pt x="29" y="127"/>
                    <a:pt x="29" y="127"/>
                    <a:pt x="29" y="127"/>
                  </a:cubicBezTo>
                  <a:cubicBezTo>
                    <a:pt x="25" y="125"/>
                    <a:pt x="19" y="124"/>
                    <a:pt x="14" y="126"/>
                  </a:cubicBezTo>
                  <a:cubicBezTo>
                    <a:pt x="9" y="128"/>
                    <a:pt x="5" y="131"/>
                    <a:pt x="3" y="136"/>
                  </a:cubicBezTo>
                  <a:cubicBezTo>
                    <a:pt x="0" y="140"/>
                    <a:pt x="0" y="146"/>
                    <a:pt x="1" y="151"/>
                  </a:cubicBezTo>
                  <a:cubicBezTo>
                    <a:pt x="3" y="156"/>
                    <a:pt x="6" y="160"/>
                    <a:pt x="11" y="162"/>
                  </a:cubicBezTo>
                  <a:cubicBezTo>
                    <a:pt x="93" y="207"/>
                    <a:pt x="93" y="207"/>
                    <a:pt x="93" y="207"/>
                  </a:cubicBezTo>
                  <a:cubicBezTo>
                    <a:pt x="98" y="209"/>
                    <a:pt x="103" y="210"/>
                    <a:pt x="109" y="208"/>
                  </a:cubicBezTo>
                  <a:cubicBezTo>
                    <a:pt x="114" y="206"/>
                    <a:pt x="118" y="203"/>
                    <a:pt x="120" y="198"/>
                  </a:cubicBezTo>
                  <a:cubicBezTo>
                    <a:pt x="210" y="30"/>
                    <a:pt x="210" y="30"/>
                    <a:pt x="210" y="30"/>
                  </a:cubicBezTo>
                  <a:cubicBezTo>
                    <a:pt x="215" y="20"/>
                    <a:pt x="212" y="8"/>
                    <a:pt x="202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3337" name="Oval 62"/>
            <p:cNvSpPr>
              <a:spLocks noChangeArrowheads="1"/>
            </p:cNvSpPr>
            <p:nvPr/>
          </p:nvSpPr>
          <p:spPr bwMode="auto">
            <a:xfrm>
              <a:off x="924" y="2130"/>
              <a:ext cx="646" cy="44"/>
            </a:xfrm>
            <a:prstGeom prst="ellips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61512" name="Group 72"/>
          <p:cNvGrpSpPr>
            <a:grpSpLocks/>
          </p:cNvGrpSpPr>
          <p:nvPr/>
        </p:nvGrpSpPr>
        <p:grpSpPr bwMode="auto">
          <a:xfrm>
            <a:off x="1488018" y="4835296"/>
            <a:ext cx="1367367" cy="933449"/>
            <a:chOff x="924" y="2362"/>
            <a:chExt cx="646" cy="441"/>
          </a:xfrm>
          <a:solidFill>
            <a:schemeClr val="accent1"/>
          </a:solidFill>
        </p:grpSpPr>
        <p:sp>
          <p:nvSpPr>
            <p:cNvPr id="13334" name="Freeform 54"/>
            <p:cNvSpPr>
              <a:spLocks/>
            </p:cNvSpPr>
            <p:nvPr/>
          </p:nvSpPr>
          <p:spPr bwMode="auto">
            <a:xfrm>
              <a:off x="1066" y="2362"/>
              <a:ext cx="380" cy="371"/>
            </a:xfrm>
            <a:custGeom>
              <a:avLst/>
              <a:gdLst>
                <a:gd name="T0" fmla="*/ 357 w 215"/>
                <a:gd name="T1" fmla="*/ 5 h 210"/>
                <a:gd name="T2" fmla="*/ 331 w 215"/>
                <a:gd name="T3" fmla="*/ 2 h 210"/>
                <a:gd name="T4" fmla="*/ 309 w 215"/>
                <a:gd name="T5" fmla="*/ 19 h 210"/>
                <a:gd name="T6" fmla="*/ 168 w 215"/>
                <a:gd name="T7" fmla="*/ 286 h 210"/>
                <a:gd name="T8" fmla="*/ 51 w 215"/>
                <a:gd name="T9" fmla="*/ 224 h 210"/>
                <a:gd name="T10" fmla="*/ 25 w 215"/>
                <a:gd name="T11" fmla="*/ 223 h 210"/>
                <a:gd name="T12" fmla="*/ 5 w 215"/>
                <a:gd name="T13" fmla="*/ 240 h 210"/>
                <a:gd name="T14" fmla="*/ 2 w 215"/>
                <a:gd name="T15" fmla="*/ 267 h 210"/>
                <a:gd name="T16" fmla="*/ 19 w 215"/>
                <a:gd name="T17" fmla="*/ 286 h 210"/>
                <a:gd name="T18" fmla="*/ 164 w 215"/>
                <a:gd name="T19" fmla="*/ 366 h 210"/>
                <a:gd name="T20" fmla="*/ 193 w 215"/>
                <a:gd name="T21" fmla="*/ 367 h 210"/>
                <a:gd name="T22" fmla="*/ 212 w 215"/>
                <a:gd name="T23" fmla="*/ 350 h 210"/>
                <a:gd name="T24" fmla="*/ 371 w 215"/>
                <a:gd name="T25" fmla="*/ 53 h 210"/>
                <a:gd name="T26" fmla="*/ 357 w 215"/>
                <a:gd name="T27" fmla="*/ 5 h 21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5" h="210">
                  <a:moveTo>
                    <a:pt x="202" y="3"/>
                  </a:moveTo>
                  <a:cubicBezTo>
                    <a:pt x="197" y="0"/>
                    <a:pt x="192" y="0"/>
                    <a:pt x="187" y="1"/>
                  </a:cubicBezTo>
                  <a:cubicBezTo>
                    <a:pt x="182" y="3"/>
                    <a:pt x="178" y="6"/>
                    <a:pt x="175" y="11"/>
                  </a:cubicBezTo>
                  <a:cubicBezTo>
                    <a:pt x="95" y="162"/>
                    <a:pt x="95" y="162"/>
                    <a:pt x="95" y="162"/>
                  </a:cubicBezTo>
                  <a:cubicBezTo>
                    <a:pt x="29" y="127"/>
                    <a:pt x="29" y="127"/>
                    <a:pt x="29" y="127"/>
                  </a:cubicBezTo>
                  <a:cubicBezTo>
                    <a:pt x="25" y="125"/>
                    <a:pt x="19" y="124"/>
                    <a:pt x="14" y="126"/>
                  </a:cubicBezTo>
                  <a:cubicBezTo>
                    <a:pt x="9" y="128"/>
                    <a:pt x="5" y="131"/>
                    <a:pt x="3" y="136"/>
                  </a:cubicBezTo>
                  <a:cubicBezTo>
                    <a:pt x="0" y="140"/>
                    <a:pt x="0" y="146"/>
                    <a:pt x="1" y="151"/>
                  </a:cubicBezTo>
                  <a:cubicBezTo>
                    <a:pt x="3" y="156"/>
                    <a:pt x="6" y="160"/>
                    <a:pt x="11" y="162"/>
                  </a:cubicBezTo>
                  <a:cubicBezTo>
                    <a:pt x="93" y="207"/>
                    <a:pt x="93" y="207"/>
                    <a:pt x="93" y="207"/>
                  </a:cubicBezTo>
                  <a:cubicBezTo>
                    <a:pt x="98" y="209"/>
                    <a:pt x="103" y="210"/>
                    <a:pt x="109" y="208"/>
                  </a:cubicBezTo>
                  <a:cubicBezTo>
                    <a:pt x="114" y="206"/>
                    <a:pt x="118" y="203"/>
                    <a:pt x="120" y="198"/>
                  </a:cubicBezTo>
                  <a:cubicBezTo>
                    <a:pt x="210" y="30"/>
                    <a:pt x="210" y="30"/>
                    <a:pt x="210" y="30"/>
                  </a:cubicBezTo>
                  <a:cubicBezTo>
                    <a:pt x="215" y="20"/>
                    <a:pt x="212" y="8"/>
                    <a:pt x="202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3335" name="Oval 63"/>
            <p:cNvSpPr>
              <a:spLocks noChangeArrowheads="1"/>
            </p:cNvSpPr>
            <p:nvPr/>
          </p:nvSpPr>
          <p:spPr bwMode="auto">
            <a:xfrm>
              <a:off x="924" y="2759"/>
              <a:ext cx="646" cy="44"/>
            </a:xfrm>
            <a:prstGeom prst="ellips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61496" name="Rectangle 56"/>
          <p:cNvSpPr>
            <a:spLocks noChangeArrowheads="1"/>
          </p:cNvSpPr>
          <p:nvPr/>
        </p:nvSpPr>
        <p:spPr bwMode="auto">
          <a:xfrm>
            <a:off x="9340357" y="2084247"/>
            <a:ext cx="506870" cy="2974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333" kern="0" dirty="0" smtClean="0">
                <a:solidFill>
                  <a:srgbClr val="2A323B"/>
                </a:solidFill>
                <a:latin typeface="+mn-lt"/>
                <a:ea typeface="+mn-ea"/>
                <a:cs typeface="+mn-ea"/>
                <a:sym typeface="+mn-lt"/>
              </a:rPr>
              <a:t>50</a:t>
            </a:r>
            <a:r>
              <a:rPr kumimoji="0" lang="en-US" altLang="zh-CN" sz="1333" b="0" i="0" u="none" strike="noStrike" kern="0" cap="none" spc="0" normalizeH="0" baseline="0" noProof="0" dirty="0" smtClean="0">
                <a:ln>
                  <a:noFill/>
                </a:ln>
                <a:solidFill>
                  <a:srgbClr val="2A323B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%</a:t>
            </a:r>
            <a:endParaRPr kumimoji="0" lang="en-US" altLang="zh-CN" sz="1333" b="0" i="0" u="none" strike="noStrike" kern="0" cap="none" spc="0" normalizeH="0" baseline="0" noProof="0" dirty="0">
              <a:ln>
                <a:noFill/>
              </a:ln>
              <a:solidFill>
                <a:srgbClr val="2A323B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61515" name="Group 75"/>
          <p:cNvGrpSpPr>
            <a:grpSpLocks/>
          </p:cNvGrpSpPr>
          <p:nvPr/>
        </p:nvGrpSpPr>
        <p:grpSpPr bwMode="auto">
          <a:xfrm>
            <a:off x="8976785" y="1950897"/>
            <a:ext cx="1221316" cy="1049867"/>
            <a:chOff x="4241" y="981"/>
            <a:chExt cx="577" cy="496"/>
          </a:xfrm>
          <a:solidFill>
            <a:schemeClr val="accent3"/>
          </a:solidFill>
        </p:grpSpPr>
        <p:sp>
          <p:nvSpPr>
            <p:cNvPr id="13332" name="Freeform 45"/>
            <p:cNvSpPr>
              <a:spLocks noEditPoints="1"/>
            </p:cNvSpPr>
            <p:nvPr/>
          </p:nvSpPr>
          <p:spPr bwMode="auto">
            <a:xfrm>
              <a:off x="4392" y="981"/>
              <a:ext cx="282" cy="426"/>
            </a:xfrm>
            <a:custGeom>
              <a:avLst/>
              <a:gdLst>
                <a:gd name="T0" fmla="*/ 140 w 179"/>
                <a:gd name="T1" fmla="*/ 0 h 270"/>
                <a:gd name="T2" fmla="*/ 0 w 179"/>
                <a:gd name="T3" fmla="*/ 142 h 270"/>
                <a:gd name="T4" fmla="*/ 140 w 179"/>
                <a:gd name="T5" fmla="*/ 426 h 270"/>
                <a:gd name="T6" fmla="*/ 282 w 179"/>
                <a:gd name="T7" fmla="*/ 142 h 270"/>
                <a:gd name="T8" fmla="*/ 140 w 179"/>
                <a:gd name="T9" fmla="*/ 0 h 270"/>
                <a:gd name="T10" fmla="*/ 140 w 179"/>
                <a:gd name="T11" fmla="*/ 41 h 270"/>
                <a:gd name="T12" fmla="*/ 243 w 179"/>
                <a:gd name="T13" fmla="*/ 144 h 270"/>
                <a:gd name="T14" fmla="*/ 140 w 179"/>
                <a:gd name="T15" fmla="*/ 246 h 270"/>
                <a:gd name="T16" fmla="*/ 38 w 179"/>
                <a:gd name="T17" fmla="*/ 144 h 270"/>
                <a:gd name="T18" fmla="*/ 140 w 179"/>
                <a:gd name="T19" fmla="*/ 41 h 27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79" h="270">
                  <a:moveTo>
                    <a:pt x="89" y="0"/>
                  </a:moveTo>
                  <a:cubicBezTo>
                    <a:pt x="40" y="0"/>
                    <a:pt x="0" y="40"/>
                    <a:pt x="0" y="90"/>
                  </a:cubicBezTo>
                  <a:cubicBezTo>
                    <a:pt x="0" y="132"/>
                    <a:pt x="64" y="270"/>
                    <a:pt x="89" y="270"/>
                  </a:cubicBezTo>
                  <a:cubicBezTo>
                    <a:pt x="115" y="270"/>
                    <a:pt x="179" y="132"/>
                    <a:pt x="179" y="90"/>
                  </a:cubicBezTo>
                  <a:cubicBezTo>
                    <a:pt x="179" y="40"/>
                    <a:pt x="139" y="0"/>
                    <a:pt x="89" y="0"/>
                  </a:cubicBezTo>
                  <a:close/>
                  <a:moveTo>
                    <a:pt x="89" y="26"/>
                  </a:moveTo>
                  <a:cubicBezTo>
                    <a:pt x="125" y="26"/>
                    <a:pt x="154" y="55"/>
                    <a:pt x="154" y="91"/>
                  </a:cubicBezTo>
                  <a:cubicBezTo>
                    <a:pt x="154" y="127"/>
                    <a:pt x="125" y="156"/>
                    <a:pt x="89" y="156"/>
                  </a:cubicBezTo>
                  <a:cubicBezTo>
                    <a:pt x="53" y="156"/>
                    <a:pt x="24" y="127"/>
                    <a:pt x="24" y="91"/>
                  </a:cubicBezTo>
                  <a:cubicBezTo>
                    <a:pt x="24" y="55"/>
                    <a:pt x="53" y="26"/>
                    <a:pt x="89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3333" name="Oval 64"/>
            <p:cNvSpPr>
              <a:spLocks noChangeArrowheads="1"/>
            </p:cNvSpPr>
            <p:nvPr/>
          </p:nvSpPr>
          <p:spPr bwMode="auto">
            <a:xfrm>
              <a:off x="4241" y="1438"/>
              <a:ext cx="577" cy="39"/>
            </a:xfrm>
            <a:prstGeom prst="ellips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61497" name="Rectangle 57"/>
          <p:cNvSpPr>
            <a:spLocks noChangeArrowheads="1"/>
          </p:cNvSpPr>
          <p:nvPr/>
        </p:nvSpPr>
        <p:spPr bwMode="auto">
          <a:xfrm>
            <a:off x="9340357" y="3520096"/>
            <a:ext cx="506870" cy="2974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333" kern="0" dirty="0" smtClean="0">
                <a:solidFill>
                  <a:srgbClr val="2A323B"/>
                </a:solidFill>
                <a:latin typeface="+mn-lt"/>
                <a:ea typeface="+mn-ea"/>
                <a:cs typeface="+mn-ea"/>
                <a:sym typeface="+mn-lt"/>
              </a:rPr>
              <a:t>30</a:t>
            </a:r>
            <a:r>
              <a:rPr kumimoji="0" lang="en-US" altLang="zh-CN" sz="1333" b="0" i="0" u="none" strike="noStrike" kern="0" cap="none" spc="0" normalizeH="0" baseline="0" noProof="0" dirty="0" smtClean="0">
                <a:ln>
                  <a:noFill/>
                </a:ln>
                <a:solidFill>
                  <a:srgbClr val="2A323B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%</a:t>
            </a:r>
            <a:endParaRPr kumimoji="0" lang="en-US" altLang="zh-CN" sz="1333" b="0" i="0" u="none" strike="noStrike" kern="0" cap="none" spc="0" normalizeH="0" baseline="0" noProof="0" dirty="0">
              <a:ln>
                <a:noFill/>
              </a:ln>
              <a:solidFill>
                <a:srgbClr val="2A323B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61516" name="Group 76"/>
          <p:cNvGrpSpPr>
            <a:grpSpLocks/>
          </p:cNvGrpSpPr>
          <p:nvPr/>
        </p:nvGrpSpPr>
        <p:grpSpPr bwMode="auto">
          <a:xfrm>
            <a:off x="8976785" y="3382513"/>
            <a:ext cx="1221316" cy="1047751"/>
            <a:chOff x="4241" y="1664"/>
            <a:chExt cx="577" cy="495"/>
          </a:xfrm>
          <a:solidFill>
            <a:schemeClr val="accent4"/>
          </a:solidFill>
        </p:grpSpPr>
        <p:sp>
          <p:nvSpPr>
            <p:cNvPr id="13330" name="Freeform 50"/>
            <p:cNvSpPr>
              <a:spLocks noEditPoints="1"/>
            </p:cNvSpPr>
            <p:nvPr/>
          </p:nvSpPr>
          <p:spPr bwMode="auto">
            <a:xfrm>
              <a:off x="4392" y="1664"/>
              <a:ext cx="282" cy="426"/>
            </a:xfrm>
            <a:custGeom>
              <a:avLst/>
              <a:gdLst>
                <a:gd name="T0" fmla="*/ 140 w 179"/>
                <a:gd name="T1" fmla="*/ 0 h 270"/>
                <a:gd name="T2" fmla="*/ 0 w 179"/>
                <a:gd name="T3" fmla="*/ 142 h 270"/>
                <a:gd name="T4" fmla="*/ 140 w 179"/>
                <a:gd name="T5" fmla="*/ 426 h 270"/>
                <a:gd name="T6" fmla="*/ 282 w 179"/>
                <a:gd name="T7" fmla="*/ 142 h 270"/>
                <a:gd name="T8" fmla="*/ 140 w 179"/>
                <a:gd name="T9" fmla="*/ 0 h 270"/>
                <a:gd name="T10" fmla="*/ 140 w 179"/>
                <a:gd name="T11" fmla="*/ 41 h 270"/>
                <a:gd name="T12" fmla="*/ 243 w 179"/>
                <a:gd name="T13" fmla="*/ 144 h 270"/>
                <a:gd name="T14" fmla="*/ 140 w 179"/>
                <a:gd name="T15" fmla="*/ 246 h 270"/>
                <a:gd name="T16" fmla="*/ 38 w 179"/>
                <a:gd name="T17" fmla="*/ 144 h 270"/>
                <a:gd name="T18" fmla="*/ 140 w 179"/>
                <a:gd name="T19" fmla="*/ 41 h 27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79" h="270">
                  <a:moveTo>
                    <a:pt x="89" y="0"/>
                  </a:moveTo>
                  <a:cubicBezTo>
                    <a:pt x="40" y="0"/>
                    <a:pt x="0" y="40"/>
                    <a:pt x="0" y="90"/>
                  </a:cubicBezTo>
                  <a:cubicBezTo>
                    <a:pt x="0" y="132"/>
                    <a:pt x="64" y="270"/>
                    <a:pt x="89" y="270"/>
                  </a:cubicBezTo>
                  <a:cubicBezTo>
                    <a:pt x="115" y="270"/>
                    <a:pt x="179" y="132"/>
                    <a:pt x="179" y="90"/>
                  </a:cubicBezTo>
                  <a:cubicBezTo>
                    <a:pt x="179" y="40"/>
                    <a:pt x="139" y="0"/>
                    <a:pt x="89" y="0"/>
                  </a:cubicBezTo>
                  <a:close/>
                  <a:moveTo>
                    <a:pt x="89" y="26"/>
                  </a:moveTo>
                  <a:cubicBezTo>
                    <a:pt x="125" y="26"/>
                    <a:pt x="154" y="55"/>
                    <a:pt x="154" y="91"/>
                  </a:cubicBezTo>
                  <a:cubicBezTo>
                    <a:pt x="154" y="127"/>
                    <a:pt x="125" y="156"/>
                    <a:pt x="89" y="156"/>
                  </a:cubicBezTo>
                  <a:cubicBezTo>
                    <a:pt x="53" y="156"/>
                    <a:pt x="24" y="127"/>
                    <a:pt x="24" y="91"/>
                  </a:cubicBezTo>
                  <a:cubicBezTo>
                    <a:pt x="24" y="55"/>
                    <a:pt x="53" y="26"/>
                    <a:pt x="89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3331" name="Oval 65"/>
            <p:cNvSpPr>
              <a:spLocks noChangeArrowheads="1"/>
            </p:cNvSpPr>
            <p:nvPr/>
          </p:nvSpPr>
          <p:spPr bwMode="auto">
            <a:xfrm>
              <a:off x="4241" y="2120"/>
              <a:ext cx="577" cy="39"/>
            </a:xfrm>
            <a:prstGeom prst="ellips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61498" name="Rectangle 58"/>
          <p:cNvSpPr>
            <a:spLocks noChangeArrowheads="1"/>
          </p:cNvSpPr>
          <p:nvPr/>
        </p:nvSpPr>
        <p:spPr bwMode="auto">
          <a:xfrm>
            <a:off x="9365757" y="4953570"/>
            <a:ext cx="506870" cy="2974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333" kern="0" dirty="0" smtClean="0">
                <a:solidFill>
                  <a:srgbClr val="2A323B"/>
                </a:solidFill>
                <a:latin typeface="+mn-lt"/>
                <a:ea typeface="+mn-ea"/>
                <a:cs typeface="+mn-ea"/>
                <a:sym typeface="+mn-lt"/>
              </a:rPr>
              <a:t>20</a:t>
            </a:r>
            <a:r>
              <a:rPr kumimoji="0" lang="en-US" altLang="zh-CN" sz="1333" b="0" i="0" u="none" strike="noStrike" kern="0" cap="none" spc="0" normalizeH="0" baseline="0" noProof="0" dirty="0" smtClean="0">
                <a:ln>
                  <a:noFill/>
                </a:ln>
                <a:solidFill>
                  <a:srgbClr val="2A323B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%</a:t>
            </a:r>
            <a:endParaRPr kumimoji="0" lang="en-US" altLang="zh-CN" sz="1333" b="0" i="0" u="none" strike="noStrike" kern="0" cap="none" spc="0" normalizeH="0" baseline="0" noProof="0" dirty="0">
              <a:ln>
                <a:noFill/>
              </a:ln>
              <a:solidFill>
                <a:srgbClr val="2A323B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61517" name="Group 77"/>
          <p:cNvGrpSpPr>
            <a:grpSpLocks/>
          </p:cNvGrpSpPr>
          <p:nvPr/>
        </p:nvGrpSpPr>
        <p:grpSpPr bwMode="auto">
          <a:xfrm>
            <a:off x="9002185" y="4820219"/>
            <a:ext cx="1221316" cy="1043517"/>
            <a:chOff x="4253" y="2310"/>
            <a:chExt cx="577" cy="493"/>
          </a:xfrm>
          <a:solidFill>
            <a:schemeClr val="accent1"/>
          </a:solidFill>
        </p:grpSpPr>
        <p:sp>
          <p:nvSpPr>
            <p:cNvPr id="13328" name="Freeform 55"/>
            <p:cNvSpPr>
              <a:spLocks noEditPoints="1"/>
            </p:cNvSpPr>
            <p:nvPr/>
          </p:nvSpPr>
          <p:spPr bwMode="auto">
            <a:xfrm>
              <a:off x="4404" y="2310"/>
              <a:ext cx="282" cy="424"/>
            </a:xfrm>
            <a:custGeom>
              <a:avLst/>
              <a:gdLst>
                <a:gd name="T0" fmla="*/ 140 w 179"/>
                <a:gd name="T1" fmla="*/ 0 h 269"/>
                <a:gd name="T2" fmla="*/ 0 w 179"/>
                <a:gd name="T3" fmla="*/ 140 h 269"/>
                <a:gd name="T4" fmla="*/ 140 w 179"/>
                <a:gd name="T5" fmla="*/ 424 h 269"/>
                <a:gd name="T6" fmla="*/ 282 w 179"/>
                <a:gd name="T7" fmla="*/ 140 h 269"/>
                <a:gd name="T8" fmla="*/ 140 w 179"/>
                <a:gd name="T9" fmla="*/ 0 h 269"/>
                <a:gd name="T10" fmla="*/ 140 w 179"/>
                <a:gd name="T11" fmla="*/ 41 h 269"/>
                <a:gd name="T12" fmla="*/ 243 w 179"/>
                <a:gd name="T13" fmla="*/ 143 h 269"/>
                <a:gd name="T14" fmla="*/ 140 w 179"/>
                <a:gd name="T15" fmla="*/ 246 h 269"/>
                <a:gd name="T16" fmla="*/ 38 w 179"/>
                <a:gd name="T17" fmla="*/ 143 h 269"/>
                <a:gd name="T18" fmla="*/ 140 w 179"/>
                <a:gd name="T19" fmla="*/ 41 h 26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79" h="269">
                  <a:moveTo>
                    <a:pt x="89" y="0"/>
                  </a:moveTo>
                  <a:cubicBezTo>
                    <a:pt x="40" y="0"/>
                    <a:pt x="0" y="40"/>
                    <a:pt x="0" y="89"/>
                  </a:cubicBezTo>
                  <a:cubicBezTo>
                    <a:pt x="0" y="132"/>
                    <a:pt x="64" y="269"/>
                    <a:pt x="89" y="269"/>
                  </a:cubicBezTo>
                  <a:cubicBezTo>
                    <a:pt x="115" y="269"/>
                    <a:pt x="179" y="132"/>
                    <a:pt x="179" y="89"/>
                  </a:cubicBezTo>
                  <a:cubicBezTo>
                    <a:pt x="179" y="40"/>
                    <a:pt x="139" y="0"/>
                    <a:pt x="89" y="0"/>
                  </a:cubicBezTo>
                  <a:close/>
                  <a:moveTo>
                    <a:pt x="89" y="26"/>
                  </a:moveTo>
                  <a:cubicBezTo>
                    <a:pt x="125" y="26"/>
                    <a:pt x="154" y="55"/>
                    <a:pt x="154" y="91"/>
                  </a:cubicBezTo>
                  <a:cubicBezTo>
                    <a:pt x="154" y="126"/>
                    <a:pt x="125" y="156"/>
                    <a:pt x="89" y="156"/>
                  </a:cubicBezTo>
                  <a:cubicBezTo>
                    <a:pt x="53" y="156"/>
                    <a:pt x="24" y="126"/>
                    <a:pt x="24" y="91"/>
                  </a:cubicBezTo>
                  <a:cubicBezTo>
                    <a:pt x="24" y="55"/>
                    <a:pt x="53" y="26"/>
                    <a:pt x="89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3329" name="Oval 66"/>
            <p:cNvSpPr>
              <a:spLocks noChangeArrowheads="1"/>
            </p:cNvSpPr>
            <p:nvPr/>
          </p:nvSpPr>
          <p:spPr bwMode="auto">
            <a:xfrm>
              <a:off x="4253" y="2764"/>
              <a:ext cx="577" cy="39"/>
            </a:xfrm>
            <a:prstGeom prst="ellips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61513" name="Rectangle 73"/>
          <p:cNvSpPr>
            <a:spLocks noChangeArrowheads="1"/>
          </p:cNvSpPr>
          <p:nvPr/>
        </p:nvSpPr>
        <p:spPr bwMode="auto">
          <a:xfrm>
            <a:off x="3153833" y="3300453"/>
            <a:ext cx="3964419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u="sng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印度廠區</a:t>
            </a:r>
            <a:endParaRPr kumimoji="0" lang="zh-CN" altLang="en-US" sz="1600" b="1" i="0" u="sng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defTabSz="914400" eaLnBrk="1" hangingPunct="1">
              <a:lnSpc>
                <a:spcPct val="120000"/>
              </a:lnSpc>
              <a:defRPr/>
            </a:pPr>
            <a:r>
              <a:rPr lang="en-US" altLang="zh-CN" sz="1600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Gate pass control system</a:t>
            </a:r>
            <a:r>
              <a:rPr lang="zh-CN" altLang="en-US" sz="1600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（</a:t>
            </a:r>
            <a:r>
              <a:rPr lang="en-US" altLang="zh-CN" sz="1600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AP,  TN</a:t>
            </a:r>
            <a:r>
              <a:rPr lang="zh-CN" altLang="en-US" sz="1600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）</a:t>
            </a:r>
            <a:r>
              <a:rPr lang="en-US" altLang="zh-CN" sz="1600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/>
            </a:r>
            <a:br>
              <a:rPr lang="en-US" altLang="zh-CN" sz="1600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</a:br>
            <a:r>
              <a:rPr lang="en-US" altLang="zh-CN" sz="1600" kern="0" dirty="0" smtClean="0">
                <a:solidFill>
                  <a:schemeClr val="tx1"/>
                </a:solidFill>
                <a:cs typeface="+mn-ea"/>
                <a:sym typeface="+mn-lt"/>
              </a:rPr>
              <a:t>E-Scrap system</a:t>
            </a:r>
            <a:r>
              <a:rPr lang="zh-CN" altLang="en-US" sz="1600" kern="0" dirty="0" smtClean="0">
                <a:solidFill>
                  <a:schemeClr val="tx1"/>
                </a:solidFill>
                <a:cs typeface="+mn-ea"/>
                <a:sym typeface="+mn-lt"/>
              </a:rPr>
              <a:t>（</a:t>
            </a:r>
            <a:r>
              <a:rPr lang="en-US" altLang="zh-CN" sz="1600" kern="0" dirty="0">
                <a:solidFill>
                  <a:schemeClr val="tx1"/>
                </a:solidFill>
                <a:cs typeface="+mn-ea"/>
                <a:sym typeface="+mn-lt"/>
              </a:rPr>
              <a:t>AP,  TN</a:t>
            </a:r>
            <a:r>
              <a:rPr lang="zh-CN" altLang="en-US" sz="1600" kern="0" dirty="0" smtClean="0">
                <a:solidFill>
                  <a:schemeClr val="tx1"/>
                </a:solidFill>
                <a:cs typeface="+mn-ea"/>
                <a:sym typeface="+mn-lt"/>
              </a:rPr>
              <a:t>）</a:t>
            </a:r>
            <a:r>
              <a:rPr lang="en-US" altLang="zh-CN" sz="1600" kern="0" dirty="0" smtClean="0">
                <a:solidFill>
                  <a:schemeClr val="tx1"/>
                </a:solidFill>
                <a:cs typeface="+mn-ea"/>
                <a:sym typeface="+mn-lt"/>
              </a:rPr>
              <a:t/>
            </a:r>
            <a:br>
              <a:rPr lang="en-US" altLang="zh-CN" sz="1600" kern="0" dirty="0" smtClean="0">
                <a:solidFill>
                  <a:schemeClr val="tx1"/>
                </a:solidFill>
                <a:cs typeface="+mn-ea"/>
                <a:sym typeface="+mn-lt"/>
              </a:rPr>
            </a:br>
            <a:r>
              <a:rPr lang="en-US" altLang="zh-CN" sz="1600" kern="0" dirty="0" smtClean="0">
                <a:solidFill>
                  <a:schemeClr val="tx1"/>
                </a:solidFill>
                <a:cs typeface="+mn-ea"/>
                <a:sym typeface="+mn-lt"/>
              </a:rPr>
              <a:t>SRM (TN NBB, MI)</a:t>
            </a:r>
            <a:endParaRPr lang="zh-CN" altLang="en-US" sz="1600" kern="0" dirty="0">
              <a:solidFill>
                <a:schemeClr val="tx1"/>
              </a:solidFill>
              <a:cs typeface="+mn-ea"/>
              <a:sym typeface="+mn-lt"/>
            </a:endParaRPr>
          </a:p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1514" name="Rectangle 74"/>
          <p:cNvSpPr>
            <a:spLocks noChangeArrowheads="1"/>
          </p:cNvSpPr>
          <p:nvPr/>
        </p:nvSpPr>
        <p:spPr bwMode="auto">
          <a:xfrm>
            <a:off x="3153832" y="4831005"/>
            <a:ext cx="1769859" cy="68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u="sng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越南廠區</a:t>
            </a:r>
            <a:endParaRPr kumimoji="0" lang="zh-CN" altLang="en-US" sz="1600" b="1" i="0" u="sng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SRM (Hanoi NBB)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1" name="文本占位符 1"/>
          <p:cNvSpPr>
            <a:spLocks noGrp="1"/>
          </p:cNvSpPr>
          <p:nvPr>
            <p:ph type="body" sz="quarter" idx="12"/>
          </p:nvPr>
        </p:nvSpPr>
        <p:spPr>
          <a:xfrm>
            <a:off x="227739" y="656909"/>
            <a:ext cx="4037256" cy="415498"/>
          </a:xfrm>
        </p:spPr>
        <p:txBody>
          <a:bodyPr/>
          <a:lstStyle/>
          <a:p>
            <a:r>
              <a:rPr lang="zh-CN" altLang="en-US" dirty="0" smtClean="0"/>
              <a:t>主要系統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36097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615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615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6" presetClass="emph" presetSubtype="0" autoRev="1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0" dur="150" fill="hold"/>
                                        <p:tgtEl>
                                          <p:spTgt spid="61510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1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" dur="500"/>
                                        <p:tgtEl>
                                          <p:spTgt spid="61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3" presetClass="entr" presetSubtype="16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300" fill="hold"/>
                                        <p:tgtEl>
                                          <p:spTgt spid="615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615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6" presetClass="emph" presetSubtype="0" autoRev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19" dur="150" fill="hold"/>
                                        <p:tgtEl>
                                          <p:spTgt spid="61515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2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614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614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6" presetClass="emph" presetSubtype="0" autoRev="1" fill="hold" grpId="1" nodeType="withEffect">
                                  <p:stCondLst>
                                    <p:cond delay="1100"/>
                                  </p:stCondLst>
                                  <p:childTnLst>
                                    <p:animScale>
                                      <p:cBhvr>
                                        <p:cTn id="25" dur="150" fill="hold"/>
                                        <p:tgtEl>
                                          <p:spTgt spid="61496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  <p:par>
                                <p:cTn id="26" presetID="2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300" fill="hold"/>
                                        <p:tgtEl>
                                          <p:spTgt spid="615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00" fill="hold"/>
                                        <p:tgtEl>
                                          <p:spTgt spid="615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6" presetClass="emph" presetSubtype="0" autoRev="1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Scale>
                                      <p:cBhvr>
                                        <p:cTn id="31" dur="150" fill="hold"/>
                                        <p:tgtEl>
                                          <p:spTgt spid="61511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  <p:par>
                                <p:cTn id="32" presetID="1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4" dur="500"/>
                                        <p:tgtEl>
                                          <p:spTgt spid="6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300" fill="hold"/>
                                        <p:tgtEl>
                                          <p:spTgt spid="615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300" fill="hold"/>
                                        <p:tgtEl>
                                          <p:spTgt spid="615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6" presetClass="emph" presetSubtype="0" autoRev="1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animScale>
                                      <p:cBhvr>
                                        <p:cTn id="40" dur="150" fill="hold"/>
                                        <p:tgtEl>
                                          <p:spTgt spid="61516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  <p:par>
                                <p:cTn id="41" presetID="2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300" fill="hold"/>
                                        <p:tgtEl>
                                          <p:spTgt spid="614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300" fill="hold"/>
                                        <p:tgtEl>
                                          <p:spTgt spid="614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6" presetClass="emph" presetSubtype="0" autoRev="1" fill="hold" grpId="1" nodeType="withEffect">
                                  <p:stCondLst>
                                    <p:cond delay="1400"/>
                                  </p:stCondLst>
                                  <p:childTnLst>
                                    <p:animScale>
                                      <p:cBhvr>
                                        <p:cTn id="46" dur="150" fill="hold"/>
                                        <p:tgtEl>
                                          <p:spTgt spid="61497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  <p:par>
                                <p:cTn id="47" presetID="2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300" fill="hold"/>
                                        <p:tgtEl>
                                          <p:spTgt spid="615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300" fill="hold"/>
                                        <p:tgtEl>
                                          <p:spTgt spid="615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6" presetClass="emph" presetSubtype="0" autoRev="1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animScale>
                                      <p:cBhvr>
                                        <p:cTn id="52" dur="150" fill="hold"/>
                                        <p:tgtEl>
                                          <p:spTgt spid="61512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1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5" dur="500"/>
                                        <p:tgtEl>
                                          <p:spTgt spid="61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3" presetClass="entr" presetSubtype="16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300" fill="hold"/>
                                        <p:tgtEl>
                                          <p:spTgt spid="615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300" fill="hold"/>
                                        <p:tgtEl>
                                          <p:spTgt spid="615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6" presetClass="emph" presetSubtype="0" autoRev="1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animScale>
                                      <p:cBhvr>
                                        <p:cTn id="61" dur="150" fill="hold"/>
                                        <p:tgtEl>
                                          <p:spTgt spid="61517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  <p:par>
                                <p:cTn id="62" presetID="2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300" fill="hold"/>
                                        <p:tgtEl>
                                          <p:spTgt spid="614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00" fill="hold"/>
                                        <p:tgtEl>
                                          <p:spTgt spid="614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6" presetClass="emph" presetSubtype="0" autoRev="1" fill="hold" grpId="1" nodeType="withEffect">
                                  <p:stCondLst>
                                    <p:cond delay="1800"/>
                                  </p:stCondLst>
                                  <p:childTnLst>
                                    <p:animScale>
                                      <p:cBhvr>
                                        <p:cTn id="67" dur="150" fill="hold"/>
                                        <p:tgtEl>
                                          <p:spTgt spid="61498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99" grpId="0"/>
      <p:bldP spid="61496" grpId="0"/>
      <p:bldP spid="61496" grpId="1"/>
      <p:bldP spid="61497" grpId="0"/>
      <p:bldP spid="61497" grpId="1"/>
      <p:bldP spid="61498" grpId="0"/>
      <p:bldP spid="61498" grpId="1"/>
      <p:bldP spid="61513" grpId="0"/>
      <p:bldP spid="615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511" name="Group 119"/>
          <p:cNvGrpSpPr>
            <a:grpSpLocks/>
          </p:cNvGrpSpPr>
          <p:nvPr/>
        </p:nvGrpSpPr>
        <p:grpSpPr bwMode="auto">
          <a:xfrm>
            <a:off x="8272161" y="1004911"/>
            <a:ext cx="1862667" cy="4878916"/>
            <a:chOff x="3103" y="752"/>
            <a:chExt cx="789" cy="2066"/>
          </a:xfrm>
        </p:grpSpPr>
        <p:sp>
          <p:nvSpPr>
            <p:cNvPr id="12318" name="Freeform 83"/>
            <p:cNvSpPr>
              <a:spLocks/>
            </p:cNvSpPr>
            <p:nvPr/>
          </p:nvSpPr>
          <p:spPr bwMode="auto">
            <a:xfrm>
              <a:off x="3103" y="1177"/>
              <a:ext cx="789" cy="1641"/>
            </a:xfrm>
            <a:custGeom>
              <a:avLst/>
              <a:gdLst>
                <a:gd name="T0" fmla="*/ 607 w 467"/>
                <a:gd name="T1" fmla="*/ 0 h 972"/>
                <a:gd name="T2" fmla="*/ 182 w 467"/>
                <a:gd name="T3" fmla="*/ 0 h 972"/>
                <a:gd name="T4" fmla="*/ 0 w 467"/>
                <a:gd name="T5" fmla="*/ 182 h 972"/>
                <a:gd name="T6" fmla="*/ 0 w 467"/>
                <a:gd name="T7" fmla="*/ 729 h 972"/>
                <a:gd name="T8" fmla="*/ 61 w 467"/>
                <a:gd name="T9" fmla="*/ 790 h 972"/>
                <a:gd name="T10" fmla="*/ 122 w 467"/>
                <a:gd name="T11" fmla="*/ 729 h 972"/>
                <a:gd name="T12" fmla="*/ 122 w 467"/>
                <a:gd name="T13" fmla="*/ 304 h 972"/>
                <a:gd name="T14" fmla="*/ 182 w 467"/>
                <a:gd name="T15" fmla="*/ 304 h 972"/>
                <a:gd name="T16" fmla="*/ 182 w 467"/>
                <a:gd name="T17" fmla="*/ 817 h 972"/>
                <a:gd name="T18" fmla="*/ 182 w 467"/>
                <a:gd name="T19" fmla="*/ 912 h 972"/>
                <a:gd name="T20" fmla="*/ 182 w 467"/>
                <a:gd name="T21" fmla="*/ 1553 h 972"/>
                <a:gd name="T22" fmla="*/ 269 w 467"/>
                <a:gd name="T23" fmla="*/ 1641 h 972"/>
                <a:gd name="T24" fmla="*/ 275 w 467"/>
                <a:gd name="T25" fmla="*/ 1641 h 972"/>
                <a:gd name="T26" fmla="*/ 363 w 467"/>
                <a:gd name="T27" fmla="*/ 1553 h 972"/>
                <a:gd name="T28" fmla="*/ 363 w 467"/>
                <a:gd name="T29" fmla="*/ 912 h 972"/>
                <a:gd name="T30" fmla="*/ 424 w 467"/>
                <a:gd name="T31" fmla="*/ 912 h 972"/>
                <a:gd name="T32" fmla="*/ 424 w 467"/>
                <a:gd name="T33" fmla="*/ 1553 h 972"/>
                <a:gd name="T34" fmla="*/ 512 w 467"/>
                <a:gd name="T35" fmla="*/ 1641 h 972"/>
                <a:gd name="T36" fmla="*/ 519 w 467"/>
                <a:gd name="T37" fmla="*/ 1641 h 972"/>
                <a:gd name="T38" fmla="*/ 607 w 467"/>
                <a:gd name="T39" fmla="*/ 1553 h 972"/>
                <a:gd name="T40" fmla="*/ 607 w 467"/>
                <a:gd name="T41" fmla="*/ 912 h 972"/>
                <a:gd name="T42" fmla="*/ 607 w 467"/>
                <a:gd name="T43" fmla="*/ 817 h 972"/>
                <a:gd name="T44" fmla="*/ 607 w 467"/>
                <a:gd name="T45" fmla="*/ 304 h 972"/>
                <a:gd name="T46" fmla="*/ 667 w 467"/>
                <a:gd name="T47" fmla="*/ 304 h 972"/>
                <a:gd name="T48" fmla="*/ 667 w 467"/>
                <a:gd name="T49" fmla="*/ 729 h 972"/>
                <a:gd name="T50" fmla="*/ 728 w 467"/>
                <a:gd name="T51" fmla="*/ 790 h 972"/>
                <a:gd name="T52" fmla="*/ 789 w 467"/>
                <a:gd name="T53" fmla="*/ 729 h 972"/>
                <a:gd name="T54" fmla="*/ 789 w 467"/>
                <a:gd name="T55" fmla="*/ 182 h 972"/>
                <a:gd name="T56" fmla="*/ 607 w 467"/>
                <a:gd name="T57" fmla="*/ 0 h 97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467" h="972">
                  <a:moveTo>
                    <a:pt x="359" y="0"/>
                  </a:moveTo>
                  <a:cubicBezTo>
                    <a:pt x="108" y="0"/>
                    <a:pt x="108" y="0"/>
                    <a:pt x="108" y="0"/>
                  </a:cubicBezTo>
                  <a:cubicBezTo>
                    <a:pt x="36" y="0"/>
                    <a:pt x="0" y="36"/>
                    <a:pt x="0" y="108"/>
                  </a:cubicBezTo>
                  <a:cubicBezTo>
                    <a:pt x="0" y="432"/>
                    <a:pt x="0" y="432"/>
                    <a:pt x="0" y="432"/>
                  </a:cubicBezTo>
                  <a:cubicBezTo>
                    <a:pt x="0" y="452"/>
                    <a:pt x="16" y="468"/>
                    <a:pt x="36" y="468"/>
                  </a:cubicBezTo>
                  <a:cubicBezTo>
                    <a:pt x="55" y="468"/>
                    <a:pt x="72" y="452"/>
                    <a:pt x="72" y="432"/>
                  </a:cubicBezTo>
                  <a:cubicBezTo>
                    <a:pt x="72" y="432"/>
                    <a:pt x="72" y="216"/>
                    <a:pt x="72" y="180"/>
                  </a:cubicBezTo>
                  <a:cubicBezTo>
                    <a:pt x="72" y="144"/>
                    <a:pt x="108" y="144"/>
                    <a:pt x="108" y="180"/>
                  </a:cubicBezTo>
                  <a:cubicBezTo>
                    <a:pt x="108" y="207"/>
                    <a:pt x="108" y="390"/>
                    <a:pt x="108" y="484"/>
                  </a:cubicBezTo>
                  <a:cubicBezTo>
                    <a:pt x="108" y="540"/>
                    <a:pt x="108" y="540"/>
                    <a:pt x="108" y="540"/>
                  </a:cubicBezTo>
                  <a:cubicBezTo>
                    <a:pt x="108" y="920"/>
                    <a:pt x="108" y="920"/>
                    <a:pt x="108" y="920"/>
                  </a:cubicBezTo>
                  <a:cubicBezTo>
                    <a:pt x="108" y="949"/>
                    <a:pt x="131" y="972"/>
                    <a:pt x="159" y="972"/>
                  </a:cubicBezTo>
                  <a:cubicBezTo>
                    <a:pt x="163" y="972"/>
                    <a:pt x="163" y="972"/>
                    <a:pt x="163" y="972"/>
                  </a:cubicBezTo>
                  <a:cubicBezTo>
                    <a:pt x="192" y="972"/>
                    <a:pt x="215" y="949"/>
                    <a:pt x="215" y="920"/>
                  </a:cubicBezTo>
                  <a:cubicBezTo>
                    <a:pt x="215" y="920"/>
                    <a:pt x="215" y="576"/>
                    <a:pt x="215" y="540"/>
                  </a:cubicBezTo>
                  <a:cubicBezTo>
                    <a:pt x="215" y="504"/>
                    <a:pt x="251" y="504"/>
                    <a:pt x="251" y="540"/>
                  </a:cubicBezTo>
                  <a:cubicBezTo>
                    <a:pt x="251" y="576"/>
                    <a:pt x="251" y="920"/>
                    <a:pt x="251" y="920"/>
                  </a:cubicBezTo>
                  <a:cubicBezTo>
                    <a:pt x="251" y="949"/>
                    <a:pt x="275" y="972"/>
                    <a:pt x="303" y="972"/>
                  </a:cubicBezTo>
                  <a:cubicBezTo>
                    <a:pt x="307" y="972"/>
                    <a:pt x="307" y="972"/>
                    <a:pt x="307" y="972"/>
                  </a:cubicBezTo>
                  <a:cubicBezTo>
                    <a:pt x="336" y="972"/>
                    <a:pt x="359" y="949"/>
                    <a:pt x="359" y="920"/>
                  </a:cubicBezTo>
                  <a:cubicBezTo>
                    <a:pt x="359" y="540"/>
                    <a:pt x="359" y="540"/>
                    <a:pt x="359" y="540"/>
                  </a:cubicBezTo>
                  <a:cubicBezTo>
                    <a:pt x="359" y="484"/>
                    <a:pt x="359" y="484"/>
                    <a:pt x="359" y="484"/>
                  </a:cubicBezTo>
                  <a:cubicBezTo>
                    <a:pt x="359" y="390"/>
                    <a:pt x="359" y="207"/>
                    <a:pt x="359" y="180"/>
                  </a:cubicBezTo>
                  <a:cubicBezTo>
                    <a:pt x="359" y="144"/>
                    <a:pt x="395" y="144"/>
                    <a:pt x="395" y="180"/>
                  </a:cubicBezTo>
                  <a:cubicBezTo>
                    <a:pt x="395" y="216"/>
                    <a:pt x="395" y="432"/>
                    <a:pt x="395" y="432"/>
                  </a:cubicBezTo>
                  <a:cubicBezTo>
                    <a:pt x="395" y="452"/>
                    <a:pt x="412" y="468"/>
                    <a:pt x="431" y="468"/>
                  </a:cubicBezTo>
                  <a:cubicBezTo>
                    <a:pt x="451" y="468"/>
                    <a:pt x="467" y="452"/>
                    <a:pt x="467" y="432"/>
                  </a:cubicBezTo>
                  <a:cubicBezTo>
                    <a:pt x="467" y="108"/>
                    <a:pt x="467" y="108"/>
                    <a:pt x="467" y="108"/>
                  </a:cubicBezTo>
                  <a:cubicBezTo>
                    <a:pt x="467" y="36"/>
                    <a:pt x="431" y="0"/>
                    <a:pt x="359" y="0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2319" name="Oval 84"/>
            <p:cNvSpPr>
              <a:spLocks noChangeArrowheads="1"/>
            </p:cNvSpPr>
            <p:nvPr/>
          </p:nvSpPr>
          <p:spPr bwMode="auto">
            <a:xfrm>
              <a:off x="3345" y="752"/>
              <a:ext cx="304" cy="30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2320" name="Freeform 105"/>
            <p:cNvSpPr>
              <a:spLocks noEditPoints="1"/>
            </p:cNvSpPr>
            <p:nvPr/>
          </p:nvSpPr>
          <p:spPr bwMode="auto">
            <a:xfrm>
              <a:off x="3466" y="2045"/>
              <a:ext cx="27" cy="43"/>
            </a:xfrm>
            <a:custGeom>
              <a:avLst/>
              <a:gdLst>
                <a:gd name="T0" fmla="*/ 0 w 16"/>
                <a:gd name="T1" fmla="*/ 43 h 26"/>
                <a:gd name="T2" fmla="*/ 0 w 16"/>
                <a:gd name="T3" fmla="*/ 43 h 26"/>
                <a:gd name="T4" fmla="*/ 0 w 16"/>
                <a:gd name="T5" fmla="*/ 43 h 26"/>
                <a:gd name="T6" fmla="*/ 0 w 16"/>
                <a:gd name="T7" fmla="*/ 43 h 26"/>
                <a:gd name="T8" fmla="*/ 0 w 16"/>
                <a:gd name="T9" fmla="*/ 43 h 26"/>
                <a:gd name="T10" fmla="*/ 0 w 16"/>
                <a:gd name="T11" fmla="*/ 43 h 26"/>
                <a:gd name="T12" fmla="*/ 0 w 16"/>
                <a:gd name="T13" fmla="*/ 43 h 26"/>
                <a:gd name="T14" fmla="*/ 0 w 16"/>
                <a:gd name="T15" fmla="*/ 43 h 26"/>
                <a:gd name="T16" fmla="*/ 0 w 16"/>
                <a:gd name="T17" fmla="*/ 43 h 26"/>
                <a:gd name="T18" fmla="*/ 2 w 16"/>
                <a:gd name="T19" fmla="*/ 43 h 26"/>
                <a:gd name="T20" fmla="*/ 0 w 16"/>
                <a:gd name="T21" fmla="*/ 43 h 26"/>
                <a:gd name="T22" fmla="*/ 2 w 16"/>
                <a:gd name="T23" fmla="*/ 43 h 26"/>
                <a:gd name="T24" fmla="*/ 2 w 16"/>
                <a:gd name="T25" fmla="*/ 43 h 26"/>
                <a:gd name="T26" fmla="*/ 2 w 16"/>
                <a:gd name="T27" fmla="*/ 43 h 26"/>
                <a:gd name="T28" fmla="*/ 2 w 16"/>
                <a:gd name="T29" fmla="*/ 43 h 26"/>
                <a:gd name="T30" fmla="*/ 2 w 16"/>
                <a:gd name="T31" fmla="*/ 43 h 26"/>
                <a:gd name="T32" fmla="*/ 2 w 16"/>
                <a:gd name="T33" fmla="*/ 43 h 26"/>
                <a:gd name="T34" fmla="*/ 2 w 16"/>
                <a:gd name="T35" fmla="*/ 43 h 26"/>
                <a:gd name="T36" fmla="*/ 2 w 16"/>
                <a:gd name="T37" fmla="*/ 43 h 26"/>
                <a:gd name="T38" fmla="*/ 2 w 16"/>
                <a:gd name="T39" fmla="*/ 43 h 26"/>
                <a:gd name="T40" fmla="*/ 2 w 16"/>
                <a:gd name="T41" fmla="*/ 43 h 26"/>
                <a:gd name="T42" fmla="*/ 2 w 16"/>
                <a:gd name="T43" fmla="*/ 41 h 26"/>
                <a:gd name="T44" fmla="*/ 2 w 16"/>
                <a:gd name="T45" fmla="*/ 43 h 26"/>
                <a:gd name="T46" fmla="*/ 2 w 16"/>
                <a:gd name="T47" fmla="*/ 41 h 26"/>
                <a:gd name="T48" fmla="*/ 2 w 16"/>
                <a:gd name="T49" fmla="*/ 41 h 26"/>
                <a:gd name="T50" fmla="*/ 2 w 16"/>
                <a:gd name="T51" fmla="*/ 41 h 26"/>
                <a:gd name="T52" fmla="*/ 2 w 16"/>
                <a:gd name="T53" fmla="*/ 41 h 26"/>
                <a:gd name="T54" fmla="*/ 2 w 16"/>
                <a:gd name="T55" fmla="*/ 41 h 26"/>
                <a:gd name="T56" fmla="*/ 2 w 16"/>
                <a:gd name="T57" fmla="*/ 41 h 26"/>
                <a:gd name="T58" fmla="*/ 2 w 16"/>
                <a:gd name="T59" fmla="*/ 41 h 26"/>
                <a:gd name="T60" fmla="*/ 27 w 16"/>
                <a:gd name="T61" fmla="*/ 0 h 26"/>
                <a:gd name="T62" fmla="*/ 2 w 16"/>
                <a:gd name="T63" fmla="*/ 41 h 26"/>
                <a:gd name="T64" fmla="*/ 27 w 16"/>
                <a:gd name="T65" fmla="*/ 0 h 26"/>
                <a:gd name="T66" fmla="*/ 27 w 16"/>
                <a:gd name="T67" fmla="*/ 0 h 2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6" h="26">
                  <a:moveTo>
                    <a:pt x="0" y="26"/>
                  </a:moveTo>
                  <a:cubicBezTo>
                    <a:pt x="0" y="26"/>
                    <a:pt x="0" y="26"/>
                    <a:pt x="0" y="26"/>
                  </a:cubicBezTo>
                  <a:cubicBezTo>
                    <a:pt x="0" y="26"/>
                    <a:pt x="0" y="26"/>
                    <a:pt x="0" y="26"/>
                  </a:cubicBezTo>
                  <a:moveTo>
                    <a:pt x="0" y="26"/>
                  </a:moveTo>
                  <a:cubicBezTo>
                    <a:pt x="0" y="26"/>
                    <a:pt x="0" y="26"/>
                    <a:pt x="0" y="26"/>
                  </a:cubicBezTo>
                  <a:cubicBezTo>
                    <a:pt x="0" y="26"/>
                    <a:pt x="0" y="26"/>
                    <a:pt x="0" y="26"/>
                  </a:cubicBezTo>
                  <a:moveTo>
                    <a:pt x="0" y="26"/>
                  </a:moveTo>
                  <a:cubicBezTo>
                    <a:pt x="0" y="26"/>
                    <a:pt x="0" y="26"/>
                    <a:pt x="0" y="26"/>
                  </a:cubicBezTo>
                  <a:cubicBezTo>
                    <a:pt x="0" y="26"/>
                    <a:pt x="0" y="26"/>
                    <a:pt x="0" y="26"/>
                  </a:cubicBezTo>
                  <a:moveTo>
                    <a:pt x="1" y="26"/>
                  </a:moveTo>
                  <a:cubicBezTo>
                    <a:pt x="0" y="26"/>
                    <a:pt x="0" y="26"/>
                    <a:pt x="0" y="26"/>
                  </a:cubicBezTo>
                  <a:cubicBezTo>
                    <a:pt x="0" y="26"/>
                    <a:pt x="0" y="26"/>
                    <a:pt x="1" y="26"/>
                  </a:cubicBezTo>
                  <a:moveTo>
                    <a:pt x="1" y="26"/>
                  </a:move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1" y="26"/>
                    <a:pt x="1" y="26"/>
                  </a:cubicBezTo>
                  <a:moveTo>
                    <a:pt x="1" y="26"/>
                  </a:move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1" y="26"/>
                    <a:pt x="1" y="26"/>
                  </a:cubicBezTo>
                  <a:moveTo>
                    <a:pt x="1" y="26"/>
                  </a:move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1" y="26"/>
                    <a:pt x="1" y="26"/>
                  </a:cubicBezTo>
                  <a:moveTo>
                    <a:pt x="1" y="25"/>
                  </a:move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1" y="26"/>
                    <a:pt x="1" y="25"/>
                  </a:cubicBezTo>
                  <a:moveTo>
                    <a:pt x="1" y="25"/>
                  </a:moveTo>
                  <a:cubicBezTo>
                    <a:pt x="1" y="25"/>
                    <a:pt x="1" y="25"/>
                    <a:pt x="1" y="25"/>
                  </a:cubicBezTo>
                  <a:cubicBezTo>
                    <a:pt x="1" y="25"/>
                    <a:pt x="1" y="25"/>
                    <a:pt x="1" y="25"/>
                  </a:cubicBezTo>
                  <a:moveTo>
                    <a:pt x="1" y="25"/>
                  </a:moveTo>
                  <a:cubicBezTo>
                    <a:pt x="1" y="25"/>
                    <a:pt x="1" y="25"/>
                    <a:pt x="1" y="25"/>
                  </a:cubicBezTo>
                  <a:cubicBezTo>
                    <a:pt x="1" y="25"/>
                    <a:pt x="1" y="25"/>
                    <a:pt x="1" y="25"/>
                  </a:cubicBezTo>
                  <a:moveTo>
                    <a:pt x="16" y="0"/>
                  </a:moveTo>
                  <a:cubicBezTo>
                    <a:pt x="8" y="1"/>
                    <a:pt x="1" y="9"/>
                    <a:pt x="1" y="25"/>
                  </a:cubicBezTo>
                  <a:cubicBezTo>
                    <a:pt x="1" y="9"/>
                    <a:pt x="8" y="1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</a:path>
              </a:pathLst>
            </a:custGeom>
            <a:solidFill>
              <a:srgbClr val="CFC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2321" name="Freeform 106"/>
            <p:cNvSpPr>
              <a:spLocks/>
            </p:cNvSpPr>
            <p:nvPr/>
          </p:nvSpPr>
          <p:spPr bwMode="auto">
            <a:xfrm>
              <a:off x="3103" y="1177"/>
              <a:ext cx="390" cy="1641"/>
            </a:xfrm>
            <a:custGeom>
              <a:avLst/>
              <a:gdLst>
                <a:gd name="T0" fmla="*/ 390 w 231"/>
                <a:gd name="T1" fmla="*/ 0 h 972"/>
                <a:gd name="T2" fmla="*/ 182 w 231"/>
                <a:gd name="T3" fmla="*/ 0 h 972"/>
                <a:gd name="T4" fmla="*/ 0 w 231"/>
                <a:gd name="T5" fmla="*/ 182 h 972"/>
                <a:gd name="T6" fmla="*/ 0 w 231"/>
                <a:gd name="T7" fmla="*/ 729 h 972"/>
                <a:gd name="T8" fmla="*/ 61 w 231"/>
                <a:gd name="T9" fmla="*/ 790 h 972"/>
                <a:gd name="T10" fmla="*/ 122 w 231"/>
                <a:gd name="T11" fmla="*/ 729 h 972"/>
                <a:gd name="T12" fmla="*/ 122 w 231"/>
                <a:gd name="T13" fmla="*/ 304 h 972"/>
                <a:gd name="T14" fmla="*/ 122 w 231"/>
                <a:gd name="T15" fmla="*/ 304 h 972"/>
                <a:gd name="T16" fmla="*/ 122 w 231"/>
                <a:gd name="T17" fmla="*/ 304 h 972"/>
                <a:gd name="T18" fmla="*/ 152 w 231"/>
                <a:gd name="T19" fmla="*/ 258 h 972"/>
                <a:gd name="T20" fmla="*/ 182 w 231"/>
                <a:gd name="T21" fmla="*/ 304 h 972"/>
                <a:gd name="T22" fmla="*/ 182 w 231"/>
                <a:gd name="T23" fmla="*/ 817 h 972"/>
                <a:gd name="T24" fmla="*/ 182 w 231"/>
                <a:gd name="T25" fmla="*/ 912 h 972"/>
                <a:gd name="T26" fmla="*/ 182 w 231"/>
                <a:gd name="T27" fmla="*/ 1553 h 972"/>
                <a:gd name="T28" fmla="*/ 268 w 231"/>
                <a:gd name="T29" fmla="*/ 1641 h 972"/>
                <a:gd name="T30" fmla="*/ 275 w 231"/>
                <a:gd name="T31" fmla="*/ 1641 h 972"/>
                <a:gd name="T32" fmla="*/ 363 w 231"/>
                <a:gd name="T33" fmla="*/ 1553 h 972"/>
                <a:gd name="T34" fmla="*/ 363 w 231"/>
                <a:gd name="T35" fmla="*/ 912 h 972"/>
                <a:gd name="T36" fmla="*/ 363 w 231"/>
                <a:gd name="T37" fmla="*/ 912 h 972"/>
                <a:gd name="T38" fmla="*/ 363 w 231"/>
                <a:gd name="T39" fmla="*/ 912 h 972"/>
                <a:gd name="T40" fmla="*/ 363 w 231"/>
                <a:gd name="T41" fmla="*/ 912 h 972"/>
                <a:gd name="T42" fmla="*/ 363 w 231"/>
                <a:gd name="T43" fmla="*/ 912 h 972"/>
                <a:gd name="T44" fmla="*/ 363 w 231"/>
                <a:gd name="T45" fmla="*/ 912 h 972"/>
                <a:gd name="T46" fmla="*/ 363 w 231"/>
                <a:gd name="T47" fmla="*/ 912 h 972"/>
                <a:gd name="T48" fmla="*/ 363 w 231"/>
                <a:gd name="T49" fmla="*/ 912 h 972"/>
                <a:gd name="T50" fmla="*/ 363 w 231"/>
                <a:gd name="T51" fmla="*/ 912 h 972"/>
                <a:gd name="T52" fmla="*/ 363 w 231"/>
                <a:gd name="T53" fmla="*/ 912 h 972"/>
                <a:gd name="T54" fmla="*/ 365 w 231"/>
                <a:gd name="T55" fmla="*/ 912 h 972"/>
                <a:gd name="T56" fmla="*/ 365 w 231"/>
                <a:gd name="T57" fmla="*/ 912 h 972"/>
                <a:gd name="T58" fmla="*/ 365 w 231"/>
                <a:gd name="T59" fmla="*/ 912 h 972"/>
                <a:gd name="T60" fmla="*/ 365 w 231"/>
                <a:gd name="T61" fmla="*/ 912 h 972"/>
                <a:gd name="T62" fmla="*/ 365 w 231"/>
                <a:gd name="T63" fmla="*/ 912 h 972"/>
                <a:gd name="T64" fmla="*/ 365 w 231"/>
                <a:gd name="T65" fmla="*/ 912 h 972"/>
                <a:gd name="T66" fmla="*/ 365 w 231"/>
                <a:gd name="T67" fmla="*/ 912 h 972"/>
                <a:gd name="T68" fmla="*/ 365 w 231"/>
                <a:gd name="T69" fmla="*/ 912 h 972"/>
                <a:gd name="T70" fmla="*/ 365 w 231"/>
                <a:gd name="T71" fmla="*/ 910 h 972"/>
                <a:gd name="T72" fmla="*/ 365 w 231"/>
                <a:gd name="T73" fmla="*/ 910 h 972"/>
                <a:gd name="T74" fmla="*/ 365 w 231"/>
                <a:gd name="T75" fmla="*/ 910 h 972"/>
                <a:gd name="T76" fmla="*/ 365 w 231"/>
                <a:gd name="T77" fmla="*/ 910 h 972"/>
                <a:gd name="T78" fmla="*/ 365 w 231"/>
                <a:gd name="T79" fmla="*/ 910 h 972"/>
                <a:gd name="T80" fmla="*/ 365 w 231"/>
                <a:gd name="T81" fmla="*/ 910 h 972"/>
                <a:gd name="T82" fmla="*/ 390 w 231"/>
                <a:gd name="T83" fmla="*/ 868 h 972"/>
                <a:gd name="T84" fmla="*/ 390 w 231"/>
                <a:gd name="T85" fmla="*/ 0 h 972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231" h="972">
                  <a:moveTo>
                    <a:pt x="231" y="0"/>
                  </a:moveTo>
                  <a:cubicBezTo>
                    <a:pt x="108" y="0"/>
                    <a:pt x="108" y="0"/>
                    <a:pt x="108" y="0"/>
                  </a:cubicBezTo>
                  <a:cubicBezTo>
                    <a:pt x="36" y="0"/>
                    <a:pt x="0" y="36"/>
                    <a:pt x="0" y="108"/>
                  </a:cubicBezTo>
                  <a:cubicBezTo>
                    <a:pt x="0" y="432"/>
                    <a:pt x="0" y="432"/>
                    <a:pt x="0" y="432"/>
                  </a:cubicBezTo>
                  <a:cubicBezTo>
                    <a:pt x="0" y="452"/>
                    <a:pt x="16" y="468"/>
                    <a:pt x="36" y="468"/>
                  </a:cubicBezTo>
                  <a:cubicBezTo>
                    <a:pt x="55" y="468"/>
                    <a:pt x="72" y="452"/>
                    <a:pt x="72" y="432"/>
                  </a:cubicBezTo>
                  <a:cubicBezTo>
                    <a:pt x="72" y="432"/>
                    <a:pt x="72" y="216"/>
                    <a:pt x="72" y="180"/>
                  </a:cubicBezTo>
                  <a:cubicBezTo>
                    <a:pt x="72" y="180"/>
                    <a:pt x="72" y="180"/>
                    <a:pt x="72" y="180"/>
                  </a:cubicBezTo>
                  <a:cubicBezTo>
                    <a:pt x="72" y="180"/>
                    <a:pt x="72" y="180"/>
                    <a:pt x="72" y="180"/>
                  </a:cubicBezTo>
                  <a:cubicBezTo>
                    <a:pt x="72" y="162"/>
                    <a:pt x="81" y="153"/>
                    <a:pt x="90" y="153"/>
                  </a:cubicBezTo>
                  <a:cubicBezTo>
                    <a:pt x="99" y="153"/>
                    <a:pt x="108" y="162"/>
                    <a:pt x="108" y="180"/>
                  </a:cubicBezTo>
                  <a:cubicBezTo>
                    <a:pt x="108" y="207"/>
                    <a:pt x="108" y="390"/>
                    <a:pt x="108" y="484"/>
                  </a:cubicBezTo>
                  <a:cubicBezTo>
                    <a:pt x="108" y="540"/>
                    <a:pt x="108" y="540"/>
                    <a:pt x="108" y="540"/>
                  </a:cubicBezTo>
                  <a:cubicBezTo>
                    <a:pt x="108" y="920"/>
                    <a:pt x="108" y="920"/>
                    <a:pt x="108" y="920"/>
                  </a:cubicBezTo>
                  <a:cubicBezTo>
                    <a:pt x="108" y="949"/>
                    <a:pt x="131" y="972"/>
                    <a:pt x="159" y="972"/>
                  </a:cubicBezTo>
                  <a:cubicBezTo>
                    <a:pt x="163" y="972"/>
                    <a:pt x="163" y="972"/>
                    <a:pt x="163" y="972"/>
                  </a:cubicBezTo>
                  <a:cubicBezTo>
                    <a:pt x="192" y="972"/>
                    <a:pt x="215" y="949"/>
                    <a:pt x="215" y="920"/>
                  </a:cubicBezTo>
                  <a:cubicBezTo>
                    <a:pt x="215" y="920"/>
                    <a:pt x="215" y="576"/>
                    <a:pt x="215" y="540"/>
                  </a:cubicBezTo>
                  <a:cubicBezTo>
                    <a:pt x="215" y="540"/>
                    <a:pt x="215" y="540"/>
                    <a:pt x="215" y="540"/>
                  </a:cubicBezTo>
                  <a:cubicBezTo>
                    <a:pt x="215" y="540"/>
                    <a:pt x="215" y="540"/>
                    <a:pt x="215" y="540"/>
                  </a:cubicBezTo>
                  <a:cubicBezTo>
                    <a:pt x="215" y="540"/>
                    <a:pt x="215" y="540"/>
                    <a:pt x="215" y="540"/>
                  </a:cubicBezTo>
                  <a:cubicBezTo>
                    <a:pt x="215" y="540"/>
                    <a:pt x="215" y="540"/>
                    <a:pt x="215" y="540"/>
                  </a:cubicBezTo>
                  <a:cubicBezTo>
                    <a:pt x="215" y="540"/>
                    <a:pt x="215" y="540"/>
                    <a:pt x="215" y="540"/>
                  </a:cubicBezTo>
                  <a:cubicBezTo>
                    <a:pt x="215" y="540"/>
                    <a:pt x="215" y="540"/>
                    <a:pt x="215" y="540"/>
                  </a:cubicBezTo>
                  <a:cubicBezTo>
                    <a:pt x="215" y="540"/>
                    <a:pt x="215" y="540"/>
                    <a:pt x="215" y="540"/>
                  </a:cubicBezTo>
                  <a:cubicBezTo>
                    <a:pt x="215" y="540"/>
                    <a:pt x="215" y="540"/>
                    <a:pt x="215" y="540"/>
                  </a:cubicBezTo>
                  <a:cubicBezTo>
                    <a:pt x="215" y="540"/>
                    <a:pt x="215" y="540"/>
                    <a:pt x="215" y="540"/>
                  </a:cubicBezTo>
                  <a:cubicBezTo>
                    <a:pt x="215" y="540"/>
                    <a:pt x="215" y="540"/>
                    <a:pt x="216" y="540"/>
                  </a:cubicBezTo>
                  <a:cubicBezTo>
                    <a:pt x="216" y="540"/>
                    <a:pt x="216" y="540"/>
                    <a:pt x="216" y="540"/>
                  </a:cubicBezTo>
                  <a:cubicBezTo>
                    <a:pt x="216" y="540"/>
                    <a:pt x="216" y="540"/>
                    <a:pt x="216" y="540"/>
                  </a:cubicBezTo>
                  <a:cubicBezTo>
                    <a:pt x="216" y="540"/>
                    <a:pt x="216" y="540"/>
                    <a:pt x="216" y="540"/>
                  </a:cubicBezTo>
                  <a:cubicBezTo>
                    <a:pt x="216" y="540"/>
                    <a:pt x="216" y="540"/>
                    <a:pt x="216" y="540"/>
                  </a:cubicBezTo>
                  <a:cubicBezTo>
                    <a:pt x="216" y="540"/>
                    <a:pt x="216" y="540"/>
                    <a:pt x="216" y="540"/>
                  </a:cubicBezTo>
                  <a:cubicBezTo>
                    <a:pt x="216" y="540"/>
                    <a:pt x="216" y="540"/>
                    <a:pt x="216" y="540"/>
                  </a:cubicBezTo>
                  <a:cubicBezTo>
                    <a:pt x="216" y="540"/>
                    <a:pt x="216" y="540"/>
                    <a:pt x="216" y="540"/>
                  </a:cubicBezTo>
                  <a:cubicBezTo>
                    <a:pt x="216" y="540"/>
                    <a:pt x="216" y="540"/>
                    <a:pt x="216" y="539"/>
                  </a:cubicBezTo>
                  <a:cubicBezTo>
                    <a:pt x="216" y="539"/>
                    <a:pt x="216" y="539"/>
                    <a:pt x="216" y="539"/>
                  </a:cubicBezTo>
                  <a:cubicBezTo>
                    <a:pt x="216" y="539"/>
                    <a:pt x="216" y="539"/>
                    <a:pt x="216" y="539"/>
                  </a:cubicBezTo>
                  <a:cubicBezTo>
                    <a:pt x="216" y="539"/>
                    <a:pt x="216" y="539"/>
                    <a:pt x="216" y="539"/>
                  </a:cubicBezTo>
                  <a:cubicBezTo>
                    <a:pt x="216" y="539"/>
                    <a:pt x="216" y="539"/>
                    <a:pt x="216" y="539"/>
                  </a:cubicBezTo>
                  <a:cubicBezTo>
                    <a:pt x="216" y="539"/>
                    <a:pt x="216" y="539"/>
                    <a:pt x="216" y="539"/>
                  </a:cubicBezTo>
                  <a:cubicBezTo>
                    <a:pt x="216" y="523"/>
                    <a:pt x="223" y="515"/>
                    <a:pt x="231" y="514"/>
                  </a:cubicBezTo>
                  <a:cubicBezTo>
                    <a:pt x="231" y="0"/>
                    <a:pt x="231" y="0"/>
                    <a:pt x="231" y="0"/>
                  </a:cubicBezTo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2322" name="Freeform 107"/>
            <p:cNvSpPr>
              <a:spLocks noEditPoints="1"/>
            </p:cNvSpPr>
            <p:nvPr/>
          </p:nvSpPr>
          <p:spPr bwMode="auto">
            <a:xfrm>
              <a:off x="3345" y="898"/>
              <a:ext cx="1" cy="12"/>
            </a:xfrm>
            <a:custGeom>
              <a:avLst/>
              <a:gdLst>
                <a:gd name="T0" fmla="*/ 1 w 1"/>
                <a:gd name="T1" fmla="*/ 12 h 7"/>
                <a:gd name="T2" fmla="*/ 1 w 1"/>
                <a:gd name="T3" fmla="*/ 12 h 7"/>
                <a:gd name="T4" fmla="*/ 1 w 1"/>
                <a:gd name="T5" fmla="*/ 12 h 7"/>
                <a:gd name="T6" fmla="*/ 1 w 1"/>
                <a:gd name="T7" fmla="*/ 10 h 7"/>
                <a:gd name="T8" fmla="*/ 1 w 1"/>
                <a:gd name="T9" fmla="*/ 10 h 7"/>
                <a:gd name="T10" fmla="*/ 1 w 1"/>
                <a:gd name="T11" fmla="*/ 10 h 7"/>
                <a:gd name="T12" fmla="*/ 1 w 1"/>
                <a:gd name="T13" fmla="*/ 10 h 7"/>
                <a:gd name="T14" fmla="*/ 1 w 1"/>
                <a:gd name="T15" fmla="*/ 10 h 7"/>
                <a:gd name="T16" fmla="*/ 1 w 1"/>
                <a:gd name="T17" fmla="*/ 10 h 7"/>
                <a:gd name="T18" fmla="*/ 1 w 1"/>
                <a:gd name="T19" fmla="*/ 10 h 7"/>
                <a:gd name="T20" fmla="*/ 1 w 1"/>
                <a:gd name="T21" fmla="*/ 9 h 7"/>
                <a:gd name="T22" fmla="*/ 1 w 1"/>
                <a:gd name="T23" fmla="*/ 9 h 7"/>
                <a:gd name="T24" fmla="*/ 1 w 1"/>
                <a:gd name="T25" fmla="*/ 9 h 7"/>
                <a:gd name="T26" fmla="*/ 1 w 1"/>
                <a:gd name="T27" fmla="*/ 9 h 7"/>
                <a:gd name="T28" fmla="*/ 1 w 1"/>
                <a:gd name="T29" fmla="*/ 9 h 7"/>
                <a:gd name="T30" fmla="*/ 1 w 1"/>
                <a:gd name="T31" fmla="*/ 9 h 7"/>
                <a:gd name="T32" fmla="*/ 1 w 1"/>
                <a:gd name="T33" fmla="*/ 9 h 7"/>
                <a:gd name="T34" fmla="*/ 1 w 1"/>
                <a:gd name="T35" fmla="*/ 7 h 7"/>
                <a:gd name="T36" fmla="*/ 1 w 1"/>
                <a:gd name="T37" fmla="*/ 7 h 7"/>
                <a:gd name="T38" fmla="*/ 1 w 1"/>
                <a:gd name="T39" fmla="*/ 7 h 7"/>
                <a:gd name="T40" fmla="*/ 1 w 1"/>
                <a:gd name="T41" fmla="*/ 7 h 7"/>
                <a:gd name="T42" fmla="*/ 0 w 1"/>
                <a:gd name="T43" fmla="*/ 7 h 7"/>
                <a:gd name="T44" fmla="*/ 0 w 1"/>
                <a:gd name="T45" fmla="*/ 7 h 7"/>
                <a:gd name="T46" fmla="*/ 0 w 1"/>
                <a:gd name="T47" fmla="*/ 5 h 7"/>
                <a:gd name="T48" fmla="*/ 0 w 1"/>
                <a:gd name="T49" fmla="*/ 5 h 7"/>
                <a:gd name="T50" fmla="*/ 0 w 1"/>
                <a:gd name="T51" fmla="*/ 5 h 7"/>
                <a:gd name="T52" fmla="*/ 0 w 1"/>
                <a:gd name="T53" fmla="*/ 5 h 7"/>
                <a:gd name="T54" fmla="*/ 1 w 1"/>
                <a:gd name="T55" fmla="*/ 5 h 7"/>
                <a:gd name="T56" fmla="*/ 1 w 1"/>
                <a:gd name="T57" fmla="*/ 5 h 7"/>
                <a:gd name="T58" fmla="*/ 1 w 1"/>
                <a:gd name="T59" fmla="*/ 3 h 7"/>
                <a:gd name="T60" fmla="*/ 1 w 1"/>
                <a:gd name="T61" fmla="*/ 3 h 7"/>
                <a:gd name="T62" fmla="*/ 1 w 1"/>
                <a:gd name="T63" fmla="*/ 3 h 7"/>
                <a:gd name="T64" fmla="*/ 1 w 1"/>
                <a:gd name="T65" fmla="*/ 3 h 7"/>
                <a:gd name="T66" fmla="*/ 1 w 1"/>
                <a:gd name="T67" fmla="*/ 3 h 7"/>
                <a:gd name="T68" fmla="*/ 1 w 1"/>
                <a:gd name="T69" fmla="*/ 3 h 7"/>
                <a:gd name="T70" fmla="*/ 1 w 1"/>
                <a:gd name="T71" fmla="*/ 3 h 7"/>
                <a:gd name="T72" fmla="*/ 1 w 1"/>
                <a:gd name="T73" fmla="*/ 2 h 7"/>
                <a:gd name="T74" fmla="*/ 1 w 1"/>
                <a:gd name="T75" fmla="*/ 2 h 7"/>
                <a:gd name="T76" fmla="*/ 1 w 1"/>
                <a:gd name="T77" fmla="*/ 2 h 7"/>
                <a:gd name="T78" fmla="*/ 1 w 1"/>
                <a:gd name="T79" fmla="*/ 2 h 7"/>
                <a:gd name="T80" fmla="*/ 1 w 1"/>
                <a:gd name="T81" fmla="*/ 2 h 7"/>
                <a:gd name="T82" fmla="*/ 1 w 1"/>
                <a:gd name="T83" fmla="*/ 2 h 7"/>
                <a:gd name="T84" fmla="*/ 1 w 1"/>
                <a:gd name="T85" fmla="*/ 2 h 7"/>
                <a:gd name="T86" fmla="*/ 1 w 1"/>
                <a:gd name="T87" fmla="*/ 0 h 7"/>
                <a:gd name="T88" fmla="*/ 1 w 1"/>
                <a:gd name="T89" fmla="*/ 0 h 7"/>
                <a:gd name="T90" fmla="*/ 1 w 1"/>
                <a:gd name="T91" fmla="*/ 0 h 7"/>
                <a:gd name="T92" fmla="*/ 1 w 1"/>
                <a:gd name="T93" fmla="*/ 0 h 7"/>
                <a:gd name="T94" fmla="*/ 1 w 1"/>
                <a:gd name="T95" fmla="*/ 0 h 7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1" h="7">
                  <a:moveTo>
                    <a:pt x="1" y="7"/>
                  </a:moveTo>
                  <a:cubicBezTo>
                    <a:pt x="1" y="7"/>
                    <a:pt x="1" y="7"/>
                    <a:pt x="1" y="7"/>
                  </a:cubicBezTo>
                  <a:cubicBezTo>
                    <a:pt x="1" y="7"/>
                    <a:pt x="1" y="7"/>
                    <a:pt x="1" y="7"/>
                  </a:cubicBezTo>
                  <a:moveTo>
                    <a:pt x="1" y="7"/>
                  </a:moveTo>
                  <a:cubicBezTo>
                    <a:pt x="1" y="7"/>
                    <a:pt x="1" y="7"/>
                    <a:pt x="1" y="7"/>
                  </a:cubicBezTo>
                  <a:cubicBezTo>
                    <a:pt x="1" y="7"/>
                    <a:pt x="1" y="7"/>
                    <a:pt x="1" y="7"/>
                  </a:cubicBezTo>
                  <a:moveTo>
                    <a:pt x="1" y="7"/>
                  </a:moveTo>
                  <a:cubicBezTo>
                    <a:pt x="1" y="7"/>
                    <a:pt x="1" y="7"/>
                    <a:pt x="1" y="7"/>
                  </a:cubicBezTo>
                  <a:cubicBezTo>
                    <a:pt x="1" y="7"/>
                    <a:pt x="1" y="7"/>
                    <a:pt x="1" y="7"/>
                  </a:cubicBezTo>
                  <a:moveTo>
                    <a:pt x="1" y="6"/>
                  </a:moveTo>
                  <a:cubicBezTo>
                    <a:pt x="1" y="6"/>
                    <a:pt x="1" y="6"/>
                    <a:pt x="1" y="7"/>
                  </a:cubicBezTo>
                  <a:cubicBezTo>
                    <a:pt x="1" y="6"/>
                    <a:pt x="1" y="6"/>
                    <a:pt x="1" y="6"/>
                  </a:cubicBezTo>
                  <a:moveTo>
                    <a:pt x="1" y="6"/>
                  </a:moveTo>
                  <a:cubicBezTo>
                    <a:pt x="1" y="6"/>
                    <a:pt x="1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moveTo>
                    <a:pt x="1" y="6"/>
                  </a:moveTo>
                  <a:cubicBezTo>
                    <a:pt x="1" y="6"/>
                    <a:pt x="1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moveTo>
                    <a:pt x="1" y="6"/>
                  </a:moveTo>
                  <a:cubicBezTo>
                    <a:pt x="1" y="6"/>
                    <a:pt x="1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moveTo>
                    <a:pt x="1" y="6"/>
                  </a:moveTo>
                  <a:cubicBezTo>
                    <a:pt x="1" y="6"/>
                    <a:pt x="1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moveTo>
                    <a:pt x="1" y="6"/>
                  </a:moveTo>
                  <a:cubicBezTo>
                    <a:pt x="1" y="6"/>
                    <a:pt x="1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moveTo>
                    <a:pt x="1" y="6"/>
                  </a:moveTo>
                  <a:cubicBezTo>
                    <a:pt x="1" y="6"/>
                    <a:pt x="1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moveTo>
                    <a:pt x="1" y="5"/>
                  </a:moveTo>
                  <a:cubicBezTo>
                    <a:pt x="1" y="5"/>
                    <a:pt x="1" y="5"/>
                    <a:pt x="1" y="6"/>
                  </a:cubicBezTo>
                  <a:cubicBezTo>
                    <a:pt x="1" y="5"/>
                    <a:pt x="1" y="5"/>
                    <a:pt x="1" y="5"/>
                  </a:cubicBezTo>
                  <a:moveTo>
                    <a:pt x="1" y="5"/>
                  </a:move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moveTo>
                    <a:pt x="1" y="5"/>
                  </a:move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moveTo>
                    <a:pt x="1" y="5"/>
                  </a:move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moveTo>
                    <a:pt x="1" y="5"/>
                  </a:move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moveTo>
                    <a:pt x="1" y="5"/>
                  </a:move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moveTo>
                    <a:pt x="1" y="5"/>
                  </a:move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moveTo>
                    <a:pt x="1" y="4"/>
                  </a:moveTo>
                  <a:cubicBezTo>
                    <a:pt x="1" y="4"/>
                    <a:pt x="1" y="4"/>
                    <a:pt x="1" y="5"/>
                  </a:cubicBezTo>
                  <a:cubicBezTo>
                    <a:pt x="1" y="4"/>
                    <a:pt x="1" y="4"/>
                    <a:pt x="1" y="4"/>
                  </a:cubicBezTo>
                  <a:moveTo>
                    <a:pt x="1" y="4"/>
                  </a:move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moveTo>
                    <a:pt x="1" y="4"/>
                  </a:move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moveTo>
                    <a:pt x="1" y="4"/>
                  </a:move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moveTo>
                    <a:pt x="0" y="4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moveTo>
                    <a:pt x="0" y="4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moveTo>
                    <a:pt x="0" y="3"/>
                  </a:moveTo>
                  <a:cubicBezTo>
                    <a:pt x="0" y="3"/>
                    <a:pt x="0" y="4"/>
                    <a:pt x="0" y="4"/>
                  </a:cubicBezTo>
                  <a:cubicBezTo>
                    <a:pt x="0" y="4"/>
                    <a:pt x="0" y="3"/>
                    <a:pt x="0" y="3"/>
                  </a:cubicBezTo>
                  <a:moveTo>
                    <a:pt x="0" y="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moveTo>
                    <a:pt x="0" y="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moveTo>
                    <a:pt x="0" y="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moveTo>
                    <a:pt x="1" y="3"/>
                  </a:move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moveTo>
                    <a:pt x="1" y="2"/>
                  </a:move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2"/>
                  </a:cubicBezTo>
                  <a:moveTo>
                    <a:pt x="1" y="2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moveTo>
                    <a:pt x="1" y="2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moveTo>
                    <a:pt x="1" y="2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moveTo>
                    <a:pt x="1" y="2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moveTo>
                    <a:pt x="1" y="2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moveTo>
                    <a:pt x="1" y="2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moveTo>
                    <a:pt x="1" y="1"/>
                  </a:moveTo>
                  <a:cubicBezTo>
                    <a:pt x="1" y="1"/>
                    <a:pt x="1" y="2"/>
                    <a:pt x="1" y="2"/>
                  </a:cubicBezTo>
                  <a:cubicBezTo>
                    <a:pt x="1" y="2"/>
                    <a:pt x="1" y="1"/>
                    <a:pt x="1" y="1"/>
                  </a:cubicBezTo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moveTo>
                    <a:pt x="1" y="0"/>
                  </a:moveTo>
                  <a:cubicBezTo>
                    <a:pt x="1" y="0"/>
                    <a:pt x="1" y="1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CFC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2323" name="Freeform 108"/>
            <p:cNvSpPr>
              <a:spLocks/>
            </p:cNvSpPr>
            <p:nvPr/>
          </p:nvSpPr>
          <p:spPr bwMode="auto">
            <a:xfrm>
              <a:off x="3345" y="752"/>
              <a:ext cx="148" cy="303"/>
            </a:xfrm>
            <a:custGeom>
              <a:avLst/>
              <a:gdLst>
                <a:gd name="T0" fmla="*/ 2 w 88"/>
                <a:gd name="T1" fmla="*/ 146 h 180"/>
                <a:gd name="T2" fmla="*/ 2 w 88"/>
                <a:gd name="T3" fmla="*/ 146 h 180"/>
                <a:gd name="T4" fmla="*/ 2 w 88"/>
                <a:gd name="T5" fmla="*/ 146 h 180"/>
                <a:gd name="T6" fmla="*/ 2 w 88"/>
                <a:gd name="T7" fmla="*/ 146 h 180"/>
                <a:gd name="T8" fmla="*/ 2 w 88"/>
                <a:gd name="T9" fmla="*/ 146 h 180"/>
                <a:gd name="T10" fmla="*/ 2 w 88"/>
                <a:gd name="T11" fmla="*/ 146 h 180"/>
                <a:gd name="T12" fmla="*/ 2 w 88"/>
                <a:gd name="T13" fmla="*/ 148 h 180"/>
                <a:gd name="T14" fmla="*/ 2 w 88"/>
                <a:gd name="T15" fmla="*/ 148 h 180"/>
                <a:gd name="T16" fmla="*/ 2 w 88"/>
                <a:gd name="T17" fmla="*/ 148 h 180"/>
                <a:gd name="T18" fmla="*/ 2 w 88"/>
                <a:gd name="T19" fmla="*/ 148 h 180"/>
                <a:gd name="T20" fmla="*/ 2 w 88"/>
                <a:gd name="T21" fmla="*/ 148 h 180"/>
                <a:gd name="T22" fmla="*/ 2 w 88"/>
                <a:gd name="T23" fmla="*/ 148 h 180"/>
                <a:gd name="T24" fmla="*/ 2 w 88"/>
                <a:gd name="T25" fmla="*/ 148 h 180"/>
                <a:gd name="T26" fmla="*/ 2 w 88"/>
                <a:gd name="T27" fmla="*/ 150 h 180"/>
                <a:gd name="T28" fmla="*/ 2 w 88"/>
                <a:gd name="T29" fmla="*/ 150 h 180"/>
                <a:gd name="T30" fmla="*/ 2 w 88"/>
                <a:gd name="T31" fmla="*/ 150 h 180"/>
                <a:gd name="T32" fmla="*/ 2 w 88"/>
                <a:gd name="T33" fmla="*/ 150 h 180"/>
                <a:gd name="T34" fmla="*/ 2 w 88"/>
                <a:gd name="T35" fmla="*/ 150 h 180"/>
                <a:gd name="T36" fmla="*/ 2 w 88"/>
                <a:gd name="T37" fmla="*/ 150 h 180"/>
                <a:gd name="T38" fmla="*/ 2 w 88"/>
                <a:gd name="T39" fmla="*/ 150 h 180"/>
                <a:gd name="T40" fmla="*/ 2 w 88"/>
                <a:gd name="T41" fmla="*/ 152 h 180"/>
                <a:gd name="T42" fmla="*/ 0 w 88"/>
                <a:gd name="T43" fmla="*/ 152 h 180"/>
                <a:gd name="T44" fmla="*/ 0 w 88"/>
                <a:gd name="T45" fmla="*/ 152 h 180"/>
                <a:gd name="T46" fmla="*/ 0 w 88"/>
                <a:gd name="T47" fmla="*/ 152 h 180"/>
                <a:gd name="T48" fmla="*/ 0 w 88"/>
                <a:gd name="T49" fmla="*/ 152 h 180"/>
                <a:gd name="T50" fmla="*/ 0 w 88"/>
                <a:gd name="T51" fmla="*/ 153 h 180"/>
                <a:gd name="T52" fmla="*/ 0 w 88"/>
                <a:gd name="T53" fmla="*/ 153 h 180"/>
                <a:gd name="T54" fmla="*/ 2 w 88"/>
                <a:gd name="T55" fmla="*/ 153 h 180"/>
                <a:gd name="T56" fmla="*/ 2 w 88"/>
                <a:gd name="T57" fmla="*/ 153 h 180"/>
                <a:gd name="T58" fmla="*/ 2 w 88"/>
                <a:gd name="T59" fmla="*/ 153 h 180"/>
                <a:gd name="T60" fmla="*/ 2 w 88"/>
                <a:gd name="T61" fmla="*/ 153 h 180"/>
                <a:gd name="T62" fmla="*/ 2 w 88"/>
                <a:gd name="T63" fmla="*/ 155 h 180"/>
                <a:gd name="T64" fmla="*/ 2 w 88"/>
                <a:gd name="T65" fmla="*/ 155 h 180"/>
                <a:gd name="T66" fmla="*/ 2 w 88"/>
                <a:gd name="T67" fmla="*/ 155 h 180"/>
                <a:gd name="T68" fmla="*/ 2 w 88"/>
                <a:gd name="T69" fmla="*/ 155 h 180"/>
                <a:gd name="T70" fmla="*/ 2 w 88"/>
                <a:gd name="T71" fmla="*/ 155 h 180"/>
                <a:gd name="T72" fmla="*/ 2 w 88"/>
                <a:gd name="T73" fmla="*/ 155 h 180"/>
                <a:gd name="T74" fmla="*/ 2 w 88"/>
                <a:gd name="T75" fmla="*/ 155 h 180"/>
                <a:gd name="T76" fmla="*/ 2 w 88"/>
                <a:gd name="T77" fmla="*/ 157 h 180"/>
                <a:gd name="T78" fmla="*/ 2 w 88"/>
                <a:gd name="T79" fmla="*/ 157 h 180"/>
                <a:gd name="T80" fmla="*/ 2 w 88"/>
                <a:gd name="T81" fmla="*/ 157 h 180"/>
                <a:gd name="T82" fmla="*/ 2 w 88"/>
                <a:gd name="T83" fmla="*/ 157 h 180"/>
                <a:gd name="T84" fmla="*/ 2 w 88"/>
                <a:gd name="T85" fmla="*/ 157 h 180"/>
                <a:gd name="T86" fmla="*/ 2 w 88"/>
                <a:gd name="T87" fmla="*/ 157 h 180"/>
                <a:gd name="T88" fmla="*/ 2 w 88"/>
                <a:gd name="T89" fmla="*/ 157 h 180"/>
                <a:gd name="T90" fmla="*/ 2 w 88"/>
                <a:gd name="T91" fmla="*/ 158 h 180"/>
                <a:gd name="T92" fmla="*/ 2 w 88"/>
                <a:gd name="T93" fmla="*/ 158 h 180"/>
                <a:gd name="T94" fmla="*/ 2 w 88"/>
                <a:gd name="T95" fmla="*/ 158 h 180"/>
                <a:gd name="T96" fmla="*/ 148 w 88"/>
                <a:gd name="T97" fmla="*/ 303 h 180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88" h="180">
                  <a:moveTo>
                    <a:pt x="88" y="0"/>
                  </a:moveTo>
                  <a:cubicBezTo>
                    <a:pt x="41" y="1"/>
                    <a:pt x="2" y="39"/>
                    <a:pt x="1" y="87"/>
                  </a:cubicBezTo>
                  <a:cubicBezTo>
                    <a:pt x="1" y="87"/>
                    <a:pt x="1" y="87"/>
                    <a:pt x="1" y="87"/>
                  </a:cubicBezTo>
                  <a:cubicBezTo>
                    <a:pt x="1" y="87"/>
                    <a:pt x="1" y="87"/>
                    <a:pt x="1" y="87"/>
                  </a:cubicBezTo>
                  <a:cubicBezTo>
                    <a:pt x="1" y="87"/>
                    <a:pt x="1" y="87"/>
                    <a:pt x="1" y="87"/>
                  </a:cubicBezTo>
                  <a:cubicBezTo>
                    <a:pt x="1" y="87"/>
                    <a:pt x="1" y="87"/>
                    <a:pt x="1" y="87"/>
                  </a:cubicBezTo>
                  <a:cubicBezTo>
                    <a:pt x="1" y="87"/>
                    <a:pt x="1" y="87"/>
                    <a:pt x="1" y="87"/>
                  </a:cubicBezTo>
                  <a:cubicBezTo>
                    <a:pt x="1" y="87"/>
                    <a:pt x="1" y="87"/>
                    <a:pt x="1" y="87"/>
                  </a:cubicBezTo>
                  <a:cubicBezTo>
                    <a:pt x="1" y="87"/>
                    <a:pt x="1" y="87"/>
                    <a:pt x="1" y="87"/>
                  </a:cubicBezTo>
                  <a:cubicBezTo>
                    <a:pt x="1" y="87"/>
                    <a:pt x="1" y="87"/>
                    <a:pt x="1" y="87"/>
                  </a:cubicBezTo>
                  <a:cubicBezTo>
                    <a:pt x="1" y="87"/>
                    <a:pt x="1" y="87"/>
                    <a:pt x="1" y="87"/>
                  </a:cubicBezTo>
                  <a:cubicBezTo>
                    <a:pt x="1" y="87"/>
                    <a:pt x="1" y="87"/>
                    <a:pt x="1" y="87"/>
                  </a:cubicBezTo>
                  <a:cubicBezTo>
                    <a:pt x="1" y="87"/>
                    <a:pt x="1" y="88"/>
                    <a:pt x="1" y="88"/>
                  </a:cubicBezTo>
                  <a:cubicBezTo>
                    <a:pt x="1" y="88"/>
                    <a:pt x="1" y="88"/>
                    <a:pt x="1" y="88"/>
                  </a:cubicBezTo>
                  <a:cubicBezTo>
                    <a:pt x="1" y="88"/>
                    <a:pt x="1" y="88"/>
                    <a:pt x="1" y="88"/>
                  </a:cubicBezTo>
                  <a:cubicBezTo>
                    <a:pt x="1" y="88"/>
                    <a:pt x="1" y="88"/>
                    <a:pt x="1" y="88"/>
                  </a:cubicBezTo>
                  <a:cubicBezTo>
                    <a:pt x="1" y="88"/>
                    <a:pt x="1" y="88"/>
                    <a:pt x="1" y="88"/>
                  </a:cubicBezTo>
                  <a:cubicBezTo>
                    <a:pt x="1" y="88"/>
                    <a:pt x="1" y="88"/>
                    <a:pt x="1" y="88"/>
                  </a:cubicBezTo>
                  <a:cubicBezTo>
                    <a:pt x="1" y="88"/>
                    <a:pt x="1" y="88"/>
                    <a:pt x="1" y="88"/>
                  </a:cubicBezTo>
                  <a:cubicBezTo>
                    <a:pt x="1" y="88"/>
                    <a:pt x="1" y="88"/>
                    <a:pt x="1" y="88"/>
                  </a:cubicBezTo>
                  <a:cubicBezTo>
                    <a:pt x="1" y="88"/>
                    <a:pt x="1" y="88"/>
                    <a:pt x="1" y="88"/>
                  </a:cubicBezTo>
                  <a:cubicBezTo>
                    <a:pt x="1" y="88"/>
                    <a:pt x="1" y="88"/>
                    <a:pt x="1" y="88"/>
                  </a:cubicBezTo>
                  <a:cubicBezTo>
                    <a:pt x="1" y="88"/>
                    <a:pt x="1" y="88"/>
                    <a:pt x="1" y="88"/>
                  </a:cubicBezTo>
                  <a:cubicBezTo>
                    <a:pt x="1" y="88"/>
                    <a:pt x="1" y="88"/>
                    <a:pt x="1" y="88"/>
                  </a:cubicBezTo>
                  <a:cubicBezTo>
                    <a:pt x="1" y="88"/>
                    <a:pt x="1" y="88"/>
                    <a:pt x="1" y="88"/>
                  </a:cubicBezTo>
                  <a:cubicBezTo>
                    <a:pt x="1" y="88"/>
                    <a:pt x="1" y="88"/>
                    <a:pt x="1" y="88"/>
                  </a:cubicBezTo>
                  <a:cubicBezTo>
                    <a:pt x="1" y="88"/>
                    <a:pt x="1" y="89"/>
                    <a:pt x="1" y="89"/>
                  </a:cubicBezTo>
                  <a:cubicBezTo>
                    <a:pt x="1" y="89"/>
                    <a:pt x="1" y="89"/>
                    <a:pt x="1" y="89"/>
                  </a:cubicBezTo>
                  <a:cubicBezTo>
                    <a:pt x="1" y="89"/>
                    <a:pt x="1" y="89"/>
                    <a:pt x="1" y="89"/>
                  </a:cubicBezTo>
                  <a:cubicBezTo>
                    <a:pt x="1" y="89"/>
                    <a:pt x="1" y="89"/>
                    <a:pt x="1" y="89"/>
                  </a:cubicBezTo>
                  <a:cubicBezTo>
                    <a:pt x="1" y="89"/>
                    <a:pt x="1" y="89"/>
                    <a:pt x="1" y="89"/>
                  </a:cubicBezTo>
                  <a:cubicBezTo>
                    <a:pt x="1" y="89"/>
                    <a:pt x="1" y="89"/>
                    <a:pt x="1" y="89"/>
                  </a:cubicBezTo>
                  <a:cubicBezTo>
                    <a:pt x="1" y="89"/>
                    <a:pt x="1" y="89"/>
                    <a:pt x="1" y="89"/>
                  </a:cubicBezTo>
                  <a:cubicBezTo>
                    <a:pt x="1" y="89"/>
                    <a:pt x="1" y="89"/>
                    <a:pt x="1" y="89"/>
                  </a:cubicBezTo>
                  <a:cubicBezTo>
                    <a:pt x="1" y="89"/>
                    <a:pt x="1" y="89"/>
                    <a:pt x="1" y="89"/>
                  </a:cubicBezTo>
                  <a:cubicBezTo>
                    <a:pt x="1" y="89"/>
                    <a:pt x="1" y="89"/>
                    <a:pt x="1" y="89"/>
                  </a:cubicBezTo>
                  <a:cubicBezTo>
                    <a:pt x="1" y="89"/>
                    <a:pt x="1" y="89"/>
                    <a:pt x="1" y="89"/>
                  </a:cubicBezTo>
                  <a:cubicBezTo>
                    <a:pt x="1" y="89"/>
                    <a:pt x="1" y="89"/>
                    <a:pt x="1" y="89"/>
                  </a:cubicBezTo>
                  <a:cubicBezTo>
                    <a:pt x="1" y="89"/>
                    <a:pt x="1" y="89"/>
                    <a:pt x="1" y="89"/>
                  </a:cubicBezTo>
                  <a:cubicBezTo>
                    <a:pt x="1" y="89"/>
                    <a:pt x="1" y="89"/>
                    <a:pt x="1" y="89"/>
                  </a:cubicBezTo>
                  <a:cubicBezTo>
                    <a:pt x="1" y="90"/>
                    <a:pt x="1" y="90"/>
                    <a:pt x="1" y="90"/>
                  </a:cubicBezTo>
                  <a:cubicBezTo>
                    <a:pt x="1" y="90"/>
                    <a:pt x="1" y="90"/>
                    <a:pt x="1" y="90"/>
                  </a:cubicBezTo>
                  <a:cubicBezTo>
                    <a:pt x="1" y="90"/>
                    <a:pt x="1" y="90"/>
                    <a:pt x="1" y="90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90"/>
                    <a:pt x="0" y="91"/>
                    <a:pt x="0" y="91"/>
                  </a:cubicBezTo>
                  <a:cubicBezTo>
                    <a:pt x="0" y="91"/>
                    <a:pt x="0" y="91"/>
                    <a:pt x="0" y="91"/>
                  </a:cubicBezTo>
                  <a:cubicBezTo>
                    <a:pt x="0" y="91"/>
                    <a:pt x="0" y="91"/>
                    <a:pt x="0" y="91"/>
                  </a:cubicBezTo>
                  <a:cubicBezTo>
                    <a:pt x="0" y="91"/>
                    <a:pt x="0" y="91"/>
                    <a:pt x="0" y="91"/>
                  </a:cubicBezTo>
                  <a:cubicBezTo>
                    <a:pt x="0" y="91"/>
                    <a:pt x="0" y="91"/>
                    <a:pt x="0" y="91"/>
                  </a:cubicBezTo>
                  <a:cubicBezTo>
                    <a:pt x="0" y="91"/>
                    <a:pt x="0" y="91"/>
                    <a:pt x="1" y="91"/>
                  </a:cubicBezTo>
                  <a:cubicBezTo>
                    <a:pt x="1" y="91"/>
                    <a:pt x="1" y="91"/>
                    <a:pt x="1" y="91"/>
                  </a:cubicBezTo>
                  <a:cubicBezTo>
                    <a:pt x="1" y="91"/>
                    <a:pt x="1" y="91"/>
                    <a:pt x="1" y="91"/>
                  </a:cubicBezTo>
                  <a:cubicBezTo>
                    <a:pt x="1" y="91"/>
                    <a:pt x="1" y="91"/>
                    <a:pt x="1" y="91"/>
                  </a:cubicBezTo>
                  <a:cubicBezTo>
                    <a:pt x="1" y="91"/>
                    <a:pt x="1" y="91"/>
                    <a:pt x="1" y="91"/>
                  </a:cubicBezTo>
                  <a:cubicBezTo>
                    <a:pt x="1" y="91"/>
                    <a:pt x="1" y="91"/>
                    <a:pt x="1" y="91"/>
                  </a:cubicBezTo>
                  <a:cubicBezTo>
                    <a:pt x="1" y="91"/>
                    <a:pt x="1" y="91"/>
                    <a:pt x="1" y="91"/>
                  </a:cubicBezTo>
                  <a:cubicBezTo>
                    <a:pt x="1" y="91"/>
                    <a:pt x="1" y="91"/>
                    <a:pt x="1" y="92"/>
                  </a:cubicBezTo>
                  <a:cubicBezTo>
                    <a:pt x="1" y="92"/>
                    <a:pt x="1" y="92"/>
                    <a:pt x="1" y="92"/>
                  </a:cubicBezTo>
                  <a:cubicBezTo>
                    <a:pt x="1" y="92"/>
                    <a:pt x="1" y="92"/>
                    <a:pt x="1" y="92"/>
                  </a:cubicBezTo>
                  <a:cubicBezTo>
                    <a:pt x="1" y="92"/>
                    <a:pt x="1" y="92"/>
                    <a:pt x="1" y="92"/>
                  </a:cubicBezTo>
                  <a:cubicBezTo>
                    <a:pt x="1" y="92"/>
                    <a:pt x="1" y="92"/>
                    <a:pt x="1" y="92"/>
                  </a:cubicBezTo>
                  <a:cubicBezTo>
                    <a:pt x="1" y="92"/>
                    <a:pt x="1" y="92"/>
                    <a:pt x="1" y="92"/>
                  </a:cubicBezTo>
                  <a:cubicBezTo>
                    <a:pt x="1" y="92"/>
                    <a:pt x="1" y="92"/>
                    <a:pt x="1" y="92"/>
                  </a:cubicBezTo>
                  <a:cubicBezTo>
                    <a:pt x="1" y="92"/>
                    <a:pt x="1" y="92"/>
                    <a:pt x="1" y="92"/>
                  </a:cubicBezTo>
                  <a:cubicBezTo>
                    <a:pt x="1" y="92"/>
                    <a:pt x="1" y="92"/>
                    <a:pt x="1" y="92"/>
                  </a:cubicBezTo>
                  <a:cubicBezTo>
                    <a:pt x="1" y="92"/>
                    <a:pt x="1" y="92"/>
                    <a:pt x="1" y="92"/>
                  </a:cubicBezTo>
                  <a:cubicBezTo>
                    <a:pt x="1" y="92"/>
                    <a:pt x="1" y="92"/>
                    <a:pt x="1" y="92"/>
                  </a:cubicBezTo>
                  <a:cubicBezTo>
                    <a:pt x="1" y="92"/>
                    <a:pt x="1" y="92"/>
                    <a:pt x="1" y="92"/>
                  </a:cubicBezTo>
                  <a:cubicBezTo>
                    <a:pt x="1" y="92"/>
                    <a:pt x="1" y="92"/>
                    <a:pt x="1" y="92"/>
                  </a:cubicBezTo>
                  <a:cubicBezTo>
                    <a:pt x="1" y="92"/>
                    <a:pt x="1" y="92"/>
                    <a:pt x="1" y="92"/>
                  </a:cubicBezTo>
                  <a:cubicBezTo>
                    <a:pt x="1" y="92"/>
                    <a:pt x="1" y="92"/>
                    <a:pt x="1" y="93"/>
                  </a:cubicBezTo>
                  <a:cubicBezTo>
                    <a:pt x="1" y="93"/>
                    <a:pt x="1" y="93"/>
                    <a:pt x="1" y="93"/>
                  </a:cubicBezTo>
                  <a:cubicBezTo>
                    <a:pt x="1" y="93"/>
                    <a:pt x="1" y="93"/>
                    <a:pt x="1" y="93"/>
                  </a:cubicBezTo>
                  <a:cubicBezTo>
                    <a:pt x="1" y="93"/>
                    <a:pt x="1" y="93"/>
                    <a:pt x="1" y="93"/>
                  </a:cubicBezTo>
                  <a:cubicBezTo>
                    <a:pt x="1" y="93"/>
                    <a:pt x="1" y="93"/>
                    <a:pt x="1" y="93"/>
                  </a:cubicBezTo>
                  <a:cubicBezTo>
                    <a:pt x="1" y="93"/>
                    <a:pt x="1" y="93"/>
                    <a:pt x="1" y="93"/>
                  </a:cubicBezTo>
                  <a:cubicBezTo>
                    <a:pt x="1" y="93"/>
                    <a:pt x="1" y="93"/>
                    <a:pt x="1" y="93"/>
                  </a:cubicBezTo>
                  <a:cubicBezTo>
                    <a:pt x="1" y="93"/>
                    <a:pt x="1" y="93"/>
                    <a:pt x="1" y="93"/>
                  </a:cubicBezTo>
                  <a:cubicBezTo>
                    <a:pt x="1" y="93"/>
                    <a:pt x="1" y="93"/>
                    <a:pt x="1" y="93"/>
                  </a:cubicBezTo>
                  <a:cubicBezTo>
                    <a:pt x="1" y="93"/>
                    <a:pt x="1" y="93"/>
                    <a:pt x="1" y="93"/>
                  </a:cubicBezTo>
                  <a:cubicBezTo>
                    <a:pt x="1" y="93"/>
                    <a:pt x="1" y="93"/>
                    <a:pt x="1" y="93"/>
                  </a:cubicBezTo>
                  <a:cubicBezTo>
                    <a:pt x="1" y="93"/>
                    <a:pt x="1" y="93"/>
                    <a:pt x="1" y="93"/>
                  </a:cubicBezTo>
                  <a:cubicBezTo>
                    <a:pt x="1" y="93"/>
                    <a:pt x="1" y="93"/>
                    <a:pt x="1" y="93"/>
                  </a:cubicBezTo>
                  <a:cubicBezTo>
                    <a:pt x="1" y="93"/>
                    <a:pt x="1" y="93"/>
                    <a:pt x="1" y="93"/>
                  </a:cubicBezTo>
                  <a:cubicBezTo>
                    <a:pt x="1" y="93"/>
                    <a:pt x="1" y="93"/>
                    <a:pt x="1" y="94"/>
                  </a:cubicBezTo>
                  <a:cubicBezTo>
                    <a:pt x="1" y="94"/>
                    <a:pt x="1" y="94"/>
                    <a:pt x="1" y="94"/>
                  </a:cubicBezTo>
                  <a:cubicBezTo>
                    <a:pt x="1" y="94"/>
                    <a:pt x="1" y="94"/>
                    <a:pt x="1" y="94"/>
                  </a:cubicBezTo>
                  <a:cubicBezTo>
                    <a:pt x="1" y="94"/>
                    <a:pt x="1" y="94"/>
                    <a:pt x="1" y="94"/>
                  </a:cubicBezTo>
                  <a:cubicBezTo>
                    <a:pt x="1" y="94"/>
                    <a:pt x="1" y="94"/>
                    <a:pt x="1" y="94"/>
                  </a:cubicBezTo>
                  <a:cubicBezTo>
                    <a:pt x="1" y="94"/>
                    <a:pt x="1" y="94"/>
                    <a:pt x="1" y="94"/>
                  </a:cubicBezTo>
                  <a:cubicBezTo>
                    <a:pt x="1" y="94"/>
                    <a:pt x="1" y="94"/>
                    <a:pt x="1" y="94"/>
                  </a:cubicBezTo>
                  <a:cubicBezTo>
                    <a:pt x="2" y="141"/>
                    <a:pt x="41" y="179"/>
                    <a:pt x="88" y="180"/>
                  </a:cubicBezTo>
                  <a:cubicBezTo>
                    <a:pt x="88" y="0"/>
                    <a:pt x="88" y="0"/>
                    <a:pt x="88" y="0"/>
                  </a:cubicBezTo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3" name="群組 2"/>
          <p:cNvGrpSpPr/>
          <p:nvPr/>
        </p:nvGrpSpPr>
        <p:grpSpPr>
          <a:xfrm>
            <a:off x="840236" y="1784362"/>
            <a:ext cx="5293277" cy="536807"/>
            <a:chOff x="1751687" y="2369580"/>
            <a:chExt cx="2910125" cy="702768"/>
          </a:xfrm>
        </p:grpSpPr>
        <p:sp>
          <p:nvSpPr>
            <p:cNvPr id="59490" name="Freeform 98"/>
            <p:cNvSpPr>
              <a:spLocks/>
            </p:cNvSpPr>
            <p:nvPr/>
          </p:nvSpPr>
          <p:spPr bwMode="auto">
            <a:xfrm>
              <a:off x="1751687" y="2369580"/>
              <a:ext cx="2910125" cy="702768"/>
            </a:xfrm>
            <a:custGeom>
              <a:avLst/>
              <a:gdLst>
                <a:gd name="T0" fmla="*/ 1898650 w 664"/>
                <a:gd name="T1" fmla="*/ 1165282 h 448"/>
                <a:gd name="T2" fmla="*/ 1784273 w 664"/>
                <a:gd name="T3" fmla="*/ 1279525 h 448"/>
                <a:gd name="T4" fmla="*/ 114377 w 664"/>
                <a:gd name="T5" fmla="*/ 1279525 h 448"/>
                <a:gd name="T6" fmla="*/ 0 w 664"/>
                <a:gd name="T7" fmla="*/ 1165282 h 448"/>
                <a:gd name="T8" fmla="*/ 0 w 664"/>
                <a:gd name="T9" fmla="*/ 114243 h 448"/>
                <a:gd name="T10" fmla="*/ 114377 w 664"/>
                <a:gd name="T11" fmla="*/ 0 h 448"/>
                <a:gd name="T12" fmla="*/ 1784273 w 664"/>
                <a:gd name="T13" fmla="*/ 0 h 448"/>
                <a:gd name="T14" fmla="*/ 1898650 w 664"/>
                <a:gd name="T15" fmla="*/ 114243 h 448"/>
                <a:gd name="T16" fmla="*/ 1898650 w 664"/>
                <a:gd name="T17" fmla="*/ 1165282 h 44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64" h="448">
                  <a:moveTo>
                    <a:pt x="664" y="408"/>
                  </a:moveTo>
                  <a:cubicBezTo>
                    <a:pt x="664" y="430"/>
                    <a:pt x="646" y="448"/>
                    <a:pt x="624" y="448"/>
                  </a:cubicBezTo>
                  <a:cubicBezTo>
                    <a:pt x="40" y="448"/>
                    <a:pt x="40" y="448"/>
                    <a:pt x="40" y="448"/>
                  </a:cubicBezTo>
                  <a:cubicBezTo>
                    <a:pt x="18" y="448"/>
                    <a:pt x="0" y="430"/>
                    <a:pt x="0" y="40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624" y="0"/>
                    <a:pt x="624" y="0"/>
                    <a:pt x="624" y="0"/>
                  </a:cubicBezTo>
                  <a:cubicBezTo>
                    <a:pt x="646" y="0"/>
                    <a:pt x="664" y="18"/>
                    <a:pt x="664" y="40"/>
                  </a:cubicBezTo>
                  <a:lnTo>
                    <a:pt x="664" y="40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9515" name="Text Box 123"/>
            <p:cNvSpPr txBox="1">
              <a:spLocks noChangeArrowheads="1"/>
            </p:cNvSpPr>
            <p:nvPr/>
          </p:nvSpPr>
          <p:spPr bwMode="auto">
            <a:xfrm>
              <a:off x="1835386" y="2455169"/>
              <a:ext cx="1737122" cy="5238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000" b="1" kern="0" dirty="0" smtClean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SRM (12)</a:t>
              </a:r>
              <a:endPara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2" name="群組 1"/>
          <p:cNvGrpSpPr/>
          <p:nvPr/>
        </p:nvGrpSpPr>
        <p:grpSpPr>
          <a:xfrm>
            <a:off x="845037" y="2595177"/>
            <a:ext cx="5288477" cy="592043"/>
            <a:chOff x="1800304" y="3401954"/>
            <a:chExt cx="2861508" cy="719701"/>
          </a:xfrm>
        </p:grpSpPr>
        <p:sp>
          <p:nvSpPr>
            <p:cNvPr id="59494" name="Freeform 102"/>
            <p:cNvSpPr>
              <a:spLocks/>
            </p:cNvSpPr>
            <p:nvPr/>
          </p:nvSpPr>
          <p:spPr bwMode="auto">
            <a:xfrm>
              <a:off x="1800304" y="3401954"/>
              <a:ext cx="2861508" cy="719701"/>
            </a:xfrm>
            <a:custGeom>
              <a:avLst/>
              <a:gdLst>
                <a:gd name="T0" fmla="*/ 1898650 w 664"/>
                <a:gd name="T1" fmla="*/ 1165282 h 448"/>
                <a:gd name="T2" fmla="*/ 1784273 w 664"/>
                <a:gd name="T3" fmla="*/ 1279525 h 448"/>
                <a:gd name="T4" fmla="*/ 114377 w 664"/>
                <a:gd name="T5" fmla="*/ 1279525 h 448"/>
                <a:gd name="T6" fmla="*/ 0 w 664"/>
                <a:gd name="T7" fmla="*/ 1165282 h 448"/>
                <a:gd name="T8" fmla="*/ 0 w 664"/>
                <a:gd name="T9" fmla="*/ 114243 h 448"/>
                <a:gd name="T10" fmla="*/ 114377 w 664"/>
                <a:gd name="T11" fmla="*/ 0 h 448"/>
                <a:gd name="T12" fmla="*/ 1784273 w 664"/>
                <a:gd name="T13" fmla="*/ 0 h 448"/>
                <a:gd name="T14" fmla="*/ 1898650 w 664"/>
                <a:gd name="T15" fmla="*/ 114243 h 448"/>
                <a:gd name="T16" fmla="*/ 1898650 w 664"/>
                <a:gd name="T17" fmla="*/ 1165282 h 44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64" h="448">
                  <a:moveTo>
                    <a:pt x="664" y="408"/>
                  </a:moveTo>
                  <a:cubicBezTo>
                    <a:pt x="664" y="430"/>
                    <a:pt x="646" y="448"/>
                    <a:pt x="624" y="448"/>
                  </a:cubicBezTo>
                  <a:cubicBezTo>
                    <a:pt x="40" y="448"/>
                    <a:pt x="40" y="448"/>
                    <a:pt x="40" y="448"/>
                  </a:cubicBezTo>
                  <a:cubicBezTo>
                    <a:pt x="18" y="448"/>
                    <a:pt x="0" y="430"/>
                    <a:pt x="0" y="40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624" y="0"/>
                    <a:pt x="624" y="0"/>
                    <a:pt x="624" y="0"/>
                  </a:cubicBezTo>
                  <a:cubicBezTo>
                    <a:pt x="646" y="0"/>
                    <a:pt x="664" y="18"/>
                    <a:pt x="664" y="40"/>
                  </a:cubicBezTo>
                  <a:lnTo>
                    <a:pt x="664" y="40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9516" name="Text Box 124"/>
            <p:cNvSpPr txBox="1">
              <a:spLocks noChangeArrowheads="1"/>
            </p:cNvSpPr>
            <p:nvPr/>
          </p:nvSpPr>
          <p:spPr bwMode="auto">
            <a:xfrm>
              <a:off x="1824762" y="3527846"/>
              <a:ext cx="1383675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1" kern="0" dirty="0" smtClean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貨品出廠管制系統</a:t>
              </a:r>
              <a:r>
                <a:rPr lang="en-US" altLang="zh-CN" sz="2000" b="1" kern="0" dirty="0" smtClean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(5)</a:t>
              </a:r>
              <a:endPara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39" name="文本占位符 1"/>
          <p:cNvSpPr>
            <a:spLocks noGrp="1"/>
          </p:cNvSpPr>
          <p:nvPr>
            <p:ph type="body" sz="quarter" idx="12"/>
          </p:nvPr>
        </p:nvSpPr>
        <p:spPr>
          <a:xfrm>
            <a:off x="227739" y="656909"/>
            <a:ext cx="4037256" cy="415498"/>
          </a:xfrm>
        </p:spPr>
        <p:txBody>
          <a:bodyPr/>
          <a:lstStyle/>
          <a:p>
            <a:r>
              <a:rPr lang="zh-CN" altLang="en-US" dirty="0" smtClean="0"/>
              <a:t>系統變更統計</a:t>
            </a:r>
            <a:endParaRPr lang="zh-CN" altLang="en-US" dirty="0"/>
          </a:p>
        </p:txBody>
      </p:sp>
      <p:grpSp>
        <p:nvGrpSpPr>
          <p:cNvPr id="33" name="群組 32"/>
          <p:cNvGrpSpPr/>
          <p:nvPr/>
        </p:nvGrpSpPr>
        <p:grpSpPr>
          <a:xfrm>
            <a:off x="838323" y="3423676"/>
            <a:ext cx="4308184" cy="580025"/>
            <a:chOff x="1751687" y="2369580"/>
            <a:chExt cx="2910125" cy="702768"/>
          </a:xfrm>
        </p:grpSpPr>
        <p:sp>
          <p:nvSpPr>
            <p:cNvPr id="34" name="Freeform 98"/>
            <p:cNvSpPr>
              <a:spLocks/>
            </p:cNvSpPr>
            <p:nvPr/>
          </p:nvSpPr>
          <p:spPr bwMode="auto">
            <a:xfrm>
              <a:off x="1751687" y="2369580"/>
              <a:ext cx="2910125" cy="702768"/>
            </a:xfrm>
            <a:custGeom>
              <a:avLst/>
              <a:gdLst>
                <a:gd name="T0" fmla="*/ 1898650 w 664"/>
                <a:gd name="T1" fmla="*/ 1165282 h 448"/>
                <a:gd name="T2" fmla="*/ 1784273 w 664"/>
                <a:gd name="T3" fmla="*/ 1279525 h 448"/>
                <a:gd name="T4" fmla="*/ 114377 w 664"/>
                <a:gd name="T5" fmla="*/ 1279525 h 448"/>
                <a:gd name="T6" fmla="*/ 0 w 664"/>
                <a:gd name="T7" fmla="*/ 1165282 h 448"/>
                <a:gd name="T8" fmla="*/ 0 w 664"/>
                <a:gd name="T9" fmla="*/ 114243 h 448"/>
                <a:gd name="T10" fmla="*/ 114377 w 664"/>
                <a:gd name="T11" fmla="*/ 0 h 448"/>
                <a:gd name="T12" fmla="*/ 1784273 w 664"/>
                <a:gd name="T13" fmla="*/ 0 h 448"/>
                <a:gd name="T14" fmla="*/ 1898650 w 664"/>
                <a:gd name="T15" fmla="*/ 114243 h 448"/>
                <a:gd name="T16" fmla="*/ 1898650 w 664"/>
                <a:gd name="T17" fmla="*/ 1165282 h 44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64" h="448">
                  <a:moveTo>
                    <a:pt x="664" y="408"/>
                  </a:moveTo>
                  <a:cubicBezTo>
                    <a:pt x="664" y="430"/>
                    <a:pt x="646" y="448"/>
                    <a:pt x="624" y="448"/>
                  </a:cubicBezTo>
                  <a:cubicBezTo>
                    <a:pt x="40" y="448"/>
                    <a:pt x="40" y="448"/>
                    <a:pt x="40" y="448"/>
                  </a:cubicBezTo>
                  <a:cubicBezTo>
                    <a:pt x="18" y="448"/>
                    <a:pt x="0" y="430"/>
                    <a:pt x="0" y="40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624" y="0"/>
                    <a:pt x="624" y="0"/>
                    <a:pt x="624" y="0"/>
                  </a:cubicBezTo>
                  <a:cubicBezTo>
                    <a:pt x="646" y="0"/>
                    <a:pt x="664" y="18"/>
                    <a:pt x="664" y="40"/>
                  </a:cubicBezTo>
                  <a:lnTo>
                    <a:pt x="664" y="40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5" name="Text Box 123"/>
            <p:cNvSpPr txBox="1">
              <a:spLocks noChangeArrowheads="1"/>
            </p:cNvSpPr>
            <p:nvPr/>
          </p:nvSpPr>
          <p:spPr bwMode="auto">
            <a:xfrm>
              <a:off x="1781249" y="2466935"/>
              <a:ext cx="2478781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lvl="0" defTabSz="914400" eaLnBrk="1" hangingPunct="1">
                <a:defRPr/>
              </a:pPr>
              <a:r>
                <a:rPr lang="en-US" altLang="zh-CN" sz="2000" b="1" kern="0" dirty="0" smtClean="0">
                  <a:solidFill>
                    <a:schemeClr val="bg1"/>
                  </a:solidFill>
                  <a:cs typeface="+mn-ea"/>
                  <a:sym typeface="+mn-lt"/>
                </a:rPr>
                <a:t>TN&amp;AP </a:t>
              </a:r>
              <a:r>
                <a:rPr lang="en-US" altLang="zh-CN" sz="2000" b="1" kern="0" noProof="0" dirty="0" smtClean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Scrap(2)</a:t>
              </a:r>
              <a:endPara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23" name="群組 22"/>
          <p:cNvGrpSpPr/>
          <p:nvPr/>
        </p:nvGrpSpPr>
        <p:grpSpPr>
          <a:xfrm>
            <a:off x="856757" y="4238747"/>
            <a:ext cx="5783194" cy="640433"/>
            <a:chOff x="1800304" y="3401954"/>
            <a:chExt cx="2861508" cy="719701"/>
          </a:xfrm>
        </p:grpSpPr>
        <p:sp>
          <p:nvSpPr>
            <p:cNvPr id="24" name="Freeform 102"/>
            <p:cNvSpPr>
              <a:spLocks/>
            </p:cNvSpPr>
            <p:nvPr/>
          </p:nvSpPr>
          <p:spPr bwMode="auto">
            <a:xfrm>
              <a:off x="1800304" y="3401954"/>
              <a:ext cx="2861508" cy="719701"/>
            </a:xfrm>
            <a:custGeom>
              <a:avLst/>
              <a:gdLst>
                <a:gd name="T0" fmla="*/ 1898650 w 664"/>
                <a:gd name="T1" fmla="*/ 1165282 h 448"/>
                <a:gd name="T2" fmla="*/ 1784273 w 664"/>
                <a:gd name="T3" fmla="*/ 1279525 h 448"/>
                <a:gd name="T4" fmla="*/ 114377 w 664"/>
                <a:gd name="T5" fmla="*/ 1279525 h 448"/>
                <a:gd name="T6" fmla="*/ 0 w 664"/>
                <a:gd name="T7" fmla="*/ 1165282 h 448"/>
                <a:gd name="T8" fmla="*/ 0 w 664"/>
                <a:gd name="T9" fmla="*/ 114243 h 448"/>
                <a:gd name="T10" fmla="*/ 114377 w 664"/>
                <a:gd name="T11" fmla="*/ 0 h 448"/>
                <a:gd name="T12" fmla="*/ 1784273 w 664"/>
                <a:gd name="T13" fmla="*/ 0 h 448"/>
                <a:gd name="T14" fmla="*/ 1898650 w 664"/>
                <a:gd name="T15" fmla="*/ 114243 h 448"/>
                <a:gd name="T16" fmla="*/ 1898650 w 664"/>
                <a:gd name="T17" fmla="*/ 1165282 h 44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64" h="448">
                  <a:moveTo>
                    <a:pt x="664" y="408"/>
                  </a:moveTo>
                  <a:cubicBezTo>
                    <a:pt x="664" y="430"/>
                    <a:pt x="646" y="448"/>
                    <a:pt x="624" y="448"/>
                  </a:cubicBezTo>
                  <a:cubicBezTo>
                    <a:pt x="40" y="448"/>
                    <a:pt x="40" y="448"/>
                    <a:pt x="40" y="448"/>
                  </a:cubicBezTo>
                  <a:cubicBezTo>
                    <a:pt x="18" y="448"/>
                    <a:pt x="0" y="430"/>
                    <a:pt x="0" y="40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624" y="0"/>
                    <a:pt x="624" y="0"/>
                    <a:pt x="624" y="0"/>
                  </a:cubicBezTo>
                  <a:cubicBezTo>
                    <a:pt x="646" y="0"/>
                    <a:pt x="664" y="18"/>
                    <a:pt x="664" y="40"/>
                  </a:cubicBezTo>
                  <a:lnTo>
                    <a:pt x="664" y="40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5" name="Text Box 124"/>
            <p:cNvSpPr txBox="1">
              <a:spLocks noChangeArrowheads="1"/>
            </p:cNvSpPr>
            <p:nvPr/>
          </p:nvSpPr>
          <p:spPr bwMode="auto">
            <a:xfrm>
              <a:off x="1811491" y="3534920"/>
              <a:ext cx="2759231" cy="4496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lvl="0" defTabSz="914400" eaLnBrk="1" hangingPunct="1">
                <a:defRPr/>
              </a:pPr>
              <a:r>
                <a:rPr lang="en-US" altLang="zh-CN" sz="2000" b="1" kern="0" dirty="0">
                  <a:solidFill>
                    <a:schemeClr val="bg1"/>
                  </a:solidFill>
                  <a:cs typeface="+mn-ea"/>
                  <a:sym typeface="+mn-lt"/>
                </a:rPr>
                <a:t>TN&amp;AP </a:t>
              </a:r>
              <a:r>
                <a:rPr lang="en-US" altLang="zh-CN" sz="2000" b="1" kern="0" dirty="0" smtClean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GatePass System(7)</a:t>
              </a:r>
              <a:endPara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26" name="群組 25"/>
          <p:cNvGrpSpPr/>
          <p:nvPr/>
        </p:nvGrpSpPr>
        <p:grpSpPr>
          <a:xfrm>
            <a:off x="856757" y="5048626"/>
            <a:ext cx="4596635" cy="539416"/>
            <a:chOff x="1751687" y="2369580"/>
            <a:chExt cx="2910125" cy="702768"/>
          </a:xfrm>
        </p:grpSpPr>
        <p:sp>
          <p:nvSpPr>
            <p:cNvPr id="27" name="Freeform 98"/>
            <p:cNvSpPr>
              <a:spLocks/>
            </p:cNvSpPr>
            <p:nvPr/>
          </p:nvSpPr>
          <p:spPr bwMode="auto">
            <a:xfrm>
              <a:off x="1751687" y="2369580"/>
              <a:ext cx="2910125" cy="702768"/>
            </a:xfrm>
            <a:custGeom>
              <a:avLst/>
              <a:gdLst>
                <a:gd name="T0" fmla="*/ 1898650 w 664"/>
                <a:gd name="T1" fmla="*/ 1165282 h 448"/>
                <a:gd name="T2" fmla="*/ 1784273 w 664"/>
                <a:gd name="T3" fmla="*/ 1279525 h 448"/>
                <a:gd name="T4" fmla="*/ 114377 w 664"/>
                <a:gd name="T5" fmla="*/ 1279525 h 448"/>
                <a:gd name="T6" fmla="*/ 0 w 664"/>
                <a:gd name="T7" fmla="*/ 1165282 h 448"/>
                <a:gd name="T8" fmla="*/ 0 w 664"/>
                <a:gd name="T9" fmla="*/ 114243 h 448"/>
                <a:gd name="T10" fmla="*/ 114377 w 664"/>
                <a:gd name="T11" fmla="*/ 0 h 448"/>
                <a:gd name="T12" fmla="*/ 1784273 w 664"/>
                <a:gd name="T13" fmla="*/ 0 h 448"/>
                <a:gd name="T14" fmla="*/ 1898650 w 664"/>
                <a:gd name="T15" fmla="*/ 114243 h 448"/>
                <a:gd name="T16" fmla="*/ 1898650 w 664"/>
                <a:gd name="T17" fmla="*/ 1165282 h 44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64" h="448">
                  <a:moveTo>
                    <a:pt x="664" y="408"/>
                  </a:moveTo>
                  <a:cubicBezTo>
                    <a:pt x="664" y="430"/>
                    <a:pt x="646" y="448"/>
                    <a:pt x="624" y="448"/>
                  </a:cubicBezTo>
                  <a:cubicBezTo>
                    <a:pt x="40" y="448"/>
                    <a:pt x="40" y="448"/>
                    <a:pt x="40" y="448"/>
                  </a:cubicBezTo>
                  <a:cubicBezTo>
                    <a:pt x="18" y="448"/>
                    <a:pt x="0" y="430"/>
                    <a:pt x="0" y="408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624" y="0"/>
                    <a:pt x="624" y="0"/>
                    <a:pt x="624" y="0"/>
                  </a:cubicBezTo>
                  <a:cubicBezTo>
                    <a:pt x="646" y="0"/>
                    <a:pt x="664" y="18"/>
                    <a:pt x="664" y="40"/>
                  </a:cubicBezTo>
                  <a:lnTo>
                    <a:pt x="664" y="40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8" name="Text Box 123"/>
            <p:cNvSpPr txBox="1">
              <a:spLocks noChangeArrowheads="1"/>
            </p:cNvSpPr>
            <p:nvPr/>
          </p:nvSpPr>
          <p:spPr bwMode="auto">
            <a:xfrm>
              <a:off x="1827670" y="2459612"/>
              <a:ext cx="1468705" cy="5212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1" kern="0" dirty="0" smtClean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員寶及企業微信</a:t>
              </a:r>
              <a:r>
                <a:rPr lang="en-US" altLang="zh-CN" sz="2000" b="1" kern="0" dirty="0" smtClean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(6)</a:t>
              </a:r>
              <a:endPara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29" name="向右箭號 28"/>
          <p:cNvSpPr/>
          <p:nvPr/>
        </p:nvSpPr>
        <p:spPr>
          <a:xfrm rot="10800000">
            <a:off x="6899205" y="3133306"/>
            <a:ext cx="942536" cy="416856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TW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9219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95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95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95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27" name="Freeform 51"/>
          <p:cNvSpPr>
            <a:spLocks/>
          </p:cNvSpPr>
          <p:nvPr/>
        </p:nvSpPr>
        <p:spPr bwMode="auto">
          <a:xfrm>
            <a:off x="1295400" y="1700743"/>
            <a:ext cx="2700867" cy="2707216"/>
          </a:xfrm>
          <a:custGeom>
            <a:avLst/>
            <a:gdLst>
              <a:gd name="T0" fmla="*/ 1665296 w 1321"/>
              <a:gd name="T1" fmla="*/ 360928 h 1322"/>
              <a:gd name="T2" fmla="*/ 1665296 w 1321"/>
              <a:gd name="T3" fmla="*/ 1667948 h 1322"/>
              <a:gd name="T4" fmla="*/ 360354 w 1321"/>
              <a:gd name="T5" fmla="*/ 1667948 h 1322"/>
              <a:gd name="T6" fmla="*/ 360354 w 1321"/>
              <a:gd name="T7" fmla="*/ 360928 h 1322"/>
              <a:gd name="T8" fmla="*/ 1665296 w 1321"/>
              <a:gd name="T9" fmla="*/ 360928 h 13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321" h="1322">
                <a:moveTo>
                  <a:pt x="1086" y="235"/>
                </a:moveTo>
                <a:cubicBezTo>
                  <a:pt x="1321" y="470"/>
                  <a:pt x="1321" y="851"/>
                  <a:pt x="1086" y="1086"/>
                </a:cubicBezTo>
                <a:cubicBezTo>
                  <a:pt x="851" y="1322"/>
                  <a:pt x="470" y="1322"/>
                  <a:pt x="235" y="1086"/>
                </a:cubicBezTo>
                <a:cubicBezTo>
                  <a:pt x="0" y="851"/>
                  <a:pt x="0" y="470"/>
                  <a:pt x="235" y="235"/>
                </a:cubicBezTo>
                <a:cubicBezTo>
                  <a:pt x="470" y="0"/>
                  <a:pt x="851" y="0"/>
                  <a:pt x="1086" y="235"/>
                </a:cubicBezTo>
                <a:close/>
              </a:path>
            </a:pathLst>
          </a:custGeom>
          <a:solidFill>
            <a:schemeClr val="accent4"/>
          </a:solidFill>
          <a:ln w="30226" cap="flat">
            <a:solidFill>
              <a:srgbClr val="F9F9F6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5828" name="Freeform 52"/>
          <p:cNvSpPr>
            <a:spLocks/>
          </p:cNvSpPr>
          <p:nvPr/>
        </p:nvSpPr>
        <p:spPr bwMode="auto">
          <a:xfrm>
            <a:off x="1811867" y="3609977"/>
            <a:ext cx="2700867" cy="2705100"/>
          </a:xfrm>
          <a:custGeom>
            <a:avLst/>
            <a:gdLst>
              <a:gd name="T0" fmla="*/ 1665296 w 1321"/>
              <a:gd name="T1" fmla="*/ 360919 h 1321"/>
              <a:gd name="T2" fmla="*/ 1665296 w 1321"/>
              <a:gd name="T3" fmla="*/ 1667906 h 1321"/>
              <a:gd name="T4" fmla="*/ 360354 w 1321"/>
              <a:gd name="T5" fmla="*/ 1667906 h 1321"/>
              <a:gd name="T6" fmla="*/ 360354 w 1321"/>
              <a:gd name="T7" fmla="*/ 360919 h 1321"/>
              <a:gd name="T8" fmla="*/ 1665296 w 1321"/>
              <a:gd name="T9" fmla="*/ 360919 h 132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321" h="1321">
                <a:moveTo>
                  <a:pt x="1086" y="235"/>
                </a:moveTo>
                <a:cubicBezTo>
                  <a:pt x="1321" y="470"/>
                  <a:pt x="1321" y="851"/>
                  <a:pt x="1086" y="1086"/>
                </a:cubicBezTo>
                <a:cubicBezTo>
                  <a:pt x="851" y="1321"/>
                  <a:pt x="470" y="1321"/>
                  <a:pt x="235" y="1086"/>
                </a:cubicBezTo>
                <a:cubicBezTo>
                  <a:pt x="0" y="851"/>
                  <a:pt x="0" y="470"/>
                  <a:pt x="235" y="235"/>
                </a:cubicBezTo>
                <a:cubicBezTo>
                  <a:pt x="470" y="0"/>
                  <a:pt x="851" y="0"/>
                  <a:pt x="1086" y="235"/>
                </a:cubicBezTo>
                <a:close/>
              </a:path>
            </a:pathLst>
          </a:custGeom>
          <a:solidFill>
            <a:schemeClr val="accent1"/>
          </a:solidFill>
          <a:ln w="30226" cap="flat">
            <a:solidFill>
              <a:srgbClr val="F9F9F6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5829" name="Freeform 53"/>
          <p:cNvSpPr>
            <a:spLocks/>
          </p:cNvSpPr>
          <p:nvPr/>
        </p:nvSpPr>
        <p:spPr bwMode="auto">
          <a:xfrm>
            <a:off x="3198285" y="2219326"/>
            <a:ext cx="2702983" cy="2705100"/>
          </a:xfrm>
          <a:custGeom>
            <a:avLst/>
            <a:gdLst>
              <a:gd name="T0" fmla="*/ 1666873 w 1322"/>
              <a:gd name="T1" fmla="*/ 360919 h 1321"/>
              <a:gd name="T2" fmla="*/ 1666873 w 1322"/>
              <a:gd name="T3" fmla="*/ 1667906 h 1321"/>
              <a:gd name="T4" fmla="*/ 360364 w 1322"/>
              <a:gd name="T5" fmla="*/ 1667906 h 1321"/>
              <a:gd name="T6" fmla="*/ 360364 w 1322"/>
              <a:gd name="T7" fmla="*/ 360919 h 1321"/>
              <a:gd name="T8" fmla="*/ 1666873 w 1322"/>
              <a:gd name="T9" fmla="*/ 360919 h 132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322" h="1321">
                <a:moveTo>
                  <a:pt x="1087" y="235"/>
                </a:moveTo>
                <a:cubicBezTo>
                  <a:pt x="1322" y="470"/>
                  <a:pt x="1322" y="851"/>
                  <a:pt x="1087" y="1086"/>
                </a:cubicBezTo>
                <a:cubicBezTo>
                  <a:pt x="852" y="1321"/>
                  <a:pt x="471" y="1321"/>
                  <a:pt x="235" y="1086"/>
                </a:cubicBezTo>
                <a:cubicBezTo>
                  <a:pt x="0" y="851"/>
                  <a:pt x="0" y="470"/>
                  <a:pt x="235" y="235"/>
                </a:cubicBezTo>
                <a:cubicBezTo>
                  <a:pt x="471" y="0"/>
                  <a:pt x="852" y="0"/>
                  <a:pt x="1087" y="235"/>
                </a:cubicBezTo>
                <a:close/>
              </a:path>
            </a:pathLst>
          </a:custGeom>
          <a:solidFill>
            <a:schemeClr val="accent3"/>
          </a:solidFill>
          <a:ln w="30226" cap="flat">
            <a:solidFill>
              <a:srgbClr val="F9F9F6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5833" name="Text Box 57"/>
          <p:cNvSpPr txBox="1">
            <a:spLocks noChangeArrowheads="1"/>
          </p:cNvSpPr>
          <p:nvPr/>
        </p:nvSpPr>
        <p:spPr bwMode="auto">
          <a:xfrm>
            <a:off x="3983567" y="2756959"/>
            <a:ext cx="99578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kern="0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90</a:t>
            </a: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%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5834" name="Text Box 58"/>
          <p:cNvSpPr txBox="1">
            <a:spLocks noChangeArrowheads="1"/>
          </p:cNvSpPr>
          <p:nvPr/>
        </p:nvSpPr>
        <p:spPr bwMode="auto">
          <a:xfrm>
            <a:off x="2044700" y="2257426"/>
            <a:ext cx="76655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kern="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8</a:t>
            </a: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%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5835" name="Text Box 59"/>
          <p:cNvSpPr txBox="1">
            <a:spLocks noChangeArrowheads="1"/>
          </p:cNvSpPr>
          <p:nvPr/>
        </p:nvSpPr>
        <p:spPr bwMode="auto">
          <a:xfrm>
            <a:off x="2321984" y="4363510"/>
            <a:ext cx="99578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b="1" kern="0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92</a:t>
            </a:r>
            <a:r>
              <a:rPr kumimoji="0" lang="en-US" altLang="zh-C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%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5837" name="Rectangle 61"/>
          <p:cNvSpPr>
            <a:spLocks noChangeArrowheads="1"/>
          </p:cNvSpPr>
          <p:nvPr/>
        </p:nvSpPr>
        <p:spPr bwMode="auto">
          <a:xfrm>
            <a:off x="2311400" y="4964643"/>
            <a:ext cx="1210588" cy="3877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kern="0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用戶滿意度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5838" name="Rectangle 62"/>
          <p:cNvSpPr>
            <a:spLocks noChangeArrowheads="1"/>
          </p:cNvSpPr>
          <p:nvPr/>
        </p:nvSpPr>
        <p:spPr bwMode="auto">
          <a:xfrm>
            <a:off x="3848100" y="3370792"/>
            <a:ext cx="800219" cy="3877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kern="0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完工率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5839" name="Rectangle 63"/>
          <p:cNvSpPr>
            <a:spLocks noChangeArrowheads="1"/>
          </p:cNvSpPr>
          <p:nvPr/>
        </p:nvSpPr>
        <p:spPr bwMode="auto">
          <a:xfrm>
            <a:off x="1742017" y="2845859"/>
            <a:ext cx="800219" cy="3877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kern="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返</a:t>
            </a:r>
            <a:r>
              <a:rPr lang="zh-CN" altLang="en-US" sz="1600" kern="0" dirty="0" smtClean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工率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227739" y="656909"/>
            <a:ext cx="4037256" cy="415498"/>
          </a:xfrm>
        </p:spPr>
        <p:txBody>
          <a:bodyPr/>
          <a:lstStyle/>
          <a:p>
            <a:r>
              <a:rPr lang="zh-CN" altLang="en-US" dirty="0" smtClean="0"/>
              <a:t>任務達成狀況</a:t>
            </a:r>
            <a:endParaRPr lang="zh-CN" altLang="en-US" dirty="0"/>
          </a:p>
        </p:txBody>
      </p:sp>
      <p:grpSp>
        <p:nvGrpSpPr>
          <p:cNvPr id="14" name="Group 119"/>
          <p:cNvGrpSpPr>
            <a:grpSpLocks/>
          </p:cNvGrpSpPr>
          <p:nvPr/>
        </p:nvGrpSpPr>
        <p:grpSpPr bwMode="auto">
          <a:xfrm>
            <a:off x="8261536" y="1257815"/>
            <a:ext cx="1862667" cy="4878916"/>
            <a:chOff x="3103" y="752"/>
            <a:chExt cx="789" cy="2066"/>
          </a:xfrm>
        </p:grpSpPr>
        <p:sp>
          <p:nvSpPr>
            <p:cNvPr id="15" name="Freeform 83"/>
            <p:cNvSpPr>
              <a:spLocks/>
            </p:cNvSpPr>
            <p:nvPr/>
          </p:nvSpPr>
          <p:spPr bwMode="auto">
            <a:xfrm>
              <a:off x="3103" y="1177"/>
              <a:ext cx="789" cy="1641"/>
            </a:xfrm>
            <a:custGeom>
              <a:avLst/>
              <a:gdLst>
                <a:gd name="T0" fmla="*/ 607 w 467"/>
                <a:gd name="T1" fmla="*/ 0 h 972"/>
                <a:gd name="T2" fmla="*/ 182 w 467"/>
                <a:gd name="T3" fmla="*/ 0 h 972"/>
                <a:gd name="T4" fmla="*/ 0 w 467"/>
                <a:gd name="T5" fmla="*/ 182 h 972"/>
                <a:gd name="T6" fmla="*/ 0 w 467"/>
                <a:gd name="T7" fmla="*/ 729 h 972"/>
                <a:gd name="T8" fmla="*/ 61 w 467"/>
                <a:gd name="T9" fmla="*/ 790 h 972"/>
                <a:gd name="T10" fmla="*/ 122 w 467"/>
                <a:gd name="T11" fmla="*/ 729 h 972"/>
                <a:gd name="T12" fmla="*/ 122 w 467"/>
                <a:gd name="T13" fmla="*/ 304 h 972"/>
                <a:gd name="T14" fmla="*/ 182 w 467"/>
                <a:gd name="T15" fmla="*/ 304 h 972"/>
                <a:gd name="T16" fmla="*/ 182 w 467"/>
                <a:gd name="T17" fmla="*/ 817 h 972"/>
                <a:gd name="T18" fmla="*/ 182 w 467"/>
                <a:gd name="T19" fmla="*/ 912 h 972"/>
                <a:gd name="T20" fmla="*/ 182 w 467"/>
                <a:gd name="T21" fmla="*/ 1553 h 972"/>
                <a:gd name="T22" fmla="*/ 269 w 467"/>
                <a:gd name="T23" fmla="*/ 1641 h 972"/>
                <a:gd name="T24" fmla="*/ 275 w 467"/>
                <a:gd name="T25" fmla="*/ 1641 h 972"/>
                <a:gd name="T26" fmla="*/ 363 w 467"/>
                <a:gd name="T27" fmla="*/ 1553 h 972"/>
                <a:gd name="T28" fmla="*/ 363 w 467"/>
                <a:gd name="T29" fmla="*/ 912 h 972"/>
                <a:gd name="T30" fmla="*/ 424 w 467"/>
                <a:gd name="T31" fmla="*/ 912 h 972"/>
                <a:gd name="T32" fmla="*/ 424 w 467"/>
                <a:gd name="T33" fmla="*/ 1553 h 972"/>
                <a:gd name="T34" fmla="*/ 512 w 467"/>
                <a:gd name="T35" fmla="*/ 1641 h 972"/>
                <a:gd name="T36" fmla="*/ 519 w 467"/>
                <a:gd name="T37" fmla="*/ 1641 h 972"/>
                <a:gd name="T38" fmla="*/ 607 w 467"/>
                <a:gd name="T39" fmla="*/ 1553 h 972"/>
                <a:gd name="T40" fmla="*/ 607 w 467"/>
                <a:gd name="T41" fmla="*/ 912 h 972"/>
                <a:gd name="T42" fmla="*/ 607 w 467"/>
                <a:gd name="T43" fmla="*/ 817 h 972"/>
                <a:gd name="T44" fmla="*/ 607 w 467"/>
                <a:gd name="T45" fmla="*/ 304 h 972"/>
                <a:gd name="T46" fmla="*/ 667 w 467"/>
                <a:gd name="T47" fmla="*/ 304 h 972"/>
                <a:gd name="T48" fmla="*/ 667 w 467"/>
                <a:gd name="T49" fmla="*/ 729 h 972"/>
                <a:gd name="T50" fmla="*/ 728 w 467"/>
                <a:gd name="T51" fmla="*/ 790 h 972"/>
                <a:gd name="T52" fmla="*/ 789 w 467"/>
                <a:gd name="T53" fmla="*/ 729 h 972"/>
                <a:gd name="T54" fmla="*/ 789 w 467"/>
                <a:gd name="T55" fmla="*/ 182 h 972"/>
                <a:gd name="T56" fmla="*/ 607 w 467"/>
                <a:gd name="T57" fmla="*/ 0 h 97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467" h="972">
                  <a:moveTo>
                    <a:pt x="359" y="0"/>
                  </a:moveTo>
                  <a:cubicBezTo>
                    <a:pt x="108" y="0"/>
                    <a:pt x="108" y="0"/>
                    <a:pt x="108" y="0"/>
                  </a:cubicBezTo>
                  <a:cubicBezTo>
                    <a:pt x="36" y="0"/>
                    <a:pt x="0" y="36"/>
                    <a:pt x="0" y="108"/>
                  </a:cubicBezTo>
                  <a:cubicBezTo>
                    <a:pt x="0" y="432"/>
                    <a:pt x="0" y="432"/>
                    <a:pt x="0" y="432"/>
                  </a:cubicBezTo>
                  <a:cubicBezTo>
                    <a:pt x="0" y="452"/>
                    <a:pt x="16" y="468"/>
                    <a:pt x="36" y="468"/>
                  </a:cubicBezTo>
                  <a:cubicBezTo>
                    <a:pt x="55" y="468"/>
                    <a:pt x="72" y="452"/>
                    <a:pt x="72" y="432"/>
                  </a:cubicBezTo>
                  <a:cubicBezTo>
                    <a:pt x="72" y="432"/>
                    <a:pt x="72" y="216"/>
                    <a:pt x="72" y="180"/>
                  </a:cubicBezTo>
                  <a:cubicBezTo>
                    <a:pt x="72" y="144"/>
                    <a:pt x="108" y="144"/>
                    <a:pt x="108" y="180"/>
                  </a:cubicBezTo>
                  <a:cubicBezTo>
                    <a:pt x="108" y="207"/>
                    <a:pt x="108" y="390"/>
                    <a:pt x="108" y="484"/>
                  </a:cubicBezTo>
                  <a:cubicBezTo>
                    <a:pt x="108" y="540"/>
                    <a:pt x="108" y="540"/>
                    <a:pt x="108" y="540"/>
                  </a:cubicBezTo>
                  <a:cubicBezTo>
                    <a:pt x="108" y="920"/>
                    <a:pt x="108" y="920"/>
                    <a:pt x="108" y="920"/>
                  </a:cubicBezTo>
                  <a:cubicBezTo>
                    <a:pt x="108" y="949"/>
                    <a:pt x="131" y="972"/>
                    <a:pt x="159" y="972"/>
                  </a:cubicBezTo>
                  <a:cubicBezTo>
                    <a:pt x="163" y="972"/>
                    <a:pt x="163" y="972"/>
                    <a:pt x="163" y="972"/>
                  </a:cubicBezTo>
                  <a:cubicBezTo>
                    <a:pt x="192" y="972"/>
                    <a:pt x="215" y="949"/>
                    <a:pt x="215" y="920"/>
                  </a:cubicBezTo>
                  <a:cubicBezTo>
                    <a:pt x="215" y="920"/>
                    <a:pt x="215" y="576"/>
                    <a:pt x="215" y="540"/>
                  </a:cubicBezTo>
                  <a:cubicBezTo>
                    <a:pt x="215" y="504"/>
                    <a:pt x="251" y="504"/>
                    <a:pt x="251" y="540"/>
                  </a:cubicBezTo>
                  <a:cubicBezTo>
                    <a:pt x="251" y="576"/>
                    <a:pt x="251" y="920"/>
                    <a:pt x="251" y="920"/>
                  </a:cubicBezTo>
                  <a:cubicBezTo>
                    <a:pt x="251" y="949"/>
                    <a:pt x="275" y="972"/>
                    <a:pt x="303" y="972"/>
                  </a:cubicBezTo>
                  <a:cubicBezTo>
                    <a:pt x="307" y="972"/>
                    <a:pt x="307" y="972"/>
                    <a:pt x="307" y="972"/>
                  </a:cubicBezTo>
                  <a:cubicBezTo>
                    <a:pt x="336" y="972"/>
                    <a:pt x="359" y="949"/>
                    <a:pt x="359" y="920"/>
                  </a:cubicBezTo>
                  <a:cubicBezTo>
                    <a:pt x="359" y="540"/>
                    <a:pt x="359" y="540"/>
                    <a:pt x="359" y="540"/>
                  </a:cubicBezTo>
                  <a:cubicBezTo>
                    <a:pt x="359" y="484"/>
                    <a:pt x="359" y="484"/>
                    <a:pt x="359" y="484"/>
                  </a:cubicBezTo>
                  <a:cubicBezTo>
                    <a:pt x="359" y="390"/>
                    <a:pt x="359" y="207"/>
                    <a:pt x="359" y="180"/>
                  </a:cubicBezTo>
                  <a:cubicBezTo>
                    <a:pt x="359" y="144"/>
                    <a:pt x="395" y="144"/>
                    <a:pt x="395" y="180"/>
                  </a:cubicBezTo>
                  <a:cubicBezTo>
                    <a:pt x="395" y="216"/>
                    <a:pt x="395" y="432"/>
                    <a:pt x="395" y="432"/>
                  </a:cubicBezTo>
                  <a:cubicBezTo>
                    <a:pt x="395" y="452"/>
                    <a:pt x="412" y="468"/>
                    <a:pt x="431" y="468"/>
                  </a:cubicBezTo>
                  <a:cubicBezTo>
                    <a:pt x="451" y="468"/>
                    <a:pt x="467" y="452"/>
                    <a:pt x="467" y="432"/>
                  </a:cubicBezTo>
                  <a:cubicBezTo>
                    <a:pt x="467" y="108"/>
                    <a:pt x="467" y="108"/>
                    <a:pt x="467" y="108"/>
                  </a:cubicBezTo>
                  <a:cubicBezTo>
                    <a:pt x="467" y="36"/>
                    <a:pt x="431" y="0"/>
                    <a:pt x="359" y="0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6" name="Oval 84"/>
            <p:cNvSpPr>
              <a:spLocks noChangeArrowheads="1"/>
            </p:cNvSpPr>
            <p:nvPr/>
          </p:nvSpPr>
          <p:spPr bwMode="auto">
            <a:xfrm>
              <a:off x="3345" y="752"/>
              <a:ext cx="304" cy="30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105"/>
            <p:cNvSpPr>
              <a:spLocks noEditPoints="1"/>
            </p:cNvSpPr>
            <p:nvPr/>
          </p:nvSpPr>
          <p:spPr bwMode="auto">
            <a:xfrm>
              <a:off x="3466" y="2045"/>
              <a:ext cx="27" cy="43"/>
            </a:xfrm>
            <a:custGeom>
              <a:avLst/>
              <a:gdLst>
                <a:gd name="T0" fmla="*/ 0 w 16"/>
                <a:gd name="T1" fmla="*/ 43 h 26"/>
                <a:gd name="T2" fmla="*/ 0 w 16"/>
                <a:gd name="T3" fmla="*/ 43 h 26"/>
                <a:gd name="T4" fmla="*/ 0 w 16"/>
                <a:gd name="T5" fmla="*/ 43 h 26"/>
                <a:gd name="T6" fmla="*/ 0 w 16"/>
                <a:gd name="T7" fmla="*/ 43 h 26"/>
                <a:gd name="T8" fmla="*/ 0 w 16"/>
                <a:gd name="T9" fmla="*/ 43 h 26"/>
                <a:gd name="T10" fmla="*/ 0 w 16"/>
                <a:gd name="T11" fmla="*/ 43 h 26"/>
                <a:gd name="T12" fmla="*/ 0 w 16"/>
                <a:gd name="T13" fmla="*/ 43 h 26"/>
                <a:gd name="T14" fmla="*/ 0 w 16"/>
                <a:gd name="T15" fmla="*/ 43 h 26"/>
                <a:gd name="T16" fmla="*/ 0 w 16"/>
                <a:gd name="T17" fmla="*/ 43 h 26"/>
                <a:gd name="T18" fmla="*/ 2 w 16"/>
                <a:gd name="T19" fmla="*/ 43 h 26"/>
                <a:gd name="T20" fmla="*/ 0 w 16"/>
                <a:gd name="T21" fmla="*/ 43 h 26"/>
                <a:gd name="T22" fmla="*/ 2 w 16"/>
                <a:gd name="T23" fmla="*/ 43 h 26"/>
                <a:gd name="T24" fmla="*/ 2 w 16"/>
                <a:gd name="T25" fmla="*/ 43 h 26"/>
                <a:gd name="T26" fmla="*/ 2 w 16"/>
                <a:gd name="T27" fmla="*/ 43 h 26"/>
                <a:gd name="T28" fmla="*/ 2 w 16"/>
                <a:gd name="T29" fmla="*/ 43 h 26"/>
                <a:gd name="T30" fmla="*/ 2 w 16"/>
                <a:gd name="T31" fmla="*/ 43 h 26"/>
                <a:gd name="T32" fmla="*/ 2 w 16"/>
                <a:gd name="T33" fmla="*/ 43 h 26"/>
                <a:gd name="T34" fmla="*/ 2 w 16"/>
                <a:gd name="T35" fmla="*/ 43 h 26"/>
                <a:gd name="T36" fmla="*/ 2 w 16"/>
                <a:gd name="T37" fmla="*/ 43 h 26"/>
                <a:gd name="T38" fmla="*/ 2 w 16"/>
                <a:gd name="T39" fmla="*/ 43 h 26"/>
                <a:gd name="T40" fmla="*/ 2 w 16"/>
                <a:gd name="T41" fmla="*/ 43 h 26"/>
                <a:gd name="T42" fmla="*/ 2 w 16"/>
                <a:gd name="T43" fmla="*/ 41 h 26"/>
                <a:gd name="T44" fmla="*/ 2 w 16"/>
                <a:gd name="T45" fmla="*/ 43 h 26"/>
                <a:gd name="T46" fmla="*/ 2 w 16"/>
                <a:gd name="T47" fmla="*/ 41 h 26"/>
                <a:gd name="T48" fmla="*/ 2 w 16"/>
                <a:gd name="T49" fmla="*/ 41 h 26"/>
                <a:gd name="T50" fmla="*/ 2 w 16"/>
                <a:gd name="T51" fmla="*/ 41 h 26"/>
                <a:gd name="T52" fmla="*/ 2 w 16"/>
                <a:gd name="T53" fmla="*/ 41 h 26"/>
                <a:gd name="T54" fmla="*/ 2 w 16"/>
                <a:gd name="T55" fmla="*/ 41 h 26"/>
                <a:gd name="T56" fmla="*/ 2 w 16"/>
                <a:gd name="T57" fmla="*/ 41 h 26"/>
                <a:gd name="T58" fmla="*/ 2 w 16"/>
                <a:gd name="T59" fmla="*/ 41 h 26"/>
                <a:gd name="T60" fmla="*/ 27 w 16"/>
                <a:gd name="T61" fmla="*/ 0 h 26"/>
                <a:gd name="T62" fmla="*/ 2 w 16"/>
                <a:gd name="T63" fmla="*/ 41 h 26"/>
                <a:gd name="T64" fmla="*/ 27 w 16"/>
                <a:gd name="T65" fmla="*/ 0 h 26"/>
                <a:gd name="T66" fmla="*/ 27 w 16"/>
                <a:gd name="T67" fmla="*/ 0 h 2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6" h="26">
                  <a:moveTo>
                    <a:pt x="0" y="26"/>
                  </a:moveTo>
                  <a:cubicBezTo>
                    <a:pt x="0" y="26"/>
                    <a:pt x="0" y="26"/>
                    <a:pt x="0" y="26"/>
                  </a:cubicBezTo>
                  <a:cubicBezTo>
                    <a:pt x="0" y="26"/>
                    <a:pt x="0" y="26"/>
                    <a:pt x="0" y="26"/>
                  </a:cubicBezTo>
                  <a:moveTo>
                    <a:pt x="0" y="26"/>
                  </a:moveTo>
                  <a:cubicBezTo>
                    <a:pt x="0" y="26"/>
                    <a:pt x="0" y="26"/>
                    <a:pt x="0" y="26"/>
                  </a:cubicBezTo>
                  <a:cubicBezTo>
                    <a:pt x="0" y="26"/>
                    <a:pt x="0" y="26"/>
                    <a:pt x="0" y="26"/>
                  </a:cubicBezTo>
                  <a:moveTo>
                    <a:pt x="0" y="26"/>
                  </a:moveTo>
                  <a:cubicBezTo>
                    <a:pt x="0" y="26"/>
                    <a:pt x="0" y="26"/>
                    <a:pt x="0" y="26"/>
                  </a:cubicBezTo>
                  <a:cubicBezTo>
                    <a:pt x="0" y="26"/>
                    <a:pt x="0" y="26"/>
                    <a:pt x="0" y="26"/>
                  </a:cubicBezTo>
                  <a:moveTo>
                    <a:pt x="1" y="26"/>
                  </a:moveTo>
                  <a:cubicBezTo>
                    <a:pt x="0" y="26"/>
                    <a:pt x="0" y="26"/>
                    <a:pt x="0" y="26"/>
                  </a:cubicBezTo>
                  <a:cubicBezTo>
                    <a:pt x="0" y="26"/>
                    <a:pt x="0" y="26"/>
                    <a:pt x="1" y="26"/>
                  </a:cubicBezTo>
                  <a:moveTo>
                    <a:pt x="1" y="26"/>
                  </a:move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1" y="26"/>
                    <a:pt x="1" y="26"/>
                  </a:cubicBezTo>
                  <a:moveTo>
                    <a:pt x="1" y="26"/>
                  </a:move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1" y="26"/>
                    <a:pt x="1" y="26"/>
                  </a:cubicBezTo>
                  <a:moveTo>
                    <a:pt x="1" y="26"/>
                  </a:move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1" y="26"/>
                    <a:pt x="1" y="26"/>
                  </a:cubicBezTo>
                  <a:moveTo>
                    <a:pt x="1" y="25"/>
                  </a:moveTo>
                  <a:cubicBezTo>
                    <a:pt x="1" y="26"/>
                    <a:pt x="1" y="26"/>
                    <a:pt x="1" y="26"/>
                  </a:cubicBezTo>
                  <a:cubicBezTo>
                    <a:pt x="1" y="26"/>
                    <a:pt x="1" y="26"/>
                    <a:pt x="1" y="25"/>
                  </a:cubicBezTo>
                  <a:moveTo>
                    <a:pt x="1" y="25"/>
                  </a:moveTo>
                  <a:cubicBezTo>
                    <a:pt x="1" y="25"/>
                    <a:pt x="1" y="25"/>
                    <a:pt x="1" y="25"/>
                  </a:cubicBezTo>
                  <a:cubicBezTo>
                    <a:pt x="1" y="25"/>
                    <a:pt x="1" y="25"/>
                    <a:pt x="1" y="25"/>
                  </a:cubicBezTo>
                  <a:moveTo>
                    <a:pt x="1" y="25"/>
                  </a:moveTo>
                  <a:cubicBezTo>
                    <a:pt x="1" y="25"/>
                    <a:pt x="1" y="25"/>
                    <a:pt x="1" y="25"/>
                  </a:cubicBezTo>
                  <a:cubicBezTo>
                    <a:pt x="1" y="25"/>
                    <a:pt x="1" y="25"/>
                    <a:pt x="1" y="25"/>
                  </a:cubicBezTo>
                  <a:moveTo>
                    <a:pt x="16" y="0"/>
                  </a:moveTo>
                  <a:cubicBezTo>
                    <a:pt x="8" y="1"/>
                    <a:pt x="1" y="9"/>
                    <a:pt x="1" y="25"/>
                  </a:cubicBezTo>
                  <a:cubicBezTo>
                    <a:pt x="1" y="9"/>
                    <a:pt x="8" y="1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</a:path>
              </a:pathLst>
            </a:custGeom>
            <a:solidFill>
              <a:srgbClr val="CFC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0" name="Freeform 106"/>
            <p:cNvSpPr>
              <a:spLocks/>
            </p:cNvSpPr>
            <p:nvPr/>
          </p:nvSpPr>
          <p:spPr bwMode="auto">
            <a:xfrm>
              <a:off x="3103" y="1177"/>
              <a:ext cx="390" cy="1641"/>
            </a:xfrm>
            <a:custGeom>
              <a:avLst/>
              <a:gdLst>
                <a:gd name="T0" fmla="*/ 390 w 231"/>
                <a:gd name="T1" fmla="*/ 0 h 972"/>
                <a:gd name="T2" fmla="*/ 182 w 231"/>
                <a:gd name="T3" fmla="*/ 0 h 972"/>
                <a:gd name="T4" fmla="*/ 0 w 231"/>
                <a:gd name="T5" fmla="*/ 182 h 972"/>
                <a:gd name="T6" fmla="*/ 0 w 231"/>
                <a:gd name="T7" fmla="*/ 729 h 972"/>
                <a:gd name="T8" fmla="*/ 61 w 231"/>
                <a:gd name="T9" fmla="*/ 790 h 972"/>
                <a:gd name="T10" fmla="*/ 122 w 231"/>
                <a:gd name="T11" fmla="*/ 729 h 972"/>
                <a:gd name="T12" fmla="*/ 122 w 231"/>
                <a:gd name="T13" fmla="*/ 304 h 972"/>
                <a:gd name="T14" fmla="*/ 122 w 231"/>
                <a:gd name="T15" fmla="*/ 304 h 972"/>
                <a:gd name="T16" fmla="*/ 122 w 231"/>
                <a:gd name="T17" fmla="*/ 304 h 972"/>
                <a:gd name="T18" fmla="*/ 152 w 231"/>
                <a:gd name="T19" fmla="*/ 258 h 972"/>
                <a:gd name="T20" fmla="*/ 182 w 231"/>
                <a:gd name="T21" fmla="*/ 304 h 972"/>
                <a:gd name="T22" fmla="*/ 182 w 231"/>
                <a:gd name="T23" fmla="*/ 817 h 972"/>
                <a:gd name="T24" fmla="*/ 182 w 231"/>
                <a:gd name="T25" fmla="*/ 912 h 972"/>
                <a:gd name="T26" fmla="*/ 182 w 231"/>
                <a:gd name="T27" fmla="*/ 1553 h 972"/>
                <a:gd name="T28" fmla="*/ 268 w 231"/>
                <a:gd name="T29" fmla="*/ 1641 h 972"/>
                <a:gd name="T30" fmla="*/ 275 w 231"/>
                <a:gd name="T31" fmla="*/ 1641 h 972"/>
                <a:gd name="T32" fmla="*/ 363 w 231"/>
                <a:gd name="T33" fmla="*/ 1553 h 972"/>
                <a:gd name="T34" fmla="*/ 363 w 231"/>
                <a:gd name="T35" fmla="*/ 912 h 972"/>
                <a:gd name="T36" fmla="*/ 363 w 231"/>
                <a:gd name="T37" fmla="*/ 912 h 972"/>
                <a:gd name="T38" fmla="*/ 363 w 231"/>
                <a:gd name="T39" fmla="*/ 912 h 972"/>
                <a:gd name="T40" fmla="*/ 363 w 231"/>
                <a:gd name="T41" fmla="*/ 912 h 972"/>
                <a:gd name="T42" fmla="*/ 363 w 231"/>
                <a:gd name="T43" fmla="*/ 912 h 972"/>
                <a:gd name="T44" fmla="*/ 363 w 231"/>
                <a:gd name="T45" fmla="*/ 912 h 972"/>
                <a:gd name="T46" fmla="*/ 363 w 231"/>
                <a:gd name="T47" fmla="*/ 912 h 972"/>
                <a:gd name="T48" fmla="*/ 363 w 231"/>
                <a:gd name="T49" fmla="*/ 912 h 972"/>
                <a:gd name="T50" fmla="*/ 363 w 231"/>
                <a:gd name="T51" fmla="*/ 912 h 972"/>
                <a:gd name="T52" fmla="*/ 363 w 231"/>
                <a:gd name="T53" fmla="*/ 912 h 972"/>
                <a:gd name="T54" fmla="*/ 365 w 231"/>
                <a:gd name="T55" fmla="*/ 912 h 972"/>
                <a:gd name="T56" fmla="*/ 365 w 231"/>
                <a:gd name="T57" fmla="*/ 912 h 972"/>
                <a:gd name="T58" fmla="*/ 365 w 231"/>
                <a:gd name="T59" fmla="*/ 912 h 972"/>
                <a:gd name="T60" fmla="*/ 365 w 231"/>
                <a:gd name="T61" fmla="*/ 912 h 972"/>
                <a:gd name="T62" fmla="*/ 365 w 231"/>
                <a:gd name="T63" fmla="*/ 912 h 972"/>
                <a:gd name="T64" fmla="*/ 365 w 231"/>
                <a:gd name="T65" fmla="*/ 912 h 972"/>
                <a:gd name="T66" fmla="*/ 365 w 231"/>
                <a:gd name="T67" fmla="*/ 912 h 972"/>
                <a:gd name="T68" fmla="*/ 365 w 231"/>
                <a:gd name="T69" fmla="*/ 912 h 972"/>
                <a:gd name="T70" fmla="*/ 365 w 231"/>
                <a:gd name="T71" fmla="*/ 910 h 972"/>
                <a:gd name="T72" fmla="*/ 365 w 231"/>
                <a:gd name="T73" fmla="*/ 910 h 972"/>
                <a:gd name="T74" fmla="*/ 365 w 231"/>
                <a:gd name="T75" fmla="*/ 910 h 972"/>
                <a:gd name="T76" fmla="*/ 365 w 231"/>
                <a:gd name="T77" fmla="*/ 910 h 972"/>
                <a:gd name="T78" fmla="*/ 365 w 231"/>
                <a:gd name="T79" fmla="*/ 910 h 972"/>
                <a:gd name="T80" fmla="*/ 365 w 231"/>
                <a:gd name="T81" fmla="*/ 910 h 972"/>
                <a:gd name="T82" fmla="*/ 390 w 231"/>
                <a:gd name="T83" fmla="*/ 868 h 972"/>
                <a:gd name="T84" fmla="*/ 390 w 231"/>
                <a:gd name="T85" fmla="*/ 0 h 972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231" h="972">
                  <a:moveTo>
                    <a:pt x="231" y="0"/>
                  </a:moveTo>
                  <a:cubicBezTo>
                    <a:pt x="108" y="0"/>
                    <a:pt x="108" y="0"/>
                    <a:pt x="108" y="0"/>
                  </a:cubicBezTo>
                  <a:cubicBezTo>
                    <a:pt x="36" y="0"/>
                    <a:pt x="0" y="36"/>
                    <a:pt x="0" y="108"/>
                  </a:cubicBezTo>
                  <a:cubicBezTo>
                    <a:pt x="0" y="432"/>
                    <a:pt x="0" y="432"/>
                    <a:pt x="0" y="432"/>
                  </a:cubicBezTo>
                  <a:cubicBezTo>
                    <a:pt x="0" y="452"/>
                    <a:pt x="16" y="468"/>
                    <a:pt x="36" y="468"/>
                  </a:cubicBezTo>
                  <a:cubicBezTo>
                    <a:pt x="55" y="468"/>
                    <a:pt x="72" y="452"/>
                    <a:pt x="72" y="432"/>
                  </a:cubicBezTo>
                  <a:cubicBezTo>
                    <a:pt x="72" y="432"/>
                    <a:pt x="72" y="216"/>
                    <a:pt x="72" y="180"/>
                  </a:cubicBezTo>
                  <a:cubicBezTo>
                    <a:pt x="72" y="180"/>
                    <a:pt x="72" y="180"/>
                    <a:pt x="72" y="180"/>
                  </a:cubicBezTo>
                  <a:cubicBezTo>
                    <a:pt x="72" y="180"/>
                    <a:pt x="72" y="180"/>
                    <a:pt x="72" y="180"/>
                  </a:cubicBezTo>
                  <a:cubicBezTo>
                    <a:pt x="72" y="162"/>
                    <a:pt x="81" y="153"/>
                    <a:pt x="90" y="153"/>
                  </a:cubicBezTo>
                  <a:cubicBezTo>
                    <a:pt x="99" y="153"/>
                    <a:pt x="108" y="162"/>
                    <a:pt x="108" y="180"/>
                  </a:cubicBezTo>
                  <a:cubicBezTo>
                    <a:pt x="108" y="207"/>
                    <a:pt x="108" y="390"/>
                    <a:pt x="108" y="484"/>
                  </a:cubicBezTo>
                  <a:cubicBezTo>
                    <a:pt x="108" y="540"/>
                    <a:pt x="108" y="540"/>
                    <a:pt x="108" y="540"/>
                  </a:cubicBezTo>
                  <a:cubicBezTo>
                    <a:pt x="108" y="920"/>
                    <a:pt x="108" y="920"/>
                    <a:pt x="108" y="920"/>
                  </a:cubicBezTo>
                  <a:cubicBezTo>
                    <a:pt x="108" y="949"/>
                    <a:pt x="131" y="972"/>
                    <a:pt x="159" y="972"/>
                  </a:cubicBezTo>
                  <a:cubicBezTo>
                    <a:pt x="163" y="972"/>
                    <a:pt x="163" y="972"/>
                    <a:pt x="163" y="972"/>
                  </a:cubicBezTo>
                  <a:cubicBezTo>
                    <a:pt x="192" y="972"/>
                    <a:pt x="215" y="949"/>
                    <a:pt x="215" y="920"/>
                  </a:cubicBezTo>
                  <a:cubicBezTo>
                    <a:pt x="215" y="920"/>
                    <a:pt x="215" y="576"/>
                    <a:pt x="215" y="540"/>
                  </a:cubicBezTo>
                  <a:cubicBezTo>
                    <a:pt x="215" y="540"/>
                    <a:pt x="215" y="540"/>
                    <a:pt x="215" y="540"/>
                  </a:cubicBezTo>
                  <a:cubicBezTo>
                    <a:pt x="215" y="540"/>
                    <a:pt x="215" y="540"/>
                    <a:pt x="215" y="540"/>
                  </a:cubicBezTo>
                  <a:cubicBezTo>
                    <a:pt x="215" y="540"/>
                    <a:pt x="215" y="540"/>
                    <a:pt x="215" y="540"/>
                  </a:cubicBezTo>
                  <a:cubicBezTo>
                    <a:pt x="215" y="540"/>
                    <a:pt x="215" y="540"/>
                    <a:pt x="215" y="540"/>
                  </a:cubicBezTo>
                  <a:cubicBezTo>
                    <a:pt x="215" y="540"/>
                    <a:pt x="215" y="540"/>
                    <a:pt x="215" y="540"/>
                  </a:cubicBezTo>
                  <a:cubicBezTo>
                    <a:pt x="215" y="540"/>
                    <a:pt x="215" y="540"/>
                    <a:pt x="215" y="540"/>
                  </a:cubicBezTo>
                  <a:cubicBezTo>
                    <a:pt x="215" y="540"/>
                    <a:pt x="215" y="540"/>
                    <a:pt x="215" y="540"/>
                  </a:cubicBezTo>
                  <a:cubicBezTo>
                    <a:pt x="215" y="540"/>
                    <a:pt x="215" y="540"/>
                    <a:pt x="215" y="540"/>
                  </a:cubicBezTo>
                  <a:cubicBezTo>
                    <a:pt x="215" y="540"/>
                    <a:pt x="215" y="540"/>
                    <a:pt x="215" y="540"/>
                  </a:cubicBezTo>
                  <a:cubicBezTo>
                    <a:pt x="215" y="540"/>
                    <a:pt x="215" y="540"/>
                    <a:pt x="216" y="540"/>
                  </a:cubicBezTo>
                  <a:cubicBezTo>
                    <a:pt x="216" y="540"/>
                    <a:pt x="216" y="540"/>
                    <a:pt x="216" y="540"/>
                  </a:cubicBezTo>
                  <a:cubicBezTo>
                    <a:pt x="216" y="540"/>
                    <a:pt x="216" y="540"/>
                    <a:pt x="216" y="540"/>
                  </a:cubicBezTo>
                  <a:cubicBezTo>
                    <a:pt x="216" y="540"/>
                    <a:pt x="216" y="540"/>
                    <a:pt x="216" y="540"/>
                  </a:cubicBezTo>
                  <a:cubicBezTo>
                    <a:pt x="216" y="540"/>
                    <a:pt x="216" y="540"/>
                    <a:pt x="216" y="540"/>
                  </a:cubicBezTo>
                  <a:cubicBezTo>
                    <a:pt x="216" y="540"/>
                    <a:pt x="216" y="540"/>
                    <a:pt x="216" y="540"/>
                  </a:cubicBezTo>
                  <a:cubicBezTo>
                    <a:pt x="216" y="540"/>
                    <a:pt x="216" y="540"/>
                    <a:pt x="216" y="540"/>
                  </a:cubicBezTo>
                  <a:cubicBezTo>
                    <a:pt x="216" y="540"/>
                    <a:pt x="216" y="540"/>
                    <a:pt x="216" y="540"/>
                  </a:cubicBezTo>
                  <a:cubicBezTo>
                    <a:pt x="216" y="540"/>
                    <a:pt x="216" y="540"/>
                    <a:pt x="216" y="539"/>
                  </a:cubicBezTo>
                  <a:cubicBezTo>
                    <a:pt x="216" y="539"/>
                    <a:pt x="216" y="539"/>
                    <a:pt x="216" y="539"/>
                  </a:cubicBezTo>
                  <a:cubicBezTo>
                    <a:pt x="216" y="539"/>
                    <a:pt x="216" y="539"/>
                    <a:pt x="216" y="539"/>
                  </a:cubicBezTo>
                  <a:cubicBezTo>
                    <a:pt x="216" y="539"/>
                    <a:pt x="216" y="539"/>
                    <a:pt x="216" y="539"/>
                  </a:cubicBezTo>
                  <a:cubicBezTo>
                    <a:pt x="216" y="539"/>
                    <a:pt x="216" y="539"/>
                    <a:pt x="216" y="539"/>
                  </a:cubicBezTo>
                  <a:cubicBezTo>
                    <a:pt x="216" y="539"/>
                    <a:pt x="216" y="539"/>
                    <a:pt x="216" y="539"/>
                  </a:cubicBezTo>
                  <a:cubicBezTo>
                    <a:pt x="216" y="523"/>
                    <a:pt x="223" y="515"/>
                    <a:pt x="231" y="514"/>
                  </a:cubicBezTo>
                  <a:cubicBezTo>
                    <a:pt x="231" y="0"/>
                    <a:pt x="231" y="0"/>
                    <a:pt x="231" y="0"/>
                  </a:cubicBezTo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1" name="Freeform 107"/>
            <p:cNvSpPr>
              <a:spLocks noEditPoints="1"/>
            </p:cNvSpPr>
            <p:nvPr/>
          </p:nvSpPr>
          <p:spPr bwMode="auto">
            <a:xfrm>
              <a:off x="3345" y="898"/>
              <a:ext cx="1" cy="12"/>
            </a:xfrm>
            <a:custGeom>
              <a:avLst/>
              <a:gdLst>
                <a:gd name="T0" fmla="*/ 1 w 1"/>
                <a:gd name="T1" fmla="*/ 12 h 7"/>
                <a:gd name="T2" fmla="*/ 1 w 1"/>
                <a:gd name="T3" fmla="*/ 12 h 7"/>
                <a:gd name="T4" fmla="*/ 1 w 1"/>
                <a:gd name="T5" fmla="*/ 12 h 7"/>
                <a:gd name="T6" fmla="*/ 1 w 1"/>
                <a:gd name="T7" fmla="*/ 10 h 7"/>
                <a:gd name="T8" fmla="*/ 1 w 1"/>
                <a:gd name="T9" fmla="*/ 10 h 7"/>
                <a:gd name="T10" fmla="*/ 1 w 1"/>
                <a:gd name="T11" fmla="*/ 10 h 7"/>
                <a:gd name="T12" fmla="*/ 1 w 1"/>
                <a:gd name="T13" fmla="*/ 10 h 7"/>
                <a:gd name="T14" fmla="*/ 1 w 1"/>
                <a:gd name="T15" fmla="*/ 10 h 7"/>
                <a:gd name="T16" fmla="*/ 1 w 1"/>
                <a:gd name="T17" fmla="*/ 10 h 7"/>
                <a:gd name="T18" fmla="*/ 1 w 1"/>
                <a:gd name="T19" fmla="*/ 10 h 7"/>
                <a:gd name="T20" fmla="*/ 1 w 1"/>
                <a:gd name="T21" fmla="*/ 9 h 7"/>
                <a:gd name="T22" fmla="*/ 1 w 1"/>
                <a:gd name="T23" fmla="*/ 9 h 7"/>
                <a:gd name="T24" fmla="*/ 1 w 1"/>
                <a:gd name="T25" fmla="*/ 9 h 7"/>
                <a:gd name="T26" fmla="*/ 1 w 1"/>
                <a:gd name="T27" fmla="*/ 9 h 7"/>
                <a:gd name="T28" fmla="*/ 1 w 1"/>
                <a:gd name="T29" fmla="*/ 9 h 7"/>
                <a:gd name="T30" fmla="*/ 1 w 1"/>
                <a:gd name="T31" fmla="*/ 9 h 7"/>
                <a:gd name="T32" fmla="*/ 1 w 1"/>
                <a:gd name="T33" fmla="*/ 9 h 7"/>
                <a:gd name="T34" fmla="*/ 1 w 1"/>
                <a:gd name="T35" fmla="*/ 7 h 7"/>
                <a:gd name="T36" fmla="*/ 1 w 1"/>
                <a:gd name="T37" fmla="*/ 7 h 7"/>
                <a:gd name="T38" fmla="*/ 1 w 1"/>
                <a:gd name="T39" fmla="*/ 7 h 7"/>
                <a:gd name="T40" fmla="*/ 1 w 1"/>
                <a:gd name="T41" fmla="*/ 7 h 7"/>
                <a:gd name="T42" fmla="*/ 0 w 1"/>
                <a:gd name="T43" fmla="*/ 7 h 7"/>
                <a:gd name="T44" fmla="*/ 0 w 1"/>
                <a:gd name="T45" fmla="*/ 7 h 7"/>
                <a:gd name="T46" fmla="*/ 0 w 1"/>
                <a:gd name="T47" fmla="*/ 5 h 7"/>
                <a:gd name="T48" fmla="*/ 0 w 1"/>
                <a:gd name="T49" fmla="*/ 5 h 7"/>
                <a:gd name="T50" fmla="*/ 0 w 1"/>
                <a:gd name="T51" fmla="*/ 5 h 7"/>
                <a:gd name="T52" fmla="*/ 0 w 1"/>
                <a:gd name="T53" fmla="*/ 5 h 7"/>
                <a:gd name="T54" fmla="*/ 1 w 1"/>
                <a:gd name="T55" fmla="*/ 5 h 7"/>
                <a:gd name="T56" fmla="*/ 1 w 1"/>
                <a:gd name="T57" fmla="*/ 5 h 7"/>
                <a:gd name="T58" fmla="*/ 1 w 1"/>
                <a:gd name="T59" fmla="*/ 3 h 7"/>
                <a:gd name="T60" fmla="*/ 1 w 1"/>
                <a:gd name="T61" fmla="*/ 3 h 7"/>
                <a:gd name="T62" fmla="*/ 1 w 1"/>
                <a:gd name="T63" fmla="*/ 3 h 7"/>
                <a:gd name="T64" fmla="*/ 1 w 1"/>
                <a:gd name="T65" fmla="*/ 3 h 7"/>
                <a:gd name="T66" fmla="*/ 1 w 1"/>
                <a:gd name="T67" fmla="*/ 3 h 7"/>
                <a:gd name="T68" fmla="*/ 1 w 1"/>
                <a:gd name="T69" fmla="*/ 3 h 7"/>
                <a:gd name="T70" fmla="*/ 1 w 1"/>
                <a:gd name="T71" fmla="*/ 3 h 7"/>
                <a:gd name="T72" fmla="*/ 1 w 1"/>
                <a:gd name="T73" fmla="*/ 2 h 7"/>
                <a:gd name="T74" fmla="*/ 1 w 1"/>
                <a:gd name="T75" fmla="*/ 2 h 7"/>
                <a:gd name="T76" fmla="*/ 1 w 1"/>
                <a:gd name="T77" fmla="*/ 2 h 7"/>
                <a:gd name="T78" fmla="*/ 1 w 1"/>
                <a:gd name="T79" fmla="*/ 2 h 7"/>
                <a:gd name="T80" fmla="*/ 1 w 1"/>
                <a:gd name="T81" fmla="*/ 2 h 7"/>
                <a:gd name="T82" fmla="*/ 1 w 1"/>
                <a:gd name="T83" fmla="*/ 2 h 7"/>
                <a:gd name="T84" fmla="*/ 1 w 1"/>
                <a:gd name="T85" fmla="*/ 2 h 7"/>
                <a:gd name="T86" fmla="*/ 1 w 1"/>
                <a:gd name="T87" fmla="*/ 0 h 7"/>
                <a:gd name="T88" fmla="*/ 1 w 1"/>
                <a:gd name="T89" fmla="*/ 0 h 7"/>
                <a:gd name="T90" fmla="*/ 1 w 1"/>
                <a:gd name="T91" fmla="*/ 0 h 7"/>
                <a:gd name="T92" fmla="*/ 1 w 1"/>
                <a:gd name="T93" fmla="*/ 0 h 7"/>
                <a:gd name="T94" fmla="*/ 1 w 1"/>
                <a:gd name="T95" fmla="*/ 0 h 7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1" h="7">
                  <a:moveTo>
                    <a:pt x="1" y="7"/>
                  </a:moveTo>
                  <a:cubicBezTo>
                    <a:pt x="1" y="7"/>
                    <a:pt x="1" y="7"/>
                    <a:pt x="1" y="7"/>
                  </a:cubicBezTo>
                  <a:cubicBezTo>
                    <a:pt x="1" y="7"/>
                    <a:pt x="1" y="7"/>
                    <a:pt x="1" y="7"/>
                  </a:cubicBezTo>
                  <a:moveTo>
                    <a:pt x="1" y="7"/>
                  </a:moveTo>
                  <a:cubicBezTo>
                    <a:pt x="1" y="7"/>
                    <a:pt x="1" y="7"/>
                    <a:pt x="1" y="7"/>
                  </a:cubicBezTo>
                  <a:cubicBezTo>
                    <a:pt x="1" y="7"/>
                    <a:pt x="1" y="7"/>
                    <a:pt x="1" y="7"/>
                  </a:cubicBezTo>
                  <a:moveTo>
                    <a:pt x="1" y="7"/>
                  </a:moveTo>
                  <a:cubicBezTo>
                    <a:pt x="1" y="7"/>
                    <a:pt x="1" y="7"/>
                    <a:pt x="1" y="7"/>
                  </a:cubicBezTo>
                  <a:cubicBezTo>
                    <a:pt x="1" y="7"/>
                    <a:pt x="1" y="7"/>
                    <a:pt x="1" y="7"/>
                  </a:cubicBezTo>
                  <a:moveTo>
                    <a:pt x="1" y="6"/>
                  </a:moveTo>
                  <a:cubicBezTo>
                    <a:pt x="1" y="6"/>
                    <a:pt x="1" y="6"/>
                    <a:pt x="1" y="7"/>
                  </a:cubicBezTo>
                  <a:cubicBezTo>
                    <a:pt x="1" y="6"/>
                    <a:pt x="1" y="6"/>
                    <a:pt x="1" y="6"/>
                  </a:cubicBezTo>
                  <a:moveTo>
                    <a:pt x="1" y="6"/>
                  </a:moveTo>
                  <a:cubicBezTo>
                    <a:pt x="1" y="6"/>
                    <a:pt x="1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moveTo>
                    <a:pt x="1" y="6"/>
                  </a:moveTo>
                  <a:cubicBezTo>
                    <a:pt x="1" y="6"/>
                    <a:pt x="1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moveTo>
                    <a:pt x="1" y="6"/>
                  </a:moveTo>
                  <a:cubicBezTo>
                    <a:pt x="1" y="6"/>
                    <a:pt x="1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moveTo>
                    <a:pt x="1" y="6"/>
                  </a:moveTo>
                  <a:cubicBezTo>
                    <a:pt x="1" y="6"/>
                    <a:pt x="1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moveTo>
                    <a:pt x="1" y="6"/>
                  </a:moveTo>
                  <a:cubicBezTo>
                    <a:pt x="1" y="6"/>
                    <a:pt x="1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moveTo>
                    <a:pt x="1" y="6"/>
                  </a:moveTo>
                  <a:cubicBezTo>
                    <a:pt x="1" y="6"/>
                    <a:pt x="1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moveTo>
                    <a:pt x="1" y="5"/>
                  </a:moveTo>
                  <a:cubicBezTo>
                    <a:pt x="1" y="5"/>
                    <a:pt x="1" y="5"/>
                    <a:pt x="1" y="6"/>
                  </a:cubicBezTo>
                  <a:cubicBezTo>
                    <a:pt x="1" y="5"/>
                    <a:pt x="1" y="5"/>
                    <a:pt x="1" y="5"/>
                  </a:cubicBezTo>
                  <a:moveTo>
                    <a:pt x="1" y="5"/>
                  </a:move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moveTo>
                    <a:pt x="1" y="5"/>
                  </a:move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moveTo>
                    <a:pt x="1" y="5"/>
                  </a:move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moveTo>
                    <a:pt x="1" y="5"/>
                  </a:move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moveTo>
                    <a:pt x="1" y="5"/>
                  </a:move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moveTo>
                    <a:pt x="1" y="5"/>
                  </a:move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moveTo>
                    <a:pt x="1" y="4"/>
                  </a:moveTo>
                  <a:cubicBezTo>
                    <a:pt x="1" y="4"/>
                    <a:pt x="1" y="4"/>
                    <a:pt x="1" y="5"/>
                  </a:cubicBezTo>
                  <a:cubicBezTo>
                    <a:pt x="1" y="4"/>
                    <a:pt x="1" y="4"/>
                    <a:pt x="1" y="4"/>
                  </a:cubicBezTo>
                  <a:moveTo>
                    <a:pt x="1" y="4"/>
                  </a:move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moveTo>
                    <a:pt x="1" y="4"/>
                  </a:move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moveTo>
                    <a:pt x="1" y="4"/>
                  </a:move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moveTo>
                    <a:pt x="0" y="4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moveTo>
                    <a:pt x="0" y="4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moveTo>
                    <a:pt x="0" y="3"/>
                  </a:moveTo>
                  <a:cubicBezTo>
                    <a:pt x="0" y="3"/>
                    <a:pt x="0" y="4"/>
                    <a:pt x="0" y="4"/>
                  </a:cubicBezTo>
                  <a:cubicBezTo>
                    <a:pt x="0" y="4"/>
                    <a:pt x="0" y="3"/>
                    <a:pt x="0" y="3"/>
                  </a:cubicBezTo>
                  <a:moveTo>
                    <a:pt x="0" y="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moveTo>
                    <a:pt x="0" y="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moveTo>
                    <a:pt x="0" y="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moveTo>
                    <a:pt x="1" y="3"/>
                  </a:move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moveTo>
                    <a:pt x="1" y="2"/>
                  </a:move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2"/>
                  </a:cubicBezTo>
                  <a:moveTo>
                    <a:pt x="1" y="2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moveTo>
                    <a:pt x="1" y="2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moveTo>
                    <a:pt x="1" y="2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moveTo>
                    <a:pt x="1" y="2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moveTo>
                    <a:pt x="1" y="2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moveTo>
                    <a:pt x="1" y="2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moveTo>
                    <a:pt x="1" y="1"/>
                  </a:moveTo>
                  <a:cubicBezTo>
                    <a:pt x="1" y="1"/>
                    <a:pt x="1" y="2"/>
                    <a:pt x="1" y="2"/>
                  </a:cubicBezTo>
                  <a:cubicBezTo>
                    <a:pt x="1" y="2"/>
                    <a:pt x="1" y="1"/>
                    <a:pt x="1" y="1"/>
                  </a:cubicBezTo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moveTo>
                    <a:pt x="1" y="0"/>
                  </a:moveTo>
                  <a:cubicBezTo>
                    <a:pt x="1" y="0"/>
                    <a:pt x="1" y="1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CFC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2" name="Freeform 108"/>
            <p:cNvSpPr>
              <a:spLocks/>
            </p:cNvSpPr>
            <p:nvPr/>
          </p:nvSpPr>
          <p:spPr bwMode="auto">
            <a:xfrm>
              <a:off x="3345" y="752"/>
              <a:ext cx="148" cy="303"/>
            </a:xfrm>
            <a:custGeom>
              <a:avLst/>
              <a:gdLst>
                <a:gd name="T0" fmla="*/ 2 w 88"/>
                <a:gd name="T1" fmla="*/ 146 h 180"/>
                <a:gd name="T2" fmla="*/ 2 w 88"/>
                <a:gd name="T3" fmla="*/ 146 h 180"/>
                <a:gd name="T4" fmla="*/ 2 w 88"/>
                <a:gd name="T5" fmla="*/ 146 h 180"/>
                <a:gd name="T6" fmla="*/ 2 w 88"/>
                <a:gd name="T7" fmla="*/ 146 h 180"/>
                <a:gd name="T8" fmla="*/ 2 w 88"/>
                <a:gd name="T9" fmla="*/ 146 h 180"/>
                <a:gd name="T10" fmla="*/ 2 w 88"/>
                <a:gd name="T11" fmla="*/ 146 h 180"/>
                <a:gd name="T12" fmla="*/ 2 w 88"/>
                <a:gd name="T13" fmla="*/ 148 h 180"/>
                <a:gd name="T14" fmla="*/ 2 w 88"/>
                <a:gd name="T15" fmla="*/ 148 h 180"/>
                <a:gd name="T16" fmla="*/ 2 w 88"/>
                <a:gd name="T17" fmla="*/ 148 h 180"/>
                <a:gd name="T18" fmla="*/ 2 w 88"/>
                <a:gd name="T19" fmla="*/ 148 h 180"/>
                <a:gd name="T20" fmla="*/ 2 w 88"/>
                <a:gd name="T21" fmla="*/ 148 h 180"/>
                <a:gd name="T22" fmla="*/ 2 w 88"/>
                <a:gd name="T23" fmla="*/ 148 h 180"/>
                <a:gd name="T24" fmla="*/ 2 w 88"/>
                <a:gd name="T25" fmla="*/ 148 h 180"/>
                <a:gd name="T26" fmla="*/ 2 w 88"/>
                <a:gd name="T27" fmla="*/ 150 h 180"/>
                <a:gd name="T28" fmla="*/ 2 w 88"/>
                <a:gd name="T29" fmla="*/ 150 h 180"/>
                <a:gd name="T30" fmla="*/ 2 w 88"/>
                <a:gd name="T31" fmla="*/ 150 h 180"/>
                <a:gd name="T32" fmla="*/ 2 w 88"/>
                <a:gd name="T33" fmla="*/ 150 h 180"/>
                <a:gd name="T34" fmla="*/ 2 w 88"/>
                <a:gd name="T35" fmla="*/ 150 h 180"/>
                <a:gd name="T36" fmla="*/ 2 w 88"/>
                <a:gd name="T37" fmla="*/ 150 h 180"/>
                <a:gd name="T38" fmla="*/ 2 w 88"/>
                <a:gd name="T39" fmla="*/ 150 h 180"/>
                <a:gd name="T40" fmla="*/ 2 w 88"/>
                <a:gd name="T41" fmla="*/ 152 h 180"/>
                <a:gd name="T42" fmla="*/ 0 w 88"/>
                <a:gd name="T43" fmla="*/ 152 h 180"/>
                <a:gd name="T44" fmla="*/ 0 w 88"/>
                <a:gd name="T45" fmla="*/ 152 h 180"/>
                <a:gd name="T46" fmla="*/ 0 w 88"/>
                <a:gd name="T47" fmla="*/ 152 h 180"/>
                <a:gd name="T48" fmla="*/ 0 w 88"/>
                <a:gd name="T49" fmla="*/ 152 h 180"/>
                <a:gd name="T50" fmla="*/ 0 w 88"/>
                <a:gd name="T51" fmla="*/ 153 h 180"/>
                <a:gd name="T52" fmla="*/ 0 w 88"/>
                <a:gd name="T53" fmla="*/ 153 h 180"/>
                <a:gd name="T54" fmla="*/ 2 w 88"/>
                <a:gd name="T55" fmla="*/ 153 h 180"/>
                <a:gd name="T56" fmla="*/ 2 w 88"/>
                <a:gd name="T57" fmla="*/ 153 h 180"/>
                <a:gd name="T58" fmla="*/ 2 w 88"/>
                <a:gd name="T59" fmla="*/ 153 h 180"/>
                <a:gd name="T60" fmla="*/ 2 w 88"/>
                <a:gd name="T61" fmla="*/ 153 h 180"/>
                <a:gd name="T62" fmla="*/ 2 w 88"/>
                <a:gd name="T63" fmla="*/ 155 h 180"/>
                <a:gd name="T64" fmla="*/ 2 w 88"/>
                <a:gd name="T65" fmla="*/ 155 h 180"/>
                <a:gd name="T66" fmla="*/ 2 w 88"/>
                <a:gd name="T67" fmla="*/ 155 h 180"/>
                <a:gd name="T68" fmla="*/ 2 w 88"/>
                <a:gd name="T69" fmla="*/ 155 h 180"/>
                <a:gd name="T70" fmla="*/ 2 w 88"/>
                <a:gd name="T71" fmla="*/ 155 h 180"/>
                <a:gd name="T72" fmla="*/ 2 w 88"/>
                <a:gd name="T73" fmla="*/ 155 h 180"/>
                <a:gd name="T74" fmla="*/ 2 w 88"/>
                <a:gd name="T75" fmla="*/ 155 h 180"/>
                <a:gd name="T76" fmla="*/ 2 w 88"/>
                <a:gd name="T77" fmla="*/ 157 h 180"/>
                <a:gd name="T78" fmla="*/ 2 w 88"/>
                <a:gd name="T79" fmla="*/ 157 h 180"/>
                <a:gd name="T80" fmla="*/ 2 w 88"/>
                <a:gd name="T81" fmla="*/ 157 h 180"/>
                <a:gd name="T82" fmla="*/ 2 w 88"/>
                <a:gd name="T83" fmla="*/ 157 h 180"/>
                <a:gd name="T84" fmla="*/ 2 w 88"/>
                <a:gd name="T85" fmla="*/ 157 h 180"/>
                <a:gd name="T86" fmla="*/ 2 w 88"/>
                <a:gd name="T87" fmla="*/ 157 h 180"/>
                <a:gd name="T88" fmla="*/ 2 w 88"/>
                <a:gd name="T89" fmla="*/ 157 h 180"/>
                <a:gd name="T90" fmla="*/ 2 w 88"/>
                <a:gd name="T91" fmla="*/ 158 h 180"/>
                <a:gd name="T92" fmla="*/ 2 w 88"/>
                <a:gd name="T93" fmla="*/ 158 h 180"/>
                <a:gd name="T94" fmla="*/ 2 w 88"/>
                <a:gd name="T95" fmla="*/ 158 h 180"/>
                <a:gd name="T96" fmla="*/ 148 w 88"/>
                <a:gd name="T97" fmla="*/ 303 h 180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88" h="180">
                  <a:moveTo>
                    <a:pt x="88" y="0"/>
                  </a:moveTo>
                  <a:cubicBezTo>
                    <a:pt x="41" y="1"/>
                    <a:pt x="2" y="39"/>
                    <a:pt x="1" y="87"/>
                  </a:cubicBezTo>
                  <a:cubicBezTo>
                    <a:pt x="1" y="87"/>
                    <a:pt x="1" y="87"/>
                    <a:pt x="1" y="87"/>
                  </a:cubicBezTo>
                  <a:cubicBezTo>
                    <a:pt x="1" y="87"/>
                    <a:pt x="1" y="87"/>
                    <a:pt x="1" y="87"/>
                  </a:cubicBezTo>
                  <a:cubicBezTo>
                    <a:pt x="1" y="87"/>
                    <a:pt x="1" y="87"/>
                    <a:pt x="1" y="87"/>
                  </a:cubicBezTo>
                  <a:cubicBezTo>
                    <a:pt x="1" y="87"/>
                    <a:pt x="1" y="87"/>
                    <a:pt x="1" y="87"/>
                  </a:cubicBezTo>
                  <a:cubicBezTo>
                    <a:pt x="1" y="87"/>
                    <a:pt x="1" y="87"/>
                    <a:pt x="1" y="87"/>
                  </a:cubicBezTo>
                  <a:cubicBezTo>
                    <a:pt x="1" y="87"/>
                    <a:pt x="1" y="87"/>
                    <a:pt x="1" y="87"/>
                  </a:cubicBezTo>
                  <a:cubicBezTo>
                    <a:pt x="1" y="87"/>
                    <a:pt x="1" y="87"/>
                    <a:pt x="1" y="87"/>
                  </a:cubicBezTo>
                  <a:cubicBezTo>
                    <a:pt x="1" y="87"/>
                    <a:pt x="1" y="87"/>
                    <a:pt x="1" y="87"/>
                  </a:cubicBezTo>
                  <a:cubicBezTo>
                    <a:pt x="1" y="87"/>
                    <a:pt x="1" y="87"/>
                    <a:pt x="1" y="87"/>
                  </a:cubicBezTo>
                  <a:cubicBezTo>
                    <a:pt x="1" y="87"/>
                    <a:pt x="1" y="87"/>
                    <a:pt x="1" y="87"/>
                  </a:cubicBezTo>
                  <a:cubicBezTo>
                    <a:pt x="1" y="87"/>
                    <a:pt x="1" y="88"/>
                    <a:pt x="1" y="88"/>
                  </a:cubicBezTo>
                  <a:cubicBezTo>
                    <a:pt x="1" y="88"/>
                    <a:pt x="1" y="88"/>
                    <a:pt x="1" y="88"/>
                  </a:cubicBezTo>
                  <a:cubicBezTo>
                    <a:pt x="1" y="88"/>
                    <a:pt x="1" y="88"/>
                    <a:pt x="1" y="88"/>
                  </a:cubicBezTo>
                  <a:cubicBezTo>
                    <a:pt x="1" y="88"/>
                    <a:pt x="1" y="88"/>
                    <a:pt x="1" y="88"/>
                  </a:cubicBezTo>
                  <a:cubicBezTo>
                    <a:pt x="1" y="88"/>
                    <a:pt x="1" y="88"/>
                    <a:pt x="1" y="88"/>
                  </a:cubicBezTo>
                  <a:cubicBezTo>
                    <a:pt x="1" y="88"/>
                    <a:pt x="1" y="88"/>
                    <a:pt x="1" y="88"/>
                  </a:cubicBezTo>
                  <a:cubicBezTo>
                    <a:pt x="1" y="88"/>
                    <a:pt x="1" y="88"/>
                    <a:pt x="1" y="88"/>
                  </a:cubicBezTo>
                  <a:cubicBezTo>
                    <a:pt x="1" y="88"/>
                    <a:pt x="1" y="88"/>
                    <a:pt x="1" y="88"/>
                  </a:cubicBezTo>
                  <a:cubicBezTo>
                    <a:pt x="1" y="88"/>
                    <a:pt x="1" y="88"/>
                    <a:pt x="1" y="88"/>
                  </a:cubicBezTo>
                  <a:cubicBezTo>
                    <a:pt x="1" y="88"/>
                    <a:pt x="1" y="88"/>
                    <a:pt x="1" y="88"/>
                  </a:cubicBezTo>
                  <a:cubicBezTo>
                    <a:pt x="1" y="88"/>
                    <a:pt x="1" y="88"/>
                    <a:pt x="1" y="88"/>
                  </a:cubicBezTo>
                  <a:cubicBezTo>
                    <a:pt x="1" y="88"/>
                    <a:pt x="1" y="88"/>
                    <a:pt x="1" y="88"/>
                  </a:cubicBezTo>
                  <a:cubicBezTo>
                    <a:pt x="1" y="88"/>
                    <a:pt x="1" y="88"/>
                    <a:pt x="1" y="88"/>
                  </a:cubicBezTo>
                  <a:cubicBezTo>
                    <a:pt x="1" y="88"/>
                    <a:pt x="1" y="88"/>
                    <a:pt x="1" y="88"/>
                  </a:cubicBezTo>
                  <a:cubicBezTo>
                    <a:pt x="1" y="88"/>
                    <a:pt x="1" y="89"/>
                    <a:pt x="1" y="89"/>
                  </a:cubicBezTo>
                  <a:cubicBezTo>
                    <a:pt x="1" y="89"/>
                    <a:pt x="1" y="89"/>
                    <a:pt x="1" y="89"/>
                  </a:cubicBezTo>
                  <a:cubicBezTo>
                    <a:pt x="1" y="89"/>
                    <a:pt x="1" y="89"/>
                    <a:pt x="1" y="89"/>
                  </a:cubicBezTo>
                  <a:cubicBezTo>
                    <a:pt x="1" y="89"/>
                    <a:pt x="1" y="89"/>
                    <a:pt x="1" y="89"/>
                  </a:cubicBezTo>
                  <a:cubicBezTo>
                    <a:pt x="1" y="89"/>
                    <a:pt x="1" y="89"/>
                    <a:pt x="1" y="89"/>
                  </a:cubicBezTo>
                  <a:cubicBezTo>
                    <a:pt x="1" y="89"/>
                    <a:pt x="1" y="89"/>
                    <a:pt x="1" y="89"/>
                  </a:cubicBezTo>
                  <a:cubicBezTo>
                    <a:pt x="1" y="89"/>
                    <a:pt x="1" y="89"/>
                    <a:pt x="1" y="89"/>
                  </a:cubicBezTo>
                  <a:cubicBezTo>
                    <a:pt x="1" y="89"/>
                    <a:pt x="1" y="89"/>
                    <a:pt x="1" y="89"/>
                  </a:cubicBezTo>
                  <a:cubicBezTo>
                    <a:pt x="1" y="89"/>
                    <a:pt x="1" y="89"/>
                    <a:pt x="1" y="89"/>
                  </a:cubicBezTo>
                  <a:cubicBezTo>
                    <a:pt x="1" y="89"/>
                    <a:pt x="1" y="89"/>
                    <a:pt x="1" y="89"/>
                  </a:cubicBezTo>
                  <a:cubicBezTo>
                    <a:pt x="1" y="89"/>
                    <a:pt x="1" y="89"/>
                    <a:pt x="1" y="89"/>
                  </a:cubicBezTo>
                  <a:cubicBezTo>
                    <a:pt x="1" y="89"/>
                    <a:pt x="1" y="89"/>
                    <a:pt x="1" y="89"/>
                  </a:cubicBezTo>
                  <a:cubicBezTo>
                    <a:pt x="1" y="89"/>
                    <a:pt x="1" y="89"/>
                    <a:pt x="1" y="89"/>
                  </a:cubicBezTo>
                  <a:cubicBezTo>
                    <a:pt x="1" y="89"/>
                    <a:pt x="1" y="89"/>
                    <a:pt x="1" y="89"/>
                  </a:cubicBezTo>
                  <a:cubicBezTo>
                    <a:pt x="1" y="90"/>
                    <a:pt x="1" y="90"/>
                    <a:pt x="1" y="90"/>
                  </a:cubicBezTo>
                  <a:cubicBezTo>
                    <a:pt x="1" y="90"/>
                    <a:pt x="1" y="90"/>
                    <a:pt x="1" y="90"/>
                  </a:cubicBezTo>
                  <a:cubicBezTo>
                    <a:pt x="1" y="90"/>
                    <a:pt x="1" y="90"/>
                    <a:pt x="1" y="90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90"/>
                    <a:pt x="0" y="91"/>
                    <a:pt x="0" y="91"/>
                  </a:cubicBezTo>
                  <a:cubicBezTo>
                    <a:pt x="0" y="91"/>
                    <a:pt x="0" y="91"/>
                    <a:pt x="0" y="91"/>
                  </a:cubicBezTo>
                  <a:cubicBezTo>
                    <a:pt x="0" y="91"/>
                    <a:pt x="0" y="91"/>
                    <a:pt x="0" y="91"/>
                  </a:cubicBezTo>
                  <a:cubicBezTo>
                    <a:pt x="0" y="91"/>
                    <a:pt x="0" y="91"/>
                    <a:pt x="0" y="91"/>
                  </a:cubicBezTo>
                  <a:cubicBezTo>
                    <a:pt x="0" y="91"/>
                    <a:pt x="0" y="91"/>
                    <a:pt x="0" y="91"/>
                  </a:cubicBezTo>
                  <a:cubicBezTo>
                    <a:pt x="0" y="91"/>
                    <a:pt x="0" y="91"/>
                    <a:pt x="1" y="91"/>
                  </a:cubicBezTo>
                  <a:cubicBezTo>
                    <a:pt x="1" y="91"/>
                    <a:pt x="1" y="91"/>
                    <a:pt x="1" y="91"/>
                  </a:cubicBezTo>
                  <a:cubicBezTo>
                    <a:pt x="1" y="91"/>
                    <a:pt x="1" y="91"/>
                    <a:pt x="1" y="91"/>
                  </a:cubicBezTo>
                  <a:cubicBezTo>
                    <a:pt x="1" y="91"/>
                    <a:pt x="1" y="91"/>
                    <a:pt x="1" y="91"/>
                  </a:cubicBezTo>
                  <a:cubicBezTo>
                    <a:pt x="1" y="91"/>
                    <a:pt x="1" y="91"/>
                    <a:pt x="1" y="91"/>
                  </a:cubicBezTo>
                  <a:cubicBezTo>
                    <a:pt x="1" y="91"/>
                    <a:pt x="1" y="91"/>
                    <a:pt x="1" y="91"/>
                  </a:cubicBezTo>
                  <a:cubicBezTo>
                    <a:pt x="1" y="91"/>
                    <a:pt x="1" y="91"/>
                    <a:pt x="1" y="91"/>
                  </a:cubicBezTo>
                  <a:cubicBezTo>
                    <a:pt x="1" y="91"/>
                    <a:pt x="1" y="91"/>
                    <a:pt x="1" y="92"/>
                  </a:cubicBezTo>
                  <a:cubicBezTo>
                    <a:pt x="1" y="92"/>
                    <a:pt x="1" y="92"/>
                    <a:pt x="1" y="92"/>
                  </a:cubicBezTo>
                  <a:cubicBezTo>
                    <a:pt x="1" y="92"/>
                    <a:pt x="1" y="92"/>
                    <a:pt x="1" y="92"/>
                  </a:cubicBezTo>
                  <a:cubicBezTo>
                    <a:pt x="1" y="92"/>
                    <a:pt x="1" y="92"/>
                    <a:pt x="1" y="92"/>
                  </a:cubicBezTo>
                  <a:cubicBezTo>
                    <a:pt x="1" y="92"/>
                    <a:pt x="1" y="92"/>
                    <a:pt x="1" y="92"/>
                  </a:cubicBezTo>
                  <a:cubicBezTo>
                    <a:pt x="1" y="92"/>
                    <a:pt x="1" y="92"/>
                    <a:pt x="1" y="92"/>
                  </a:cubicBezTo>
                  <a:cubicBezTo>
                    <a:pt x="1" y="92"/>
                    <a:pt x="1" y="92"/>
                    <a:pt x="1" y="92"/>
                  </a:cubicBezTo>
                  <a:cubicBezTo>
                    <a:pt x="1" y="92"/>
                    <a:pt x="1" y="92"/>
                    <a:pt x="1" y="92"/>
                  </a:cubicBezTo>
                  <a:cubicBezTo>
                    <a:pt x="1" y="92"/>
                    <a:pt x="1" y="92"/>
                    <a:pt x="1" y="92"/>
                  </a:cubicBezTo>
                  <a:cubicBezTo>
                    <a:pt x="1" y="92"/>
                    <a:pt x="1" y="92"/>
                    <a:pt x="1" y="92"/>
                  </a:cubicBezTo>
                  <a:cubicBezTo>
                    <a:pt x="1" y="92"/>
                    <a:pt x="1" y="92"/>
                    <a:pt x="1" y="92"/>
                  </a:cubicBezTo>
                  <a:cubicBezTo>
                    <a:pt x="1" y="92"/>
                    <a:pt x="1" y="92"/>
                    <a:pt x="1" y="92"/>
                  </a:cubicBezTo>
                  <a:cubicBezTo>
                    <a:pt x="1" y="92"/>
                    <a:pt x="1" y="92"/>
                    <a:pt x="1" y="92"/>
                  </a:cubicBezTo>
                  <a:cubicBezTo>
                    <a:pt x="1" y="92"/>
                    <a:pt x="1" y="92"/>
                    <a:pt x="1" y="92"/>
                  </a:cubicBezTo>
                  <a:cubicBezTo>
                    <a:pt x="1" y="92"/>
                    <a:pt x="1" y="92"/>
                    <a:pt x="1" y="93"/>
                  </a:cubicBezTo>
                  <a:cubicBezTo>
                    <a:pt x="1" y="93"/>
                    <a:pt x="1" y="93"/>
                    <a:pt x="1" y="93"/>
                  </a:cubicBezTo>
                  <a:cubicBezTo>
                    <a:pt x="1" y="93"/>
                    <a:pt x="1" y="93"/>
                    <a:pt x="1" y="93"/>
                  </a:cubicBezTo>
                  <a:cubicBezTo>
                    <a:pt x="1" y="93"/>
                    <a:pt x="1" y="93"/>
                    <a:pt x="1" y="93"/>
                  </a:cubicBezTo>
                  <a:cubicBezTo>
                    <a:pt x="1" y="93"/>
                    <a:pt x="1" y="93"/>
                    <a:pt x="1" y="93"/>
                  </a:cubicBezTo>
                  <a:cubicBezTo>
                    <a:pt x="1" y="93"/>
                    <a:pt x="1" y="93"/>
                    <a:pt x="1" y="93"/>
                  </a:cubicBezTo>
                  <a:cubicBezTo>
                    <a:pt x="1" y="93"/>
                    <a:pt x="1" y="93"/>
                    <a:pt x="1" y="93"/>
                  </a:cubicBezTo>
                  <a:cubicBezTo>
                    <a:pt x="1" y="93"/>
                    <a:pt x="1" y="93"/>
                    <a:pt x="1" y="93"/>
                  </a:cubicBezTo>
                  <a:cubicBezTo>
                    <a:pt x="1" y="93"/>
                    <a:pt x="1" y="93"/>
                    <a:pt x="1" y="93"/>
                  </a:cubicBezTo>
                  <a:cubicBezTo>
                    <a:pt x="1" y="93"/>
                    <a:pt x="1" y="93"/>
                    <a:pt x="1" y="93"/>
                  </a:cubicBezTo>
                  <a:cubicBezTo>
                    <a:pt x="1" y="93"/>
                    <a:pt x="1" y="93"/>
                    <a:pt x="1" y="93"/>
                  </a:cubicBezTo>
                  <a:cubicBezTo>
                    <a:pt x="1" y="93"/>
                    <a:pt x="1" y="93"/>
                    <a:pt x="1" y="93"/>
                  </a:cubicBezTo>
                  <a:cubicBezTo>
                    <a:pt x="1" y="93"/>
                    <a:pt x="1" y="93"/>
                    <a:pt x="1" y="93"/>
                  </a:cubicBezTo>
                  <a:cubicBezTo>
                    <a:pt x="1" y="93"/>
                    <a:pt x="1" y="93"/>
                    <a:pt x="1" y="93"/>
                  </a:cubicBezTo>
                  <a:cubicBezTo>
                    <a:pt x="1" y="93"/>
                    <a:pt x="1" y="93"/>
                    <a:pt x="1" y="94"/>
                  </a:cubicBezTo>
                  <a:cubicBezTo>
                    <a:pt x="1" y="94"/>
                    <a:pt x="1" y="94"/>
                    <a:pt x="1" y="94"/>
                  </a:cubicBezTo>
                  <a:cubicBezTo>
                    <a:pt x="1" y="94"/>
                    <a:pt x="1" y="94"/>
                    <a:pt x="1" y="94"/>
                  </a:cubicBezTo>
                  <a:cubicBezTo>
                    <a:pt x="1" y="94"/>
                    <a:pt x="1" y="94"/>
                    <a:pt x="1" y="94"/>
                  </a:cubicBezTo>
                  <a:cubicBezTo>
                    <a:pt x="1" y="94"/>
                    <a:pt x="1" y="94"/>
                    <a:pt x="1" y="94"/>
                  </a:cubicBezTo>
                  <a:cubicBezTo>
                    <a:pt x="1" y="94"/>
                    <a:pt x="1" y="94"/>
                    <a:pt x="1" y="94"/>
                  </a:cubicBezTo>
                  <a:cubicBezTo>
                    <a:pt x="1" y="94"/>
                    <a:pt x="1" y="94"/>
                    <a:pt x="1" y="94"/>
                  </a:cubicBezTo>
                  <a:cubicBezTo>
                    <a:pt x="2" y="141"/>
                    <a:pt x="41" y="179"/>
                    <a:pt x="88" y="180"/>
                  </a:cubicBezTo>
                  <a:cubicBezTo>
                    <a:pt x="88" y="0"/>
                    <a:pt x="88" y="0"/>
                    <a:pt x="88" y="0"/>
                  </a:cubicBezTo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3" name="向右箭號 2"/>
          <p:cNvSpPr/>
          <p:nvPr/>
        </p:nvSpPr>
        <p:spPr>
          <a:xfrm rot="10800000">
            <a:off x="6537319" y="3341734"/>
            <a:ext cx="942536" cy="416856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TW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51233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758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758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6" presetClass="emph" presetSubtype="0" autoRev="1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0" dur="150" fill="hold"/>
                                        <p:tgtEl>
                                          <p:spTgt spid="7582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53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58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58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5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58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58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5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758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00" fill="hold"/>
                                        <p:tgtEl>
                                          <p:spTgt spid="758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6" presetClass="emph" presetSubtype="0" autoRev="1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26" dur="150" fill="hold"/>
                                        <p:tgtEl>
                                          <p:spTgt spid="75829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53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58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58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5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58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58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5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300" fill="hold"/>
                                        <p:tgtEl>
                                          <p:spTgt spid="758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300" fill="hold"/>
                                        <p:tgtEl>
                                          <p:spTgt spid="758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6" presetClass="emph" presetSubtype="0" autoRev="1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42" dur="150" fill="hold"/>
                                        <p:tgtEl>
                                          <p:spTgt spid="7582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53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58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758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5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58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758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5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827" grpId="0" animBg="1"/>
      <p:bldP spid="75827" grpId="1" animBg="1"/>
      <p:bldP spid="75828" grpId="0" animBg="1"/>
      <p:bldP spid="75828" grpId="1" animBg="1"/>
      <p:bldP spid="75829" grpId="0" animBg="1"/>
      <p:bldP spid="75829" grpId="1" animBg="1"/>
      <p:bldP spid="75833" grpId="0"/>
      <p:bldP spid="75834" grpId="0"/>
      <p:bldP spid="75835" grpId="0"/>
      <p:bldP spid="75837" grpId="0"/>
      <p:bldP spid="75838" grpId="0"/>
      <p:bldP spid="7583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Line 2"/>
          <p:cNvSpPr>
            <a:spLocks noChangeShapeType="1"/>
          </p:cNvSpPr>
          <p:nvPr/>
        </p:nvSpPr>
        <p:spPr bwMode="auto">
          <a:xfrm flipV="1">
            <a:off x="-6673851" y="2287060"/>
            <a:ext cx="18865851" cy="29633"/>
          </a:xfrm>
          <a:prstGeom prst="line">
            <a:avLst/>
          </a:prstGeom>
          <a:noFill/>
          <a:ln w="25400">
            <a:solidFill>
              <a:srgbClr val="EDE8C7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4701" name="Line 189"/>
          <p:cNvSpPr>
            <a:spLocks noChangeShapeType="1"/>
          </p:cNvSpPr>
          <p:nvPr/>
        </p:nvSpPr>
        <p:spPr bwMode="auto">
          <a:xfrm>
            <a:off x="0" y="-2984071"/>
            <a:ext cx="19729451" cy="0"/>
          </a:xfrm>
          <a:prstGeom prst="line">
            <a:avLst/>
          </a:prstGeom>
          <a:noFill/>
          <a:ln w="25400">
            <a:solidFill>
              <a:srgbClr val="EDE8C7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7886700" y="3440413"/>
            <a:ext cx="2855381" cy="461665"/>
          </a:xfrm>
        </p:spPr>
        <p:txBody>
          <a:bodyPr/>
          <a:lstStyle/>
          <a:p>
            <a:r>
              <a:rPr lang="zh-CN" altLang="en-US" dirty="0" smtClean="0"/>
              <a:t>工作明細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58256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39 -0.00124 L 0.49861 -0.00093 " pathEditMode="relative" ptsTypes="AA">
                                      <p:cBhvr>
                                        <p:cTn id="6" dur="3000" fill="hold"/>
                                        <p:tgtEl>
                                          <p:spTgt spid="645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08 -0.00247 L -0.50208 -0.00216 " pathEditMode="relative" ptsTypes="AA">
                                      <p:cBhvr>
                                        <p:cTn id="8" dur="3000" fill="hold"/>
                                        <p:tgtEl>
                                          <p:spTgt spid="647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4" grpId="0" animBg="1"/>
      <p:bldP spid="6470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227739" y="656909"/>
            <a:ext cx="4037256" cy="415498"/>
          </a:xfrm>
        </p:spPr>
        <p:txBody>
          <a:bodyPr/>
          <a:lstStyle/>
          <a:p>
            <a:r>
              <a:rPr lang="en-US" altLang="zh-CN" dirty="0" smtClean="0"/>
              <a:t>SRM</a:t>
            </a:r>
            <a:endParaRPr lang="zh-CN" altLang="en-US" dirty="0"/>
          </a:p>
        </p:txBody>
      </p:sp>
      <p:sp>
        <p:nvSpPr>
          <p:cNvPr id="5" name="弦形 20"/>
          <p:cNvSpPr/>
          <p:nvPr/>
        </p:nvSpPr>
        <p:spPr>
          <a:xfrm rot="4326166">
            <a:off x="4638993" y="1385528"/>
            <a:ext cx="1302020" cy="2906067"/>
          </a:xfrm>
          <a:custGeom>
            <a:avLst/>
            <a:gdLst/>
            <a:ahLst/>
            <a:cxnLst/>
            <a:rect l="l" t="t" r="r" b="b"/>
            <a:pathLst>
              <a:path w="976515" h="2179550">
                <a:moveTo>
                  <a:pt x="721" y="827023"/>
                </a:moveTo>
                <a:lnTo>
                  <a:pt x="431684" y="510647"/>
                </a:lnTo>
                <a:lnTo>
                  <a:pt x="976515" y="2179550"/>
                </a:lnTo>
                <a:cubicBezTo>
                  <a:pt x="546432" y="2038102"/>
                  <a:pt x="209395" y="1700327"/>
                  <a:pt x="68889" y="1269935"/>
                </a:cubicBezTo>
                <a:cubicBezTo>
                  <a:pt x="21613" y="1125121"/>
                  <a:pt x="-1513" y="975644"/>
                  <a:pt x="721" y="827023"/>
                </a:cubicBezTo>
                <a:close/>
                <a:moveTo>
                  <a:pt x="251160" y="21907"/>
                </a:moveTo>
                <a:cubicBezTo>
                  <a:pt x="254984" y="14076"/>
                  <a:pt x="259946" y="7019"/>
                  <a:pt x="264978" y="0"/>
                </a:cubicBezTo>
                <a:lnTo>
                  <a:pt x="265768" y="2419"/>
                </a:lnTo>
                <a:close/>
                <a:moveTo>
                  <a:pt x="5323" y="716406"/>
                </a:moveTo>
                <a:lnTo>
                  <a:pt x="203" y="802696"/>
                </a:lnTo>
                <a:cubicBezTo>
                  <a:pt x="-574" y="773801"/>
                  <a:pt x="833" y="744974"/>
                  <a:pt x="5323" y="716406"/>
                </a:cubicBezTo>
                <a:close/>
                <a:moveTo>
                  <a:pt x="164474" y="164768"/>
                </a:moveTo>
                <a:cubicBezTo>
                  <a:pt x="175948" y="140419"/>
                  <a:pt x="189215" y="116946"/>
                  <a:pt x="205085" y="94955"/>
                </a:cubicBezTo>
                <a:close/>
                <a:moveTo>
                  <a:pt x="27800" y="553402"/>
                </a:moveTo>
                <a:lnTo>
                  <a:pt x="12987" y="636081"/>
                </a:lnTo>
                <a:cubicBezTo>
                  <a:pt x="15579" y="608141"/>
                  <a:pt x="20198" y="580481"/>
                  <a:pt x="27800" y="553402"/>
                </a:cubicBezTo>
                <a:close/>
                <a:moveTo>
                  <a:pt x="95615" y="315745"/>
                </a:moveTo>
                <a:cubicBezTo>
                  <a:pt x="104369" y="289819"/>
                  <a:pt x="114984" y="264570"/>
                  <a:pt x="128372" y="240524"/>
                </a:cubicBezTo>
                <a:close/>
                <a:moveTo>
                  <a:pt x="49968" y="450037"/>
                </a:moveTo>
                <a:cubicBezTo>
                  <a:pt x="55212" y="431044"/>
                  <a:pt x="60853" y="412148"/>
                  <a:pt x="69001" y="394042"/>
                </a:cubicBezTo>
                <a:lnTo>
                  <a:pt x="44988" y="473257"/>
                </a:lnTo>
                <a:cubicBezTo>
                  <a:pt x="45822" y="465305"/>
                  <a:pt x="47863" y="457663"/>
                  <a:pt x="49968" y="45003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zh-CN" altLang="en-US" sz="2400" kern="0">
              <a:solidFill>
                <a:sysClr val="windowText" lastClr="000000"/>
              </a:solidFill>
            </a:endParaRPr>
          </a:p>
        </p:txBody>
      </p:sp>
      <p:sp>
        <p:nvSpPr>
          <p:cNvPr id="6" name="弦形 23"/>
          <p:cNvSpPr/>
          <p:nvPr/>
        </p:nvSpPr>
        <p:spPr>
          <a:xfrm rot="8633980">
            <a:off x="6150720" y="1447735"/>
            <a:ext cx="1302048" cy="2906067"/>
          </a:xfrm>
          <a:custGeom>
            <a:avLst/>
            <a:gdLst/>
            <a:ahLst/>
            <a:cxnLst/>
            <a:rect l="l" t="t" r="r" b="b"/>
            <a:pathLst>
              <a:path w="976536" h="2179550">
                <a:moveTo>
                  <a:pt x="249861" y="24000"/>
                </a:moveTo>
                <a:cubicBezTo>
                  <a:pt x="254056" y="15428"/>
                  <a:pt x="259486" y="7692"/>
                  <a:pt x="264999" y="0"/>
                </a:cubicBezTo>
                <a:lnTo>
                  <a:pt x="265828" y="2540"/>
                </a:lnTo>
                <a:close/>
                <a:moveTo>
                  <a:pt x="163416" y="167032"/>
                </a:moveTo>
                <a:cubicBezTo>
                  <a:pt x="174787" y="142557"/>
                  <a:pt x="188047" y="119005"/>
                  <a:pt x="203874" y="96907"/>
                </a:cubicBezTo>
                <a:close/>
                <a:moveTo>
                  <a:pt x="94823" y="318135"/>
                </a:moveTo>
                <a:cubicBezTo>
                  <a:pt x="103445" y="292133"/>
                  <a:pt x="114026" y="266843"/>
                  <a:pt x="127341" y="242733"/>
                </a:cubicBezTo>
                <a:close/>
                <a:moveTo>
                  <a:pt x="44478" y="475734"/>
                </a:moveTo>
                <a:cubicBezTo>
                  <a:pt x="50087" y="448680"/>
                  <a:pt x="57722" y="422126"/>
                  <a:pt x="68204" y="396450"/>
                </a:cubicBezTo>
                <a:close/>
                <a:moveTo>
                  <a:pt x="12765" y="638620"/>
                </a:moveTo>
                <a:cubicBezTo>
                  <a:pt x="15203" y="610692"/>
                  <a:pt x="19766" y="583054"/>
                  <a:pt x="27267" y="555983"/>
                </a:cubicBezTo>
                <a:close/>
                <a:moveTo>
                  <a:pt x="279" y="805278"/>
                </a:moveTo>
                <a:cubicBezTo>
                  <a:pt x="-651" y="776449"/>
                  <a:pt x="698" y="747685"/>
                  <a:pt x="5080" y="719171"/>
                </a:cubicBezTo>
                <a:close/>
                <a:moveTo>
                  <a:pt x="537404" y="1943065"/>
                </a:moveTo>
                <a:cubicBezTo>
                  <a:pt x="321313" y="1771747"/>
                  <a:pt x="156726" y="1538930"/>
                  <a:pt x="68910" y="1269935"/>
                </a:cubicBezTo>
                <a:cubicBezTo>
                  <a:pt x="22163" y="1126742"/>
                  <a:pt x="-971" y="978990"/>
                  <a:pt x="847" y="832007"/>
                </a:cubicBezTo>
                <a:lnTo>
                  <a:pt x="432413" y="512816"/>
                </a:lnTo>
                <a:lnTo>
                  <a:pt x="976536" y="2179550"/>
                </a:lnTo>
                <a:cubicBezTo>
                  <a:pt x="815255" y="2126507"/>
                  <a:pt x="667058" y="2045856"/>
                  <a:pt x="537404" y="1943065"/>
                </a:cubicBezTo>
                <a:close/>
              </a:path>
            </a:pathLst>
          </a:cu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zh-CN" altLang="en-US" sz="2400" kern="0">
              <a:solidFill>
                <a:sysClr val="windowText" lastClr="000000"/>
              </a:solidFill>
            </a:endParaRPr>
          </a:p>
        </p:txBody>
      </p:sp>
      <p:sp>
        <p:nvSpPr>
          <p:cNvPr id="7" name="弦形 26"/>
          <p:cNvSpPr/>
          <p:nvPr/>
        </p:nvSpPr>
        <p:spPr>
          <a:xfrm rot="12929543">
            <a:off x="6567051" y="2900313"/>
            <a:ext cx="1302621" cy="2906067"/>
          </a:xfrm>
          <a:custGeom>
            <a:avLst/>
            <a:gdLst/>
            <a:ahLst/>
            <a:cxnLst/>
            <a:rect l="l" t="t" r="r" b="b"/>
            <a:pathLst>
              <a:path w="976966" h="2179550">
                <a:moveTo>
                  <a:pt x="259407" y="9548"/>
                </a:moveTo>
                <a:cubicBezTo>
                  <a:pt x="261061" y="6119"/>
                  <a:pt x="263239" y="3056"/>
                  <a:pt x="265429" y="0"/>
                </a:cubicBezTo>
                <a:lnTo>
                  <a:pt x="265856" y="1307"/>
                </a:lnTo>
                <a:close/>
                <a:moveTo>
                  <a:pt x="171270" y="151452"/>
                </a:moveTo>
                <a:cubicBezTo>
                  <a:pt x="182997" y="128666"/>
                  <a:pt x="195840" y="106416"/>
                  <a:pt x="211358" y="85725"/>
                </a:cubicBezTo>
                <a:close/>
                <a:moveTo>
                  <a:pt x="100836" y="301712"/>
                </a:moveTo>
                <a:cubicBezTo>
                  <a:pt x="110271" y="276716"/>
                  <a:pt x="120885" y="252146"/>
                  <a:pt x="134381" y="228862"/>
                </a:cubicBezTo>
                <a:close/>
                <a:moveTo>
                  <a:pt x="48554" y="458734"/>
                </a:moveTo>
                <a:cubicBezTo>
                  <a:pt x="55239" y="432038"/>
                  <a:pt x="63171" y="405657"/>
                  <a:pt x="74139" y="380253"/>
                </a:cubicBezTo>
                <a:close/>
                <a:moveTo>
                  <a:pt x="14855" y="621226"/>
                </a:moveTo>
                <a:cubicBezTo>
                  <a:pt x="18484" y="592975"/>
                  <a:pt x="23483" y="564927"/>
                  <a:pt x="31654" y="537532"/>
                </a:cubicBezTo>
                <a:close/>
                <a:moveTo>
                  <a:pt x="334" y="787642"/>
                </a:moveTo>
                <a:cubicBezTo>
                  <a:pt x="569" y="757672"/>
                  <a:pt x="2380" y="727776"/>
                  <a:pt x="7511" y="698199"/>
                </a:cubicBezTo>
                <a:close/>
                <a:moveTo>
                  <a:pt x="976966" y="2179550"/>
                </a:moveTo>
                <a:cubicBezTo>
                  <a:pt x="546883" y="2038102"/>
                  <a:pt x="209846" y="1700327"/>
                  <a:pt x="69340" y="1269935"/>
                </a:cubicBezTo>
                <a:cubicBezTo>
                  <a:pt x="18998" y="1115730"/>
                  <a:pt x="-3959" y="956238"/>
                  <a:pt x="558" y="798143"/>
                </a:cubicBezTo>
                <a:lnTo>
                  <a:pt x="427961" y="4978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zh-CN" altLang="en-US" sz="2400" kern="0">
              <a:solidFill>
                <a:sysClr val="windowText" lastClr="000000"/>
              </a:solidFill>
            </a:endParaRPr>
          </a:p>
        </p:txBody>
      </p:sp>
      <p:sp>
        <p:nvSpPr>
          <p:cNvPr id="8" name="弦形 30"/>
          <p:cNvSpPr/>
          <p:nvPr/>
        </p:nvSpPr>
        <p:spPr>
          <a:xfrm rot="17308887">
            <a:off x="5288629" y="3751481"/>
            <a:ext cx="1302060" cy="2906067"/>
          </a:xfrm>
          <a:custGeom>
            <a:avLst/>
            <a:gdLst/>
            <a:ahLst/>
            <a:cxnLst/>
            <a:rect l="l" t="t" r="r" b="b"/>
            <a:pathLst>
              <a:path w="976545" h="2179550">
                <a:moveTo>
                  <a:pt x="5001" y="720091"/>
                </a:moveTo>
                <a:lnTo>
                  <a:pt x="309" y="806257"/>
                </a:lnTo>
                <a:cubicBezTo>
                  <a:pt x="-678" y="777410"/>
                  <a:pt x="653" y="748627"/>
                  <a:pt x="5001" y="720091"/>
                </a:cubicBezTo>
                <a:close/>
                <a:moveTo>
                  <a:pt x="27092" y="556842"/>
                </a:moveTo>
                <a:lnTo>
                  <a:pt x="12683" y="639580"/>
                </a:lnTo>
                <a:cubicBezTo>
                  <a:pt x="15068" y="611617"/>
                  <a:pt x="19618" y="583948"/>
                  <a:pt x="27092" y="556842"/>
                </a:cubicBezTo>
                <a:close/>
                <a:moveTo>
                  <a:pt x="67939" y="397256"/>
                </a:moveTo>
                <a:lnTo>
                  <a:pt x="44287" y="476668"/>
                </a:lnTo>
                <a:cubicBezTo>
                  <a:pt x="49850" y="449567"/>
                  <a:pt x="57477" y="422975"/>
                  <a:pt x="67939" y="397256"/>
                </a:cubicBezTo>
                <a:close/>
                <a:moveTo>
                  <a:pt x="126994" y="243479"/>
                </a:moveTo>
                <a:lnTo>
                  <a:pt x="94527" y="319034"/>
                </a:lnTo>
                <a:cubicBezTo>
                  <a:pt x="103111" y="292975"/>
                  <a:pt x="113691" y="267640"/>
                  <a:pt x="126994" y="243479"/>
                </a:cubicBezTo>
                <a:close/>
                <a:moveTo>
                  <a:pt x="203462" y="97574"/>
                </a:moveTo>
                <a:lnTo>
                  <a:pt x="163020" y="167881"/>
                </a:lnTo>
                <a:cubicBezTo>
                  <a:pt x="174366" y="143337"/>
                  <a:pt x="187636" y="119733"/>
                  <a:pt x="203462" y="97574"/>
                </a:cubicBezTo>
                <a:close/>
                <a:moveTo>
                  <a:pt x="432679" y="513603"/>
                </a:moveTo>
                <a:lnTo>
                  <a:pt x="976545" y="2179550"/>
                </a:lnTo>
                <a:cubicBezTo>
                  <a:pt x="546462" y="2038102"/>
                  <a:pt x="209425" y="1700327"/>
                  <a:pt x="68919" y="1269935"/>
                </a:cubicBezTo>
                <a:cubicBezTo>
                  <a:pt x="22365" y="1127332"/>
                  <a:pt x="-771" y="980208"/>
                  <a:pt x="895" y="833822"/>
                </a:cubicBezTo>
                <a:close/>
                <a:moveTo>
                  <a:pt x="265008" y="0"/>
                </a:moveTo>
                <a:lnTo>
                  <a:pt x="265851" y="2581"/>
                </a:lnTo>
                <a:lnTo>
                  <a:pt x="249376" y="24783"/>
                </a:lnTo>
                <a:cubicBezTo>
                  <a:pt x="253709" y="15934"/>
                  <a:pt x="259314" y="7943"/>
                  <a:pt x="265008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zh-CN" altLang="en-US" sz="2400" kern="0">
              <a:solidFill>
                <a:sysClr val="windowText" lastClr="000000"/>
              </a:solidFill>
            </a:endParaRPr>
          </a:p>
        </p:txBody>
      </p:sp>
      <p:sp>
        <p:nvSpPr>
          <p:cNvPr id="9" name="弦形 32"/>
          <p:cNvSpPr/>
          <p:nvPr/>
        </p:nvSpPr>
        <p:spPr>
          <a:xfrm>
            <a:off x="4109114" y="2810017"/>
            <a:ext cx="1301999" cy="2906067"/>
          </a:xfrm>
          <a:custGeom>
            <a:avLst/>
            <a:gdLst/>
            <a:ahLst/>
            <a:cxnLst/>
            <a:rect l="l" t="t" r="r" b="b"/>
            <a:pathLst>
              <a:path w="976499" h="2179550">
                <a:moveTo>
                  <a:pt x="5707" y="712205"/>
                </a:moveTo>
                <a:lnTo>
                  <a:pt x="105" y="798818"/>
                </a:lnTo>
                <a:cubicBezTo>
                  <a:pt x="-432" y="769809"/>
                  <a:pt x="1062" y="740870"/>
                  <a:pt x="5707" y="712205"/>
                </a:cubicBezTo>
                <a:close/>
                <a:moveTo>
                  <a:pt x="28614" y="549532"/>
                </a:moveTo>
                <a:lnTo>
                  <a:pt x="13335" y="632264"/>
                </a:lnTo>
                <a:cubicBezTo>
                  <a:pt x="16169" y="604311"/>
                  <a:pt x="20870" y="576621"/>
                  <a:pt x="28614" y="549532"/>
                </a:cubicBezTo>
                <a:close/>
                <a:moveTo>
                  <a:pt x="430604" y="507387"/>
                </a:moveTo>
                <a:lnTo>
                  <a:pt x="976499" y="2179550"/>
                </a:lnTo>
                <a:cubicBezTo>
                  <a:pt x="546416" y="2038102"/>
                  <a:pt x="209379" y="1700327"/>
                  <a:pt x="68873" y="1269935"/>
                </a:cubicBezTo>
                <a:cubicBezTo>
                  <a:pt x="20807" y="1122700"/>
                  <a:pt x="-2295" y="970645"/>
                  <a:pt x="546" y="819579"/>
                </a:cubicBezTo>
                <a:close/>
                <a:moveTo>
                  <a:pt x="70200" y="390469"/>
                </a:moveTo>
                <a:lnTo>
                  <a:pt x="45771" y="469532"/>
                </a:lnTo>
                <a:cubicBezTo>
                  <a:pt x="51756" y="442576"/>
                  <a:pt x="59507" y="416061"/>
                  <a:pt x="70200" y="390469"/>
                </a:cubicBezTo>
                <a:close/>
                <a:moveTo>
                  <a:pt x="129902" y="237280"/>
                </a:moveTo>
                <a:lnTo>
                  <a:pt x="96821" y="312151"/>
                </a:lnTo>
                <a:cubicBezTo>
                  <a:pt x="105771" y="286369"/>
                  <a:pt x="116427" y="261208"/>
                  <a:pt x="129902" y="237280"/>
                </a:cubicBezTo>
                <a:close/>
                <a:moveTo>
                  <a:pt x="206847" y="92135"/>
                </a:moveTo>
                <a:lnTo>
                  <a:pt x="166080" y="161365"/>
                </a:lnTo>
                <a:cubicBezTo>
                  <a:pt x="177693" y="137249"/>
                  <a:pt x="190948" y="113935"/>
                  <a:pt x="206847" y="92135"/>
                </a:cubicBezTo>
                <a:close/>
                <a:moveTo>
                  <a:pt x="264962" y="0"/>
                </a:moveTo>
                <a:lnTo>
                  <a:pt x="265680" y="2200"/>
                </a:lnTo>
                <a:lnTo>
                  <a:pt x="253131" y="18758"/>
                </a:lnTo>
                <a:cubicBezTo>
                  <a:pt x="256399" y="12045"/>
                  <a:pt x="260655" y="6008"/>
                  <a:pt x="264962" y="0"/>
                </a:cubicBezTo>
                <a:close/>
              </a:path>
            </a:pathLst>
          </a:custGeom>
          <a:solidFill>
            <a:schemeClr val="tx2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zh-CN" altLang="en-US" sz="2400" kern="0">
              <a:solidFill>
                <a:sysClr val="windowText" lastClr="000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541795" y="2495280"/>
            <a:ext cx="930136" cy="502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/>
            <a:r>
              <a:rPr lang="en-US" altLang="zh-CN" sz="2667" b="1" kern="0" dirty="0">
                <a:solidFill>
                  <a:schemeClr val="bg1"/>
                </a:solidFill>
              </a:rPr>
              <a:t>01</a:t>
            </a:r>
            <a:endParaRPr lang="en-US" altLang="zh-CN" sz="2667" b="1" kern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432037" y="2495280"/>
            <a:ext cx="930136" cy="502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/>
            <a:r>
              <a:rPr lang="en-US" altLang="zh-CN" sz="2667" b="1" kern="0">
                <a:solidFill>
                  <a:schemeClr val="bg1"/>
                </a:solidFill>
              </a:rPr>
              <a:t>02</a:t>
            </a:r>
            <a:endParaRPr lang="en-US" altLang="zh-CN" sz="2667" b="1" kern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109747" y="4170045"/>
            <a:ext cx="930136" cy="502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/>
            <a:r>
              <a:rPr lang="en-US" altLang="zh-CN" sz="2667" b="1" kern="0" dirty="0">
                <a:solidFill>
                  <a:schemeClr val="bg1"/>
                </a:solidFill>
              </a:rPr>
              <a:t>05</a:t>
            </a:r>
            <a:endParaRPr lang="en-US" altLang="zh-CN" sz="2667" b="1" kern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960096" y="4170045"/>
            <a:ext cx="930136" cy="502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/>
            <a:r>
              <a:rPr lang="en-US" altLang="zh-CN" sz="2667" b="1" kern="0">
                <a:solidFill>
                  <a:schemeClr val="bg1"/>
                </a:solidFill>
              </a:rPr>
              <a:t>03</a:t>
            </a:r>
            <a:endParaRPr lang="en-US" altLang="zh-CN" sz="2667" b="1" kern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582879" y="5135573"/>
            <a:ext cx="930136" cy="502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/>
            <a:r>
              <a:rPr lang="en-US" altLang="zh-CN" sz="2667" b="1" kern="0">
                <a:solidFill>
                  <a:schemeClr val="bg1"/>
                </a:solidFill>
              </a:rPr>
              <a:t>04</a:t>
            </a:r>
            <a:endParaRPr lang="en-US" altLang="zh-CN" sz="2667" b="1" kern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194472" y="3533374"/>
            <a:ext cx="1748432" cy="6669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/>
            <a:r>
              <a:rPr lang="en-US" altLang="zh-CN" sz="1867" b="1" kern="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LV SRM</a:t>
            </a:r>
            <a:br>
              <a:rPr lang="en-US" altLang="zh-CN" sz="1867" b="1" kern="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zh-CN" altLang="en-US" sz="1867" b="1" kern="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新增功能</a:t>
            </a:r>
            <a:endParaRPr lang="en-US" altLang="zh-CN" sz="1867" b="1" kern="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391479" y="1919217"/>
            <a:ext cx="2584032" cy="379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70"/>
            <a:r>
              <a:rPr lang="en-US" altLang="zh-CN" sz="1867" b="1" kern="0" dirty="0" smtClean="0">
                <a:solidFill>
                  <a:schemeClr val="accent1"/>
                </a:solidFill>
              </a:rPr>
              <a:t>01.ETD</a:t>
            </a:r>
            <a:r>
              <a:rPr lang="zh-CN" altLang="en-US" sz="1867" b="1" kern="0" dirty="0" smtClean="0">
                <a:solidFill>
                  <a:schemeClr val="accent1"/>
                </a:solidFill>
              </a:rPr>
              <a:t>上傳</a:t>
            </a:r>
            <a:endParaRPr lang="zh-CN" altLang="en-US" sz="1867" b="1" kern="0" dirty="0">
              <a:solidFill>
                <a:schemeClr val="accent1"/>
              </a:solidFill>
            </a:endParaRPr>
          </a:p>
        </p:txBody>
      </p:sp>
      <p:sp>
        <p:nvSpPr>
          <p:cNvPr id="18" name="TextBox 63"/>
          <p:cNvSpPr txBox="1"/>
          <p:nvPr/>
        </p:nvSpPr>
        <p:spPr>
          <a:xfrm>
            <a:off x="1391478" y="2348941"/>
            <a:ext cx="2584031" cy="105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>
              <a:lnSpc>
                <a:spcPct val="130000"/>
              </a:lnSpc>
              <a:spcBef>
                <a:spcPts val="800"/>
              </a:spcBef>
            </a:pPr>
            <a:r>
              <a:rPr lang="zh-CN" altLang="en-US" sz="1600" kern="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供應商從系統下載模板，上傳料號，交貨日期，交貨數量，快遞單號。</a:t>
            </a:r>
            <a:endParaRPr lang="zh-CN" altLang="en-US" sz="1600" kern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391479" y="4198541"/>
            <a:ext cx="2584032" cy="379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70"/>
            <a:r>
              <a:rPr lang="en-US" altLang="zh-CN" sz="1867" b="1" kern="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05</a:t>
            </a:r>
            <a:r>
              <a:rPr lang="en-US" altLang="zh-CN" sz="1867" b="1" kern="0" dirty="0" smtClean="0">
                <a:solidFill>
                  <a:schemeClr val="tx2">
                    <a:lumMod val="50000"/>
                    <a:lumOff val="50000"/>
                  </a:schemeClr>
                </a:solidFill>
              </a:rPr>
              <a:t>.</a:t>
            </a:r>
            <a:r>
              <a:rPr lang="zh-CN" altLang="en-US" sz="1867" b="1" kern="0" dirty="0" smtClean="0">
                <a:solidFill>
                  <a:schemeClr val="tx2">
                    <a:lumMod val="50000"/>
                    <a:lumOff val="50000"/>
                  </a:schemeClr>
                </a:solidFill>
              </a:rPr>
              <a:t>歷史數據</a:t>
            </a:r>
            <a:endParaRPr lang="zh-CN" altLang="en-US" sz="1867" b="1" kern="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0" name="TextBox 65"/>
          <p:cNvSpPr txBox="1"/>
          <p:nvPr/>
        </p:nvSpPr>
        <p:spPr>
          <a:xfrm>
            <a:off x="1391478" y="4628265"/>
            <a:ext cx="2584031" cy="1372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>
              <a:lnSpc>
                <a:spcPct val="130000"/>
              </a:lnSpc>
              <a:spcBef>
                <a:spcPts val="800"/>
              </a:spcBef>
            </a:pPr>
            <a:r>
              <a:rPr lang="zh-CN" altLang="en-US" sz="1600" kern="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系統每天</a:t>
            </a:r>
            <a:r>
              <a:rPr lang="en-US" altLang="zh-CN" sz="1600" kern="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12</a:t>
            </a:r>
            <a:r>
              <a:rPr lang="zh-CN" altLang="en-US" sz="1600" kern="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，</a:t>
            </a:r>
            <a:r>
              <a:rPr lang="en-US" altLang="zh-CN" sz="1600" kern="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17</a:t>
            </a:r>
            <a:r>
              <a:rPr lang="zh-CN" altLang="en-US" sz="1600" kern="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點自動下載當天的數據存放在服務器上，用戶可以從系統查看任何一天的數據。</a:t>
            </a:r>
            <a:endParaRPr lang="zh-CN" altLang="en-US" sz="1600" kern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8185677" y="1112134"/>
            <a:ext cx="2584032" cy="379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70"/>
            <a:r>
              <a:rPr lang="en-US" altLang="zh-CN" sz="1867" b="1" kern="0" dirty="0">
                <a:solidFill>
                  <a:srgbClr val="FFC000"/>
                </a:solidFill>
              </a:rPr>
              <a:t>02</a:t>
            </a:r>
            <a:r>
              <a:rPr lang="en-US" altLang="zh-CN" sz="1867" b="1" kern="0" dirty="0" smtClean="0">
                <a:solidFill>
                  <a:srgbClr val="FFC000"/>
                </a:solidFill>
              </a:rPr>
              <a:t>.</a:t>
            </a:r>
            <a:r>
              <a:rPr lang="zh-CN" altLang="en-US" sz="1867" b="1" kern="0" dirty="0" smtClean="0">
                <a:solidFill>
                  <a:srgbClr val="FFC000"/>
                </a:solidFill>
              </a:rPr>
              <a:t>物流對接</a:t>
            </a:r>
            <a:endParaRPr lang="zh-CN" altLang="en-US" sz="1867" b="1" kern="0" dirty="0">
              <a:solidFill>
                <a:srgbClr val="FFC000"/>
              </a:solidFill>
            </a:endParaRPr>
          </a:p>
        </p:txBody>
      </p:sp>
      <p:sp>
        <p:nvSpPr>
          <p:cNvPr id="22" name="TextBox 67"/>
          <p:cNvSpPr txBox="1"/>
          <p:nvPr/>
        </p:nvSpPr>
        <p:spPr>
          <a:xfrm>
            <a:off x="8185677" y="1555923"/>
            <a:ext cx="2584031" cy="105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>
              <a:lnSpc>
                <a:spcPct val="130000"/>
              </a:lnSpc>
              <a:spcBef>
                <a:spcPts val="800"/>
              </a:spcBef>
            </a:pPr>
            <a:r>
              <a:rPr lang="zh-CN" altLang="en-US" sz="1600" kern="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根據快遞單號，抓取時效，準確計算</a:t>
            </a:r>
            <a:r>
              <a:rPr lang="en-US" altLang="zh-CN" sz="1600" kern="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ETA</a:t>
            </a:r>
            <a:r>
              <a:rPr lang="zh-CN" altLang="en-US" sz="1600" kern="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，并展示物流信息。</a:t>
            </a:r>
            <a:endParaRPr lang="zh-CN" altLang="en-US" sz="1600" kern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8201084" y="2927329"/>
            <a:ext cx="2584032" cy="379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70"/>
            <a:r>
              <a:rPr lang="en-US" altLang="zh-CN" sz="1867" b="1" kern="0" dirty="0">
                <a:solidFill>
                  <a:schemeClr val="accent1"/>
                </a:solidFill>
              </a:rPr>
              <a:t>03</a:t>
            </a:r>
            <a:r>
              <a:rPr lang="en-US" altLang="zh-CN" sz="1867" b="1" kern="0" dirty="0" smtClean="0">
                <a:solidFill>
                  <a:schemeClr val="accent1"/>
                </a:solidFill>
              </a:rPr>
              <a:t>.</a:t>
            </a:r>
            <a:r>
              <a:rPr lang="zh-CN" altLang="en-US" sz="1867" b="1" kern="0" dirty="0" smtClean="0">
                <a:solidFill>
                  <a:schemeClr val="accent1"/>
                </a:solidFill>
              </a:rPr>
              <a:t>郵件預警</a:t>
            </a:r>
            <a:endParaRPr lang="zh-CN" altLang="en-US" sz="1867" b="1" kern="0" dirty="0">
              <a:solidFill>
                <a:schemeClr val="accent1"/>
              </a:solidFill>
            </a:endParaRPr>
          </a:p>
        </p:txBody>
      </p:sp>
      <p:sp>
        <p:nvSpPr>
          <p:cNvPr id="24" name="TextBox 69"/>
          <p:cNvSpPr txBox="1"/>
          <p:nvPr/>
        </p:nvSpPr>
        <p:spPr>
          <a:xfrm>
            <a:off x="8201083" y="3357053"/>
            <a:ext cx="2584031" cy="7325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>
              <a:lnSpc>
                <a:spcPct val="130000"/>
              </a:lnSpc>
              <a:spcBef>
                <a:spcPts val="800"/>
              </a:spcBef>
            </a:pPr>
            <a:r>
              <a:rPr lang="zh-CN" altLang="en-US" sz="1600" kern="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比對</a:t>
            </a:r>
            <a:r>
              <a:rPr lang="en-US" altLang="zh-CN" sz="1600" kern="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ETD</a:t>
            </a:r>
            <a:r>
              <a:rPr lang="zh-CN" altLang="en-US" sz="1600" kern="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與實際的</a:t>
            </a:r>
            <a:r>
              <a:rPr lang="en-US" altLang="zh-CN" sz="1600" kern="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ETD</a:t>
            </a:r>
            <a:r>
              <a:rPr lang="zh-CN" altLang="en-US" sz="1600" kern="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，向采購人員提醒數據差異。</a:t>
            </a:r>
            <a:endParaRPr lang="zh-CN" altLang="en-US" sz="1600" kern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216491" y="4774605"/>
            <a:ext cx="2584032" cy="379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70"/>
            <a:r>
              <a:rPr lang="en-US" altLang="zh-CN" sz="1867" b="1" kern="0" dirty="0">
                <a:solidFill>
                  <a:srgbClr val="FFC000"/>
                </a:solidFill>
              </a:rPr>
              <a:t>04</a:t>
            </a:r>
            <a:r>
              <a:rPr lang="en-US" altLang="zh-CN" sz="1867" b="1" kern="0" dirty="0" smtClean="0">
                <a:solidFill>
                  <a:srgbClr val="FFC000"/>
                </a:solidFill>
              </a:rPr>
              <a:t>.</a:t>
            </a:r>
            <a:r>
              <a:rPr lang="zh-CN" altLang="en-US" sz="1867" b="1" kern="0" dirty="0" smtClean="0">
                <a:solidFill>
                  <a:srgbClr val="FFC000"/>
                </a:solidFill>
              </a:rPr>
              <a:t>風險報表</a:t>
            </a:r>
            <a:endParaRPr lang="zh-CN" altLang="en-US" sz="1867" b="1" kern="0" dirty="0">
              <a:solidFill>
                <a:srgbClr val="FFC000"/>
              </a:solidFill>
            </a:endParaRPr>
          </a:p>
        </p:txBody>
      </p:sp>
      <p:sp>
        <p:nvSpPr>
          <p:cNvPr id="26" name="TextBox 71"/>
          <p:cNvSpPr txBox="1"/>
          <p:nvPr/>
        </p:nvSpPr>
        <p:spPr>
          <a:xfrm>
            <a:off x="8216490" y="5204329"/>
            <a:ext cx="2584031" cy="105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>
              <a:lnSpc>
                <a:spcPct val="130000"/>
              </a:lnSpc>
              <a:spcBef>
                <a:spcPts val="800"/>
              </a:spcBef>
            </a:pPr>
            <a:r>
              <a:rPr lang="zh-CN" altLang="en-US" sz="1600" kern="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根據</a:t>
            </a:r>
            <a:r>
              <a:rPr lang="en-US" altLang="zh-CN" sz="1600" kern="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Demand, ETD, </a:t>
            </a:r>
            <a:r>
              <a:rPr lang="zh-CN" altLang="en-US" sz="1600" kern="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實際</a:t>
            </a:r>
            <a:r>
              <a:rPr lang="en-US" altLang="zh-CN" sz="1600" kern="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ETD</a:t>
            </a:r>
            <a:r>
              <a:rPr lang="zh-CN" altLang="en-US" sz="1600" kern="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，</a:t>
            </a:r>
            <a:r>
              <a:rPr lang="en-US" altLang="zh-CN" sz="1600" kern="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ETA, PAI</a:t>
            </a:r>
            <a:r>
              <a:rPr lang="zh-CN" altLang="en-US" sz="1600" kern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r>
              <a:rPr lang="zh-CN" altLang="en-US" sz="1600" kern="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評估庫存風險。</a:t>
            </a:r>
            <a:endParaRPr lang="zh-CN" altLang="en-US" sz="1600" kern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1279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227739" y="656909"/>
            <a:ext cx="4037256" cy="415498"/>
          </a:xfrm>
        </p:spPr>
        <p:txBody>
          <a:bodyPr/>
          <a:lstStyle/>
          <a:p>
            <a:r>
              <a:rPr lang="en-US" altLang="zh-CN" dirty="0" smtClean="0"/>
              <a:t>SRM</a:t>
            </a:r>
            <a:endParaRPr lang="zh-CN" altLang="en-US" dirty="0"/>
          </a:p>
        </p:txBody>
      </p:sp>
      <p:sp>
        <p:nvSpPr>
          <p:cNvPr id="4" name="Rectangle 59"/>
          <p:cNvSpPr>
            <a:spLocks noChangeArrowheads="1"/>
          </p:cNvSpPr>
          <p:nvPr/>
        </p:nvSpPr>
        <p:spPr bwMode="auto">
          <a:xfrm>
            <a:off x="687724" y="1558838"/>
            <a:ext cx="10950094" cy="16065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defTabSz="914400" eaLnBrk="1" hangingPunct="1">
              <a:lnSpc>
                <a:spcPct val="120000"/>
              </a:lnSpc>
              <a:defRPr/>
            </a:pPr>
            <a:r>
              <a:rPr lang="en-US" altLang="zh-CN" sz="1800" b="1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FI23</a:t>
            </a:r>
            <a:r>
              <a:rPr lang="zh-CN" altLang="en-US" sz="1800" b="1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工廠 </a:t>
            </a:r>
            <a:r>
              <a:rPr lang="en-US" altLang="zh-CN" sz="1800" b="1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PO Confirmation</a:t>
            </a:r>
            <a:r>
              <a:rPr lang="zh-CN" altLang="en-US" sz="1800" b="1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功能 </a:t>
            </a:r>
            <a:r>
              <a:rPr lang="en-US" altLang="zh-CN" sz="1800" b="1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 (Telit </a:t>
            </a:r>
            <a:r>
              <a:rPr lang="zh-CN" altLang="en-US" sz="1800" b="1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客戶需求</a:t>
            </a:r>
            <a:r>
              <a:rPr lang="en-US" altLang="zh-CN" sz="1800" b="1" kern="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) </a:t>
            </a:r>
            <a:r>
              <a:rPr lang="en-US" altLang="zh-CN" sz="1800" b="1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-----EMS2</a:t>
            </a:r>
            <a:r>
              <a:rPr lang="zh-TW" altLang="en-US" sz="1800" b="1" kern="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TW" sz="1800" b="1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SCM</a:t>
            </a:r>
            <a:r>
              <a:rPr lang="zh-CN" altLang="en-US" sz="1800" b="1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，</a:t>
            </a:r>
            <a:r>
              <a:rPr lang="en-US" altLang="zh-CN" sz="1800" b="1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IDM6 FP</a:t>
            </a:r>
            <a:r>
              <a:rPr lang="zh-CN" altLang="en-US" sz="1800" b="1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，</a:t>
            </a:r>
            <a:r>
              <a:rPr lang="en-US" altLang="zh-CN" sz="1800" b="1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IDM3 SCM</a:t>
            </a:r>
            <a:br>
              <a:rPr lang="en-US" altLang="zh-CN" sz="1800" b="1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</a:br>
            <a:endParaRPr kumimoji="0" lang="en-US" altLang="zh-CN" sz="1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marL="285750" marR="0" lvl="0" indent="-28575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1600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供應商根據</a:t>
            </a:r>
            <a:r>
              <a:rPr lang="en-US" altLang="zh-CN" sz="1600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PO</a:t>
            </a:r>
            <a:r>
              <a:rPr lang="zh-CN" altLang="en-US" sz="1600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上傳交貨計劃（</a:t>
            </a:r>
            <a:r>
              <a:rPr lang="en-US" altLang="zh-CN" sz="1600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ETD</a:t>
            </a:r>
            <a:r>
              <a:rPr lang="zh-CN" altLang="en-US" sz="1600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）</a:t>
            </a:r>
            <a:endParaRPr lang="en-US" altLang="zh-CN" sz="1600" kern="0" dirty="0" smtClean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  <a:p>
            <a:pPr marL="285750" marR="0" lvl="0" indent="-28575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映射到出貨計劃 </a:t>
            </a:r>
            <a:r>
              <a:rPr kumimoji="0" lang="en-US" altLang="zh-CN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(</a:t>
            </a:r>
            <a:r>
              <a:rPr kumimoji="0" lang="zh-CN" alt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轉</a:t>
            </a:r>
            <a:r>
              <a:rPr kumimoji="0" lang="en-US" altLang="zh-CN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ETA)</a:t>
            </a:r>
            <a:r>
              <a:rPr kumimoji="0" lang="zh-CN" alt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，并扣減</a:t>
            </a:r>
            <a:r>
              <a:rPr kumimoji="0" lang="en-US" altLang="zh-CN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GR</a:t>
            </a:r>
          </a:p>
          <a:p>
            <a:pPr marL="285750" marR="0" lvl="0" indent="-28575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1600" kern="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與</a:t>
            </a:r>
            <a:r>
              <a:rPr lang="en-US" altLang="zh-CN" sz="1600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EDI</a:t>
            </a:r>
            <a:r>
              <a:rPr lang="zh-CN" altLang="en-US" sz="1600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對接，將數據拋給</a:t>
            </a:r>
            <a:r>
              <a:rPr lang="en-US" altLang="zh-CN" sz="1600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EDI</a:t>
            </a:r>
            <a:r>
              <a:rPr lang="zh-CN" altLang="en-US" sz="1600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， </a:t>
            </a:r>
            <a:r>
              <a:rPr lang="en-US" altLang="zh-CN" sz="1600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EDI</a:t>
            </a:r>
            <a:r>
              <a:rPr lang="zh-CN" altLang="en-US" sz="1600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分析數據后，呈現給</a:t>
            </a:r>
            <a:r>
              <a:rPr lang="en-US" altLang="zh-CN" sz="1600" kern="0" dirty="0" err="1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Telit</a:t>
            </a:r>
            <a:r>
              <a:rPr lang="zh-CN" altLang="en-US" sz="1600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客戶，了解庫存狀況</a:t>
            </a:r>
            <a:r>
              <a:rPr lang="en-US" altLang="zh-CN" sz="1600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.</a:t>
            </a:r>
            <a:endParaRPr kumimoji="0" lang="en-US" altLang="zh-CN" sz="1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圓角矩形 1"/>
          <p:cNvSpPr/>
          <p:nvPr/>
        </p:nvSpPr>
        <p:spPr>
          <a:xfrm>
            <a:off x="601029" y="4268181"/>
            <a:ext cx="10208001" cy="599658"/>
          </a:xfrm>
          <a:prstGeom prst="roundRect">
            <a:avLst/>
          </a:prstGeom>
          <a:solidFill>
            <a:schemeClr val="accent3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30000"/>
              </a:lnSpc>
            </a:pPr>
            <a:r>
              <a:rPr lang="zh-CN" altLang="en-US" dirty="0" smtClean="0"/>
              <a:t>沒有發票，不能精確到從哪項</a:t>
            </a:r>
            <a:r>
              <a:rPr lang="en-US" altLang="zh-CN" dirty="0" smtClean="0"/>
              <a:t>Confirmation</a:t>
            </a:r>
            <a:r>
              <a:rPr lang="zh-CN" altLang="en-US" dirty="0" smtClean="0"/>
              <a:t>中扣減</a:t>
            </a:r>
            <a:r>
              <a:rPr lang="en-US" altLang="zh-CN" dirty="0" smtClean="0"/>
              <a:t>GR, </a:t>
            </a:r>
            <a:r>
              <a:rPr lang="zh-CN" altLang="en-US" dirty="0" smtClean="0"/>
              <a:t>只能從最近一筆數據開始，依次扣減</a:t>
            </a:r>
            <a:r>
              <a:rPr lang="en-US" altLang="zh-CN" dirty="0" smtClean="0"/>
              <a:t>   </a:t>
            </a:r>
            <a:endParaRPr lang="zh-TW" altLang="en-US" dirty="0"/>
          </a:p>
        </p:txBody>
      </p:sp>
      <p:sp>
        <p:nvSpPr>
          <p:cNvPr id="7" name="Freeform 62"/>
          <p:cNvSpPr>
            <a:spLocks/>
          </p:cNvSpPr>
          <p:nvPr/>
        </p:nvSpPr>
        <p:spPr bwMode="auto">
          <a:xfrm>
            <a:off x="601029" y="3464365"/>
            <a:ext cx="1302476" cy="626674"/>
          </a:xfrm>
          <a:custGeom>
            <a:avLst/>
            <a:gdLst>
              <a:gd name="T0" fmla="*/ 592138 w 743"/>
              <a:gd name="T1" fmla="*/ 1179513 h 743"/>
              <a:gd name="T2" fmla="*/ 0 w 743"/>
              <a:gd name="T3" fmla="*/ 590550 h 743"/>
              <a:gd name="T4" fmla="*/ 592138 w 743"/>
              <a:gd name="T5" fmla="*/ 0 h 743"/>
              <a:gd name="T6" fmla="*/ 1179513 w 743"/>
              <a:gd name="T7" fmla="*/ 590550 h 743"/>
              <a:gd name="T8" fmla="*/ 592138 w 743"/>
              <a:gd name="T9" fmla="*/ 1179513 h 74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43" h="743">
                <a:moveTo>
                  <a:pt x="373" y="743"/>
                </a:moveTo>
                <a:lnTo>
                  <a:pt x="0" y="372"/>
                </a:lnTo>
                <a:lnTo>
                  <a:pt x="373" y="0"/>
                </a:lnTo>
                <a:lnTo>
                  <a:pt x="743" y="372"/>
                </a:lnTo>
                <a:lnTo>
                  <a:pt x="373" y="743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xtLst/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rPr>
              <a:t>    </a:t>
            </a:r>
            <a:r>
              <a:rPr kumimoji="0" lang="zh-CN" alt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難 點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8" name="圓角矩形 7"/>
          <p:cNvSpPr/>
          <p:nvPr/>
        </p:nvSpPr>
        <p:spPr>
          <a:xfrm>
            <a:off x="601028" y="5044981"/>
            <a:ext cx="10208001" cy="599658"/>
          </a:xfrm>
          <a:prstGeom prst="roundRect">
            <a:avLst/>
          </a:prstGeom>
          <a:solidFill>
            <a:schemeClr val="accent3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30000"/>
              </a:lnSpc>
            </a:pPr>
            <a:r>
              <a:rPr lang="en-US" altLang="zh-CN" dirty="0" smtClean="0"/>
              <a:t>Confirmation</a:t>
            </a:r>
            <a:r>
              <a:rPr lang="zh-CN" altLang="en-US" dirty="0" smtClean="0"/>
              <a:t>數量管控（</a:t>
            </a:r>
            <a:r>
              <a:rPr lang="en-US" altLang="zh-CN" dirty="0" smtClean="0"/>
              <a:t>confirmation</a:t>
            </a:r>
            <a:r>
              <a:rPr lang="zh-CN" altLang="en-US" dirty="0" smtClean="0"/>
              <a:t>變更，</a:t>
            </a:r>
            <a:r>
              <a:rPr lang="en-US" altLang="zh-CN" dirty="0" smtClean="0"/>
              <a:t>GR</a:t>
            </a:r>
            <a:r>
              <a:rPr lang="zh-CN" altLang="en-US" dirty="0" smtClean="0"/>
              <a:t>變化）</a:t>
            </a:r>
            <a:r>
              <a:rPr lang="en-US" altLang="zh-CN" dirty="0" smtClean="0"/>
              <a:t>  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12697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227739" y="656909"/>
            <a:ext cx="4037256" cy="415498"/>
          </a:xfrm>
        </p:spPr>
        <p:txBody>
          <a:bodyPr/>
          <a:lstStyle/>
          <a:p>
            <a:r>
              <a:rPr lang="en-US" altLang="zh-CN" dirty="0" smtClean="0"/>
              <a:t>SRM</a:t>
            </a:r>
            <a:endParaRPr lang="zh-CN" altLang="en-US" dirty="0"/>
          </a:p>
        </p:txBody>
      </p:sp>
      <p:sp>
        <p:nvSpPr>
          <p:cNvPr id="4" name="Rectangle 59"/>
          <p:cNvSpPr>
            <a:spLocks noChangeArrowheads="1"/>
          </p:cNvSpPr>
          <p:nvPr/>
        </p:nvSpPr>
        <p:spPr bwMode="auto">
          <a:xfrm>
            <a:off x="687724" y="1558838"/>
            <a:ext cx="10950094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lvl="0" defTabSz="914400" eaLnBrk="1" hangingPunct="1">
              <a:lnSpc>
                <a:spcPct val="120000"/>
              </a:lnSpc>
              <a:defRPr/>
            </a:pPr>
            <a:r>
              <a:rPr lang="en-US" altLang="zh-CN" sz="1800" b="1" kern="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3</a:t>
            </a:r>
            <a:r>
              <a:rPr lang="en-US" altLang="zh-CN" sz="1800" b="1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.  SRM</a:t>
            </a:r>
            <a:r>
              <a:rPr lang="zh-CN" altLang="en-US" sz="1800" b="1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推廣至 </a:t>
            </a:r>
            <a:r>
              <a:rPr lang="en-US" altLang="zh-CN" sz="1800" b="1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WXI2,  WXI8,   FI24,   </a:t>
            </a:r>
            <a:r>
              <a:rPr lang="en-US" altLang="zh-CN" sz="1800" b="1" kern="0" dirty="0" smtClean="0">
                <a:solidFill>
                  <a:schemeClr val="tx1"/>
                </a:solidFill>
                <a:cs typeface="+mn-ea"/>
                <a:sym typeface="+mn-lt"/>
              </a:rPr>
              <a:t>FI25,  WVHE </a:t>
            </a:r>
            <a:r>
              <a:rPr lang="zh-CN" altLang="en-US" sz="1800" b="1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工廠</a:t>
            </a:r>
            <a:r>
              <a:rPr lang="en-US" altLang="zh-CN" sz="1800" b="1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.</a:t>
            </a:r>
          </a:p>
        </p:txBody>
      </p:sp>
      <p:sp>
        <p:nvSpPr>
          <p:cNvPr id="5" name="圆角矩形 32"/>
          <p:cNvSpPr/>
          <p:nvPr/>
        </p:nvSpPr>
        <p:spPr>
          <a:xfrm>
            <a:off x="437948" y="4002997"/>
            <a:ext cx="2160000" cy="288032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rPr>
              <a:t>2017 </a:t>
            </a:r>
            <a:r>
              <a:rPr kumimoji="0" lang="en-US" altLang="zh-CN" sz="1600" b="0" i="0" u="none" strike="noStrike" kern="0" cap="none" spc="0" normalizeH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rPr>
              <a:t> 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" name="圆角矩形 33"/>
          <p:cNvSpPr/>
          <p:nvPr/>
        </p:nvSpPr>
        <p:spPr>
          <a:xfrm>
            <a:off x="2324505" y="4002997"/>
            <a:ext cx="2640000" cy="288032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rPr>
              <a:t>2018  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" name="圆角矩形 58"/>
          <p:cNvSpPr/>
          <p:nvPr/>
        </p:nvSpPr>
        <p:spPr>
          <a:xfrm>
            <a:off x="4691063" y="4002997"/>
            <a:ext cx="2640000" cy="288032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rPr>
              <a:t>2019  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8" name="圆角矩形 59"/>
          <p:cNvSpPr/>
          <p:nvPr/>
        </p:nvSpPr>
        <p:spPr>
          <a:xfrm>
            <a:off x="7057620" y="4002997"/>
            <a:ext cx="2640000" cy="28803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2020  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9" name="椭圆 60"/>
          <p:cNvSpPr>
            <a:spLocks noChangeAspect="1"/>
          </p:cNvSpPr>
          <p:nvPr/>
        </p:nvSpPr>
        <p:spPr>
          <a:xfrm>
            <a:off x="1220949" y="2587874"/>
            <a:ext cx="384000" cy="384000"/>
          </a:xfrm>
          <a:prstGeom prst="ellipse">
            <a:avLst/>
          </a:prstGeom>
          <a:solidFill>
            <a:schemeClr val="bg1">
              <a:lumMod val="5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0" name="椭圆 61"/>
          <p:cNvSpPr>
            <a:spLocks noChangeAspect="1"/>
          </p:cNvSpPr>
          <p:nvPr/>
        </p:nvSpPr>
        <p:spPr>
          <a:xfrm>
            <a:off x="3452505" y="5458697"/>
            <a:ext cx="384000" cy="384000"/>
          </a:xfrm>
          <a:prstGeom prst="ellipse">
            <a:avLst/>
          </a:prstGeom>
          <a:solidFill>
            <a:schemeClr val="bg1">
              <a:lumMod val="6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1" name="椭圆 62"/>
          <p:cNvSpPr>
            <a:spLocks noChangeAspect="1"/>
          </p:cNvSpPr>
          <p:nvPr/>
        </p:nvSpPr>
        <p:spPr>
          <a:xfrm>
            <a:off x="5679192" y="2574226"/>
            <a:ext cx="384000" cy="3840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412949" y="3063280"/>
            <a:ext cx="0" cy="843706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3627970" y="4441632"/>
            <a:ext cx="0" cy="935126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5871188" y="3063280"/>
            <a:ext cx="0" cy="843706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66"/>
          <p:cNvSpPr txBox="1"/>
          <p:nvPr/>
        </p:nvSpPr>
        <p:spPr>
          <a:xfrm>
            <a:off x="1650763" y="2642716"/>
            <a:ext cx="1112208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133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FI20</a:t>
            </a:r>
            <a:endParaRPr kumimoji="0" lang="en-US" altLang="zh-CN" sz="2133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6" name="文本框 67"/>
          <p:cNvSpPr txBox="1"/>
          <p:nvPr/>
        </p:nvSpPr>
        <p:spPr>
          <a:xfrm>
            <a:off x="3755025" y="5111884"/>
            <a:ext cx="1704081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133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WXTB, FI21</a:t>
            </a:r>
            <a:endParaRPr kumimoji="0" lang="en-US" altLang="zh-CN" sz="2133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7" name="文本框 68"/>
          <p:cNvSpPr txBox="1"/>
          <p:nvPr/>
        </p:nvSpPr>
        <p:spPr>
          <a:xfrm>
            <a:off x="6123581" y="2642459"/>
            <a:ext cx="1532812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133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FI22,</a:t>
            </a:r>
            <a:r>
              <a:rPr kumimoji="0" lang="en-US" altLang="zh-CN" sz="2133" b="1" i="0" u="none" strike="noStrike" kern="0" cap="none" spc="0" normalizeH="0" noProof="0" dirty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  FI23</a:t>
            </a:r>
            <a:endParaRPr kumimoji="0" lang="en-US" altLang="zh-CN" sz="2133" b="1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18" name="组 70"/>
          <p:cNvGrpSpPr/>
          <p:nvPr/>
        </p:nvGrpSpPr>
        <p:grpSpPr>
          <a:xfrm>
            <a:off x="10646525" y="3763016"/>
            <a:ext cx="768000" cy="802661"/>
            <a:chOff x="7554987" y="2218344"/>
            <a:chExt cx="576000" cy="601995"/>
          </a:xfrm>
          <a:solidFill>
            <a:srgbClr val="757376"/>
          </a:solidFill>
        </p:grpSpPr>
        <p:sp>
          <p:nvSpPr>
            <p:cNvPr id="19" name="椭圆 71"/>
            <p:cNvSpPr>
              <a:spLocks noChangeAspect="1"/>
            </p:cNvSpPr>
            <p:nvPr/>
          </p:nvSpPr>
          <p:spPr>
            <a:xfrm>
              <a:off x="7554987" y="2218344"/>
              <a:ext cx="576000" cy="576000"/>
            </a:xfrm>
            <a:prstGeom prst="ellipse">
              <a:avLst/>
            </a:prstGeom>
            <a:solidFill>
              <a:srgbClr val="FFC000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6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0" name="文本框 72"/>
            <p:cNvSpPr txBox="1"/>
            <p:nvPr/>
          </p:nvSpPr>
          <p:spPr>
            <a:xfrm>
              <a:off x="7633674" y="2252492"/>
              <a:ext cx="418625" cy="5678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4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+mn-ea"/>
                  <a:sym typeface="+mn-lt"/>
                </a:rPr>
                <a:t>+</a:t>
              </a:r>
              <a:endParaRPr kumimoji="1" lang="zh-CN" alt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24" name="椭圆 77"/>
          <p:cNvSpPr>
            <a:spLocks noChangeAspect="1"/>
          </p:cNvSpPr>
          <p:nvPr/>
        </p:nvSpPr>
        <p:spPr>
          <a:xfrm>
            <a:off x="8270333" y="5399054"/>
            <a:ext cx="384000" cy="384000"/>
          </a:xfrm>
          <a:prstGeom prst="ellips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25" name="直接连接符 12"/>
          <p:cNvCxnSpPr/>
          <p:nvPr/>
        </p:nvCxnSpPr>
        <p:spPr>
          <a:xfrm>
            <a:off x="8414146" y="4396105"/>
            <a:ext cx="7243" cy="926061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68"/>
          <p:cNvSpPr txBox="1"/>
          <p:nvPr/>
        </p:nvSpPr>
        <p:spPr>
          <a:xfrm>
            <a:off x="8602313" y="4514028"/>
            <a:ext cx="1755968" cy="1077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133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cs typeface="+mn-ea"/>
                <a:sym typeface="+mn-lt"/>
              </a:rPr>
              <a:t>FI24,</a:t>
            </a:r>
            <a:r>
              <a:rPr kumimoji="0" lang="en-US" altLang="zh-CN" sz="2133" b="1" i="0" u="none" strike="noStrike" kern="0" cap="none" spc="0" normalizeH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cs typeface="+mn-ea"/>
                <a:sym typeface="+mn-lt"/>
              </a:rPr>
              <a:t>  FI25, WVHE, WXI2, WXI8</a:t>
            </a:r>
            <a:endParaRPr kumimoji="0" lang="en-US" altLang="zh-CN" sz="2133" b="1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" name="向右箭號 1"/>
          <p:cNvSpPr/>
          <p:nvPr/>
        </p:nvSpPr>
        <p:spPr>
          <a:xfrm>
            <a:off x="9388131" y="3883776"/>
            <a:ext cx="628066" cy="540466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TW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05185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227739" y="656909"/>
            <a:ext cx="4037256" cy="415498"/>
          </a:xfrm>
        </p:spPr>
        <p:txBody>
          <a:bodyPr/>
          <a:lstStyle/>
          <a:p>
            <a:r>
              <a:rPr lang="en-US" altLang="zh-CN" dirty="0" smtClean="0"/>
              <a:t>SRM</a:t>
            </a:r>
            <a:endParaRPr lang="zh-CN" altLang="en-US" dirty="0"/>
          </a:p>
        </p:txBody>
      </p:sp>
      <p:sp>
        <p:nvSpPr>
          <p:cNvPr id="4" name="Rectangle 59"/>
          <p:cNvSpPr>
            <a:spLocks noChangeArrowheads="1"/>
          </p:cNvSpPr>
          <p:nvPr/>
        </p:nvSpPr>
        <p:spPr bwMode="auto">
          <a:xfrm>
            <a:off x="687724" y="1558838"/>
            <a:ext cx="10950094" cy="3956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R="0" lvl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zh-CN" sz="1800" b="1" kern="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4</a:t>
            </a:r>
            <a:r>
              <a:rPr lang="en-US" altLang="zh-CN" sz="1800" b="1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.  </a:t>
            </a:r>
            <a:r>
              <a:rPr lang="zh-CN" altLang="en-US" sz="1800" b="1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優化</a:t>
            </a:r>
            <a:endParaRPr lang="en-US" altLang="zh-CN" sz="1800" b="1" kern="0" dirty="0" smtClean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圓角矩形 1"/>
          <p:cNvSpPr/>
          <p:nvPr/>
        </p:nvSpPr>
        <p:spPr>
          <a:xfrm>
            <a:off x="1660650" y="2342476"/>
            <a:ext cx="1706016" cy="315799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30000"/>
              </a:lnSpc>
            </a:pPr>
            <a:r>
              <a:rPr lang="zh-CN" altLang="en-US" sz="1600" kern="0" dirty="0" smtClean="0">
                <a:solidFill>
                  <a:schemeClr val="tx1"/>
                </a:solidFill>
                <a:cs typeface="+mn-ea"/>
                <a:sym typeface="+mn-lt"/>
              </a:rPr>
              <a:t>優</a:t>
            </a:r>
            <a:r>
              <a:rPr lang="zh-CN" altLang="en-US" sz="1600" kern="0" dirty="0">
                <a:solidFill>
                  <a:schemeClr val="tx1"/>
                </a:solidFill>
                <a:cs typeface="+mn-ea"/>
                <a:sym typeface="+mn-lt"/>
              </a:rPr>
              <a:t>化服務程序，數據庫連接，將不依賴于</a:t>
            </a:r>
            <a:r>
              <a:rPr lang="en-US" altLang="zh-CN" sz="1600" kern="0" dirty="0">
                <a:solidFill>
                  <a:schemeClr val="tx1"/>
                </a:solidFill>
                <a:cs typeface="+mn-ea"/>
                <a:sym typeface="+mn-lt"/>
              </a:rPr>
              <a:t>Oracle</a:t>
            </a:r>
            <a:r>
              <a:rPr lang="zh-CN" altLang="en-US" sz="1600" kern="0" dirty="0">
                <a:solidFill>
                  <a:schemeClr val="tx1"/>
                </a:solidFill>
                <a:cs typeface="+mn-ea"/>
                <a:sym typeface="+mn-lt"/>
              </a:rPr>
              <a:t>客戶端</a:t>
            </a:r>
            <a:endParaRPr lang="en-US" altLang="zh-CN" sz="1600" kern="0" dirty="0">
              <a:solidFill>
                <a:schemeClr val="tx1"/>
              </a:solidFill>
              <a:cs typeface="+mn-ea"/>
              <a:sym typeface="+mn-lt"/>
            </a:endParaRPr>
          </a:p>
          <a:p>
            <a:pPr algn="ctr">
              <a:lnSpc>
                <a:spcPct val="130000"/>
              </a:lnSpc>
            </a:pPr>
            <a:endParaRPr lang="zh-TW" altLang="en-US" sz="1600" kern="0" dirty="0">
              <a:solidFill>
                <a:schemeClr val="tx1"/>
              </a:solidFill>
              <a:cs typeface="+mn-ea"/>
            </a:endParaRPr>
          </a:p>
        </p:txBody>
      </p:sp>
      <p:sp>
        <p:nvSpPr>
          <p:cNvPr id="6" name="圓角矩形 5"/>
          <p:cNvSpPr/>
          <p:nvPr/>
        </p:nvSpPr>
        <p:spPr>
          <a:xfrm>
            <a:off x="4884599" y="2314341"/>
            <a:ext cx="1706016" cy="3186127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just" defTabSz="914400">
              <a:lnSpc>
                <a:spcPct val="120000"/>
              </a:lnSpc>
              <a:defRPr/>
            </a:pPr>
            <a:r>
              <a:rPr lang="zh-CN" altLang="en-US" sz="1600" kern="0" dirty="0" smtClean="0">
                <a:solidFill>
                  <a:schemeClr val="tx1"/>
                </a:solidFill>
                <a:cs typeface="+mn-ea"/>
                <a:sym typeface="+mn-lt"/>
              </a:rPr>
              <a:t>優</a:t>
            </a:r>
            <a:r>
              <a:rPr lang="zh-CN" altLang="en-US" sz="1600" kern="0" dirty="0">
                <a:solidFill>
                  <a:schemeClr val="tx1"/>
                </a:solidFill>
                <a:cs typeface="+mn-ea"/>
                <a:sym typeface="+mn-lt"/>
              </a:rPr>
              <a:t>化</a:t>
            </a:r>
            <a:r>
              <a:rPr lang="en-US" altLang="zh-CN" sz="1600" kern="0" dirty="0">
                <a:solidFill>
                  <a:schemeClr val="tx1"/>
                </a:solidFill>
                <a:cs typeface="+mn-ea"/>
                <a:sym typeface="+mn-lt"/>
              </a:rPr>
              <a:t>IBD</a:t>
            </a:r>
            <a:r>
              <a:rPr lang="zh-CN" altLang="en-US" sz="1600" kern="0" dirty="0">
                <a:solidFill>
                  <a:schemeClr val="tx1"/>
                </a:solidFill>
                <a:cs typeface="+mn-ea"/>
                <a:sym typeface="+mn-lt"/>
              </a:rPr>
              <a:t>創建，如果創建失敗，后臺將再次自動創建（允許調用</a:t>
            </a:r>
            <a:r>
              <a:rPr lang="en-US" altLang="zh-CN" sz="1600" kern="0" dirty="0">
                <a:solidFill>
                  <a:schemeClr val="tx1"/>
                </a:solidFill>
                <a:cs typeface="+mn-ea"/>
                <a:sym typeface="+mn-lt"/>
              </a:rPr>
              <a:t>SAP RFC</a:t>
            </a:r>
            <a:r>
              <a:rPr lang="zh-CN" altLang="en-US" sz="1600" kern="0" dirty="0">
                <a:solidFill>
                  <a:schemeClr val="tx1"/>
                </a:solidFill>
                <a:cs typeface="+mn-ea"/>
                <a:sym typeface="+mn-lt"/>
              </a:rPr>
              <a:t>失敗</a:t>
            </a:r>
            <a:r>
              <a:rPr lang="en-US" altLang="zh-CN" sz="1600" kern="0" dirty="0">
                <a:solidFill>
                  <a:schemeClr val="tx1"/>
                </a:solidFill>
                <a:cs typeface="+mn-ea"/>
                <a:sym typeface="+mn-lt"/>
              </a:rPr>
              <a:t>5</a:t>
            </a:r>
            <a:r>
              <a:rPr lang="zh-CN" altLang="en-US" sz="1600" kern="0" dirty="0">
                <a:solidFill>
                  <a:schemeClr val="tx1"/>
                </a:solidFill>
                <a:cs typeface="+mn-ea"/>
                <a:sym typeface="+mn-lt"/>
              </a:rPr>
              <a:t>次），并增加用戶手工觸發重建</a:t>
            </a:r>
            <a:r>
              <a:rPr lang="en-US" altLang="zh-CN" sz="1600" kern="0" dirty="0">
                <a:solidFill>
                  <a:schemeClr val="tx1"/>
                </a:solidFill>
                <a:cs typeface="+mn-ea"/>
                <a:sym typeface="+mn-lt"/>
              </a:rPr>
              <a:t>IBD </a:t>
            </a:r>
          </a:p>
          <a:p>
            <a:pPr algn="ctr">
              <a:lnSpc>
                <a:spcPct val="130000"/>
              </a:lnSpc>
            </a:pPr>
            <a:endParaRPr lang="zh-TW" altLang="en-US" sz="1600" kern="0" dirty="0">
              <a:solidFill>
                <a:schemeClr val="tx1"/>
              </a:solidFill>
              <a:cs typeface="+mn-ea"/>
            </a:endParaRPr>
          </a:p>
        </p:txBody>
      </p:sp>
      <p:sp>
        <p:nvSpPr>
          <p:cNvPr id="7" name="圓角矩形 6"/>
          <p:cNvSpPr/>
          <p:nvPr/>
        </p:nvSpPr>
        <p:spPr>
          <a:xfrm>
            <a:off x="8108548" y="2314343"/>
            <a:ext cx="1706016" cy="3186125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just" defTabSz="914400">
              <a:lnSpc>
                <a:spcPct val="120000"/>
              </a:lnSpc>
              <a:defRPr/>
            </a:pPr>
            <a:r>
              <a:rPr lang="zh-CN" altLang="en-US" sz="1600" kern="0" dirty="0" smtClean="0">
                <a:solidFill>
                  <a:schemeClr val="tx1"/>
                </a:solidFill>
                <a:cs typeface="+mn-ea"/>
                <a:sym typeface="+mn-lt"/>
              </a:rPr>
              <a:t>報表</a:t>
            </a:r>
            <a:r>
              <a:rPr lang="zh-CN" altLang="en-US" sz="1600" kern="0" dirty="0">
                <a:solidFill>
                  <a:schemeClr val="tx1"/>
                </a:solidFill>
                <a:cs typeface="+mn-ea"/>
                <a:sym typeface="+mn-lt"/>
              </a:rPr>
              <a:t>的計算欄位利用公式計算代替后臺服務計算</a:t>
            </a:r>
            <a:endParaRPr lang="en-US" altLang="zh-CN" sz="1600" kern="0" dirty="0">
              <a:solidFill>
                <a:schemeClr val="tx1"/>
              </a:solidFill>
              <a:cs typeface="+mn-ea"/>
              <a:sym typeface="+mn-lt"/>
            </a:endParaRPr>
          </a:p>
          <a:p>
            <a:pPr algn="ctr">
              <a:lnSpc>
                <a:spcPct val="130000"/>
              </a:lnSpc>
            </a:pPr>
            <a:endParaRPr lang="zh-TW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橢圓 2"/>
          <p:cNvSpPr/>
          <p:nvPr/>
        </p:nvSpPr>
        <p:spPr>
          <a:xfrm>
            <a:off x="2246367" y="2047055"/>
            <a:ext cx="534572" cy="5345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en-US" altLang="zh-TW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TW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橢圓 8"/>
          <p:cNvSpPr/>
          <p:nvPr/>
        </p:nvSpPr>
        <p:spPr>
          <a:xfrm>
            <a:off x="5437722" y="2018927"/>
            <a:ext cx="534572" cy="5345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en-US" altLang="zh-TW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TW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橢圓 9"/>
          <p:cNvSpPr/>
          <p:nvPr/>
        </p:nvSpPr>
        <p:spPr>
          <a:xfrm>
            <a:off x="8694275" y="2032995"/>
            <a:ext cx="534572" cy="546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en-US" altLang="zh-TW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TW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16499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227739" y="656909"/>
            <a:ext cx="4037256" cy="415498"/>
          </a:xfrm>
        </p:spPr>
        <p:txBody>
          <a:bodyPr/>
          <a:lstStyle/>
          <a:p>
            <a:r>
              <a:rPr lang="zh-CN" altLang="en-US" dirty="0" smtClean="0"/>
              <a:t>貨品出廠管制系統</a:t>
            </a:r>
            <a:endParaRPr lang="zh-CN" altLang="en-US" dirty="0"/>
          </a:p>
        </p:txBody>
      </p:sp>
      <p:sp>
        <p:nvSpPr>
          <p:cNvPr id="4" name="Rectangle 59"/>
          <p:cNvSpPr>
            <a:spLocks noChangeArrowheads="1"/>
          </p:cNvSpPr>
          <p:nvPr/>
        </p:nvSpPr>
        <p:spPr bwMode="auto">
          <a:xfrm>
            <a:off x="687724" y="1558838"/>
            <a:ext cx="10950094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defTabSz="914400" eaLnBrk="1" hangingPunct="1">
              <a:lnSpc>
                <a:spcPct val="120000"/>
              </a:lnSpc>
              <a:defRPr/>
            </a:pPr>
            <a:r>
              <a:rPr lang="en-US" altLang="zh-CN" sz="1800" b="1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 1. </a:t>
            </a:r>
            <a:r>
              <a:rPr lang="zh-TW" altLang="en-US" sz="1800" b="1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設備</a:t>
            </a:r>
            <a:r>
              <a:rPr lang="zh-TW" altLang="en-US" sz="1800" b="1" kern="0" dirty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類產品出廠，增加“會計”審核</a:t>
            </a:r>
            <a:r>
              <a:rPr lang="zh-TW" altLang="en-US" sz="1800" b="1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節點</a:t>
            </a:r>
            <a:endParaRPr kumimoji="0" lang="en-US" altLang="zh-CN" sz="1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Rectangle 59"/>
          <p:cNvSpPr>
            <a:spLocks noChangeArrowheads="1"/>
          </p:cNvSpPr>
          <p:nvPr/>
        </p:nvSpPr>
        <p:spPr bwMode="auto">
          <a:xfrm>
            <a:off x="766072" y="2127724"/>
            <a:ext cx="10950094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defTabSz="914400" eaLnBrk="1" hangingPunct="1">
              <a:lnSpc>
                <a:spcPct val="120000"/>
              </a:lnSpc>
              <a:defRPr/>
            </a:pPr>
            <a:r>
              <a:rPr lang="en-US" altLang="zh-CN" sz="1800" b="1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2. LV</a:t>
            </a:r>
            <a:r>
              <a:rPr lang="zh-CN" altLang="en-US" sz="1800" b="1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雜項</a:t>
            </a:r>
            <a:r>
              <a:rPr lang="zh-TW" altLang="en-US" sz="1800" b="1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類出廠，增加“</a:t>
            </a:r>
            <a:r>
              <a:rPr lang="zh-CN" altLang="en-US" sz="1800" b="1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經管</a:t>
            </a:r>
            <a:r>
              <a:rPr lang="zh-TW" altLang="en-US" sz="1800" b="1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”審核節點</a:t>
            </a:r>
            <a:endParaRPr lang="en-US" altLang="zh-CN" sz="1800" b="1" kern="0" dirty="0" smtClean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" name="Rectangle 59"/>
          <p:cNvSpPr>
            <a:spLocks noChangeArrowheads="1"/>
          </p:cNvSpPr>
          <p:nvPr/>
        </p:nvSpPr>
        <p:spPr bwMode="auto">
          <a:xfrm>
            <a:off x="769897" y="2653353"/>
            <a:ext cx="10950094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defTabSz="914400" eaLnBrk="1" hangingPunct="1">
              <a:lnSpc>
                <a:spcPct val="120000"/>
              </a:lnSpc>
              <a:defRPr/>
            </a:pPr>
            <a:r>
              <a:rPr lang="en-US" altLang="zh-CN" sz="1800" b="1" kern="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3</a:t>
            </a:r>
            <a:r>
              <a:rPr lang="en-US" altLang="zh-CN" sz="1800" b="1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. </a:t>
            </a:r>
            <a:r>
              <a:rPr lang="zh-TW" altLang="en-US" sz="1800" b="1" kern="0" dirty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逾期未確認單據</a:t>
            </a:r>
            <a:r>
              <a:rPr lang="zh-TW" altLang="en-US" sz="1800" b="1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預警</a:t>
            </a:r>
            <a:endParaRPr lang="en-US" altLang="zh-CN" sz="1800" kern="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7" name="Rectangle 59"/>
          <p:cNvSpPr>
            <a:spLocks noChangeArrowheads="1"/>
          </p:cNvSpPr>
          <p:nvPr/>
        </p:nvSpPr>
        <p:spPr bwMode="auto">
          <a:xfrm>
            <a:off x="769784" y="3176704"/>
            <a:ext cx="10950094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lvl="0" defTabSz="914400" eaLnBrk="1" hangingPunct="1">
              <a:lnSpc>
                <a:spcPct val="120000"/>
              </a:lnSpc>
              <a:defRPr/>
            </a:pPr>
            <a:r>
              <a:rPr lang="en-US" altLang="zh-CN" sz="1800" b="1" kern="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4</a:t>
            </a:r>
            <a:r>
              <a:rPr lang="en-US" altLang="zh-CN" sz="1800" b="1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. </a:t>
            </a:r>
            <a:r>
              <a:rPr lang="zh-TW" altLang="en-US" sz="1800" b="1" kern="0" dirty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修改報表，增加當前狀態及每一節點的簽核人及簽核</a:t>
            </a:r>
            <a:r>
              <a:rPr lang="zh-TW" altLang="en-US" sz="1800" b="1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時</a:t>
            </a:r>
            <a:r>
              <a:rPr lang="zh-CN" altLang="en-US" sz="1800" b="1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，方便追蹤進度</a:t>
            </a:r>
            <a:endParaRPr lang="en-US" altLang="zh-TW" sz="1800" b="1" kern="0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" name="Rectangle 59"/>
          <p:cNvSpPr>
            <a:spLocks noChangeArrowheads="1"/>
          </p:cNvSpPr>
          <p:nvPr/>
        </p:nvSpPr>
        <p:spPr bwMode="auto">
          <a:xfrm>
            <a:off x="783965" y="3692651"/>
            <a:ext cx="10950094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defTabSz="914400" eaLnBrk="1" hangingPunct="1">
              <a:lnSpc>
                <a:spcPct val="120000"/>
              </a:lnSpc>
              <a:defRPr/>
            </a:pPr>
            <a:r>
              <a:rPr lang="en-US" altLang="zh-CN" sz="1800" b="1" kern="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5</a:t>
            </a:r>
            <a:r>
              <a:rPr lang="en-US" altLang="zh-CN" sz="1800" b="1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.</a:t>
            </a:r>
            <a:r>
              <a:rPr lang="zh-CN" altLang="en-US" sz="1800" b="1" kern="0" dirty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對</a:t>
            </a:r>
            <a:r>
              <a:rPr lang="zh-TW" altLang="en-US" sz="1800" b="1" kern="0" dirty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流到辦公區的物品放行增加“安管確認”審核</a:t>
            </a:r>
            <a:r>
              <a:rPr lang="zh-TW" altLang="en-US" sz="1800" b="1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節點</a:t>
            </a:r>
            <a:endParaRPr lang="en-US" altLang="zh-CN" sz="1800" kern="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9" name="圓角矩形 8"/>
          <p:cNvSpPr/>
          <p:nvPr/>
        </p:nvSpPr>
        <p:spPr>
          <a:xfrm>
            <a:off x="687724" y="4745152"/>
            <a:ext cx="10208001" cy="599658"/>
          </a:xfrm>
          <a:prstGeom prst="roundRect">
            <a:avLst/>
          </a:prstGeom>
          <a:solidFill>
            <a:schemeClr val="accent3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30000"/>
              </a:lnSpc>
            </a:pPr>
            <a:r>
              <a:rPr lang="zh-CN" altLang="en-US" dirty="0" smtClean="0"/>
              <a:t>需求變動相對較小，系統運行穩定</a:t>
            </a:r>
            <a:r>
              <a:rPr lang="en-US" altLang="zh-CN" dirty="0" smtClean="0"/>
              <a:t>  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19442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227739" y="656909"/>
            <a:ext cx="4037256" cy="415498"/>
          </a:xfrm>
        </p:spPr>
        <p:txBody>
          <a:bodyPr/>
          <a:lstStyle/>
          <a:p>
            <a:r>
              <a:rPr lang="en-US" altLang="zh-CN" dirty="0" smtClean="0"/>
              <a:t>TN&amp;AP Gate Pass System</a:t>
            </a:r>
            <a:endParaRPr lang="zh-CN" altLang="en-US" dirty="0"/>
          </a:p>
        </p:txBody>
      </p:sp>
      <p:sp>
        <p:nvSpPr>
          <p:cNvPr id="7" name="圆角矩形 27"/>
          <p:cNvSpPr/>
          <p:nvPr/>
        </p:nvSpPr>
        <p:spPr>
          <a:xfrm>
            <a:off x="954545" y="1721014"/>
            <a:ext cx="9879120" cy="1279589"/>
          </a:xfrm>
          <a:prstGeom prst="roundRect">
            <a:avLst>
              <a:gd name="adj" fmla="val 9001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219170"/>
            <a:r>
              <a:rPr lang="en-US" altLang="zh-CN" sz="2400" kern="0" dirty="0" smtClean="0">
                <a:solidFill>
                  <a:schemeClr val="bg1"/>
                </a:solidFill>
              </a:rPr>
              <a:t>   </a:t>
            </a:r>
            <a:r>
              <a:rPr lang="en-US" altLang="zh-CN" sz="6000" b="1" kern="0" dirty="0" smtClean="0">
                <a:solidFill>
                  <a:schemeClr val="bg1"/>
                </a:solidFill>
              </a:rPr>
              <a:t>1</a:t>
            </a:r>
            <a:endParaRPr lang="zh-CN" altLang="en-US" sz="6000" b="1" kern="0" dirty="0">
              <a:solidFill>
                <a:schemeClr val="bg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2185318" y="1721014"/>
            <a:ext cx="8408349" cy="127958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zh-CN" altLang="en-US" sz="2400" kern="0">
              <a:solidFill>
                <a:sysClr val="windowText" lastClr="000000"/>
              </a:solidFill>
            </a:endParaRPr>
          </a:p>
        </p:txBody>
      </p:sp>
      <p:sp>
        <p:nvSpPr>
          <p:cNvPr id="9" name="TextBox 30"/>
          <p:cNvSpPr txBox="1"/>
          <p:nvPr/>
        </p:nvSpPr>
        <p:spPr>
          <a:xfrm>
            <a:off x="2252741" y="1870154"/>
            <a:ext cx="7847862" cy="75713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defTabSz="914400">
              <a:lnSpc>
                <a:spcPct val="120000"/>
              </a:lnSpc>
              <a:defRPr/>
            </a:pPr>
            <a:r>
              <a:rPr lang="zh-CN" altLang="en-US" b="1" kern="0" dirty="0" smtClean="0">
                <a:cs typeface="+mn-ea"/>
                <a:sym typeface="+mn-lt"/>
              </a:rPr>
              <a:t>新增 </a:t>
            </a:r>
            <a:r>
              <a:rPr lang="en-US" altLang="zh-CN" b="1" kern="0" dirty="0" smtClean="0">
                <a:cs typeface="+mn-ea"/>
                <a:sym typeface="+mn-lt"/>
              </a:rPr>
              <a:t>3 </a:t>
            </a:r>
            <a:r>
              <a:rPr lang="zh-CN" altLang="en-US" b="1" kern="0" dirty="0" smtClean="0">
                <a:cs typeface="+mn-ea"/>
                <a:sym typeface="+mn-lt"/>
              </a:rPr>
              <a:t>類出廠單，</a:t>
            </a:r>
            <a:r>
              <a:rPr lang="zh-CN" altLang="en-US" b="1" kern="0" dirty="0">
                <a:cs typeface="+mn-ea"/>
                <a:sym typeface="+mn-lt"/>
              </a:rPr>
              <a:t>適用于</a:t>
            </a:r>
            <a:r>
              <a:rPr lang="en-US" altLang="zh-CN" b="1" kern="0" dirty="0">
                <a:cs typeface="+mn-ea"/>
                <a:sym typeface="+mn-lt"/>
              </a:rPr>
              <a:t>AP</a:t>
            </a:r>
            <a:r>
              <a:rPr lang="zh-CN" altLang="en-US" b="1" kern="0" dirty="0">
                <a:cs typeface="+mn-ea"/>
                <a:sym typeface="+mn-lt"/>
              </a:rPr>
              <a:t>廠， </a:t>
            </a:r>
            <a:r>
              <a:rPr lang="en-US" altLang="zh-CN" b="1" kern="0" dirty="0">
                <a:cs typeface="+mn-ea"/>
                <a:sym typeface="+mn-lt"/>
              </a:rPr>
              <a:t>TN</a:t>
            </a:r>
            <a:r>
              <a:rPr lang="zh-CN" altLang="en-US" b="1" kern="0" dirty="0">
                <a:cs typeface="+mn-ea"/>
                <a:sym typeface="+mn-lt"/>
              </a:rPr>
              <a:t>廠（</a:t>
            </a:r>
            <a:r>
              <a:rPr lang="en-US" altLang="zh-CN" b="1" kern="0" dirty="0">
                <a:cs typeface="+mn-ea"/>
                <a:sym typeface="+mn-lt"/>
              </a:rPr>
              <a:t>NBB, LVI</a:t>
            </a:r>
            <a:r>
              <a:rPr lang="zh-CN" altLang="en-US" b="1" kern="0" dirty="0">
                <a:cs typeface="+mn-ea"/>
                <a:sym typeface="+mn-lt"/>
              </a:rPr>
              <a:t>）</a:t>
            </a:r>
            <a:r>
              <a:rPr lang="en-US" altLang="zh-CN" b="1" kern="0" dirty="0">
                <a:cs typeface="+mn-ea"/>
                <a:sym typeface="+mn-lt"/>
              </a:rPr>
              <a:t>, </a:t>
            </a:r>
            <a:r>
              <a:rPr lang="zh-CN" altLang="en-US" b="1" kern="0" dirty="0">
                <a:cs typeface="+mn-ea"/>
                <a:sym typeface="+mn-lt"/>
              </a:rPr>
              <a:t>目前</a:t>
            </a:r>
            <a:r>
              <a:rPr lang="zh-CN" altLang="en-US" b="1" kern="0" dirty="0" smtClean="0">
                <a:cs typeface="+mn-ea"/>
                <a:sym typeface="+mn-lt"/>
              </a:rPr>
              <a:t>共計 </a:t>
            </a:r>
            <a:r>
              <a:rPr lang="en-US" altLang="zh-CN" b="1" kern="0" dirty="0" smtClean="0">
                <a:cs typeface="+mn-ea"/>
                <a:sym typeface="+mn-lt"/>
              </a:rPr>
              <a:t>8 </a:t>
            </a:r>
            <a:r>
              <a:rPr lang="zh-CN" altLang="en-US" b="1" kern="0" dirty="0" smtClean="0">
                <a:cs typeface="+mn-ea"/>
                <a:sym typeface="+mn-lt"/>
              </a:rPr>
              <a:t>種</a:t>
            </a:r>
            <a:r>
              <a:rPr lang="zh-CN" altLang="en-US" b="1" kern="0" dirty="0">
                <a:cs typeface="+mn-ea"/>
                <a:sym typeface="+mn-lt"/>
              </a:rPr>
              <a:t>放行單</a:t>
            </a:r>
            <a:endParaRPr lang="en-US" altLang="zh-CN" b="1" kern="0" dirty="0">
              <a:cs typeface="+mn-ea"/>
              <a:sym typeface="+mn-lt"/>
            </a:endParaRPr>
          </a:p>
          <a:p>
            <a:pPr lvl="0" defTabSz="914400">
              <a:lnSpc>
                <a:spcPct val="120000"/>
              </a:lnSpc>
              <a:defRPr/>
            </a:pPr>
            <a:endParaRPr lang="en-US" altLang="zh-CN" b="1" kern="0" dirty="0">
              <a:cs typeface="+mn-ea"/>
              <a:sym typeface="+mn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252741" y="2264557"/>
            <a:ext cx="8100900" cy="4124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70">
              <a:lnSpc>
                <a:spcPct val="130000"/>
              </a:lnSpc>
              <a:spcBef>
                <a:spcPts val="800"/>
              </a:spcBef>
            </a:pPr>
            <a:r>
              <a:rPr lang="en-US" altLang="zh-CN" sz="1600" kern="0" dirty="0">
                <a:cs typeface="+mn-ea"/>
                <a:sym typeface="+mn-lt"/>
              </a:rPr>
              <a:t>Asset </a:t>
            </a:r>
            <a:r>
              <a:rPr lang="en-US" altLang="zh-CN" sz="1600" kern="0" dirty="0" smtClean="0">
                <a:cs typeface="+mn-ea"/>
                <a:sym typeface="+mn-lt"/>
              </a:rPr>
              <a:t>Transfer</a:t>
            </a:r>
            <a:r>
              <a:rPr lang="zh-CN" altLang="en-US" sz="16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sym typeface="+mn-lt"/>
              </a:rPr>
              <a:t>，</a:t>
            </a:r>
            <a:r>
              <a:rPr lang="en-US" altLang="zh-CN" sz="1600" kern="0" dirty="0">
                <a:cs typeface="+mn-ea"/>
                <a:sym typeface="+mn-lt"/>
              </a:rPr>
              <a:t>Internal Sales with </a:t>
            </a:r>
            <a:r>
              <a:rPr lang="en-US" altLang="zh-CN" sz="1600" kern="0" dirty="0" smtClean="0">
                <a:cs typeface="+mn-ea"/>
                <a:sym typeface="+mn-lt"/>
              </a:rPr>
              <a:t>PID</a:t>
            </a:r>
            <a:r>
              <a:rPr lang="zh-CN" altLang="en-US" sz="16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sym typeface="+mn-lt"/>
              </a:rPr>
              <a:t>， </a:t>
            </a:r>
            <a:r>
              <a:rPr lang="en-US" altLang="zh-CN" sz="1600" kern="0" dirty="0" smtClean="0">
                <a:cs typeface="+mn-ea"/>
                <a:sym typeface="+mn-lt"/>
              </a:rPr>
              <a:t>FG </a:t>
            </a:r>
            <a:r>
              <a:rPr lang="en-US" altLang="zh-CN" sz="1600" kern="0" dirty="0">
                <a:cs typeface="+mn-ea"/>
                <a:sym typeface="+mn-lt"/>
              </a:rPr>
              <a:t>Inter </a:t>
            </a:r>
            <a:r>
              <a:rPr lang="en-US" altLang="zh-CN" sz="1600" kern="0" dirty="0" smtClean="0">
                <a:cs typeface="+mn-ea"/>
                <a:sym typeface="+mn-lt"/>
              </a:rPr>
              <a:t>Building</a:t>
            </a:r>
            <a:r>
              <a:rPr lang="zh-CN" altLang="en-US" sz="1600" kern="0" dirty="0" smtClean="0">
                <a:solidFill>
                  <a:schemeClr val="tx1">
                    <a:lumMod val="65000"/>
                    <a:lumOff val="35000"/>
                  </a:schemeClr>
                </a:solidFill>
                <a:sym typeface="+mn-lt"/>
              </a:rPr>
              <a:t> </a:t>
            </a:r>
            <a:endParaRPr lang="en-US" altLang="zh-CN" sz="1600" kern="0" dirty="0">
              <a:cs typeface="+mn-ea"/>
              <a:sym typeface="+mn-lt"/>
            </a:endParaRPr>
          </a:p>
        </p:txBody>
      </p:sp>
      <p:sp>
        <p:nvSpPr>
          <p:cNvPr id="11" name="圆角矩形 27"/>
          <p:cNvSpPr/>
          <p:nvPr/>
        </p:nvSpPr>
        <p:spPr>
          <a:xfrm>
            <a:off x="966265" y="3308324"/>
            <a:ext cx="9879120" cy="1279589"/>
          </a:xfrm>
          <a:prstGeom prst="roundRect">
            <a:avLst>
              <a:gd name="adj" fmla="val 9001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219170"/>
            <a:r>
              <a:rPr lang="en-US" altLang="zh-CN" sz="2400" kern="0" dirty="0" smtClean="0">
                <a:solidFill>
                  <a:schemeClr val="bg1"/>
                </a:solidFill>
              </a:rPr>
              <a:t>   </a:t>
            </a:r>
            <a:r>
              <a:rPr lang="en-US" altLang="zh-CN" sz="6000" kern="0" dirty="0" smtClean="0">
                <a:solidFill>
                  <a:schemeClr val="bg1"/>
                </a:solidFill>
              </a:rPr>
              <a:t>2</a:t>
            </a:r>
            <a:endParaRPr lang="zh-CN" altLang="en-US" sz="6000" kern="0" dirty="0">
              <a:solidFill>
                <a:schemeClr val="bg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197038" y="3308324"/>
            <a:ext cx="8408349" cy="127958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zh-CN" altLang="en-US" sz="2400" kern="0">
              <a:solidFill>
                <a:sysClr val="windowText" lastClr="000000"/>
              </a:solidFill>
            </a:endParaRPr>
          </a:p>
        </p:txBody>
      </p:sp>
      <p:sp>
        <p:nvSpPr>
          <p:cNvPr id="13" name="TextBox 30"/>
          <p:cNvSpPr txBox="1"/>
          <p:nvPr/>
        </p:nvSpPr>
        <p:spPr>
          <a:xfrm>
            <a:off x="2264461" y="3457464"/>
            <a:ext cx="5472608" cy="39568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lvl="0" defTabSz="914400">
              <a:lnSpc>
                <a:spcPct val="120000"/>
              </a:lnSpc>
              <a:defRPr/>
            </a:pPr>
            <a:r>
              <a:rPr lang="zh-CN" altLang="en-US" b="1" kern="0" dirty="0" smtClean="0">
                <a:cs typeface="+mn-ea"/>
                <a:sym typeface="+mn-lt"/>
              </a:rPr>
              <a:t>系統功能改版</a:t>
            </a:r>
            <a:endParaRPr lang="en-US" altLang="zh-CN" b="1" kern="0" dirty="0">
              <a:cs typeface="+mn-ea"/>
              <a:sym typeface="+mn-lt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264461" y="3851867"/>
            <a:ext cx="8100900" cy="4524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70">
              <a:lnSpc>
                <a:spcPct val="130000"/>
              </a:lnSpc>
              <a:spcBef>
                <a:spcPts val="800"/>
              </a:spcBef>
            </a:pPr>
            <a:r>
              <a:rPr lang="zh-CN" altLang="en-US" kern="0" dirty="0" smtClean="0">
                <a:solidFill>
                  <a:schemeClr val="tx1">
                    <a:lumMod val="65000"/>
                    <a:lumOff val="35000"/>
                  </a:schemeClr>
                </a:solidFill>
                <a:sym typeface="+mn-lt"/>
              </a:rPr>
              <a:t>對</a:t>
            </a:r>
            <a:r>
              <a:rPr lang="zh-CN" altLang="en-US" kern="0" dirty="0">
                <a:solidFill>
                  <a:schemeClr val="tx1">
                    <a:lumMod val="65000"/>
                    <a:lumOff val="35000"/>
                  </a:schemeClr>
                </a:solidFill>
                <a:sym typeface="+mn-lt"/>
              </a:rPr>
              <a:t>所有放行單的欄位及簽核流程進行了</a:t>
            </a:r>
            <a:r>
              <a:rPr lang="zh-CN" altLang="en-US" kern="0" dirty="0" smtClean="0">
                <a:solidFill>
                  <a:schemeClr val="tx1">
                    <a:lumMod val="65000"/>
                    <a:lumOff val="35000"/>
                  </a:schemeClr>
                </a:solidFill>
                <a:sym typeface="+mn-lt"/>
              </a:rPr>
              <a:t>大幅變更</a:t>
            </a:r>
            <a:endParaRPr lang="zh-CN" altLang="en-US" kern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" name="圆角矩形 27"/>
          <p:cNvSpPr/>
          <p:nvPr/>
        </p:nvSpPr>
        <p:spPr>
          <a:xfrm>
            <a:off x="992053" y="4881562"/>
            <a:ext cx="9879120" cy="1279589"/>
          </a:xfrm>
          <a:prstGeom prst="roundRect">
            <a:avLst>
              <a:gd name="adj" fmla="val 9001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219170"/>
            <a:r>
              <a:rPr lang="en-US" altLang="zh-CN" sz="2400" kern="0" dirty="0" smtClean="0">
                <a:solidFill>
                  <a:schemeClr val="bg1"/>
                </a:solidFill>
              </a:rPr>
              <a:t>   </a:t>
            </a:r>
            <a:r>
              <a:rPr lang="en-US" altLang="zh-CN" sz="6000" kern="0" dirty="0">
                <a:solidFill>
                  <a:schemeClr val="bg1"/>
                </a:solidFill>
              </a:rPr>
              <a:t>3</a:t>
            </a:r>
            <a:endParaRPr lang="zh-CN" altLang="en-US" sz="6000" kern="0" dirty="0">
              <a:solidFill>
                <a:schemeClr val="bg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222826" y="4881562"/>
            <a:ext cx="8408349" cy="127958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zh-CN" altLang="en-US" sz="2400" kern="0">
              <a:solidFill>
                <a:sysClr val="windowText" lastClr="000000"/>
              </a:solidFill>
            </a:endParaRPr>
          </a:p>
        </p:txBody>
      </p:sp>
      <p:sp>
        <p:nvSpPr>
          <p:cNvPr id="17" name="TextBox 30"/>
          <p:cNvSpPr txBox="1"/>
          <p:nvPr/>
        </p:nvSpPr>
        <p:spPr>
          <a:xfrm>
            <a:off x="2290249" y="5030702"/>
            <a:ext cx="8100900" cy="75713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defTabSz="914400">
              <a:lnSpc>
                <a:spcPct val="120000"/>
              </a:lnSpc>
              <a:defRPr/>
            </a:pPr>
            <a:r>
              <a:rPr lang="zh-CN" altLang="en-US" b="1" kern="0" dirty="0" smtClean="0">
                <a:cs typeface="+mn-ea"/>
                <a:sym typeface="+mn-lt"/>
              </a:rPr>
              <a:t>新增 </a:t>
            </a:r>
            <a:r>
              <a:rPr lang="en-US" altLang="zh-CN" b="1" kern="0" dirty="0" smtClean="0">
                <a:cs typeface="+mn-ea"/>
                <a:sym typeface="+mn-lt"/>
              </a:rPr>
              <a:t>4 </a:t>
            </a:r>
            <a:r>
              <a:rPr lang="zh-CN" altLang="en-US" b="1" kern="0" dirty="0" smtClean="0">
                <a:cs typeface="+mn-ea"/>
                <a:sym typeface="+mn-lt"/>
              </a:rPr>
              <a:t>個基礎數據維護功能</a:t>
            </a:r>
            <a:endParaRPr lang="en-US" altLang="zh-CN" sz="1600" kern="0" dirty="0">
              <a:cs typeface="+mn-ea"/>
              <a:sym typeface="+mn-lt"/>
            </a:endParaRPr>
          </a:p>
          <a:p>
            <a:pPr lvl="0" defTabSz="914400">
              <a:lnSpc>
                <a:spcPct val="120000"/>
              </a:lnSpc>
              <a:defRPr/>
            </a:pPr>
            <a:endParaRPr lang="en-US" altLang="zh-CN" b="1" kern="0" dirty="0">
              <a:cs typeface="+mn-ea"/>
              <a:sym typeface="+mn-lt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290249" y="5425105"/>
            <a:ext cx="8100900" cy="4124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70">
              <a:lnSpc>
                <a:spcPct val="130000"/>
              </a:lnSpc>
              <a:spcBef>
                <a:spcPts val="800"/>
              </a:spcBef>
            </a:pPr>
            <a:r>
              <a:rPr lang="en-US" altLang="zh-CN" sz="1600" kern="0" dirty="0">
                <a:cs typeface="+mn-ea"/>
                <a:sym typeface="+mn-lt"/>
              </a:rPr>
              <a:t>Building</a:t>
            </a:r>
            <a:r>
              <a:rPr lang="zh-CN" altLang="en-US" sz="1600" kern="0" dirty="0">
                <a:cs typeface="+mn-ea"/>
                <a:sym typeface="+mn-lt"/>
              </a:rPr>
              <a:t>，</a:t>
            </a:r>
            <a:r>
              <a:rPr lang="en-US" altLang="zh-CN" sz="1600" kern="0" dirty="0">
                <a:cs typeface="+mn-ea"/>
                <a:sym typeface="+mn-lt"/>
              </a:rPr>
              <a:t>Vehicle Tracking,  Returnable Entry, </a:t>
            </a:r>
            <a:r>
              <a:rPr lang="en-US" altLang="zh-CN" sz="1600" kern="0" dirty="0" smtClean="0">
                <a:cs typeface="+mn-ea"/>
                <a:sym typeface="+mn-lt"/>
              </a:rPr>
              <a:t> Contact </a:t>
            </a:r>
            <a:r>
              <a:rPr lang="en-US" altLang="zh-CN" sz="1600" kern="0" dirty="0">
                <a:cs typeface="+mn-ea"/>
                <a:sym typeface="+mn-lt"/>
              </a:rPr>
              <a:t>Us</a:t>
            </a:r>
            <a:endParaRPr lang="zh-CN" altLang="en-US" sz="1600" kern="0" dirty="0"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10440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227739" y="656909"/>
            <a:ext cx="4037256" cy="415498"/>
          </a:xfrm>
        </p:spPr>
        <p:txBody>
          <a:bodyPr/>
          <a:lstStyle/>
          <a:p>
            <a:r>
              <a:rPr lang="en-US" altLang="zh-CN" dirty="0" smtClean="0"/>
              <a:t>TN&amp;AP Gate Pass System</a:t>
            </a:r>
            <a:endParaRPr lang="zh-CN" altLang="en-US" dirty="0"/>
          </a:p>
        </p:txBody>
      </p:sp>
      <p:sp>
        <p:nvSpPr>
          <p:cNvPr id="4" name="Rectangle 59"/>
          <p:cNvSpPr>
            <a:spLocks noChangeArrowheads="1"/>
          </p:cNvSpPr>
          <p:nvPr/>
        </p:nvSpPr>
        <p:spPr bwMode="auto">
          <a:xfrm>
            <a:off x="687724" y="1558838"/>
            <a:ext cx="10950094" cy="219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R="0" lvl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zh-CN" sz="1800" b="1" kern="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4</a:t>
            </a:r>
            <a:r>
              <a:rPr lang="en-US" altLang="zh-CN" sz="1800" b="1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. </a:t>
            </a:r>
            <a:r>
              <a:rPr lang="zh-CN" altLang="en-US" sz="1800" b="1" kern="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優</a:t>
            </a:r>
            <a:r>
              <a:rPr lang="zh-CN" altLang="en-US" sz="1800" b="1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化</a:t>
            </a:r>
            <a:endParaRPr lang="en-US" altLang="zh-CN" sz="1800" b="1" kern="0" dirty="0" smtClean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  <a:p>
            <a:pPr marR="0" lvl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lvl="0" defTabSz="914400" eaLnBrk="1" hangingPunct="1">
              <a:lnSpc>
                <a:spcPct val="120000"/>
              </a:lnSpc>
              <a:defRPr/>
            </a:pPr>
            <a:r>
              <a:rPr lang="zh-CN" altLang="en-US" sz="1600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  </a:t>
            </a:r>
            <a:r>
              <a:rPr lang="zh-CN" altLang="en-US" sz="1600" b="1" kern="0" dirty="0" smtClean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背景</a:t>
            </a:r>
            <a:r>
              <a:rPr lang="zh-CN" altLang="en-US" sz="1600" kern="0" dirty="0" smtClean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：</a:t>
            </a:r>
            <a:r>
              <a:rPr lang="zh-CN" altLang="en-US" sz="1600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所有放行單共用一個頁面，每種類型放行單的欄位有差異，簽核流程也不一致。</a:t>
            </a:r>
            <a:endParaRPr lang="en-US" altLang="zh-CN" sz="1600" kern="0" dirty="0" smtClean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  <a:p>
            <a:pPr lvl="0" defTabSz="914400" eaLnBrk="1" hangingPunct="1">
              <a:lnSpc>
                <a:spcPct val="120000"/>
              </a:lnSpc>
              <a:defRPr/>
            </a:pPr>
            <a:endParaRPr lang="en-US" altLang="zh-CN" sz="1600" kern="0" dirty="0" smtClean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  <a:p>
            <a:pPr lvl="0" defTabSz="914400" eaLnBrk="1" hangingPunct="1">
              <a:lnSpc>
                <a:spcPct val="120000"/>
              </a:lnSpc>
              <a:defRPr/>
            </a:pPr>
            <a:r>
              <a:rPr lang="zh-CN" altLang="en-US" sz="1600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  </a:t>
            </a:r>
            <a:r>
              <a:rPr lang="zh-CN" altLang="en-US" sz="1600" b="1" kern="0" dirty="0" smtClean="0">
                <a:solidFill>
                  <a:srgbClr val="E73A1C"/>
                </a:solidFill>
                <a:latin typeface="+mn-lt"/>
                <a:ea typeface="+mn-ea"/>
                <a:cs typeface="+mn-ea"/>
                <a:sym typeface="+mn-lt"/>
              </a:rPr>
              <a:t>問題：</a:t>
            </a:r>
            <a:r>
              <a:rPr lang="zh-CN" altLang="en-US" sz="1600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判斷邏輯多，代碼混亂，增加或修改一張放行單，容易影響其它放行單，維護困難</a:t>
            </a:r>
            <a:endParaRPr lang="en-US" altLang="zh-CN" sz="1600" kern="0" dirty="0" smtClean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  <a:p>
            <a:pPr lvl="0" defTabSz="914400" eaLnBrk="1" hangingPunct="1">
              <a:lnSpc>
                <a:spcPct val="120000"/>
              </a:lnSpc>
              <a:defRPr/>
            </a:pPr>
            <a:endParaRPr lang="en-US" altLang="zh-CN" sz="1600" kern="0" dirty="0" smtClean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  <a:p>
            <a:pPr lvl="0" defTabSz="914400" eaLnBrk="1" hangingPunct="1">
              <a:lnSpc>
                <a:spcPct val="120000"/>
              </a:lnSpc>
              <a:defRPr/>
            </a:pPr>
            <a:r>
              <a:rPr lang="zh-CN" altLang="en-US" sz="1600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  </a:t>
            </a:r>
            <a:r>
              <a:rPr lang="zh-CN" altLang="en-US" sz="1600" b="1" kern="0" dirty="0" smtClean="0">
                <a:solidFill>
                  <a:srgbClr val="00B050"/>
                </a:solidFill>
                <a:latin typeface="+mn-lt"/>
                <a:ea typeface="+mn-ea"/>
                <a:cs typeface="+mn-ea"/>
                <a:sym typeface="+mn-lt"/>
              </a:rPr>
              <a:t>解決方案： </a:t>
            </a:r>
            <a:r>
              <a:rPr lang="zh-CN" altLang="en-US" sz="1600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將不同的放行單分拆到不同的頁面處理。  </a:t>
            </a:r>
            <a:endParaRPr lang="en-US" altLang="zh-CN" sz="1600" kern="0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91111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227739" y="656909"/>
            <a:ext cx="4037256" cy="415498"/>
          </a:xfrm>
        </p:spPr>
        <p:txBody>
          <a:bodyPr/>
          <a:lstStyle/>
          <a:p>
            <a:r>
              <a:rPr lang="en-US" altLang="zh-CN" dirty="0" smtClean="0"/>
              <a:t>TN&amp;AP E-Scrap System</a:t>
            </a:r>
            <a:endParaRPr lang="zh-CN" altLang="en-US" dirty="0"/>
          </a:p>
        </p:txBody>
      </p:sp>
      <p:sp>
        <p:nvSpPr>
          <p:cNvPr id="6" name="圆角矩形 27"/>
          <p:cNvSpPr/>
          <p:nvPr/>
        </p:nvSpPr>
        <p:spPr>
          <a:xfrm>
            <a:off x="954545" y="2072707"/>
            <a:ext cx="9879120" cy="1279589"/>
          </a:xfrm>
          <a:prstGeom prst="roundRect">
            <a:avLst>
              <a:gd name="adj" fmla="val 9001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219170"/>
            <a:r>
              <a:rPr lang="en-US" altLang="zh-CN" sz="2400" kern="0" dirty="0" smtClean="0">
                <a:solidFill>
                  <a:schemeClr val="bg1"/>
                </a:solidFill>
              </a:rPr>
              <a:t>   </a:t>
            </a:r>
            <a:r>
              <a:rPr lang="en-US" altLang="zh-CN" sz="6000" b="1" kern="0" dirty="0" smtClean="0">
                <a:solidFill>
                  <a:schemeClr val="bg1"/>
                </a:solidFill>
              </a:rPr>
              <a:t>1</a:t>
            </a:r>
            <a:endParaRPr lang="zh-CN" altLang="en-US" sz="6000" b="1" kern="0" dirty="0">
              <a:solidFill>
                <a:schemeClr val="bg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2185318" y="2072707"/>
            <a:ext cx="8408349" cy="127958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zh-CN" altLang="en-US" sz="2400" kern="0">
              <a:solidFill>
                <a:sysClr val="windowText" lastClr="000000"/>
              </a:solidFill>
            </a:endParaRPr>
          </a:p>
        </p:txBody>
      </p:sp>
      <p:sp>
        <p:nvSpPr>
          <p:cNvPr id="8" name="TextBox 30"/>
          <p:cNvSpPr txBox="1"/>
          <p:nvPr/>
        </p:nvSpPr>
        <p:spPr>
          <a:xfrm>
            <a:off x="2252741" y="2221847"/>
            <a:ext cx="5472608" cy="4247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lvl="0" defTabSz="914400">
              <a:lnSpc>
                <a:spcPct val="120000"/>
              </a:lnSpc>
              <a:defRPr/>
            </a:pPr>
            <a:r>
              <a:rPr lang="zh-CN" altLang="en-US" b="1" kern="0" dirty="0" smtClean="0">
                <a:cs typeface="+mn-ea"/>
                <a:sym typeface="+mn-lt"/>
              </a:rPr>
              <a:t>新增</a:t>
            </a:r>
            <a:r>
              <a:rPr lang="en-US" altLang="zh-CN" b="1" kern="0" dirty="0" smtClean="0">
                <a:cs typeface="+mn-ea"/>
                <a:sym typeface="+mn-lt"/>
              </a:rPr>
              <a:t>WoToWo </a:t>
            </a:r>
            <a:r>
              <a:rPr lang="zh-CN" altLang="en-US" b="1" kern="0" dirty="0">
                <a:cs typeface="+mn-ea"/>
                <a:sym typeface="+mn-lt"/>
              </a:rPr>
              <a:t>表單簽核</a:t>
            </a:r>
            <a:endParaRPr lang="en-US" altLang="zh-CN" b="1" kern="0" dirty="0"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252741" y="2616250"/>
            <a:ext cx="8100900" cy="4524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70">
              <a:lnSpc>
                <a:spcPct val="130000"/>
              </a:lnSpc>
              <a:spcBef>
                <a:spcPts val="800"/>
              </a:spcBef>
            </a:pPr>
            <a:r>
              <a:rPr lang="zh-CN" altLang="en-US" kern="0" dirty="0">
                <a:solidFill>
                  <a:schemeClr val="tx1">
                    <a:lumMod val="65000"/>
                    <a:lumOff val="35000"/>
                  </a:schemeClr>
                </a:solidFill>
                <a:sym typeface="+mn-lt"/>
              </a:rPr>
              <a:t>參考廊坊表單工單，實現表單簽核</a:t>
            </a:r>
            <a:r>
              <a:rPr lang="en-US" altLang="zh-CN" kern="0" dirty="0">
                <a:solidFill>
                  <a:schemeClr val="tx1">
                    <a:lumMod val="65000"/>
                    <a:lumOff val="35000"/>
                  </a:schemeClr>
                </a:solidFill>
                <a:sym typeface="+mn-lt"/>
              </a:rPr>
              <a:t>E</a:t>
            </a:r>
            <a:r>
              <a:rPr lang="zh-CN" altLang="en-US" kern="0" dirty="0">
                <a:solidFill>
                  <a:schemeClr val="tx1">
                    <a:lumMod val="65000"/>
                    <a:lumOff val="35000"/>
                  </a:schemeClr>
                </a:solidFill>
                <a:sym typeface="+mn-lt"/>
              </a:rPr>
              <a:t>化，</a:t>
            </a:r>
            <a:r>
              <a:rPr lang="en-US" altLang="zh-CN" kern="0" dirty="0">
                <a:solidFill>
                  <a:schemeClr val="tx1">
                    <a:lumMod val="65000"/>
                    <a:lumOff val="35000"/>
                  </a:schemeClr>
                </a:solidFill>
                <a:sym typeface="+mn-lt"/>
              </a:rPr>
              <a:t>261</a:t>
            </a:r>
            <a:r>
              <a:rPr lang="zh-CN" altLang="en-US" kern="0" dirty="0">
                <a:solidFill>
                  <a:schemeClr val="tx1">
                    <a:lumMod val="65000"/>
                    <a:lumOff val="35000"/>
                  </a:schemeClr>
                </a:solidFill>
                <a:sym typeface="+mn-lt"/>
              </a:rPr>
              <a:t>，</a:t>
            </a:r>
            <a:r>
              <a:rPr lang="en-US" altLang="zh-CN" kern="0" dirty="0">
                <a:solidFill>
                  <a:schemeClr val="tx1">
                    <a:lumMod val="65000"/>
                    <a:lumOff val="35000"/>
                  </a:schemeClr>
                </a:solidFill>
                <a:sym typeface="+mn-lt"/>
              </a:rPr>
              <a:t>262 </a:t>
            </a:r>
            <a:r>
              <a:rPr lang="zh-CN" altLang="en-US" kern="0" dirty="0" smtClean="0">
                <a:solidFill>
                  <a:schemeClr val="tx1">
                    <a:lumMod val="65000"/>
                    <a:lumOff val="35000"/>
                  </a:schemeClr>
                </a:solidFill>
                <a:sym typeface="+mn-lt"/>
              </a:rPr>
              <a:t>過帳</a:t>
            </a:r>
            <a:endParaRPr lang="zh-CN" altLang="en-US" kern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6" name="圆角矩形 27"/>
          <p:cNvSpPr/>
          <p:nvPr/>
        </p:nvSpPr>
        <p:spPr>
          <a:xfrm>
            <a:off x="966265" y="4208655"/>
            <a:ext cx="9879120" cy="1279589"/>
          </a:xfrm>
          <a:prstGeom prst="roundRect">
            <a:avLst>
              <a:gd name="adj" fmla="val 9001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219170"/>
            <a:r>
              <a:rPr lang="en-US" altLang="zh-CN" sz="2400" kern="0" dirty="0" smtClean="0">
                <a:solidFill>
                  <a:schemeClr val="bg1"/>
                </a:solidFill>
              </a:rPr>
              <a:t>   </a:t>
            </a:r>
            <a:r>
              <a:rPr lang="en-US" altLang="zh-CN" sz="6000" kern="0" dirty="0" smtClean="0">
                <a:solidFill>
                  <a:schemeClr val="bg1"/>
                </a:solidFill>
              </a:rPr>
              <a:t>2</a:t>
            </a:r>
            <a:endParaRPr lang="zh-CN" altLang="en-US" sz="6000" kern="0" dirty="0">
              <a:solidFill>
                <a:schemeClr val="bg1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197038" y="4208655"/>
            <a:ext cx="8408349" cy="127958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zh-CN" altLang="en-US" sz="2400" kern="0">
              <a:solidFill>
                <a:sysClr val="windowText" lastClr="000000"/>
              </a:solidFill>
            </a:endParaRPr>
          </a:p>
        </p:txBody>
      </p:sp>
      <p:sp>
        <p:nvSpPr>
          <p:cNvPr id="18" name="TextBox 30"/>
          <p:cNvSpPr txBox="1"/>
          <p:nvPr/>
        </p:nvSpPr>
        <p:spPr>
          <a:xfrm>
            <a:off x="2264461" y="4357795"/>
            <a:ext cx="5472608" cy="39568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lvl="0" defTabSz="914400">
              <a:lnSpc>
                <a:spcPct val="120000"/>
              </a:lnSpc>
              <a:defRPr/>
            </a:pPr>
            <a:r>
              <a:rPr lang="zh-CN" altLang="en-US" b="1" kern="0" dirty="0">
                <a:cs typeface="+mn-ea"/>
                <a:sym typeface="+mn-lt"/>
              </a:rPr>
              <a:t>強制</a:t>
            </a:r>
            <a:r>
              <a:rPr lang="zh-CN" altLang="en-US" b="1" kern="0" dirty="0" smtClean="0">
                <a:cs typeface="+mn-ea"/>
                <a:sym typeface="+mn-lt"/>
              </a:rPr>
              <a:t>刪除功能</a:t>
            </a:r>
            <a:endParaRPr lang="en-US" altLang="zh-CN" b="1" kern="0" dirty="0">
              <a:cs typeface="+mn-ea"/>
              <a:sym typeface="+mn-lt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264461" y="4752198"/>
            <a:ext cx="8100900" cy="4166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70">
              <a:lnSpc>
                <a:spcPct val="130000"/>
              </a:lnSpc>
              <a:spcBef>
                <a:spcPts val="800"/>
              </a:spcBef>
            </a:pPr>
            <a:r>
              <a:rPr lang="zh-CN" altLang="en-US" kern="0" dirty="0">
                <a:solidFill>
                  <a:schemeClr val="tx1">
                    <a:lumMod val="65000"/>
                    <a:lumOff val="35000"/>
                  </a:schemeClr>
                </a:solidFill>
                <a:sym typeface="+mn-lt"/>
              </a:rPr>
              <a:t>對有業務問題但過完了部份帳的單據， 增加管理員確認并強制刪除的</a:t>
            </a:r>
            <a:r>
              <a:rPr lang="zh-CN" altLang="en-US" kern="0" dirty="0" smtClean="0">
                <a:solidFill>
                  <a:schemeClr val="tx1">
                    <a:lumMod val="65000"/>
                    <a:lumOff val="35000"/>
                  </a:schemeClr>
                </a:solidFill>
                <a:sym typeface="+mn-lt"/>
              </a:rPr>
              <a:t>功能</a:t>
            </a:r>
            <a:endParaRPr lang="zh-CN" altLang="en-US" kern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0531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227739" y="656909"/>
            <a:ext cx="4037256" cy="415498"/>
          </a:xfrm>
        </p:spPr>
        <p:txBody>
          <a:bodyPr/>
          <a:lstStyle/>
          <a:p>
            <a:r>
              <a:rPr lang="zh-CN" altLang="en-US" dirty="0" smtClean="0"/>
              <a:t>員寶 </a:t>
            </a:r>
            <a:r>
              <a:rPr lang="en-US" altLang="zh-CN" dirty="0" smtClean="0"/>
              <a:t>&amp; </a:t>
            </a:r>
            <a:r>
              <a:rPr lang="zh-CN" altLang="en-US" dirty="0" smtClean="0"/>
              <a:t>企業微信</a:t>
            </a:r>
            <a:endParaRPr lang="zh-CN" altLang="en-US" dirty="0"/>
          </a:p>
        </p:txBody>
      </p:sp>
      <p:sp>
        <p:nvSpPr>
          <p:cNvPr id="8" name="弧形 7"/>
          <p:cNvSpPr/>
          <p:nvPr/>
        </p:nvSpPr>
        <p:spPr>
          <a:xfrm>
            <a:off x="4357463" y="1660724"/>
            <a:ext cx="3312368" cy="3312368"/>
          </a:xfrm>
          <a:prstGeom prst="arc">
            <a:avLst>
              <a:gd name="adj1" fmla="val 10802728"/>
              <a:gd name="adj2" fmla="val 16203320"/>
            </a:avLst>
          </a:prstGeom>
          <a:noFill/>
          <a:ln w="57150" cap="rnd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zh-CN" altLang="en-US" sz="3200" kern="0">
              <a:solidFill>
                <a:srgbClr val="BF3420"/>
              </a:solidFill>
            </a:endParaRPr>
          </a:p>
        </p:txBody>
      </p:sp>
      <p:cxnSp>
        <p:nvCxnSpPr>
          <p:cNvPr id="9" name="直接连接符 13"/>
          <p:cNvCxnSpPr/>
          <p:nvPr/>
        </p:nvCxnSpPr>
        <p:spPr>
          <a:xfrm>
            <a:off x="5341747" y="3001600"/>
            <a:ext cx="1344149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14"/>
          <p:cNvCxnSpPr/>
          <p:nvPr/>
        </p:nvCxnSpPr>
        <p:spPr>
          <a:xfrm>
            <a:off x="5341747" y="3625669"/>
            <a:ext cx="1344149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1371136" y="1556793"/>
            <a:ext cx="2986501" cy="379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70"/>
            <a:r>
              <a:rPr lang="zh-CN" altLang="en-US" sz="1867" b="1" kern="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接口</a:t>
            </a:r>
          </a:p>
        </p:txBody>
      </p:sp>
      <p:sp>
        <p:nvSpPr>
          <p:cNvPr id="12" name="TextBox 16"/>
          <p:cNvSpPr txBox="1"/>
          <p:nvPr/>
        </p:nvSpPr>
        <p:spPr>
          <a:xfrm>
            <a:off x="1371135" y="1986517"/>
            <a:ext cx="2524524" cy="380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>
              <a:lnSpc>
                <a:spcPct val="130000"/>
              </a:lnSpc>
              <a:spcBef>
                <a:spcPts val="800"/>
              </a:spcBef>
            </a:pPr>
            <a:r>
              <a:rPr lang="zh-CN" altLang="en-US" sz="1600" kern="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人臉， 工務</a:t>
            </a:r>
            <a:endParaRPr lang="zh-CN" altLang="en-US" sz="1600" kern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13" name="组合 17"/>
          <p:cNvGrpSpPr/>
          <p:nvPr/>
        </p:nvGrpSpPr>
        <p:grpSpPr>
          <a:xfrm>
            <a:off x="1285296" y="1967161"/>
            <a:ext cx="3840427" cy="2692947"/>
            <a:chOff x="1079612" y="1507889"/>
            <a:chExt cx="2880320" cy="2019710"/>
          </a:xfrm>
        </p:grpSpPr>
        <p:grpSp>
          <p:nvGrpSpPr>
            <p:cNvPr id="14" name="组合 18"/>
            <p:cNvGrpSpPr/>
            <p:nvPr/>
          </p:nvGrpSpPr>
          <p:grpSpPr>
            <a:xfrm>
              <a:off x="1079612" y="1507889"/>
              <a:ext cx="2880320" cy="775829"/>
              <a:chOff x="755576" y="1779662"/>
              <a:chExt cx="2880320" cy="360040"/>
            </a:xfrm>
          </p:grpSpPr>
          <p:cxnSp>
            <p:nvCxnSpPr>
              <p:cNvPr id="18" name="直接连接符 25"/>
              <p:cNvCxnSpPr/>
              <p:nvPr/>
            </p:nvCxnSpPr>
            <p:spPr>
              <a:xfrm>
                <a:off x="755576" y="1779662"/>
                <a:ext cx="1957772" cy="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26"/>
              <p:cNvCxnSpPr/>
              <p:nvPr/>
            </p:nvCxnSpPr>
            <p:spPr>
              <a:xfrm>
                <a:off x="2713348" y="1779662"/>
                <a:ext cx="922548" cy="36004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组合 22"/>
            <p:cNvGrpSpPr/>
            <p:nvPr/>
          </p:nvGrpSpPr>
          <p:grpSpPr>
            <a:xfrm flipV="1">
              <a:off x="1079612" y="2751770"/>
              <a:ext cx="2880320" cy="775829"/>
              <a:chOff x="755576" y="1779662"/>
              <a:chExt cx="2880320" cy="360040"/>
            </a:xfrm>
          </p:grpSpPr>
          <p:cxnSp>
            <p:nvCxnSpPr>
              <p:cNvPr id="16" name="直接连接符 23"/>
              <p:cNvCxnSpPr/>
              <p:nvPr/>
            </p:nvCxnSpPr>
            <p:spPr>
              <a:xfrm>
                <a:off x="755576" y="1779662"/>
                <a:ext cx="1957772" cy="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24"/>
              <p:cNvCxnSpPr/>
              <p:nvPr/>
            </p:nvCxnSpPr>
            <p:spPr>
              <a:xfrm>
                <a:off x="2713348" y="1779662"/>
                <a:ext cx="922548" cy="36004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" name="TextBox 28"/>
          <p:cNvSpPr txBox="1"/>
          <p:nvPr/>
        </p:nvSpPr>
        <p:spPr>
          <a:xfrm>
            <a:off x="1287126" y="3989304"/>
            <a:ext cx="2524524" cy="7325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>
              <a:lnSpc>
                <a:spcPct val="130000"/>
              </a:lnSpc>
              <a:spcBef>
                <a:spcPts val="800"/>
              </a:spcBef>
            </a:pPr>
            <a:r>
              <a:rPr lang="zh-CN" altLang="en-US" sz="1600" kern="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薪資卡變更上線，后臺新聞管理變更</a:t>
            </a:r>
            <a:endParaRPr lang="zh-CN" altLang="en-US" sz="1600" kern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22" name="组合 29"/>
          <p:cNvGrpSpPr/>
          <p:nvPr/>
        </p:nvGrpSpPr>
        <p:grpSpPr>
          <a:xfrm flipH="1">
            <a:off x="6853915" y="1967161"/>
            <a:ext cx="3840427" cy="2692947"/>
            <a:chOff x="1079612" y="1507889"/>
            <a:chExt cx="2880320" cy="2019710"/>
          </a:xfrm>
        </p:grpSpPr>
        <p:grpSp>
          <p:nvGrpSpPr>
            <p:cNvPr id="23" name="组合 30"/>
            <p:cNvGrpSpPr/>
            <p:nvPr/>
          </p:nvGrpSpPr>
          <p:grpSpPr>
            <a:xfrm>
              <a:off x="1079612" y="1507889"/>
              <a:ext cx="2880320" cy="775829"/>
              <a:chOff x="755576" y="1779662"/>
              <a:chExt cx="2880320" cy="360040"/>
            </a:xfrm>
          </p:grpSpPr>
          <p:cxnSp>
            <p:nvCxnSpPr>
              <p:cNvPr id="27" name="直接连接符 34"/>
              <p:cNvCxnSpPr/>
              <p:nvPr/>
            </p:nvCxnSpPr>
            <p:spPr>
              <a:xfrm>
                <a:off x="755576" y="1779662"/>
                <a:ext cx="1957772" cy="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35"/>
              <p:cNvCxnSpPr/>
              <p:nvPr/>
            </p:nvCxnSpPr>
            <p:spPr>
              <a:xfrm>
                <a:off x="2713348" y="1779662"/>
                <a:ext cx="922548" cy="36004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组合 31"/>
            <p:cNvGrpSpPr/>
            <p:nvPr/>
          </p:nvGrpSpPr>
          <p:grpSpPr>
            <a:xfrm flipV="1">
              <a:off x="1079612" y="2751770"/>
              <a:ext cx="2880320" cy="775829"/>
              <a:chOff x="755576" y="1779662"/>
              <a:chExt cx="2880320" cy="360040"/>
            </a:xfrm>
          </p:grpSpPr>
          <p:cxnSp>
            <p:nvCxnSpPr>
              <p:cNvPr id="25" name="直接连接符 32"/>
              <p:cNvCxnSpPr/>
              <p:nvPr/>
            </p:nvCxnSpPr>
            <p:spPr>
              <a:xfrm>
                <a:off x="755576" y="1779662"/>
                <a:ext cx="1957772" cy="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33"/>
              <p:cNvCxnSpPr/>
              <p:nvPr/>
            </p:nvCxnSpPr>
            <p:spPr>
              <a:xfrm>
                <a:off x="2713348" y="1779662"/>
                <a:ext cx="922548" cy="360040"/>
              </a:xfrm>
              <a:prstGeom prst="line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9" name="矩形 28"/>
          <p:cNvSpPr/>
          <p:nvPr/>
        </p:nvSpPr>
        <p:spPr>
          <a:xfrm>
            <a:off x="7718011" y="1561441"/>
            <a:ext cx="2986501" cy="379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1219170"/>
            <a:r>
              <a:rPr lang="zh-CN" altLang="en-US" sz="1867" b="1" kern="0" dirty="0">
                <a:solidFill>
                  <a:schemeClr val="accent3">
                    <a:lumMod val="75000"/>
                  </a:schemeClr>
                </a:solidFill>
              </a:rPr>
              <a:t>通訊錄</a:t>
            </a:r>
          </a:p>
        </p:txBody>
      </p:sp>
      <p:sp>
        <p:nvSpPr>
          <p:cNvPr id="30" name="TextBox 37"/>
          <p:cNvSpPr txBox="1"/>
          <p:nvPr/>
        </p:nvSpPr>
        <p:spPr>
          <a:xfrm>
            <a:off x="8179989" y="1991165"/>
            <a:ext cx="2524524" cy="412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>
              <a:lnSpc>
                <a:spcPct val="130000"/>
              </a:lnSpc>
              <a:spcBef>
                <a:spcPts val="800"/>
              </a:spcBef>
            </a:pPr>
            <a:r>
              <a:rPr lang="zh-CN" altLang="en-US" sz="1600" kern="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同步人員，部門組織。</a:t>
            </a:r>
            <a:endParaRPr lang="zh-CN" altLang="en-US" sz="1600" kern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7718011" y="4686435"/>
            <a:ext cx="2986501" cy="379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1219170"/>
            <a:r>
              <a:rPr lang="zh-CN" altLang="en-US" sz="1867" b="1" kern="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註冊</a:t>
            </a:r>
            <a:r>
              <a:rPr lang="en-US" altLang="zh-CN" sz="1867" b="1" kern="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(</a:t>
            </a:r>
            <a:r>
              <a:rPr lang="zh-CN" altLang="en-US" sz="1867" b="1" kern="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關注</a:t>
            </a:r>
            <a:r>
              <a:rPr lang="en-US" altLang="zh-CN" sz="1867" b="1" kern="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)</a:t>
            </a:r>
            <a:endParaRPr lang="zh-CN" altLang="en-US" sz="1867" b="1" kern="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2" name="TextBox 39"/>
          <p:cNvSpPr txBox="1"/>
          <p:nvPr/>
        </p:nvSpPr>
        <p:spPr>
          <a:xfrm>
            <a:off x="8179989" y="3883477"/>
            <a:ext cx="2524524" cy="7325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>
              <a:lnSpc>
                <a:spcPct val="130000"/>
              </a:lnSpc>
              <a:spcBef>
                <a:spcPts val="800"/>
              </a:spcBef>
            </a:pPr>
            <a:r>
              <a:rPr lang="zh-CN" altLang="en-US" sz="1600" kern="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人員信息后臺自動同步，掃碼即可加入</a:t>
            </a:r>
            <a:endParaRPr lang="zh-CN" altLang="en-US" sz="1600" kern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485025" y="3012407"/>
            <a:ext cx="305724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219170"/>
            <a:r>
              <a:rPr lang="zh-CN" altLang="en-US" sz="3200" kern="0" dirty="0" smtClean="0">
                <a:solidFill>
                  <a:schemeClr val="accent3"/>
                </a:solidFill>
              </a:rPr>
              <a:t>員寶、企業微信</a:t>
            </a:r>
            <a:endParaRPr lang="zh-CN" altLang="en-US" sz="3200" kern="0" dirty="0">
              <a:solidFill>
                <a:schemeClr val="accent3"/>
              </a:solidFill>
            </a:endParaRPr>
          </a:p>
        </p:txBody>
      </p:sp>
      <p:sp>
        <p:nvSpPr>
          <p:cNvPr id="34" name="弧形 33"/>
          <p:cNvSpPr/>
          <p:nvPr/>
        </p:nvSpPr>
        <p:spPr>
          <a:xfrm rot="16200000">
            <a:off x="4357463" y="1660725"/>
            <a:ext cx="3312368" cy="3312368"/>
          </a:xfrm>
          <a:prstGeom prst="arc">
            <a:avLst>
              <a:gd name="adj1" fmla="val 10802728"/>
              <a:gd name="adj2" fmla="val 16203320"/>
            </a:avLst>
          </a:prstGeom>
          <a:noFill/>
          <a:ln w="57150" cap="rnd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zh-CN" altLang="en-US" sz="3200" kern="0">
              <a:solidFill>
                <a:srgbClr val="BF3420"/>
              </a:solidFill>
            </a:endParaRPr>
          </a:p>
        </p:txBody>
      </p:sp>
      <p:sp>
        <p:nvSpPr>
          <p:cNvPr id="35" name="弧形 34"/>
          <p:cNvSpPr/>
          <p:nvPr/>
        </p:nvSpPr>
        <p:spPr>
          <a:xfrm rot="10800000">
            <a:off x="4357464" y="1660724"/>
            <a:ext cx="3312368" cy="3312368"/>
          </a:xfrm>
          <a:prstGeom prst="arc">
            <a:avLst>
              <a:gd name="adj1" fmla="val 10802728"/>
              <a:gd name="adj2" fmla="val 16203320"/>
            </a:avLst>
          </a:prstGeom>
          <a:noFill/>
          <a:ln w="57150" cap="rnd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zh-CN" altLang="en-US" sz="3200" kern="0">
              <a:solidFill>
                <a:srgbClr val="BF3420"/>
              </a:solidFill>
            </a:endParaRPr>
          </a:p>
        </p:txBody>
      </p:sp>
      <p:sp>
        <p:nvSpPr>
          <p:cNvPr id="36" name="弧形 35"/>
          <p:cNvSpPr/>
          <p:nvPr/>
        </p:nvSpPr>
        <p:spPr>
          <a:xfrm rot="5400000">
            <a:off x="4357463" y="1660724"/>
            <a:ext cx="3312368" cy="3312368"/>
          </a:xfrm>
          <a:prstGeom prst="arc">
            <a:avLst>
              <a:gd name="adj1" fmla="val 10802728"/>
              <a:gd name="adj2" fmla="val 16203320"/>
            </a:avLst>
          </a:prstGeom>
          <a:noFill/>
          <a:ln w="57150" cap="rnd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zh-CN" altLang="en-US" sz="3200" kern="0">
              <a:solidFill>
                <a:srgbClr val="BF3420"/>
              </a:solidFill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016883" y="4783515"/>
            <a:ext cx="1318354" cy="379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1219170"/>
            <a:r>
              <a:rPr lang="zh-CN" altLang="en-US" sz="1867" b="1" kern="0" dirty="0" smtClean="0">
                <a:solidFill>
                  <a:schemeClr val="accent3">
                    <a:lumMod val="75000"/>
                  </a:schemeClr>
                </a:solidFill>
              </a:rPr>
              <a:t>應用</a:t>
            </a:r>
            <a:r>
              <a:rPr lang="en-US" altLang="zh-CN" sz="1867" b="1" kern="0" dirty="0" smtClean="0">
                <a:solidFill>
                  <a:schemeClr val="accent3">
                    <a:lumMod val="75000"/>
                  </a:schemeClr>
                </a:solidFill>
              </a:rPr>
              <a:t>/</a:t>
            </a:r>
            <a:r>
              <a:rPr lang="zh-CN" altLang="en-US" sz="1867" b="1" kern="0" dirty="0" smtClean="0">
                <a:solidFill>
                  <a:schemeClr val="accent3">
                    <a:lumMod val="75000"/>
                  </a:schemeClr>
                </a:solidFill>
              </a:rPr>
              <a:t>后臺</a:t>
            </a:r>
            <a:endParaRPr lang="zh-CN" altLang="en-US" sz="1867" b="1" kern="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2301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6604000" y="3211899"/>
            <a:ext cx="1282700" cy="907941"/>
          </a:xfrm>
        </p:spPr>
        <p:txBody>
          <a:bodyPr/>
          <a:lstStyle/>
          <a:p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193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7886700" y="3440413"/>
            <a:ext cx="2855381" cy="461665"/>
          </a:xfrm>
        </p:spPr>
        <p:txBody>
          <a:bodyPr/>
          <a:lstStyle/>
          <a:p>
            <a:r>
              <a:rPr lang="zh-CN" altLang="en-US" dirty="0" smtClean="0"/>
              <a:t>經驗教訓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0548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227739" y="656909"/>
            <a:ext cx="4037256" cy="415498"/>
          </a:xfrm>
        </p:spPr>
        <p:txBody>
          <a:bodyPr/>
          <a:lstStyle/>
          <a:p>
            <a:r>
              <a:rPr lang="zh-CN" altLang="en-US" dirty="0" smtClean="0"/>
              <a:t>經驗教訓</a:t>
            </a:r>
            <a:endParaRPr lang="zh-CN" altLang="en-US" dirty="0"/>
          </a:p>
        </p:txBody>
      </p:sp>
      <p:sp>
        <p:nvSpPr>
          <p:cNvPr id="4" name="Rectangle 59"/>
          <p:cNvSpPr>
            <a:spLocks noChangeArrowheads="1"/>
          </p:cNvSpPr>
          <p:nvPr/>
        </p:nvSpPr>
        <p:spPr bwMode="auto">
          <a:xfrm>
            <a:off x="532979" y="1618260"/>
            <a:ext cx="10950094" cy="2382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342900" lvl="0" indent="-342900" defTabSz="914400" eaLnBrk="1" hangingPunct="1">
              <a:lnSpc>
                <a:spcPct val="120000"/>
              </a:lnSpc>
              <a:buFont typeface="+mj-lt"/>
              <a:buAutoNum type="arabicPeriod"/>
              <a:defRPr/>
            </a:pPr>
            <a:r>
              <a:rPr lang="zh-CN" altLang="en-US" sz="1800" b="1" kern="0" dirty="0" smtClean="0">
                <a:solidFill>
                  <a:schemeClr val="tx1"/>
                </a:solidFill>
                <a:cs typeface="+mn-ea"/>
                <a:sym typeface="+mn-lt"/>
              </a:rPr>
              <a:t>需求方面</a:t>
            </a:r>
            <a:r>
              <a:rPr lang="zh-CN" altLang="en-US" sz="1800" b="1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，應該與用戶多溝通，了解提出需求的背景，需求的影響範圍，以及需求最終要達成的目標，避免對需求的理解出現偏差，也避免用戶在開發和測試過程中反復變更需求</a:t>
            </a:r>
            <a:r>
              <a:rPr lang="en-US" altLang="zh-CN" sz="1800" b="1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.</a:t>
            </a:r>
            <a:br>
              <a:rPr lang="en-US" altLang="zh-CN" sz="1800" b="1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</a:br>
            <a:endParaRPr lang="en-US" altLang="zh-CN" sz="1800" b="1" kern="0" dirty="0" smtClean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  <a:p>
            <a:pPr marL="342900" indent="-342900" defTabSz="914400" eaLnBrk="1" hangingPunct="1">
              <a:lnSpc>
                <a:spcPct val="120000"/>
              </a:lnSpc>
              <a:buFont typeface="+mj-lt"/>
              <a:buAutoNum type="arabicPeriod"/>
              <a:defRPr/>
            </a:pPr>
            <a:r>
              <a:rPr lang="zh-CN" altLang="en-US" sz="1800" b="1" kern="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技術方面，不應該盲目追求開發進度而忽略新技術的</a:t>
            </a:r>
            <a:r>
              <a:rPr lang="zh-CN" altLang="en-US" sz="1800" b="1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應用</a:t>
            </a:r>
            <a:r>
              <a:rPr lang="en-US" altLang="zh-CN" sz="1800" b="1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/>
            </a:r>
            <a:br>
              <a:rPr lang="en-US" altLang="zh-CN" sz="1800" b="1" kern="0" dirty="0" smtClean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</a:br>
            <a:endParaRPr lang="en-US" altLang="zh-CN" sz="1800" b="1" kern="0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  <a:p>
            <a:pPr marL="342900" indent="-342900" defTabSz="914400" eaLnBrk="1" hangingPunct="1">
              <a:lnSpc>
                <a:spcPct val="120000"/>
              </a:lnSpc>
              <a:buFont typeface="+mj-lt"/>
              <a:buAutoNum type="arabicPeriod"/>
              <a:defRPr/>
            </a:pPr>
            <a:r>
              <a:rPr lang="zh-CN" altLang="en-US" sz="1800" b="1" kern="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工作中要養成總結，反思的習慣</a:t>
            </a:r>
            <a:r>
              <a:rPr lang="en-US" altLang="zh-CN" sz="1800" b="1" kern="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.</a:t>
            </a:r>
          </a:p>
          <a:p>
            <a:pPr marL="342900" lvl="0" indent="-342900" defTabSz="914400" eaLnBrk="1" hangingPunct="1">
              <a:lnSpc>
                <a:spcPct val="120000"/>
              </a:lnSpc>
              <a:buFont typeface="+mj-lt"/>
              <a:buAutoNum type="arabicPeriod"/>
              <a:defRPr/>
            </a:pPr>
            <a:endParaRPr kumimoji="0" lang="en-US" altLang="zh-CN" sz="1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578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6604000" y="3211899"/>
            <a:ext cx="1282700" cy="907941"/>
          </a:xfrm>
        </p:spPr>
        <p:txBody>
          <a:bodyPr/>
          <a:lstStyle/>
          <a:p>
            <a:r>
              <a:rPr lang="en-US" altLang="zh-CN" dirty="0" smtClean="0"/>
              <a:t>04</a:t>
            </a:r>
            <a:endParaRPr lang="zh-CN" altLang="en-US" dirty="0"/>
          </a:p>
        </p:txBody>
      </p:sp>
      <p:sp>
        <p:nvSpPr>
          <p:cNvPr id="193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7886700" y="3440413"/>
            <a:ext cx="2855381" cy="461665"/>
          </a:xfrm>
        </p:spPr>
        <p:txBody>
          <a:bodyPr/>
          <a:lstStyle/>
          <a:p>
            <a:r>
              <a:rPr lang="zh-CN" altLang="en-US" dirty="0" smtClean="0"/>
              <a:t>未來計劃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76815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227739" y="656909"/>
            <a:ext cx="4037256" cy="415498"/>
          </a:xfrm>
        </p:spPr>
        <p:txBody>
          <a:bodyPr/>
          <a:lstStyle/>
          <a:p>
            <a:r>
              <a:rPr lang="zh-CN" altLang="en-US" dirty="0" smtClean="0"/>
              <a:t>工作計劃</a:t>
            </a:r>
            <a:endParaRPr lang="zh-CN" altLang="en-US" dirty="0"/>
          </a:p>
        </p:txBody>
      </p:sp>
      <p:grpSp>
        <p:nvGrpSpPr>
          <p:cNvPr id="6" name="Group 70"/>
          <p:cNvGrpSpPr>
            <a:grpSpLocks/>
          </p:cNvGrpSpPr>
          <p:nvPr/>
        </p:nvGrpSpPr>
        <p:grpSpPr bwMode="auto">
          <a:xfrm>
            <a:off x="1225552" y="2531287"/>
            <a:ext cx="1367367" cy="935567"/>
            <a:chOff x="924" y="1097"/>
            <a:chExt cx="646" cy="442"/>
          </a:xfrm>
          <a:solidFill>
            <a:schemeClr val="accent3"/>
          </a:solidFill>
        </p:grpSpPr>
        <p:sp>
          <p:nvSpPr>
            <p:cNvPr id="7" name="Freeform 44"/>
            <p:cNvSpPr>
              <a:spLocks/>
            </p:cNvSpPr>
            <p:nvPr/>
          </p:nvSpPr>
          <p:spPr bwMode="auto">
            <a:xfrm>
              <a:off x="1066" y="1097"/>
              <a:ext cx="380" cy="371"/>
            </a:xfrm>
            <a:custGeom>
              <a:avLst/>
              <a:gdLst>
                <a:gd name="T0" fmla="*/ 357 w 215"/>
                <a:gd name="T1" fmla="*/ 5 h 210"/>
                <a:gd name="T2" fmla="*/ 331 w 215"/>
                <a:gd name="T3" fmla="*/ 2 h 210"/>
                <a:gd name="T4" fmla="*/ 309 w 215"/>
                <a:gd name="T5" fmla="*/ 19 h 210"/>
                <a:gd name="T6" fmla="*/ 168 w 215"/>
                <a:gd name="T7" fmla="*/ 286 h 210"/>
                <a:gd name="T8" fmla="*/ 51 w 215"/>
                <a:gd name="T9" fmla="*/ 224 h 210"/>
                <a:gd name="T10" fmla="*/ 25 w 215"/>
                <a:gd name="T11" fmla="*/ 223 h 210"/>
                <a:gd name="T12" fmla="*/ 5 w 215"/>
                <a:gd name="T13" fmla="*/ 240 h 210"/>
                <a:gd name="T14" fmla="*/ 2 w 215"/>
                <a:gd name="T15" fmla="*/ 267 h 210"/>
                <a:gd name="T16" fmla="*/ 19 w 215"/>
                <a:gd name="T17" fmla="*/ 286 h 210"/>
                <a:gd name="T18" fmla="*/ 164 w 215"/>
                <a:gd name="T19" fmla="*/ 366 h 210"/>
                <a:gd name="T20" fmla="*/ 193 w 215"/>
                <a:gd name="T21" fmla="*/ 367 h 210"/>
                <a:gd name="T22" fmla="*/ 212 w 215"/>
                <a:gd name="T23" fmla="*/ 350 h 210"/>
                <a:gd name="T24" fmla="*/ 371 w 215"/>
                <a:gd name="T25" fmla="*/ 51 h 210"/>
                <a:gd name="T26" fmla="*/ 357 w 215"/>
                <a:gd name="T27" fmla="*/ 5 h 21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5" h="210">
                  <a:moveTo>
                    <a:pt x="202" y="3"/>
                  </a:moveTo>
                  <a:cubicBezTo>
                    <a:pt x="197" y="0"/>
                    <a:pt x="192" y="0"/>
                    <a:pt x="187" y="1"/>
                  </a:cubicBezTo>
                  <a:cubicBezTo>
                    <a:pt x="182" y="3"/>
                    <a:pt x="178" y="6"/>
                    <a:pt x="175" y="11"/>
                  </a:cubicBezTo>
                  <a:cubicBezTo>
                    <a:pt x="95" y="162"/>
                    <a:pt x="95" y="162"/>
                    <a:pt x="95" y="162"/>
                  </a:cubicBezTo>
                  <a:cubicBezTo>
                    <a:pt x="29" y="127"/>
                    <a:pt x="29" y="127"/>
                    <a:pt x="29" y="127"/>
                  </a:cubicBezTo>
                  <a:cubicBezTo>
                    <a:pt x="25" y="125"/>
                    <a:pt x="19" y="124"/>
                    <a:pt x="14" y="126"/>
                  </a:cubicBezTo>
                  <a:cubicBezTo>
                    <a:pt x="9" y="128"/>
                    <a:pt x="5" y="131"/>
                    <a:pt x="3" y="136"/>
                  </a:cubicBezTo>
                  <a:cubicBezTo>
                    <a:pt x="0" y="140"/>
                    <a:pt x="0" y="146"/>
                    <a:pt x="1" y="151"/>
                  </a:cubicBezTo>
                  <a:cubicBezTo>
                    <a:pt x="3" y="156"/>
                    <a:pt x="6" y="160"/>
                    <a:pt x="11" y="162"/>
                  </a:cubicBezTo>
                  <a:cubicBezTo>
                    <a:pt x="93" y="207"/>
                    <a:pt x="93" y="207"/>
                    <a:pt x="93" y="207"/>
                  </a:cubicBezTo>
                  <a:cubicBezTo>
                    <a:pt x="98" y="209"/>
                    <a:pt x="103" y="210"/>
                    <a:pt x="109" y="208"/>
                  </a:cubicBezTo>
                  <a:cubicBezTo>
                    <a:pt x="114" y="206"/>
                    <a:pt x="118" y="203"/>
                    <a:pt x="120" y="198"/>
                  </a:cubicBezTo>
                  <a:cubicBezTo>
                    <a:pt x="210" y="29"/>
                    <a:pt x="210" y="29"/>
                    <a:pt x="210" y="29"/>
                  </a:cubicBezTo>
                  <a:cubicBezTo>
                    <a:pt x="215" y="20"/>
                    <a:pt x="212" y="8"/>
                    <a:pt x="202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" name="Oval 61"/>
            <p:cNvSpPr>
              <a:spLocks noChangeArrowheads="1"/>
            </p:cNvSpPr>
            <p:nvPr/>
          </p:nvSpPr>
          <p:spPr bwMode="auto">
            <a:xfrm>
              <a:off x="924" y="1495"/>
              <a:ext cx="646" cy="44"/>
            </a:xfrm>
            <a:prstGeom prst="ellipse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FF9900"/>
                </a:buClr>
                <a:buFont typeface="Wingdings" panose="05000000000000000000" pitchFamily="2" charset="2"/>
                <a:buChar char="n"/>
                <a:defRPr sz="1200">
                  <a:solidFill>
                    <a:srgbClr val="5F5F5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12" name="Rectangle 74"/>
          <p:cNvSpPr>
            <a:spLocks noChangeArrowheads="1"/>
          </p:cNvSpPr>
          <p:nvPr/>
        </p:nvSpPr>
        <p:spPr bwMode="auto">
          <a:xfrm>
            <a:off x="3125697" y="2517492"/>
            <a:ext cx="7607952" cy="1274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9900"/>
              </a:buClr>
              <a:buFont typeface="Wingdings" panose="05000000000000000000" pitchFamily="2" charset="2"/>
              <a:buChar char="n"/>
              <a:defRPr sz="1200">
                <a:solidFill>
                  <a:srgbClr val="5F5F5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sng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  <a:p>
            <a:pPr defTabSz="914400" eaLnBrk="1" hangingPunct="1">
              <a:lnSpc>
                <a:spcPct val="120000"/>
              </a:lnSpc>
              <a:defRPr/>
            </a:pPr>
            <a:r>
              <a:rPr lang="zh-CN" altLang="en-US" sz="1600" b="1" kern="0" dirty="0" smtClean="0">
                <a:solidFill>
                  <a:schemeClr val="tx1"/>
                </a:solidFill>
                <a:cs typeface="+mn-ea"/>
                <a:sym typeface="+mn-lt"/>
              </a:rPr>
              <a:t>出廠</a:t>
            </a:r>
            <a:r>
              <a:rPr lang="zh-CN" altLang="en-US" sz="1600" b="1" kern="0" dirty="0">
                <a:solidFill>
                  <a:schemeClr val="tx1"/>
                </a:solidFill>
                <a:cs typeface="+mn-ea"/>
                <a:sym typeface="+mn-lt"/>
              </a:rPr>
              <a:t>管制</a:t>
            </a:r>
            <a:r>
              <a:rPr lang="zh-CN" altLang="en-US" sz="1600" b="1" kern="0" dirty="0" smtClean="0">
                <a:solidFill>
                  <a:schemeClr val="tx1"/>
                </a:solidFill>
                <a:cs typeface="+mn-ea"/>
                <a:sym typeface="+mn-lt"/>
              </a:rPr>
              <a:t>系統，涉及國內</a:t>
            </a:r>
            <a:r>
              <a:rPr lang="en-US" altLang="zh-CN" sz="1600" b="1" kern="0" dirty="0" smtClean="0">
                <a:solidFill>
                  <a:schemeClr val="tx1"/>
                </a:solidFill>
                <a:cs typeface="+mn-ea"/>
                <a:sym typeface="+mn-lt"/>
              </a:rPr>
              <a:t>LF</a:t>
            </a:r>
            <a:r>
              <a:rPr lang="zh-CN" altLang="en-US" sz="1600" b="1" kern="0" dirty="0" smtClean="0">
                <a:solidFill>
                  <a:schemeClr val="tx1"/>
                </a:solidFill>
                <a:cs typeface="+mn-ea"/>
                <a:sym typeface="+mn-lt"/>
              </a:rPr>
              <a:t>， </a:t>
            </a:r>
            <a:r>
              <a:rPr lang="en-US" altLang="zh-CN" sz="1600" b="1" kern="0" dirty="0" smtClean="0">
                <a:solidFill>
                  <a:schemeClr val="tx1"/>
                </a:solidFill>
                <a:cs typeface="+mn-ea"/>
                <a:sym typeface="+mn-lt"/>
              </a:rPr>
              <a:t>GY,  LH </a:t>
            </a:r>
            <a:r>
              <a:rPr lang="zh-CN" altLang="en-US" sz="1600" b="1" kern="0" dirty="0" smtClean="0">
                <a:solidFill>
                  <a:schemeClr val="tx1"/>
                </a:solidFill>
                <a:cs typeface="+mn-ea"/>
                <a:sym typeface="+mn-lt"/>
              </a:rPr>
              <a:t>廠區</a:t>
            </a:r>
            <a:r>
              <a:rPr lang="en-US" altLang="zh-CN" sz="1600" b="1" kern="0" dirty="0" smtClean="0">
                <a:solidFill>
                  <a:schemeClr val="tx1"/>
                </a:solidFill>
                <a:cs typeface="+mn-ea"/>
                <a:sym typeface="+mn-lt"/>
              </a:rPr>
              <a:t>, </a:t>
            </a:r>
            <a:r>
              <a:rPr lang="zh-CN" altLang="en-US" sz="1600" b="1" kern="0" dirty="0" smtClean="0">
                <a:solidFill>
                  <a:schemeClr val="tx1"/>
                </a:solidFill>
                <a:cs typeface="+mn-ea"/>
                <a:sym typeface="+mn-lt"/>
              </a:rPr>
              <a:t>以及印度的</a:t>
            </a:r>
            <a:r>
              <a:rPr lang="en-US" altLang="zh-CN" sz="1600" b="1" kern="0" dirty="0" smtClean="0">
                <a:solidFill>
                  <a:schemeClr val="tx1"/>
                </a:solidFill>
                <a:cs typeface="+mn-ea"/>
                <a:sym typeface="+mn-lt"/>
              </a:rPr>
              <a:t>TN, AP</a:t>
            </a:r>
            <a:r>
              <a:rPr lang="zh-CN" altLang="en-US" sz="1600" b="1" kern="0" dirty="0" smtClean="0">
                <a:solidFill>
                  <a:schemeClr val="tx1"/>
                </a:solidFill>
                <a:cs typeface="+mn-ea"/>
                <a:sym typeface="+mn-lt"/>
              </a:rPr>
              <a:t>廠，用戶範圍廣， 使用頻繁，比較重要，考慮系統是</a:t>
            </a:r>
            <a:r>
              <a:rPr lang="en-US" altLang="zh-CN" sz="1600" b="1" kern="0" dirty="0" smtClean="0">
                <a:solidFill>
                  <a:schemeClr val="tx1"/>
                </a:solidFill>
                <a:cs typeface="+mn-ea"/>
                <a:sym typeface="+mn-lt"/>
              </a:rPr>
              <a:t>2013</a:t>
            </a:r>
            <a:r>
              <a:rPr lang="zh-CN" altLang="en-US" sz="1600" b="1" kern="0" dirty="0" smtClean="0">
                <a:solidFill>
                  <a:schemeClr val="tx1"/>
                </a:solidFill>
                <a:cs typeface="+mn-ea"/>
                <a:sym typeface="+mn-lt"/>
              </a:rPr>
              <a:t>開發的系統，屬於老舊系統，  計劃使用</a:t>
            </a:r>
            <a:r>
              <a:rPr lang="en-US" altLang="zh-CN" sz="1600" b="1" kern="0" dirty="0" smtClean="0">
                <a:solidFill>
                  <a:schemeClr val="tx1"/>
                </a:solidFill>
                <a:cs typeface="+mn-ea"/>
                <a:sym typeface="+mn-lt"/>
              </a:rPr>
              <a:t>ASP.NET CORE</a:t>
            </a:r>
            <a:r>
              <a:rPr lang="zh-CN" altLang="en-US" sz="1600" b="1" kern="0" dirty="0" smtClean="0">
                <a:solidFill>
                  <a:schemeClr val="tx1"/>
                </a:solidFill>
                <a:cs typeface="+mn-ea"/>
                <a:sym typeface="+mn-lt"/>
              </a:rPr>
              <a:t>技術進行升級</a:t>
            </a:r>
            <a:r>
              <a:rPr lang="en-US" altLang="zh-CN" sz="1600" b="1" kern="0" dirty="0" smtClean="0">
                <a:solidFill>
                  <a:schemeClr val="tx1"/>
                </a:solidFill>
                <a:cs typeface="+mn-ea"/>
                <a:sym typeface="+mn-lt"/>
              </a:rPr>
              <a:t>. </a:t>
            </a:r>
            <a:r>
              <a:rPr lang="zh-CN" altLang="en-US" sz="1600" b="1" kern="0" dirty="0" smtClean="0">
                <a:solidFill>
                  <a:schemeClr val="tx1"/>
                </a:solidFill>
                <a:cs typeface="+mn-ea"/>
                <a:sym typeface="+mn-lt"/>
              </a:rPr>
              <a:t> </a:t>
            </a:r>
            <a:endParaRPr lang="en-US" altLang="zh-CN" sz="1400" kern="0" dirty="0">
              <a:solidFill>
                <a:schemeClr val="tx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97134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6" presetClass="emph" presetSubtype="0" autoRev="1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0" dur="150" fill="hold"/>
                                        <p:tgtEl>
                                          <p:spTgt spid="6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1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Line 2"/>
          <p:cNvSpPr>
            <a:spLocks noChangeShapeType="1"/>
          </p:cNvSpPr>
          <p:nvPr/>
        </p:nvSpPr>
        <p:spPr bwMode="auto">
          <a:xfrm flipV="1">
            <a:off x="-6673851" y="5982760"/>
            <a:ext cx="18865851" cy="29633"/>
          </a:xfrm>
          <a:prstGeom prst="line">
            <a:avLst/>
          </a:prstGeom>
          <a:noFill/>
          <a:ln w="25400">
            <a:solidFill>
              <a:srgbClr val="EDE8C7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b="1" dirty="0" smtClean="0">
                <a:solidFill>
                  <a:srgbClr val="0070C0"/>
                </a:solidFill>
              </a:rPr>
              <a:t>FIH</a:t>
            </a:r>
            <a:endParaRPr lang="en-US" altLang="zh-CN" b="1" dirty="0">
              <a:solidFill>
                <a:srgbClr val="0070C0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681217" y="2075393"/>
            <a:ext cx="2325913" cy="661720"/>
          </a:xfrm>
        </p:spPr>
        <p:txBody>
          <a:bodyPr/>
          <a:lstStyle/>
          <a:p>
            <a:r>
              <a:rPr lang="zh-CN" altLang="en-US" dirty="0" smtClean="0"/>
              <a:t>報告完畢</a:t>
            </a:r>
            <a:endParaRPr lang="en-US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875822" y="2849636"/>
            <a:ext cx="1571170" cy="907941"/>
          </a:xfrm>
        </p:spPr>
        <p:txBody>
          <a:bodyPr/>
          <a:lstStyle/>
          <a:p>
            <a:r>
              <a:rPr lang="zh-CN" altLang="en-US" dirty="0" smtClean="0"/>
              <a:t>谢谢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91673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39 -0.00124 L 0.49861 -0.00093 " pathEditMode="relative" ptsTypes="AA">
                                      <p:cBhvr>
                                        <p:cTn id="6" dur="3000" fill="hold"/>
                                        <p:tgtEl>
                                          <p:spTgt spid="1105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4" grpId="0" animBg="1"/>
    </p:bldLst>
  </p:timing>
</p:sld>
</file>

<file path=ppt/theme/theme1.xml><?xml version="1.0" encoding="utf-8"?>
<a:theme xmlns:a="http://schemas.openxmlformats.org/drawingml/2006/main" name="Office 主题">
  <a:themeElements>
    <a:clrScheme name="1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A79D"/>
      </a:accent1>
      <a:accent2>
        <a:srgbClr val="EDE8C7"/>
      </a:accent2>
      <a:accent3>
        <a:srgbClr val="F15A29"/>
      </a:accent3>
      <a:accent4>
        <a:srgbClr val="2D4454"/>
      </a:accent4>
      <a:accent5>
        <a:srgbClr val="2D4454"/>
      </a:accent5>
      <a:accent6>
        <a:srgbClr val="B8CAC6"/>
      </a:accent6>
      <a:hlink>
        <a:srgbClr val="0563C1"/>
      </a:hlink>
      <a:folHlink>
        <a:srgbClr val="954F72"/>
      </a:folHlink>
    </a:clrScheme>
    <a:fontScheme name="Temp">
      <a:majorFont>
        <a:latin typeface="Century Gothic" panose="020F0302020204030204"/>
        <a:ea typeface="微软雅黑"/>
        <a:cs typeface=""/>
      </a:majorFont>
      <a:minorFont>
        <a:latin typeface="Century Gothic" panose="020F050202020403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lnSpc>
            <a:spcPct val="130000"/>
          </a:lnSpc>
          <a:defRPr sz="1200"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lnSpc>
            <a:spcPct val="130000"/>
          </a:lnSpc>
          <a:spcBef>
            <a:spcPts val="600"/>
          </a:spcBef>
          <a:defRPr sz="1200" kern="0" dirty="0">
            <a:latin typeface="微软雅黑" panose="020B0503020204020204" pitchFamily="34" charset="-122"/>
            <a:ea typeface="微软雅黑" panose="020B0503020204020204" pitchFamily="34" charset="-122"/>
            <a:cs typeface="+mn-ea"/>
            <a:sym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2548</TotalTime>
  <Words>896</Words>
  <Application>Microsoft Office PowerPoint</Application>
  <PresentationFormat>寬螢幕</PresentationFormat>
  <Paragraphs>144</Paragraphs>
  <Slides>21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21</vt:i4>
      </vt:variant>
    </vt:vector>
  </HeadingPairs>
  <TitlesOfParts>
    <vt:vector size="31" baseType="lpstr">
      <vt:lpstr>微软雅黑</vt:lpstr>
      <vt:lpstr>黑体</vt:lpstr>
      <vt:lpstr>宋体</vt:lpstr>
      <vt:lpstr>新細明體</vt:lpstr>
      <vt:lpstr>Arial</vt:lpstr>
      <vt:lpstr>Calibri</vt:lpstr>
      <vt:lpstr>Century Gothic</vt:lpstr>
      <vt:lpstr>Segoe UI Light</vt:lpstr>
      <vt:lpstr>Office 主题</vt:lpstr>
      <vt:lpstr>OfficePLUS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OfficePLUS</dc:creator>
  <cp:keywords/>
  <dc:description/>
  <cp:lastModifiedBy>Foxconn</cp:lastModifiedBy>
  <cp:revision>240</cp:revision>
  <dcterms:created xsi:type="dcterms:W3CDTF">2015-08-18T02:51:41Z</dcterms:created>
  <dcterms:modified xsi:type="dcterms:W3CDTF">2020-11-04T03:12:28Z</dcterms:modified>
  <cp:category/>
</cp:coreProperties>
</file>