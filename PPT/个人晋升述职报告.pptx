
<file path=[Content_Types].xml><?xml version="1.0" encoding="utf-8"?>
<Types xmlns="http://schemas.openxmlformats.org/package/2006/content-types">
  <Default Extension="mp3" ContentType="audio/mpeg"/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6"/>
  </p:notesMasterIdLst>
  <p:sldIdLst>
    <p:sldId id="292" r:id="rId2"/>
    <p:sldId id="260" r:id="rId3"/>
    <p:sldId id="280" r:id="rId4"/>
    <p:sldId id="282" r:id="rId5"/>
    <p:sldId id="274" r:id="rId6"/>
    <p:sldId id="276" r:id="rId7"/>
    <p:sldId id="277" r:id="rId8"/>
    <p:sldId id="279" r:id="rId9"/>
    <p:sldId id="278" r:id="rId10"/>
    <p:sldId id="293" r:id="rId11"/>
    <p:sldId id="269" r:id="rId12"/>
    <p:sldId id="284" r:id="rId13"/>
    <p:sldId id="285" r:id="rId14"/>
    <p:sldId id="287" r:id="rId15"/>
    <p:sldId id="294" r:id="rId16"/>
    <p:sldId id="266" r:id="rId17"/>
    <p:sldId id="267" r:id="rId18"/>
    <p:sldId id="288" r:id="rId19"/>
    <p:sldId id="295" r:id="rId20"/>
    <p:sldId id="290" r:id="rId21"/>
    <p:sldId id="291" r:id="rId22"/>
    <p:sldId id="268" r:id="rId23"/>
    <p:sldId id="259" r:id="rId24"/>
    <p:sldId id="296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  <p15:guide id="3" pos="7355" userDrawn="1">
          <p15:clr>
            <a:srgbClr val="A4A3A4"/>
          </p15:clr>
        </p15:guide>
        <p15:guide id="4" pos="325" userDrawn="1">
          <p15:clr>
            <a:srgbClr val="A4A3A4"/>
          </p15:clr>
        </p15:guide>
        <p15:guide id="5" orient="horz" pos="3997" userDrawn="1">
          <p15:clr>
            <a:srgbClr val="A4A3A4"/>
          </p15:clr>
        </p15:guide>
        <p15:guide id="6" orient="horz" pos="323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D7D31"/>
    <a:srgbClr val="E74E17"/>
    <a:srgbClr val="BD4013"/>
    <a:srgbClr val="FFFFFF"/>
    <a:srgbClr val="FE874C"/>
    <a:srgbClr val="FE691E"/>
    <a:srgbClr val="1B0D61"/>
    <a:srgbClr val="F20403"/>
    <a:srgbClr val="FD5959"/>
    <a:srgbClr val="FC1C1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594" y="102"/>
      </p:cViewPr>
      <p:guideLst>
        <p:guide orient="horz" pos="2160"/>
        <p:guide pos="3840"/>
        <p:guide pos="7355"/>
        <p:guide pos="325"/>
        <p:guide orient="horz" pos="3997"/>
        <p:guide orient="horz" pos="323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C3DBF0-019E-4EEC-8C68-B3DB029223B0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F5E4A24-A8F0-4C98-B708-2F020D8908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497652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186B1-E71D-4406-A404-4AD43A6B6D2E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1187074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186B1-E71D-4406-A404-4AD43A6B6D2E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710047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186B1-E71D-4406-A404-4AD43A6B6D2E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94211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76186B1-E71D-4406-A404-4AD43A6B6D2E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6425428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5DB2D9D8-BC32-4A09-95ED-69C082DC83A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xmlns="" id="{979F48CB-361F-43C7-98EC-DF84B855F01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160B6524-E780-488C-9415-7B443F9788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55E2BE6-A71D-4383-9C95-3F847BBD4A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5BF8017F-B022-483E-918B-1D0CCD84A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44683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BD199C8-D303-4045-9AF2-7A6149C64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DC2F83BD-BC24-4974-B362-830FA714DF4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5EF2D33C-89FC-4EC1-AF86-46806E53361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8532423E-398C-42DD-9328-6120CC24DC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EDD565D9-8940-44C2-AC57-3E17BBC2E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495730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FF5A46B0-EE42-41AE-9645-10DEA4B9D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B2E5A0C2-10CB-4DB5-BC93-35D2F80248F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20C4EE9C-583F-4A09-994E-43D0D757BD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4E572898-2BA4-4848-86BA-7D5B0C661B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D36FC040-3ED1-4C9D-85D6-704B9D9EBE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1">
            <a:extLst>
              <a:ext uri="{FF2B5EF4-FFF2-40B4-BE49-F238E27FC236}">
                <a16:creationId xmlns:a16="http://schemas.microsoft.com/office/drawing/2014/main" xmlns="" id="{FFE40931-5A54-4166-A71E-01CDB6AEF62C}"/>
              </a:ext>
            </a:extLst>
          </p:cNvPr>
          <p:cNvSpPr txBox="1">
            <a:spLocks/>
          </p:cNvSpPr>
          <p:nvPr userDrawn="1"/>
        </p:nvSpPr>
        <p:spPr>
          <a:xfrm>
            <a:off x="831850" y="448916"/>
            <a:ext cx="2436548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</a:t>
            </a:r>
            <a:r>
              <a:rPr lang="zh-CN" altLang="en-US" sz="4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版权声明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感谢您下载平台上提供的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在熊猫办公出售的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模板是免版税类（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RF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Royalty-Free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）正版受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中国人民共和国著作法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世界版权公约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的保护，作品的所有权、版权和著作权归熊猫办公所有，您下载的是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模板素材的使用权。</a:t>
            </a:r>
            <a:b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不得将熊猫办公的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模板、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r>
              <a:rPr lang="zh-CN" altLang="en-US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endParaRPr lang="zh-CN" altLang="en-US" spc="1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820246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B622BC51-0FB1-4F3A-8936-E0209E3715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914C6D62-1A4A-4EB8-908B-511C169DBE1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2767FBDF-791D-4B7E-8050-65E2DF41B0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9EF2604E-6751-4FC3-A08F-D7837804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13248AE1-A686-4EAE-9DF4-43CBC17204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B699945B-5F9B-465C-B0A2-15CA266C8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标题 1">
            <a:extLst>
              <a:ext uri="{FF2B5EF4-FFF2-40B4-BE49-F238E27FC236}">
                <a16:creationId xmlns:a16="http://schemas.microsoft.com/office/drawing/2014/main" xmlns="" id="{31FB58D4-AB51-4B96-BBD6-3D21241174B6}"/>
              </a:ext>
            </a:extLst>
          </p:cNvPr>
          <p:cNvSpPr txBox="1">
            <a:spLocks/>
          </p:cNvSpPr>
          <p:nvPr userDrawn="1"/>
        </p:nvSpPr>
        <p:spPr>
          <a:xfrm>
            <a:off x="1602052" y="4690716"/>
            <a:ext cx="2436548" cy="11274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25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</a:t>
            </a:r>
            <a:r>
              <a:rPr lang="zh-CN" altLang="en-US" sz="41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版权声明</a:t>
            </a:r>
            <a: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3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感谢您下载平台上提供的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在熊猫办公出售的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模板是免版税类（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RF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Royalty-Free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）正版受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中国人民共和国著作法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世界版权公约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的保护，作品的所有权、版权和著作权归熊猫办公所有，您下载的是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模板素材的使用权。</a:t>
            </a:r>
            <a:b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不得将熊猫办公的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模板、</a:t>
            </a:r>
            <a:r>
              <a:rPr lang="en-US" altLang="zh-CN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r>
              <a:rPr lang="zh-CN" altLang="en-US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pc="12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endParaRPr lang="zh-CN" altLang="en-US" spc="12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8691449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D8B39B3-6ED8-47A5-BE57-3037E45D27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065FBDA4-DFA4-4423-B0F9-D14BBCB6683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xmlns="" id="{AF6564AE-2C43-4B1D-9EAE-90841B0329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xmlns="" id="{0AC88162-6275-4773-B684-DE2955DC9BE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xmlns="" id="{04BF33FA-8C5E-489D-9FDF-02B28D47F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xmlns="" id="{A90E45D7-8C0C-4418-B882-5B3BC8D3F1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xmlns="" id="{DB19297C-CB83-4541-860C-34A5EEA809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xmlns="" id="{1E77A5B2-9E81-47AF-AF5F-276CAB960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348448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41260937-D1BB-489E-A1A5-6AE2701BFA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xmlns="" id="{7BF8F1CE-C568-484A-9477-DB592A449A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xmlns="" id="{41604350-BFD1-44EE-90D1-531AAEFC5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xmlns="" id="{F6A79307-5805-4D06-8E11-353CC2FA5F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506628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任意多边形: 形状 7">
            <a:extLst>
              <a:ext uri="{FF2B5EF4-FFF2-40B4-BE49-F238E27FC236}">
                <a16:creationId xmlns:a16="http://schemas.microsoft.com/office/drawing/2014/main" xmlns="" id="{E58239C8-EDB8-4941-AE59-66BE1F553BAD}"/>
              </a:ext>
            </a:extLst>
          </p:cNvPr>
          <p:cNvSpPr/>
          <p:nvPr userDrawn="1"/>
        </p:nvSpPr>
        <p:spPr>
          <a:xfrm>
            <a:off x="385327" y="-5827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B06FC429-63CD-4061-9FAE-90BFD43E57E3}"/>
              </a:ext>
            </a:extLst>
          </p:cNvPr>
          <p:cNvGrpSpPr/>
          <p:nvPr userDrawn="1"/>
        </p:nvGrpSpPr>
        <p:grpSpPr>
          <a:xfrm flipH="1">
            <a:off x="10101630" y="6227526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10" name="半闭框 9">
              <a:extLst>
                <a:ext uri="{FF2B5EF4-FFF2-40B4-BE49-F238E27FC236}">
                  <a16:creationId xmlns:a16="http://schemas.microsoft.com/office/drawing/2014/main" xmlns="" id="{0995405A-E806-4C5B-8AD6-79BF8ED9F54D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xmlns="" id="{6A96FDDE-48FB-4032-8E56-9EE8DEBB9EA1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xmlns="" id="{8E91B3FF-1AD3-476D-9FA4-759CA359F437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xmlns="" id="{993A547A-B9A9-47D7-9CCA-D5BCAA651FC3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xmlns="" id="{7AE07C45-1262-4640-A86D-6EB65B6A7163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xmlns="" id="{BE619E97-7C41-487B-A2A5-BF70BDBBC291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7" name="文本框 16">
            <a:extLst>
              <a:ext uri="{FF2B5EF4-FFF2-40B4-BE49-F238E27FC236}">
                <a16:creationId xmlns:a16="http://schemas.microsoft.com/office/drawing/2014/main" xmlns="" id="{E708386B-D98E-48C5-9F93-E587C2098D46}"/>
              </a:ext>
            </a:extLst>
          </p:cNvPr>
          <p:cNvSpPr txBox="1"/>
          <p:nvPr userDrawn="1"/>
        </p:nvSpPr>
        <p:spPr>
          <a:xfrm>
            <a:off x="7469324" y="683297"/>
            <a:ext cx="4251318" cy="3539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altLang="zh-CN" sz="1700" b="1" dirty="0">
                <a:solidFill>
                  <a:srgbClr val="E74E17">
                    <a:alpha val="39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</p:spTree>
    <p:extLst>
      <p:ext uri="{BB962C8B-B14F-4D97-AF65-F5344CB8AC3E}">
        <p14:creationId xmlns:p14="http://schemas.microsoft.com/office/powerpoint/2010/main" val="1701921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CB58553E-99AA-486B-9A17-EA9DFAB90B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xmlns="" id="{22A5D2B3-7660-4F61-B189-4C1A048013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CABAF3FC-83A8-44D1-862A-D90334B932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EC7FF0A0-7386-4241-AF3B-B47FDC7132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61A54D0F-C5CE-4D3D-AC88-FE72D8C332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E9D9D946-9B16-40B6-939A-A14AAAB500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560265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E96E1426-E6BF-464F-9ABF-C95B7C94F7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xmlns="" id="{95720AB3-1996-4115-BF25-370A5454B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xmlns="" id="{CB435E37-E651-4924-8FA7-E8C134DD16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xmlns="" id="{49C9D559-B34B-4EFE-938D-E3E777EF3E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xmlns="" id="{0484C7C9-B7F9-4A63-BD3B-45D01CD6E5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xmlns="" id="{1438E892-10FB-4BD4-81DE-3BE9108A51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07124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xmlns="" id="{3297133D-FD12-4830-944A-5A342A659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46B7F146-B35B-4D2D-A62A-8BFE0575424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3B78C37D-4E84-48FC-8210-EFEA25B07A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B53B826D-0A0E-4E3F-A028-1C85A436A1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C7E7D794-7BC7-440A-9801-72AF2B93DF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1604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xmlns="" id="{D24826E5-0F9E-4DC7-A71E-DE6A8E8FDD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xmlns="" id="{D5339735-2CAC-471F-AF52-A74E481F7A0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E69BC418-B9AD-4523-8FB8-818BA95945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2A8CDFFD-93E6-4B87-B500-EB5D8A069A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412F5D1E-4ED7-4B2B-92DB-E4E8B32F1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418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xmlns="" id="{6E20E5AA-6939-4B4F-9FFD-C0213E922A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xmlns="" id="{F0C92009-698E-4717-BDC8-E6F530F4E4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xmlns="" id="{DF538954-6DF2-45B8-B91E-7061A92DA01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2A8BE0-CFB3-4395-B39E-BBB001E3C76D}" type="datetimeFigureOut">
              <a:rPr lang="zh-CN" altLang="en-US" smtClean="0"/>
              <a:t>2022/11/7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xmlns="" id="{C20E9861-F28B-4FC3-8E39-068CFB248A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xmlns="" id="{A82C4870-F494-47A6-B721-0F42158E4DA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5D62E3-39BF-464D-B3BA-070399044951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897109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png"/><Relationship Id="rId5" Type="http://schemas.microsoft.com/office/2007/relationships/hdphoto" Target="../media/hdphoto1.wdp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jpe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tukuppt.com/ppt/" TargetMode="Externa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xmlns="" id="{25EDF136-E193-4225-A502-355C16C7E461}"/>
              </a:ext>
            </a:extLst>
          </p:cNvPr>
          <p:cNvSpPr/>
          <p:nvPr/>
        </p:nvSpPr>
        <p:spPr>
          <a:xfrm rot="5400000">
            <a:off x="139595" y="601543"/>
            <a:ext cx="2480788" cy="2746085"/>
          </a:xfrm>
          <a:custGeom>
            <a:avLst/>
            <a:gdLst>
              <a:gd name="connsiteX0" fmla="*/ 1240394 w 2480788"/>
              <a:gd name="connsiteY0" fmla="*/ 0 h 2746085"/>
              <a:gd name="connsiteX1" fmla="*/ 2480788 w 2480788"/>
              <a:gd name="connsiteY1" fmla="*/ 1240394 h 2746085"/>
              <a:gd name="connsiteX2" fmla="*/ 2480788 w 2480788"/>
              <a:gd name="connsiteY2" fmla="*/ 2746085 h 2746085"/>
              <a:gd name="connsiteX3" fmla="*/ 0 w 2480788"/>
              <a:gd name="connsiteY3" fmla="*/ 2746085 h 2746085"/>
              <a:gd name="connsiteX4" fmla="*/ 0 w 2480788"/>
              <a:gd name="connsiteY4" fmla="*/ 1240394 h 2746085"/>
              <a:gd name="connsiteX5" fmla="*/ 1240394 w 2480788"/>
              <a:gd name="connsiteY5" fmla="*/ 0 h 274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0788" h="2746085">
                <a:moveTo>
                  <a:pt x="1240394" y="0"/>
                </a:moveTo>
                <a:cubicBezTo>
                  <a:pt x="1925445" y="0"/>
                  <a:pt x="2480788" y="555343"/>
                  <a:pt x="2480788" y="1240394"/>
                </a:cubicBezTo>
                <a:lnTo>
                  <a:pt x="2480788" y="2746085"/>
                </a:lnTo>
                <a:lnTo>
                  <a:pt x="0" y="2746085"/>
                </a:lnTo>
                <a:lnTo>
                  <a:pt x="0" y="1240394"/>
                </a:lnTo>
                <a:cubicBezTo>
                  <a:pt x="0" y="555343"/>
                  <a:pt x="555343" y="0"/>
                  <a:pt x="1240394" y="0"/>
                </a:cubicBezTo>
                <a:close/>
              </a:path>
            </a:pathLst>
          </a:custGeom>
          <a:solidFill>
            <a:srgbClr val="E74E1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xmlns="" id="{BD5DA4EA-4D2B-489B-BF77-BDDBF53D565B}"/>
              </a:ext>
            </a:extLst>
          </p:cNvPr>
          <p:cNvSpPr/>
          <p:nvPr/>
        </p:nvSpPr>
        <p:spPr>
          <a:xfrm flipH="1">
            <a:off x="8328936" y="2402768"/>
            <a:ext cx="3673085" cy="4455232"/>
          </a:xfrm>
          <a:custGeom>
            <a:avLst/>
            <a:gdLst>
              <a:gd name="connsiteX0" fmla="*/ 2076498 w 4152996"/>
              <a:gd name="connsiteY0" fmla="*/ 0 h 4860479"/>
              <a:gd name="connsiteX1" fmla="*/ 4152996 w 4152996"/>
              <a:gd name="connsiteY1" fmla="*/ 2076498 h 4860479"/>
              <a:gd name="connsiteX2" fmla="*/ 4152996 w 4152996"/>
              <a:gd name="connsiteY2" fmla="*/ 4860479 h 4860479"/>
              <a:gd name="connsiteX3" fmla="*/ 0 w 4152996"/>
              <a:gd name="connsiteY3" fmla="*/ 4860479 h 4860479"/>
              <a:gd name="connsiteX4" fmla="*/ 0 w 4152996"/>
              <a:gd name="connsiteY4" fmla="*/ 2076498 h 4860479"/>
              <a:gd name="connsiteX5" fmla="*/ 2076498 w 4152996"/>
              <a:gd name="connsiteY5" fmla="*/ 0 h 486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52996" h="4860479">
                <a:moveTo>
                  <a:pt x="2076498" y="0"/>
                </a:moveTo>
                <a:cubicBezTo>
                  <a:pt x="3223316" y="0"/>
                  <a:pt x="4152996" y="929680"/>
                  <a:pt x="4152996" y="2076498"/>
                </a:cubicBezTo>
                <a:lnTo>
                  <a:pt x="4152996" y="4860479"/>
                </a:lnTo>
                <a:lnTo>
                  <a:pt x="0" y="4860479"/>
                </a:lnTo>
                <a:lnTo>
                  <a:pt x="0" y="2076498"/>
                </a:lnTo>
                <a:cubicBezTo>
                  <a:pt x="0" y="929680"/>
                  <a:pt x="929680" y="0"/>
                  <a:pt x="2076498" y="0"/>
                </a:cubicBezTo>
                <a:close/>
              </a:path>
            </a:pathLst>
          </a:custGeom>
          <a:blipFill>
            <a:blip r:embed="rId4">
              <a:extLst>
                <a:ext uri="{BEBA8EAE-BF5A-486C-A8C5-ECC9F3942E4B}">
                  <a14:imgProps xmlns:a14="http://schemas.microsoft.com/office/drawing/2010/main">
                    <a14:imgLayer r:embed="rId5">
                      <a14:imgEffect>
                        <a14:colorTemperature colorTemp="53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209550">
            <a:noFill/>
          </a:ln>
          <a:effectLst>
            <a:outerShdw blurRad="127000" dist="63500" sx="102000" sy="102000" algn="ctr" rotWithShape="0">
              <a:srgbClr val="FE691E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3F93A026-801A-4A1A-ADCF-B3D68377186B}"/>
              </a:ext>
            </a:extLst>
          </p:cNvPr>
          <p:cNvSpPr txBox="1"/>
          <p:nvPr/>
        </p:nvSpPr>
        <p:spPr>
          <a:xfrm>
            <a:off x="602391" y="4767760"/>
            <a:ext cx="2016000" cy="432000"/>
          </a:xfrm>
          <a:prstGeom prst="roundRect">
            <a:avLst>
              <a:gd name="adj" fmla="val 50000"/>
            </a:avLst>
          </a:prstGeom>
          <a:solidFill>
            <a:srgbClr val="FE691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汇报人：小胖熊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C75B91D3-ABF7-47C7-BE56-36B80436170F}"/>
              </a:ext>
            </a:extLst>
          </p:cNvPr>
          <p:cNvSpPr txBox="1"/>
          <p:nvPr/>
        </p:nvSpPr>
        <p:spPr>
          <a:xfrm>
            <a:off x="3463960" y="4767760"/>
            <a:ext cx="2016000" cy="432000"/>
          </a:xfrm>
          <a:prstGeom prst="roundRect">
            <a:avLst>
              <a:gd name="adj" fmla="val 50000"/>
            </a:avLst>
          </a:prstGeom>
          <a:solidFill>
            <a:srgbClr val="FE691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汇报日期：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xmlns="" id="{90DB79E9-652A-436F-A4D6-D03875328FC3}"/>
              </a:ext>
            </a:extLst>
          </p:cNvPr>
          <p:cNvSpPr/>
          <p:nvPr/>
        </p:nvSpPr>
        <p:spPr>
          <a:xfrm>
            <a:off x="9833219" y="0"/>
            <a:ext cx="2016615" cy="2226734"/>
          </a:xfrm>
          <a:custGeom>
            <a:avLst/>
            <a:gdLst>
              <a:gd name="connsiteX0" fmla="*/ 0 w 2016615"/>
              <a:gd name="connsiteY0" fmla="*/ 0 h 2226734"/>
              <a:gd name="connsiteX1" fmla="*/ 2016615 w 2016615"/>
              <a:gd name="connsiteY1" fmla="*/ 0 h 2226734"/>
              <a:gd name="connsiteX2" fmla="*/ 2016615 w 2016615"/>
              <a:gd name="connsiteY2" fmla="*/ 1218426 h 2226734"/>
              <a:gd name="connsiteX3" fmla="*/ 1008307 w 2016615"/>
              <a:gd name="connsiteY3" fmla="*/ 2226734 h 2226734"/>
              <a:gd name="connsiteX4" fmla="*/ 1008308 w 2016615"/>
              <a:gd name="connsiteY4" fmla="*/ 2226733 h 2226734"/>
              <a:gd name="connsiteX5" fmla="*/ 0 w 2016615"/>
              <a:gd name="connsiteY5" fmla="*/ 1218425 h 222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6615" h="2226734">
                <a:moveTo>
                  <a:pt x="0" y="0"/>
                </a:moveTo>
                <a:lnTo>
                  <a:pt x="2016615" y="0"/>
                </a:lnTo>
                <a:lnTo>
                  <a:pt x="2016615" y="1218426"/>
                </a:lnTo>
                <a:cubicBezTo>
                  <a:pt x="2016615" y="1775299"/>
                  <a:pt x="1565180" y="2226734"/>
                  <a:pt x="1008307" y="2226734"/>
                </a:cubicBezTo>
                <a:lnTo>
                  <a:pt x="1008308" y="2226733"/>
                </a:lnTo>
                <a:cubicBezTo>
                  <a:pt x="451435" y="2226733"/>
                  <a:pt x="0" y="1775298"/>
                  <a:pt x="0" y="1218425"/>
                </a:cubicBezTo>
                <a:close/>
              </a:path>
            </a:pathLst>
          </a:custGeom>
          <a:solidFill>
            <a:srgbClr val="FE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D9232832-0ECF-416F-8DB4-B2FB208DC7E2}"/>
              </a:ext>
            </a:extLst>
          </p:cNvPr>
          <p:cNvGrpSpPr/>
          <p:nvPr/>
        </p:nvGrpSpPr>
        <p:grpSpPr>
          <a:xfrm flipH="1">
            <a:off x="9553438" y="3421969"/>
            <a:ext cx="1744648" cy="180000"/>
            <a:chOff x="-3248297" y="3139073"/>
            <a:chExt cx="1744648" cy="180000"/>
          </a:xfrm>
          <a:solidFill>
            <a:srgbClr val="FE874C"/>
          </a:solidFill>
        </p:grpSpPr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xmlns="" id="{8133F16A-2990-411E-9C22-09AF47DEADE2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xmlns="" id="{5805A8B5-1F8D-4D7C-9D8E-0B3D7C3F6391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xmlns="" id="{1DB55ABB-D793-40A9-BC7A-69044B0E63E3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xmlns="" id="{75F7523C-80B5-40BC-9855-565FB1B69671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xmlns="" id="{9A9E1845-FC05-4596-8364-B1EB29B35E9D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半闭框 31">
              <a:extLst>
                <a:ext uri="{FF2B5EF4-FFF2-40B4-BE49-F238E27FC236}">
                  <a16:creationId xmlns:a16="http://schemas.microsoft.com/office/drawing/2014/main" xmlns="" id="{2BC05246-159E-4841-B6CA-DAD631984260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D897A23C-74DC-4D6A-BF27-1A8D75B83B3A}"/>
              </a:ext>
            </a:extLst>
          </p:cNvPr>
          <p:cNvSpPr txBox="1"/>
          <p:nvPr/>
        </p:nvSpPr>
        <p:spPr>
          <a:xfrm>
            <a:off x="424304" y="2428450"/>
            <a:ext cx="7891439" cy="12157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73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个人晋升述职报告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FF6FFE5B-6B02-4D53-84F6-A6EE5F88BAB1}"/>
              </a:ext>
            </a:extLst>
          </p:cNvPr>
          <p:cNvSpPr txBox="1"/>
          <p:nvPr/>
        </p:nvSpPr>
        <p:spPr>
          <a:xfrm>
            <a:off x="477387" y="1892103"/>
            <a:ext cx="552538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E74E17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D505CD0F-F3B5-4396-A78F-BCE7B22617AC}"/>
              </a:ext>
            </a:extLst>
          </p:cNvPr>
          <p:cNvSpPr txBox="1"/>
          <p:nvPr/>
        </p:nvSpPr>
        <p:spPr>
          <a:xfrm>
            <a:off x="477386" y="3553444"/>
            <a:ext cx="7787171" cy="47177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个人简历 </a:t>
            </a:r>
            <a:r>
              <a:rPr lang="en-US" altLang="zh-CN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| </a:t>
            </a:r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个人介绍 </a:t>
            </a:r>
            <a:r>
              <a:rPr lang="en-US" altLang="zh-CN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|</a:t>
            </a:r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 工作应聘 </a:t>
            </a:r>
            <a:r>
              <a:rPr lang="en-US" altLang="zh-CN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| </a:t>
            </a:r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工作计划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xmlns="" id="{D9E6F736-D208-4A1D-B790-27D4782E615F}"/>
              </a:ext>
            </a:extLst>
          </p:cNvPr>
          <p:cNvGrpSpPr/>
          <p:nvPr/>
        </p:nvGrpSpPr>
        <p:grpSpPr>
          <a:xfrm>
            <a:off x="525830" y="1581636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36" name="半闭框 35">
              <a:extLst>
                <a:ext uri="{FF2B5EF4-FFF2-40B4-BE49-F238E27FC236}">
                  <a16:creationId xmlns:a16="http://schemas.microsoft.com/office/drawing/2014/main" xmlns="" id="{1796885E-D4F4-4373-B688-C3B4D0DB62BE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半闭框 36">
              <a:extLst>
                <a:ext uri="{FF2B5EF4-FFF2-40B4-BE49-F238E27FC236}">
                  <a16:creationId xmlns:a16="http://schemas.microsoft.com/office/drawing/2014/main" xmlns="" id="{EB87E085-D5D8-4526-8D4A-4C3960DF3027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半闭框 37">
              <a:extLst>
                <a:ext uri="{FF2B5EF4-FFF2-40B4-BE49-F238E27FC236}">
                  <a16:creationId xmlns:a16="http://schemas.microsoft.com/office/drawing/2014/main" xmlns="" id="{6F2D725D-45A4-42EE-AC12-759DBA90A6E4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半闭框 38">
              <a:extLst>
                <a:ext uri="{FF2B5EF4-FFF2-40B4-BE49-F238E27FC236}">
                  <a16:creationId xmlns:a16="http://schemas.microsoft.com/office/drawing/2014/main" xmlns="" id="{C3AA9588-C57E-4EDC-A00C-44665C04DAED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>
              <a:extLst>
                <a:ext uri="{FF2B5EF4-FFF2-40B4-BE49-F238E27FC236}">
                  <a16:creationId xmlns:a16="http://schemas.microsoft.com/office/drawing/2014/main" xmlns="" id="{13381131-4643-41C4-85FD-AF93FDE0F35C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>
              <a:extLst>
                <a:ext uri="{FF2B5EF4-FFF2-40B4-BE49-F238E27FC236}">
                  <a16:creationId xmlns:a16="http://schemas.microsoft.com/office/drawing/2014/main" xmlns="" id="{CB21F8C8-FDEE-4099-B941-271CA12DABE7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xmlns="" id="{847A6DCB-58BB-4098-A2CF-2EE21EBA9C10}"/>
              </a:ext>
            </a:extLst>
          </p:cNvPr>
          <p:cNvSpPr txBox="1"/>
          <p:nvPr/>
        </p:nvSpPr>
        <p:spPr>
          <a:xfrm>
            <a:off x="424303" y="5783466"/>
            <a:ext cx="784025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E74E17">
                    <a:alpha val="22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xmlns="" id="{D2588D37-073F-4F44-914E-59ADBA9EF1EC}"/>
              </a:ext>
            </a:extLst>
          </p:cNvPr>
          <p:cNvSpPr/>
          <p:nvPr/>
        </p:nvSpPr>
        <p:spPr>
          <a:xfrm>
            <a:off x="-2110698" y="548574"/>
            <a:ext cx="1427501" cy="1426011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solidFill>
            <a:srgbClr val="FE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xmlns="" id="{8C86D506-4620-4D03-A661-4A8F8AF2678D}"/>
              </a:ext>
            </a:extLst>
          </p:cNvPr>
          <p:cNvSpPr/>
          <p:nvPr/>
        </p:nvSpPr>
        <p:spPr>
          <a:xfrm rot="2722688">
            <a:off x="9951586" y="1727001"/>
            <a:ext cx="1190110" cy="1188868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E58840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xmlns="" id="{FC3A707E-877B-4259-81F8-38594ECD7A8D}"/>
              </a:ext>
            </a:extLst>
          </p:cNvPr>
          <p:cNvSpPr/>
          <p:nvPr/>
        </p:nvSpPr>
        <p:spPr>
          <a:xfrm>
            <a:off x="8289822" y="-26320"/>
            <a:ext cx="1640608" cy="5334039"/>
          </a:xfrm>
          <a:custGeom>
            <a:avLst/>
            <a:gdLst>
              <a:gd name="connsiteX0" fmla="*/ 0 w 1640608"/>
              <a:gd name="connsiteY0" fmla="*/ 0 h 5334039"/>
              <a:gd name="connsiteX1" fmla="*/ 1640608 w 1640608"/>
              <a:gd name="connsiteY1" fmla="*/ 0 h 5334039"/>
              <a:gd name="connsiteX2" fmla="*/ 1640608 w 1640608"/>
              <a:gd name="connsiteY2" fmla="*/ 4513735 h 5334039"/>
              <a:gd name="connsiteX3" fmla="*/ 820304 w 1640608"/>
              <a:gd name="connsiteY3" fmla="*/ 5334039 h 5334039"/>
              <a:gd name="connsiteX4" fmla="*/ 0 w 1640608"/>
              <a:gd name="connsiteY4" fmla="*/ 4513735 h 5334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0608" h="5334039">
                <a:moveTo>
                  <a:pt x="0" y="0"/>
                </a:moveTo>
                <a:lnTo>
                  <a:pt x="1640608" y="0"/>
                </a:lnTo>
                <a:lnTo>
                  <a:pt x="1640608" y="4513735"/>
                </a:lnTo>
                <a:cubicBezTo>
                  <a:pt x="1640608" y="4966776"/>
                  <a:pt x="1273345" y="5334039"/>
                  <a:pt x="820304" y="5334039"/>
                </a:cubicBezTo>
                <a:cubicBezTo>
                  <a:pt x="367263" y="5334039"/>
                  <a:pt x="0" y="4966776"/>
                  <a:pt x="0" y="4513735"/>
                </a:cubicBezTo>
                <a:close/>
              </a:path>
            </a:pathLst>
          </a:custGeom>
          <a:solidFill>
            <a:srgbClr val="FE691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xmlns="" id="{548AAB50-61C9-4248-A1D1-A8F6114FD35A}"/>
              </a:ext>
            </a:extLst>
          </p:cNvPr>
          <p:cNvSpPr/>
          <p:nvPr/>
        </p:nvSpPr>
        <p:spPr>
          <a:xfrm>
            <a:off x="7942203" y="4563911"/>
            <a:ext cx="693020" cy="2308936"/>
          </a:xfrm>
          <a:custGeom>
            <a:avLst/>
            <a:gdLst>
              <a:gd name="connsiteX0" fmla="*/ 346510 w 693020"/>
              <a:gd name="connsiteY0" fmla="*/ 0 h 2308936"/>
              <a:gd name="connsiteX1" fmla="*/ 693020 w 693020"/>
              <a:gd name="connsiteY1" fmla="*/ 346510 h 2308936"/>
              <a:gd name="connsiteX2" fmla="*/ 693019 w 693020"/>
              <a:gd name="connsiteY2" fmla="*/ 2308936 h 2308936"/>
              <a:gd name="connsiteX3" fmla="*/ 0 w 693020"/>
              <a:gd name="connsiteY3" fmla="*/ 2308936 h 2308936"/>
              <a:gd name="connsiteX4" fmla="*/ 0 w 693020"/>
              <a:gd name="connsiteY4" fmla="*/ 346510 h 2308936"/>
              <a:gd name="connsiteX5" fmla="*/ 346510 w 693020"/>
              <a:gd name="connsiteY5" fmla="*/ 0 h 230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020" h="2308936">
                <a:moveTo>
                  <a:pt x="346510" y="0"/>
                </a:moveTo>
                <a:cubicBezTo>
                  <a:pt x="537882" y="0"/>
                  <a:pt x="693020" y="155138"/>
                  <a:pt x="693020" y="346510"/>
                </a:cubicBezTo>
                <a:lnTo>
                  <a:pt x="693019" y="2308936"/>
                </a:lnTo>
                <a:lnTo>
                  <a:pt x="0" y="2308936"/>
                </a:lnTo>
                <a:lnTo>
                  <a:pt x="0" y="346510"/>
                </a:lnTo>
                <a:cubicBezTo>
                  <a:pt x="0" y="155138"/>
                  <a:pt x="155138" y="0"/>
                  <a:pt x="346510" y="0"/>
                </a:cubicBezTo>
                <a:close/>
              </a:path>
            </a:pathLst>
          </a:custGeom>
          <a:solidFill>
            <a:srgbClr val="E74E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xmlns="" id="{BC3C2271-74EB-4348-B26A-5D6E5C7C468D}"/>
              </a:ext>
            </a:extLst>
          </p:cNvPr>
          <p:cNvSpPr/>
          <p:nvPr/>
        </p:nvSpPr>
        <p:spPr>
          <a:xfrm rot="18459734">
            <a:off x="-1992003" y="-903989"/>
            <a:ext cx="1190110" cy="1188868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E58840">
                  <a:alpha val="50000"/>
                </a:srgbClr>
              </a:gs>
              <a:gs pos="100000">
                <a:srgbClr val="E74E17">
                  <a:alpha val="5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1839588E-C2EC-4312-826F-3CC229B99A47}"/>
              </a:ext>
            </a:extLst>
          </p:cNvPr>
          <p:cNvGrpSpPr/>
          <p:nvPr/>
        </p:nvGrpSpPr>
        <p:grpSpPr>
          <a:xfrm>
            <a:off x="11517714" y="350519"/>
            <a:ext cx="338554" cy="3182084"/>
            <a:chOff x="11517714" y="350519"/>
            <a:chExt cx="338554" cy="3182084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xmlns="" id="{E945D491-7B07-47B6-A750-19E274988479}"/>
                </a:ext>
              </a:extLst>
            </p:cNvPr>
            <p:cNvGrpSpPr/>
            <p:nvPr/>
          </p:nvGrpSpPr>
          <p:grpSpPr>
            <a:xfrm rot="5400000">
              <a:off x="11285541" y="663448"/>
              <a:ext cx="805858" cy="180000"/>
              <a:chOff x="-2309507" y="3139073"/>
              <a:chExt cx="805858" cy="180000"/>
            </a:xfrm>
            <a:solidFill>
              <a:srgbClr val="E74E17"/>
            </a:solidFill>
          </p:grpSpPr>
          <p:sp>
            <p:nvSpPr>
              <p:cNvPr id="57" name="半闭框 56">
                <a:extLst>
                  <a:ext uri="{FF2B5EF4-FFF2-40B4-BE49-F238E27FC236}">
                    <a16:creationId xmlns:a16="http://schemas.microsoft.com/office/drawing/2014/main" xmlns="" id="{A0FE5F7F-92FD-42CE-8CBB-E9DA000760F7}"/>
                  </a:ext>
                </a:extLst>
              </p:cNvPr>
              <p:cNvSpPr/>
              <p:nvPr/>
            </p:nvSpPr>
            <p:spPr>
              <a:xfrm rot="8220810">
                <a:off x="-230950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半闭框 57">
                <a:extLst>
                  <a:ext uri="{FF2B5EF4-FFF2-40B4-BE49-F238E27FC236}">
                    <a16:creationId xmlns:a16="http://schemas.microsoft.com/office/drawing/2014/main" xmlns="" id="{CC7F5B1B-258C-482C-A10F-A52422AD5E2D}"/>
                  </a:ext>
                </a:extLst>
              </p:cNvPr>
              <p:cNvSpPr/>
              <p:nvPr/>
            </p:nvSpPr>
            <p:spPr>
              <a:xfrm rot="8220810">
                <a:off x="-199657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半闭框 58">
                <a:extLst>
                  <a:ext uri="{FF2B5EF4-FFF2-40B4-BE49-F238E27FC236}">
                    <a16:creationId xmlns:a16="http://schemas.microsoft.com/office/drawing/2014/main" xmlns="" id="{17F1064D-19AA-4267-B383-621AD036FD3C}"/>
                  </a:ext>
                </a:extLst>
              </p:cNvPr>
              <p:cNvSpPr/>
              <p:nvPr/>
            </p:nvSpPr>
            <p:spPr>
              <a:xfrm rot="8220810">
                <a:off x="-1683649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xmlns="" id="{7C3D463C-DF87-4081-8F7A-C7AE8EC427E9}"/>
                </a:ext>
              </a:extLst>
            </p:cNvPr>
            <p:cNvSpPr txBox="1"/>
            <p:nvPr/>
          </p:nvSpPr>
          <p:spPr>
            <a:xfrm>
              <a:off x="11517714" y="1252104"/>
              <a:ext cx="338554" cy="228049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171450" indent="-171450" algn="dist"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1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SUMMARY REPORT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xmlns="" id="{E338C841-95E3-458C-B76E-2B505D36984B}"/>
              </a:ext>
            </a:extLst>
          </p:cNvPr>
          <p:cNvSpPr/>
          <p:nvPr/>
        </p:nvSpPr>
        <p:spPr>
          <a:xfrm>
            <a:off x="6096000" y="-6904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pic>
        <p:nvPicPr>
          <p:cNvPr id="5" name="带口哨的音乐">
            <a:hlinkClick r:id="" action="ppaction://media"/>
            <a:extLst>
              <a:ext uri="{FF2B5EF4-FFF2-40B4-BE49-F238E27FC236}">
                <a16:creationId xmlns:a16="http://schemas.microsoft.com/office/drawing/2014/main" xmlns="" id="{DE0500E4-EB73-4F93-84CB-1115AC78FE43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6"/>
          <a:stretch>
            <a:fillRect/>
          </a:stretch>
        </p:blipFill>
        <p:spPr>
          <a:xfrm>
            <a:off x="9705566" y="-1444064"/>
            <a:ext cx="406400" cy="406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9500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2000"/>
    </mc:Choice>
    <mc:Fallback xmlns="">
      <p:transition spd="slow"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0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000"/>
                            </p:stCondLst>
                            <p:childTnLst>
                              <p:par>
                                <p:cTn id="38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500"/>
                            </p:stCondLst>
                            <p:childTnLst>
                              <p:par>
                                <p:cTn id="43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6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2350"/>
                            </p:stCondLst>
                            <p:childTnLst>
                              <p:par>
                                <p:cTn id="54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7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8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2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6" presetID="2" presetClass="entr" presetSubtype="2" decel="1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8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9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0" presetID="27" presetClass="emph" presetSubtype="0" fill="remove" grpId="1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71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2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3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4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9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81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2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 numSld="999" showWhenStopped="0">
                <p:cTn id="83" repeatCount="indefinite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"/>
                </p:tgtEl>
              </p:cMediaNode>
            </p:audio>
          </p:childTnLst>
        </p:cTn>
      </p:par>
    </p:tnLst>
    <p:bldLst>
      <p:bldP spid="50" grpId="0" animBg="1"/>
      <p:bldP spid="64" grpId="0" animBg="1"/>
      <p:bldP spid="16" grpId="0" animBg="1"/>
      <p:bldP spid="22" grpId="0" animBg="1"/>
      <p:bldP spid="24" grpId="0" animBg="1"/>
      <p:bldP spid="15" grpId="0"/>
      <p:bldP spid="15" grpId="1"/>
      <p:bldP spid="27" grpId="0"/>
      <p:bldP spid="34" grpId="0"/>
      <p:bldP spid="26" grpId="0"/>
      <p:bldP spid="163" grpId="0" animBg="1"/>
      <p:bldP spid="44" grpId="0" animBg="1"/>
      <p:bldP spid="53" grpId="0" animBg="1"/>
      <p:bldP spid="4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xmlns="" id="{8FB9FF3E-EBD7-4973-8F1A-C2CBA5D8581F}"/>
              </a:ext>
            </a:extLst>
          </p:cNvPr>
          <p:cNvSpPr/>
          <p:nvPr/>
        </p:nvSpPr>
        <p:spPr>
          <a:xfrm>
            <a:off x="7131684" y="548481"/>
            <a:ext cx="5060316" cy="5761037"/>
          </a:xfrm>
          <a:custGeom>
            <a:avLst/>
            <a:gdLst>
              <a:gd name="connsiteX0" fmla="*/ 0 w 5060316"/>
              <a:gd name="connsiteY0" fmla="*/ 2880518 h 5761037"/>
              <a:gd name="connsiteX1" fmla="*/ 0 w 5060316"/>
              <a:gd name="connsiteY1" fmla="*/ 2880519 h 5761037"/>
              <a:gd name="connsiteX2" fmla="*/ 0 w 5060316"/>
              <a:gd name="connsiteY2" fmla="*/ 2880519 h 5761037"/>
              <a:gd name="connsiteX3" fmla="*/ 2880518 w 5060316"/>
              <a:gd name="connsiteY3" fmla="*/ 0 h 5761037"/>
              <a:gd name="connsiteX4" fmla="*/ 5060316 w 5060316"/>
              <a:gd name="connsiteY4" fmla="*/ 0 h 5761037"/>
              <a:gd name="connsiteX5" fmla="*/ 5060316 w 5060316"/>
              <a:gd name="connsiteY5" fmla="*/ 5761037 h 5761037"/>
              <a:gd name="connsiteX6" fmla="*/ 2880518 w 5060316"/>
              <a:gd name="connsiteY6" fmla="*/ 5761037 h 5761037"/>
              <a:gd name="connsiteX7" fmla="*/ 14871 w 5060316"/>
              <a:gd name="connsiteY7" fmla="*/ 3175035 h 5761037"/>
              <a:gd name="connsiteX8" fmla="*/ 0 w 5060316"/>
              <a:gd name="connsiteY8" fmla="*/ 2880519 h 5761037"/>
              <a:gd name="connsiteX9" fmla="*/ 14871 w 5060316"/>
              <a:gd name="connsiteY9" fmla="*/ 2586003 h 5761037"/>
              <a:gd name="connsiteX10" fmla="*/ 2880518 w 5060316"/>
              <a:gd name="connsiteY10" fmla="*/ 0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60316" h="5761037">
                <a:moveTo>
                  <a:pt x="0" y="2880518"/>
                </a:moveTo>
                <a:lnTo>
                  <a:pt x="0" y="2880519"/>
                </a:lnTo>
                <a:lnTo>
                  <a:pt x="0" y="2880519"/>
                </a:lnTo>
                <a:close/>
                <a:moveTo>
                  <a:pt x="2880518" y="0"/>
                </a:moveTo>
                <a:lnTo>
                  <a:pt x="5060316" y="0"/>
                </a:lnTo>
                <a:lnTo>
                  <a:pt x="5060316" y="5761037"/>
                </a:lnTo>
                <a:lnTo>
                  <a:pt x="2880518" y="5761037"/>
                </a:lnTo>
                <a:cubicBezTo>
                  <a:pt x="1389081" y="5761037"/>
                  <a:pt x="162383" y="4627554"/>
                  <a:pt x="14871" y="3175035"/>
                </a:cubicBezTo>
                <a:lnTo>
                  <a:pt x="0" y="2880519"/>
                </a:lnTo>
                <a:lnTo>
                  <a:pt x="14871" y="2586003"/>
                </a:lnTo>
                <a:cubicBezTo>
                  <a:pt x="162383" y="1133483"/>
                  <a:pt x="1389081" y="0"/>
                  <a:pt x="2880518" y="0"/>
                </a:cubicBezTo>
                <a:close/>
              </a:path>
            </a:pathLst>
          </a:custGeom>
          <a:solidFill>
            <a:srgbClr val="E74E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xmlns="" id="{C3AF68F6-DFAD-4351-B75D-0BDBF25A7AB8}"/>
              </a:ext>
            </a:extLst>
          </p:cNvPr>
          <p:cNvSpPr/>
          <p:nvPr/>
        </p:nvSpPr>
        <p:spPr>
          <a:xfrm>
            <a:off x="685800" y="1407694"/>
            <a:ext cx="10820400" cy="4042612"/>
          </a:xfrm>
          <a:prstGeom prst="roundRect">
            <a:avLst>
              <a:gd name="adj" fmla="val 5742"/>
            </a:avLst>
          </a:prstGeom>
          <a:solidFill>
            <a:schemeClr val="bg1"/>
          </a:solidFill>
          <a:ln>
            <a:solidFill>
              <a:srgbClr val="E74E17"/>
            </a:solidFill>
          </a:ln>
          <a:effectLst>
            <a:outerShdw blurRad="127000" dist="63500" sx="102000" sy="102000" algn="ctr" rotWithShape="0">
              <a:srgbClr val="E74E17">
                <a:alpha val="2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xmlns="" id="{DC875960-4A47-4F81-B34A-95E96F8F5BC1}"/>
              </a:ext>
            </a:extLst>
          </p:cNvPr>
          <p:cNvSpPr/>
          <p:nvPr/>
        </p:nvSpPr>
        <p:spPr>
          <a:xfrm>
            <a:off x="3888640" y="2860856"/>
            <a:ext cx="7151537" cy="18846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zh-CN" altLang="en-US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思源黑体" panose="020B0500000000000000" pitchFamily="34" charset="-122"/>
                <a:ea typeface="思源黑体" panose="020B0500000000000000" pitchFamily="34" charset="-122"/>
              </a:rPr>
              <a:t>能参加本次晋升陈述我感到十分荣幸，首先感谢领导能给我这次机会。回顾自己这段时间里做过的工作，我主要是通过不断的复盘总结进行着自我提升，也一直在思考过自己的优势与不足。今后我会努力发挥好自己的优势，朝着更好的方向前进。</a:t>
            </a:r>
          </a:p>
        </p:txBody>
      </p:sp>
      <p:sp>
        <p:nvSpPr>
          <p:cNvPr id="26" name="任意多边形: 形状 25">
            <a:extLst>
              <a:ext uri="{FF2B5EF4-FFF2-40B4-BE49-F238E27FC236}">
                <a16:creationId xmlns:a16="http://schemas.microsoft.com/office/drawing/2014/main" xmlns="" id="{7F1DEA73-AD1B-4E5D-92B6-0F72F88EFB73}"/>
              </a:ext>
            </a:extLst>
          </p:cNvPr>
          <p:cNvSpPr/>
          <p:nvPr/>
        </p:nvSpPr>
        <p:spPr>
          <a:xfrm rot="5400000">
            <a:off x="169240" y="1677202"/>
            <a:ext cx="3165116" cy="3503596"/>
          </a:xfrm>
          <a:custGeom>
            <a:avLst/>
            <a:gdLst>
              <a:gd name="connsiteX0" fmla="*/ 1240394 w 2480788"/>
              <a:gd name="connsiteY0" fmla="*/ 0 h 2746085"/>
              <a:gd name="connsiteX1" fmla="*/ 2480788 w 2480788"/>
              <a:gd name="connsiteY1" fmla="*/ 1240394 h 2746085"/>
              <a:gd name="connsiteX2" fmla="*/ 2480788 w 2480788"/>
              <a:gd name="connsiteY2" fmla="*/ 2746085 h 2746085"/>
              <a:gd name="connsiteX3" fmla="*/ 0 w 2480788"/>
              <a:gd name="connsiteY3" fmla="*/ 2746085 h 2746085"/>
              <a:gd name="connsiteX4" fmla="*/ 0 w 2480788"/>
              <a:gd name="connsiteY4" fmla="*/ 1240394 h 2746085"/>
              <a:gd name="connsiteX5" fmla="*/ 1240394 w 2480788"/>
              <a:gd name="connsiteY5" fmla="*/ 0 h 274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0788" h="2746085">
                <a:moveTo>
                  <a:pt x="1240394" y="0"/>
                </a:moveTo>
                <a:cubicBezTo>
                  <a:pt x="1925445" y="0"/>
                  <a:pt x="2480788" y="555343"/>
                  <a:pt x="2480788" y="1240394"/>
                </a:cubicBezTo>
                <a:lnTo>
                  <a:pt x="2480788" y="2746085"/>
                </a:lnTo>
                <a:lnTo>
                  <a:pt x="0" y="2746085"/>
                </a:lnTo>
                <a:lnTo>
                  <a:pt x="0" y="1240394"/>
                </a:lnTo>
                <a:cubicBezTo>
                  <a:pt x="0" y="555343"/>
                  <a:pt x="555343" y="0"/>
                  <a:pt x="1240394" y="0"/>
                </a:cubicBezTo>
                <a:close/>
              </a:path>
            </a:pathLst>
          </a:custGeom>
          <a:blipFill dpi="0" rotWithShape="0">
            <a:blip r:embed="rId2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220F6C29-606F-45D9-B244-47F1E73D9C6A}"/>
              </a:ext>
            </a:extLst>
          </p:cNvPr>
          <p:cNvGrpSpPr/>
          <p:nvPr/>
        </p:nvGrpSpPr>
        <p:grpSpPr>
          <a:xfrm>
            <a:off x="3888640" y="2232626"/>
            <a:ext cx="3730324" cy="553998"/>
            <a:chOff x="3888640" y="2232626"/>
            <a:chExt cx="3730324" cy="553998"/>
          </a:xfrm>
        </p:grpSpPr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xmlns="" id="{F657BC8C-F32D-4B02-946B-5EA3536E1242}"/>
                </a:ext>
              </a:extLst>
            </p:cNvPr>
            <p:cNvSpPr txBox="1"/>
            <p:nvPr/>
          </p:nvSpPr>
          <p:spPr>
            <a:xfrm>
              <a:off x="3888640" y="2232626"/>
              <a:ext cx="2031325" cy="553998"/>
            </a:xfrm>
            <a:prstGeom prst="rect">
              <a:avLst/>
            </a:prstGeom>
            <a:noFill/>
          </p:spPr>
          <p:txBody>
            <a:bodyPr wrap="none" rtlCol="0" anchor="ctr">
              <a:spAutoFit/>
            </a:bodyPr>
            <a:lstStyle>
              <a:defPPr>
                <a:defRPr lang="zh-CN"/>
              </a:defPPr>
              <a:lvl1pPr>
                <a:defRPr sz="4800" spc="600">
                  <a:solidFill>
                    <a:srgbClr val="245188"/>
                  </a:solidFill>
                  <a:effectLst>
                    <a:outerShdw blurRad="127000" dist="63500" dir="2700000" algn="tl" rotWithShape="0">
                      <a:schemeClr val="accent1">
                        <a:alpha val="40000"/>
                      </a:schemeClr>
                    </a:outerShdw>
                  </a:effectLst>
                  <a:latin typeface="+mj-ea"/>
                  <a:ea typeface="+mj-ea"/>
                </a:defRPr>
              </a:lvl1pPr>
            </a:lstStyle>
            <a:p>
              <a:r>
                <a:rPr lang="zh-CN" altLang="en-US" sz="3000" b="1" dirty="0">
                  <a:solidFill>
                    <a:srgbClr val="E74E17"/>
                  </a:solidFill>
                  <a:effectLst/>
                  <a:latin typeface="思源黑体" panose="020B0500000000000000" pitchFamily="34" charset="-122"/>
                  <a:ea typeface="思源黑体" panose="020B0500000000000000" pitchFamily="34" charset="-122"/>
                </a:rPr>
                <a:t>竞聘宣言</a:t>
              </a:r>
            </a:p>
          </p:txBody>
        </p:sp>
        <p:grpSp>
          <p:nvGrpSpPr>
            <p:cNvPr id="32" name="组合 31">
              <a:extLst>
                <a:ext uri="{FF2B5EF4-FFF2-40B4-BE49-F238E27FC236}">
                  <a16:creationId xmlns:a16="http://schemas.microsoft.com/office/drawing/2014/main" xmlns="" id="{9A90BB8D-73DC-4BB1-BADE-AE389847BAC5}"/>
                </a:ext>
              </a:extLst>
            </p:cNvPr>
            <p:cNvGrpSpPr/>
            <p:nvPr/>
          </p:nvGrpSpPr>
          <p:grpSpPr>
            <a:xfrm>
              <a:off x="5874316" y="2475757"/>
              <a:ext cx="1744648" cy="180000"/>
              <a:chOff x="-3248297" y="3139073"/>
              <a:chExt cx="1744648" cy="180000"/>
            </a:xfrm>
            <a:solidFill>
              <a:srgbClr val="FE691E"/>
            </a:solidFill>
          </p:grpSpPr>
          <p:sp>
            <p:nvSpPr>
              <p:cNvPr id="33" name="半闭框 32">
                <a:extLst>
                  <a:ext uri="{FF2B5EF4-FFF2-40B4-BE49-F238E27FC236}">
                    <a16:creationId xmlns:a16="http://schemas.microsoft.com/office/drawing/2014/main" xmlns="" id="{3347D618-B671-4DDB-BED4-206A37CDF566}"/>
                  </a:ext>
                </a:extLst>
              </p:cNvPr>
              <p:cNvSpPr/>
              <p:nvPr/>
            </p:nvSpPr>
            <p:spPr>
              <a:xfrm rot="8220810">
                <a:off x="-293536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4" name="半闭框 33">
                <a:extLst>
                  <a:ext uri="{FF2B5EF4-FFF2-40B4-BE49-F238E27FC236}">
                    <a16:creationId xmlns:a16="http://schemas.microsoft.com/office/drawing/2014/main" xmlns="" id="{966D390E-826A-4788-8BF0-8D0C8E6FDF93}"/>
                  </a:ext>
                </a:extLst>
              </p:cNvPr>
              <p:cNvSpPr/>
              <p:nvPr/>
            </p:nvSpPr>
            <p:spPr>
              <a:xfrm rot="8220810">
                <a:off x="-230950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5" name="半闭框 34">
                <a:extLst>
                  <a:ext uri="{FF2B5EF4-FFF2-40B4-BE49-F238E27FC236}">
                    <a16:creationId xmlns:a16="http://schemas.microsoft.com/office/drawing/2014/main" xmlns="" id="{2B94464C-9C2B-4979-901A-CCA6F1596ACF}"/>
                  </a:ext>
                </a:extLst>
              </p:cNvPr>
              <p:cNvSpPr/>
              <p:nvPr/>
            </p:nvSpPr>
            <p:spPr>
              <a:xfrm rot="8220810">
                <a:off x="-199657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6" name="半闭框 35">
                <a:extLst>
                  <a:ext uri="{FF2B5EF4-FFF2-40B4-BE49-F238E27FC236}">
                    <a16:creationId xmlns:a16="http://schemas.microsoft.com/office/drawing/2014/main" xmlns="" id="{93ACEFD4-7428-4B86-9A7B-49CB88710D6B}"/>
                  </a:ext>
                </a:extLst>
              </p:cNvPr>
              <p:cNvSpPr/>
              <p:nvPr/>
            </p:nvSpPr>
            <p:spPr>
              <a:xfrm rot="8220810">
                <a:off x="-1683649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7" name="半闭框 36">
                <a:extLst>
                  <a:ext uri="{FF2B5EF4-FFF2-40B4-BE49-F238E27FC236}">
                    <a16:creationId xmlns:a16="http://schemas.microsoft.com/office/drawing/2014/main" xmlns="" id="{9A585CF9-B6A6-4406-8592-87E67A2B34D2}"/>
                  </a:ext>
                </a:extLst>
              </p:cNvPr>
              <p:cNvSpPr/>
              <p:nvPr/>
            </p:nvSpPr>
            <p:spPr>
              <a:xfrm rot="8220810">
                <a:off x="-262243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38" name="半闭框 37">
                <a:extLst>
                  <a:ext uri="{FF2B5EF4-FFF2-40B4-BE49-F238E27FC236}">
                    <a16:creationId xmlns:a16="http://schemas.microsoft.com/office/drawing/2014/main" xmlns="" id="{49BCAAB3-A80D-4E6C-A82B-44A9AA68B8DF}"/>
                  </a:ext>
                </a:extLst>
              </p:cNvPr>
              <p:cNvSpPr/>
              <p:nvPr/>
            </p:nvSpPr>
            <p:spPr>
              <a:xfrm rot="8220810">
                <a:off x="-324829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39" name="任意多边形: 形状 38">
            <a:extLst>
              <a:ext uri="{FF2B5EF4-FFF2-40B4-BE49-F238E27FC236}">
                <a16:creationId xmlns:a16="http://schemas.microsoft.com/office/drawing/2014/main" xmlns="" id="{ED282CC3-F3B1-43ED-B84A-F97099140209}"/>
              </a:ext>
            </a:extLst>
          </p:cNvPr>
          <p:cNvSpPr/>
          <p:nvPr/>
        </p:nvSpPr>
        <p:spPr>
          <a:xfrm rot="19228575">
            <a:off x="10449426" y="5001201"/>
            <a:ext cx="875742" cy="874828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FE874C"/>
              </a:gs>
              <a:gs pos="44400">
                <a:srgbClr val="FEBC9B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xmlns="" id="{6EEAB1C4-D666-4815-9315-C3A016C3C7D8}"/>
              </a:ext>
            </a:extLst>
          </p:cNvPr>
          <p:cNvSpPr txBox="1"/>
          <p:nvPr/>
        </p:nvSpPr>
        <p:spPr>
          <a:xfrm>
            <a:off x="11625259" y="609600"/>
            <a:ext cx="584775" cy="5664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2600" b="1" dirty="0">
                <a:solidFill>
                  <a:srgbClr val="FE874C">
                    <a:alpha val="22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xmlns="" id="{078EBF93-7388-42EA-8E86-0AFD67AE50F7}"/>
              </a:ext>
            </a:extLst>
          </p:cNvPr>
          <p:cNvSpPr txBox="1"/>
          <p:nvPr/>
        </p:nvSpPr>
        <p:spPr>
          <a:xfrm>
            <a:off x="685800" y="1065210"/>
            <a:ext cx="2629224" cy="276999"/>
          </a:xfrm>
          <a:prstGeom prst="rect">
            <a:avLst/>
          </a:prstGeom>
          <a:noFill/>
        </p:spPr>
        <p:txBody>
          <a:bodyPr vert="horz" wrap="square" rtlCol="0">
            <a:spAutoFit/>
          </a:bodyPr>
          <a:lstStyle/>
          <a:p>
            <a:pPr marL="171450" indent="-171450" algn="dist">
              <a:buFont typeface="Arial" panose="020B0604020202020204" pitchFamily="34" charset="0"/>
              <a:buChar char="•"/>
            </a:pPr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rPr>
              <a:t>SUMMARY REPORT</a:t>
            </a:r>
            <a:endParaRPr lang="zh-CN" altLang="en-US" sz="1200" dirty="0">
              <a:solidFill>
                <a:schemeClr val="tx1">
                  <a:lumMod val="85000"/>
                  <a:lumOff val="15000"/>
                </a:schemeClr>
              </a:solidFill>
              <a:effectLst>
                <a:outerShdw blurRad="50800" dist="38100" dir="2700000" algn="tl" rotWithShape="0">
                  <a:prstClr val="black">
                    <a:alpha val="10000"/>
                  </a:prstClr>
                </a:outerShdw>
              </a:effectLst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02159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 advClick="0" advTm="2000"/>
    </mc:Choice>
    <mc:Fallback xmlns="">
      <p:transition advClick="0" advTm="2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7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250"/>
                            </p:stCondLst>
                            <p:childTnLst>
                              <p:par>
                                <p:cTn id="3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  <p:bldP spid="8" grpId="0" animBg="1"/>
      <p:bldP spid="25" grpId="0"/>
      <p:bldP spid="26" grpId="0" animBg="1"/>
      <p:bldP spid="39" grpId="0" animBg="1"/>
      <p:bldP spid="4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任意多边形: 形状 94">
            <a:extLst>
              <a:ext uri="{FF2B5EF4-FFF2-40B4-BE49-F238E27FC236}">
                <a16:creationId xmlns:a16="http://schemas.microsoft.com/office/drawing/2014/main" xmlns="" id="{74B6CD7C-CF74-4402-A915-49CE34DC5F5F}"/>
              </a:ext>
            </a:extLst>
          </p:cNvPr>
          <p:cNvSpPr/>
          <p:nvPr/>
        </p:nvSpPr>
        <p:spPr>
          <a:xfrm>
            <a:off x="5422142" y="-18992"/>
            <a:ext cx="5858806" cy="6766230"/>
          </a:xfrm>
          <a:custGeom>
            <a:avLst/>
            <a:gdLst>
              <a:gd name="connsiteX0" fmla="*/ 0 w 5858806"/>
              <a:gd name="connsiteY0" fmla="*/ 0 h 6766230"/>
              <a:gd name="connsiteX1" fmla="*/ 5858806 w 5858806"/>
              <a:gd name="connsiteY1" fmla="*/ 0 h 6766230"/>
              <a:gd name="connsiteX2" fmla="*/ 5858805 w 5858806"/>
              <a:gd name="connsiteY2" fmla="*/ 3836827 h 6766230"/>
              <a:gd name="connsiteX3" fmla="*/ 2929402 w 5858806"/>
              <a:gd name="connsiteY3" fmla="*/ 6766230 h 6766230"/>
              <a:gd name="connsiteX4" fmla="*/ 2929403 w 5858806"/>
              <a:gd name="connsiteY4" fmla="*/ 6766229 h 6766230"/>
              <a:gd name="connsiteX5" fmla="*/ 0 w 5858806"/>
              <a:gd name="connsiteY5" fmla="*/ 3836826 h 676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858806" h="6766230">
                <a:moveTo>
                  <a:pt x="0" y="0"/>
                </a:moveTo>
                <a:lnTo>
                  <a:pt x="5858806" y="0"/>
                </a:lnTo>
                <a:lnTo>
                  <a:pt x="5858805" y="3836827"/>
                </a:lnTo>
                <a:cubicBezTo>
                  <a:pt x="5858805" y="5454692"/>
                  <a:pt x="4547267" y="6766230"/>
                  <a:pt x="2929402" y="6766230"/>
                </a:cubicBezTo>
                <a:lnTo>
                  <a:pt x="2929403" y="6766229"/>
                </a:lnTo>
                <a:cubicBezTo>
                  <a:pt x="1311538" y="6766229"/>
                  <a:pt x="0" y="5454691"/>
                  <a:pt x="0" y="3836826"/>
                </a:cubicBezTo>
                <a:close/>
              </a:path>
            </a:pathLst>
          </a:custGeom>
          <a:solidFill>
            <a:srgbClr val="E74E1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8" name="矩形 47">
            <a:extLst>
              <a:ext uri="{FF2B5EF4-FFF2-40B4-BE49-F238E27FC236}">
                <a16:creationId xmlns:a16="http://schemas.microsoft.com/office/drawing/2014/main" xmlns="" id="{A4F39808-9428-497F-8081-45FAB1CE2A75}"/>
              </a:ext>
            </a:extLst>
          </p:cNvPr>
          <p:cNvSpPr/>
          <p:nvPr/>
        </p:nvSpPr>
        <p:spPr>
          <a:xfrm>
            <a:off x="1110407" y="1644563"/>
            <a:ext cx="2436497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dist"/>
            <a:r>
              <a:rPr lang="en-US" altLang="zh-CN" sz="20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·CONTENTS·</a:t>
            </a:r>
          </a:p>
        </p:txBody>
      </p:sp>
      <p:sp>
        <p:nvSpPr>
          <p:cNvPr id="49" name="矩形 48">
            <a:extLst>
              <a:ext uri="{FF2B5EF4-FFF2-40B4-BE49-F238E27FC236}">
                <a16:creationId xmlns:a16="http://schemas.microsoft.com/office/drawing/2014/main" xmlns="" id="{179F0AE7-0702-4968-B341-C4E6A507F218}"/>
              </a:ext>
            </a:extLst>
          </p:cNvPr>
          <p:cNvSpPr/>
          <p:nvPr/>
        </p:nvSpPr>
        <p:spPr>
          <a:xfrm>
            <a:off x="1137482" y="863746"/>
            <a:ext cx="2382347" cy="861774"/>
          </a:xfrm>
          <a:prstGeom prst="rect">
            <a:avLst/>
          </a:prstGeom>
          <a:ln>
            <a:noFill/>
          </a:ln>
        </p:spPr>
        <p:txBody>
          <a:bodyPr vert="horz" wrap="square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marL="0" marR="0" lvl="0" indent="0" algn="ctr" defTabSz="914400" rtl="0" eaLnBrk="1" fontAlgn="auto" latinLnBrk="0" hangingPunct="1"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5000" b="1" i="0" u="none" strike="noStrike" kern="1200" cap="none" spc="0" normalizeH="0" baseline="0" noProof="0" dirty="0">
                <a:ln>
                  <a:noFill/>
                </a:ln>
                <a:solidFill>
                  <a:srgbClr val="E74E17"/>
                </a:solidFill>
                <a:uLnTx/>
                <a:uFillTx/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目 录</a:t>
            </a:r>
          </a:p>
        </p:txBody>
      </p:sp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xmlns="" id="{1D2B44D3-CCB5-485B-B23C-395CB6CBEB7F}"/>
              </a:ext>
            </a:extLst>
          </p:cNvPr>
          <p:cNvSpPr/>
          <p:nvPr/>
        </p:nvSpPr>
        <p:spPr>
          <a:xfrm flipH="1">
            <a:off x="536852" y="2402768"/>
            <a:ext cx="3673085" cy="4455232"/>
          </a:xfrm>
          <a:custGeom>
            <a:avLst/>
            <a:gdLst>
              <a:gd name="connsiteX0" fmla="*/ 2076498 w 4152996"/>
              <a:gd name="connsiteY0" fmla="*/ 0 h 4860479"/>
              <a:gd name="connsiteX1" fmla="*/ 4152996 w 4152996"/>
              <a:gd name="connsiteY1" fmla="*/ 2076498 h 4860479"/>
              <a:gd name="connsiteX2" fmla="*/ 4152996 w 4152996"/>
              <a:gd name="connsiteY2" fmla="*/ 4860479 h 4860479"/>
              <a:gd name="connsiteX3" fmla="*/ 0 w 4152996"/>
              <a:gd name="connsiteY3" fmla="*/ 4860479 h 4860479"/>
              <a:gd name="connsiteX4" fmla="*/ 0 w 4152996"/>
              <a:gd name="connsiteY4" fmla="*/ 2076498 h 4860479"/>
              <a:gd name="connsiteX5" fmla="*/ 2076498 w 4152996"/>
              <a:gd name="connsiteY5" fmla="*/ 0 h 486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52996" h="4860479">
                <a:moveTo>
                  <a:pt x="2076498" y="0"/>
                </a:moveTo>
                <a:cubicBezTo>
                  <a:pt x="3223316" y="0"/>
                  <a:pt x="4152996" y="929680"/>
                  <a:pt x="4152996" y="2076498"/>
                </a:cubicBezTo>
                <a:lnTo>
                  <a:pt x="4152996" y="4860479"/>
                </a:lnTo>
                <a:lnTo>
                  <a:pt x="0" y="4860479"/>
                </a:lnTo>
                <a:lnTo>
                  <a:pt x="0" y="2076498"/>
                </a:lnTo>
                <a:cubicBezTo>
                  <a:pt x="0" y="929680"/>
                  <a:pt x="929680" y="0"/>
                  <a:pt x="2076498" y="0"/>
                </a:cubicBezTo>
                <a:close/>
              </a:path>
            </a:pathLst>
          </a:custGeom>
          <a:blipFill dpi="0" rotWithShape="1"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900"/>
                      </a14:imgEffect>
                      <a14:imgEffect>
                        <a14:brightnessContrast bright="5000"/>
                      </a14:imgEffect>
                    </a14:imgLayer>
                  </a14:imgProps>
                </a:ext>
              </a:extLst>
            </a:blip>
            <a:srcRect/>
            <a:tile tx="0" ty="0" sx="100000" sy="100000" flip="none" algn="ctr"/>
          </a:blipFill>
          <a:ln w="209550">
            <a:noFill/>
          </a:ln>
          <a:effectLst>
            <a:outerShdw blurRad="127000" dist="63500" sx="102000" sy="102000" algn="ctr" rotWithShape="0">
              <a:srgbClr val="FE691E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9679E31B-DFC3-4907-8321-CED060AE263A}"/>
              </a:ext>
            </a:extLst>
          </p:cNvPr>
          <p:cNvGrpSpPr/>
          <p:nvPr/>
        </p:nvGrpSpPr>
        <p:grpSpPr>
          <a:xfrm>
            <a:off x="6003180" y="1618414"/>
            <a:ext cx="5094765" cy="850957"/>
            <a:chOff x="6003180" y="1618414"/>
            <a:chExt cx="5094765" cy="850957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xmlns="" id="{B350A92F-3F56-4885-A00F-7523A160DAA0}"/>
                </a:ext>
              </a:extLst>
            </p:cNvPr>
            <p:cNvSpPr txBox="1"/>
            <p:nvPr/>
          </p:nvSpPr>
          <p:spPr>
            <a:xfrm>
              <a:off x="6003180" y="1687517"/>
              <a:ext cx="14136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PART 01</a:t>
              </a:r>
            </a:p>
          </p:txBody>
        </p:sp>
        <p:grpSp>
          <p:nvGrpSpPr>
            <p:cNvPr id="53" name="组合 52">
              <a:extLst>
                <a:ext uri="{FF2B5EF4-FFF2-40B4-BE49-F238E27FC236}">
                  <a16:creationId xmlns:a16="http://schemas.microsoft.com/office/drawing/2014/main" xmlns="" id="{9C772BE9-0A5E-48B5-9A23-21D5AEAD2580}"/>
                </a:ext>
              </a:extLst>
            </p:cNvPr>
            <p:cNvGrpSpPr/>
            <p:nvPr/>
          </p:nvGrpSpPr>
          <p:grpSpPr>
            <a:xfrm>
              <a:off x="6040381" y="2222768"/>
              <a:ext cx="1118790" cy="180000"/>
              <a:chOff x="-3248297" y="3139073"/>
              <a:chExt cx="1118790" cy="180000"/>
            </a:xfrm>
            <a:solidFill>
              <a:srgbClr val="FE691E"/>
            </a:solidFill>
          </p:grpSpPr>
          <p:sp>
            <p:nvSpPr>
              <p:cNvPr id="54" name="半闭框 53">
                <a:extLst>
                  <a:ext uri="{FF2B5EF4-FFF2-40B4-BE49-F238E27FC236}">
                    <a16:creationId xmlns:a16="http://schemas.microsoft.com/office/drawing/2014/main" xmlns="" id="{CB9EEF21-8E7E-4EC1-B8A8-6BFCC42D2523}"/>
                  </a:ext>
                </a:extLst>
              </p:cNvPr>
              <p:cNvSpPr/>
              <p:nvPr/>
            </p:nvSpPr>
            <p:spPr>
              <a:xfrm rot="8220810">
                <a:off x="-293536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55" name="半闭框 54">
                <a:extLst>
                  <a:ext uri="{FF2B5EF4-FFF2-40B4-BE49-F238E27FC236}">
                    <a16:creationId xmlns:a16="http://schemas.microsoft.com/office/drawing/2014/main" xmlns="" id="{218120D6-21BB-4715-809A-3ABE336F5DC6}"/>
                  </a:ext>
                </a:extLst>
              </p:cNvPr>
              <p:cNvSpPr/>
              <p:nvPr/>
            </p:nvSpPr>
            <p:spPr>
              <a:xfrm rot="8220810">
                <a:off x="-230950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58" name="半闭框 57">
                <a:extLst>
                  <a:ext uri="{FF2B5EF4-FFF2-40B4-BE49-F238E27FC236}">
                    <a16:creationId xmlns:a16="http://schemas.microsoft.com/office/drawing/2014/main" xmlns="" id="{37BA0392-6004-4676-A731-6D38A7D40CBE}"/>
                  </a:ext>
                </a:extLst>
              </p:cNvPr>
              <p:cNvSpPr/>
              <p:nvPr/>
            </p:nvSpPr>
            <p:spPr>
              <a:xfrm rot="8220810">
                <a:off x="-262243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59" name="半闭框 58">
                <a:extLst>
                  <a:ext uri="{FF2B5EF4-FFF2-40B4-BE49-F238E27FC236}">
                    <a16:creationId xmlns:a16="http://schemas.microsoft.com/office/drawing/2014/main" xmlns="" id="{3D05517C-3D92-4FAD-B7DB-2472A83D0D1D}"/>
                  </a:ext>
                </a:extLst>
              </p:cNvPr>
              <p:cNvSpPr/>
              <p:nvPr/>
            </p:nvSpPr>
            <p:spPr>
              <a:xfrm rot="8220810">
                <a:off x="-324829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</p:grpSp>
        <p:grpSp>
          <p:nvGrpSpPr>
            <p:cNvPr id="5" name="组合 4">
              <a:extLst>
                <a:ext uri="{FF2B5EF4-FFF2-40B4-BE49-F238E27FC236}">
                  <a16:creationId xmlns:a16="http://schemas.microsoft.com/office/drawing/2014/main" xmlns="" id="{92BE336D-F572-4BA8-8AC6-0D48A8F77B04}"/>
                </a:ext>
              </a:extLst>
            </p:cNvPr>
            <p:cNvGrpSpPr/>
            <p:nvPr/>
          </p:nvGrpSpPr>
          <p:grpSpPr>
            <a:xfrm>
              <a:off x="8830420" y="1618414"/>
              <a:ext cx="2267525" cy="850957"/>
              <a:chOff x="7989994" y="1652168"/>
              <a:chExt cx="2267525" cy="850957"/>
            </a:xfrm>
          </p:grpSpPr>
          <p:sp>
            <p:nvSpPr>
              <p:cNvPr id="20" name="文本框 19">
                <a:extLst>
                  <a:ext uri="{FF2B5EF4-FFF2-40B4-BE49-F238E27FC236}">
                    <a16:creationId xmlns:a16="http://schemas.microsoft.com/office/drawing/2014/main" xmlns="" id="{D09E02BF-B747-465C-B7A9-A5BCB981D98C}"/>
                  </a:ext>
                </a:extLst>
              </p:cNvPr>
              <p:cNvSpPr txBox="1"/>
              <p:nvPr/>
            </p:nvSpPr>
            <p:spPr>
              <a:xfrm>
                <a:off x="7989994" y="1652168"/>
                <a:ext cx="198002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b="1" spc="300" dirty="0">
                    <a:ln w="3175"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汉仪雅酷黑 75W" panose="020B0804020202020204" pitchFamily="34" charset="-122"/>
                    <a:ea typeface="汉仪雅酷黑 75W" panose="020B0804020202020204" pitchFamily="34" charset="-122"/>
                    <a:cs typeface="汉仪中简黑简" panose="00020600040101010101" charset="-122"/>
                    <a:sym typeface="+mn-lt"/>
                  </a:rPr>
                  <a:t>个人介绍</a:t>
                </a:r>
              </a:p>
            </p:txBody>
          </p:sp>
          <p:sp>
            <p:nvSpPr>
              <p:cNvPr id="60" name="矩形 59">
                <a:extLst>
                  <a:ext uri="{FF2B5EF4-FFF2-40B4-BE49-F238E27FC236}">
                    <a16:creationId xmlns:a16="http://schemas.microsoft.com/office/drawing/2014/main" xmlns="" id="{8904BC9D-6A2B-48B0-8431-F24F53E798E7}"/>
                  </a:ext>
                </a:extLst>
              </p:cNvPr>
              <p:cNvSpPr/>
              <p:nvPr/>
            </p:nvSpPr>
            <p:spPr>
              <a:xfrm>
                <a:off x="8050825" y="2179960"/>
                <a:ext cx="2206694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500" dirty="0">
                    <a:solidFill>
                      <a:srgbClr val="E74E1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Personal introduction</a:t>
                </a:r>
              </a:p>
            </p:txBody>
          </p:sp>
        </p:grpSp>
        <p:cxnSp>
          <p:nvCxnSpPr>
            <p:cNvPr id="7" name="直接箭头连接符 6">
              <a:extLst>
                <a:ext uri="{FF2B5EF4-FFF2-40B4-BE49-F238E27FC236}">
                  <a16:creationId xmlns:a16="http://schemas.microsoft.com/office/drawing/2014/main" xmlns="" id="{9C1A7895-7B59-4B7F-86B2-A3E328C8B372}"/>
                </a:ext>
              </a:extLst>
            </p:cNvPr>
            <p:cNvCxnSpPr/>
            <p:nvPr/>
          </p:nvCxnSpPr>
          <p:spPr>
            <a:xfrm>
              <a:off x="7416800" y="2007401"/>
              <a:ext cx="1332000" cy="0"/>
            </a:xfrm>
            <a:prstGeom prst="straightConnector1">
              <a:avLst/>
            </a:prstGeom>
            <a:ln w="6350">
              <a:solidFill>
                <a:srgbClr val="E74E17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61" name="组合 60">
            <a:extLst>
              <a:ext uri="{FF2B5EF4-FFF2-40B4-BE49-F238E27FC236}">
                <a16:creationId xmlns:a16="http://schemas.microsoft.com/office/drawing/2014/main" xmlns="" id="{B66ABEBC-CD9E-4683-8B9A-E76FBA6297CF}"/>
              </a:ext>
            </a:extLst>
          </p:cNvPr>
          <p:cNvGrpSpPr/>
          <p:nvPr/>
        </p:nvGrpSpPr>
        <p:grpSpPr>
          <a:xfrm>
            <a:off x="6003180" y="2660611"/>
            <a:ext cx="5186585" cy="850957"/>
            <a:chOff x="6003180" y="1618414"/>
            <a:chExt cx="5186585" cy="850957"/>
          </a:xfrm>
        </p:grpSpPr>
        <p:sp>
          <p:nvSpPr>
            <p:cNvPr id="63" name="文本框 62">
              <a:extLst>
                <a:ext uri="{FF2B5EF4-FFF2-40B4-BE49-F238E27FC236}">
                  <a16:creationId xmlns:a16="http://schemas.microsoft.com/office/drawing/2014/main" xmlns="" id="{DE235D54-8B23-4EEA-B383-BAC50ADACF82}"/>
                </a:ext>
              </a:extLst>
            </p:cNvPr>
            <p:cNvSpPr txBox="1"/>
            <p:nvPr/>
          </p:nvSpPr>
          <p:spPr>
            <a:xfrm>
              <a:off x="6003180" y="1687517"/>
              <a:ext cx="14136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PART 02</a:t>
              </a:r>
            </a:p>
          </p:txBody>
        </p:sp>
        <p:grpSp>
          <p:nvGrpSpPr>
            <p:cNvPr id="64" name="组合 63">
              <a:extLst>
                <a:ext uri="{FF2B5EF4-FFF2-40B4-BE49-F238E27FC236}">
                  <a16:creationId xmlns:a16="http://schemas.microsoft.com/office/drawing/2014/main" xmlns="" id="{1824B187-F410-4AA7-8D43-9A3C5C2717FC}"/>
                </a:ext>
              </a:extLst>
            </p:cNvPr>
            <p:cNvGrpSpPr/>
            <p:nvPr/>
          </p:nvGrpSpPr>
          <p:grpSpPr>
            <a:xfrm>
              <a:off x="6040381" y="2222768"/>
              <a:ext cx="1118790" cy="180000"/>
              <a:chOff x="-3248297" y="3139073"/>
              <a:chExt cx="1118790" cy="180000"/>
            </a:xfrm>
            <a:solidFill>
              <a:srgbClr val="FE691E"/>
            </a:solidFill>
          </p:grpSpPr>
          <p:sp>
            <p:nvSpPr>
              <p:cNvPr id="69" name="半闭框 68">
                <a:extLst>
                  <a:ext uri="{FF2B5EF4-FFF2-40B4-BE49-F238E27FC236}">
                    <a16:creationId xmlns:a16="http://schemas.microsoft.com/office/drawing/2014/main" xmlns="" id="{003C268A-9877-4C85-9772-6A73F51AAD1D}"/>
                  </a:ext>
                </a:extLst>
              </p:cNvPr>
              <p:cNvSpPr/>
              <p:nvPr/>
            </p:nvSpPr>
            <p:spPr>
              <a:xfrm rot="8220810">
                <a:off x="-293536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70" name="半闭框 69">
                <a:extLst>
                  <a:ext uri="{FF2B5EF4-FFF2-40B4-BE49-F238E27FC236}">
                    <a16:creationId xmlns:a16="http://schemas.microsoft.com/office/drawing/2014/main" xmlns="" id="{5A5AA0D1-0E8E-44FB-B88C-2A42608084CE}"/>
                  </a:ext>
                </a:extLst>
              </p:cNvPr>
              <p:cNvSpPr/>
              <p:nvPr/>
            </p:nvSpPr>
            <p:spPr>
              <a:xfrm rot="8220810">
                <a:off x="-230950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71" name="半闭框 70">
                <a:extLst>
                  <a:ext uri="{FF2B5EF4-FFF2-40B4-BE49-F238E27FC236}">
                    <a16:creationId xmlns:a16="http://schemas.microsoft.com/office/drawing/2014/main" xmlns="" id="{6CE37A3E-E281-405C-A895-C31C75417343}"/>
                  </a:ext>
                </a:extLst>
              </p:cNvPr>
              <p:cNvSpPr/>
              <p:nvPr/>
            </p:nvSpPr>
            <p:spPr>
              <a:xfrm rot="8220810">
                <a:off x="-262243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72" name="半闭框 71">
                <a:extLst>
                  <a:ext uri="{FF2B5EF4-FFF2-40B4-BE49-F238E27FC236}">
                    <a16:creationId xmlns:a16="http://schemas.microsoft.com/office/drawing/2014/main" xmlns="" id="{2237ED1C-6DBC-4A9B-BB26-596B26E4A6F0}"/>
                  </a:ext>
                </a:extLst>
              </p:cNvPr>
              <p:cNvSpPr/>
              <p:nvPr/>
            </p:nvSpPr>
            <p:spPr>
              <a:xfrm rot="8220810">
                <a:off x="-324829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</p:grpSp>
        <p:grpSp>
          <p:nvGrpSpPr>
            <p:cNvPr id="65" name="组合 64">
              <a:extLst>
                <a:ext uri="{FF2B5EF4-FFF2-40B4-BE49-F238E27FC236}">
                  <a16:creationId xmlns:a16="http://schemas.microsoft.com/office/drawing/2014/main" xmlns="" id="{812A005B-3A4B-447F-9BB3-361DB1C8B0D9}"/>
                </a:ext>
              </a:extLst>
            </p:cNvPr>
            <p:cNvGrpSpPr/>
            <p:nvPr/>
          </p:nvGrpSpPr>
          <p:grpSpPr>
            <a:xfrm>
              <a:off x="8830420" y="1618414"/>
              <a:ext cx="2359345" cy="850957"/>
              <a:chOff x="7989994" y="1652168"/>
              <a:chExt cx="2359345" cy="850957"/>
            </a:xfrm>
          </p:grpSpPr>
          <p:sp>
            <p:nvSpPr>
              <p:cNvPr id="67" name="文本框 66">
                <a:extLst>
                  <a:ext uri="{FF2B5EF4-FFF2-40B4-BE49-F238E27FC236}">
                    <a16:creationId xmlns:a16="http://schemas.microsoft.com/office/drawing/2014/main" xmlns="" id="{7C571F26-0F7A-430F-B46B-847D4E482DD8}"/>
                  </a:ext>
                </a:extLst>
              </p:cNvPr>
              <p:cNvSpPr txBox="1"/>
              <p:nvPr/>
            </p:nvSpPr>
            <p:spPr>
              <a:xfrm>
                <a:off x="7989994" y="1652168"/>
                <a:ext cx="198002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b="1" spc="300" dirty="0">
                    <a:ln w="3175"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汉仪雅酷黑 75W" panose="020B0804020202020204" pitchFamily="34" charset="-122"/>
                    <a:ea typeface="汉仪雅酷黑 75W" panose="020B0804020202020204" pitchFamily="34" charset="-122"/>
                    <a:cs typeface="汉仪中简黑简" panose="00020600040101010101" charset="-122"/>
                    <a:sym typeface="+mn-lt"/>
                  </a:rPr>
                  <a:t>晋升理由</a:t>
                </a:r>
              </a:p>
            </p:txBody>
          </p:sp>
          <p:sp>
            <p:nvSpPr>
              <p:cNvPr id="68" name="矩形 67">
                <a:extLst>
                  <a:ext uri="{FF2B5EF4-FFF2-40B4-BE49-F238E27FC236}">
                    <a16:creationId xmlns:a16="http://schemas.microsoft.com/office/drawing/2014/main" xmlns="" id="{BAC04526-6B1B-4A58-9F3F-59751BC8561B}"/>
                  </a:ext>
                </a:extLst>
              </p:cNvPr>
              <p:cNvSpPr/>
              <p:nvPr/>
            </p:nvSpPr>
            <p:spPr>
              <a:xfrm>
                <a:off x="8050825" y="2179960"/>
                <a:ext cx="2298514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500" dirty="0">
                    <a:solidFill>
                      <a:srgbClr val="E74E1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Reasons for promotion</a:t>
                </a:r>
              </a:p>
            </p:txBody>
          </p:sp>
        </p:grpSp>
        <p:cxnSp>
          <p:nvCxnSpPr>
            <p:cNvPr id="66" name="直接箭头连接符 65">
              <a:extLst>
                <a:ext uri="{FF2B5EF4-FFF2-40B4-BE49-F238E27FC236}">
                  <a16:creationId xmlns:a16="http://schemas.microsoft.com/office/drawing/2014/main" xmlns="" id="{FD75A38D-8245-4AB4-A785-449FD8BA7C87}"/>
                </a:ext>
              </a:extLst>
            </p:cNvPr>
            <p:cNvCxnSpPr/>
            <p:nvPr/>
          </p:nvCxnSpPr>
          <p:spPr>
            <a:xfrm>
              <a:off x="7416800" y="2007401"/>
              <a:ext cx="1332000" cy="0"/>
            </a:xfrm>
            <a:prstGeom prst="straightConnector1">
              <a:avLst/>
            </a:prstGeom>
            <a:ln w="6350">
              <a:solidFill>
                <a:srgbClr val="E74E17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73" name="组合 72">
            <a:extLst>
              <a:ext uri="{FF2B5EF4-FFF2-40B4-BE49-F238E27FC236}">
                <a16:creationId xmlns:a16="http://schemas.microsoft.com/office/drawing/2014/main" xmlns="" id="{DB2D6F39-EDD9-43D4-8381-89EA0C7B8B25}"/>
              </a:ext>
            </a:extLst>
          </p:cNvPr>
          <p:cNvGrpSpPr/>
          <p:nvPr/>
        </p:nvGrpSpPr>
        <p:grpSpPr>
          <a:xfrm>
            <a:off x="6003180" y="3702808"/>
            <a:ext cx="4837836" cy="850957"/>
            <a:chOff x="6003180" y="1618414"/>
            <a:chExt cx="4837836" cy="850957"/>
          </a:xfrm>
        </p:grpSpPr>
        <p:sp>
          <p:nvSpPr>
            <p:cNvPr id="74" name="文本框 73">
              <a:extLst>
                <a:ext uri="{FF2B5EF4-FFF2-40B4-BE49-F238E27FC236}">
                  <a16:creationId xmlns:a16="http://schemas.microsoft.com/office/drawing/2014/main" xmlns="" id="{73E3BBE0-AD98-4089-853E-1867B7AFA92F}"/>
                </a:ext>
              </a:extLst>
            </p:cNvPr>
            <p:cNvSpPr txBox="1"/>
            <p:nvPr/>
          </p:nvSpPr>
          <p:spPr>
            <a:xfrm>
              <a:off x="6003180" y="1687517"/>
              <a:ext cx="14136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PART 03</a:t>
              </a:r>
            </a:p>
          </p:txBody>
        </p:sp>
        <p:grpSp>
          <p:nvGrpSpPr>
            <p:cNvPr id="75" name="组合 74">
              <a:extLst>
                <a:ext uri="{FF2B5EF4-FFF2-40B4-BE49-F238E27FC236}">
                  <a16:creationId xmlns:a16="http://schemas.microsoft.com/office/drawing/2014/main" xmlns="" id="{01C0EF9A-2453-4E21-9939-4EA728EDC093}"/>
                </a:ext>
              </a:extLst>
            </p:cNvPr>
            <p:cNvGrpSpPr/>
            <p:nvPr/>
          </p:nvGrpSpPr>
          <p:grpSpPr>
            <a:xfrm>
              <a:off x="6040381" y="2222768"/>
              <a:ext cx="1118790" cy="180000"/>
              <a:chOff x="-3248297" y="3139073"/>
              <a:chExt cx="1118790" cy="180000"/>
            </a:xfrm>
            <a:solidFill>
              <a:srgbClr val="FE691E"/>
            </a:solidFill>
          </p:grpSpPr>
          <p:sp>
            <p:nvSpPr>
              <p:cNvPr id="80" name="半闭框 79">
                <a:extLst>
                  <a:ext uri="{FF2B5EF4-FFF2-40B4-BE49-F238E27FC236}">
                    <a16:creationId xmlns:a16="http://schemas.microsoft.com/office/drawing/2014/main" xmlns="" id="{80D31577-5DD3-4F80-A944-169AFA44E41B}"/>
                  </a:ext>
                </a:extLst>
              </p:cNvPr>
              <p:cNvSpPr/>
              <p:nvPr/>
            </p:nvSpPr>
            <p:spPr>
              <a:xfrm rot="8220810">
                <a:off x="-293536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81" name="半闭框 80">
                <a:extLst>
                  <a:ext uri="{FF2B5EF4-FFF2-40B4-BE49-F238E27FC236}">
                    <a16:creationId xmlns:a16="http://schemas.microsoft.com/office/drawing/2014/main" xmlns="" id="{5C5986F9-EE2A-4CEF-8590-B93E61B2B612}"/>
                  </a:ext>
                </a:extLst>
              </p:cNvPr>
              <p:cNvSpPr/>
              <p:nvPr/>
            </p:nvSpPr>
            <p:spPr>
              <a:xfrm rot="8220810">
                <a:off x="-230950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82" name="半闭框 81">
                <a:extLst>
                  <a:ext uri="{FF2B5EF4-FFF2-40B4-BE49-F238E27FC236}">
                    <a16:creationId xmlns:a16="http://schemas.microsoft.com/office/drawing/2014/main" xmlns="" id="{D2D57636-8059-4E95-BC87-ED6F540E0EA7}"/>
                  </a:ext>
                </a:extLst>
              </p:cNvPr>
              <p:cNvSpPr/>
              <p:nvPr/>
            </p:nvSpPr>
            <p:spPr>
              <a:xfrm rot="8220810">
                <a:off x="-262243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83" name="半闭框 82">
                <a:extLst>
                  <a:ext uri="{FF2B5EF4-FFF2-40B4-BE49-F238E27FC236}">
                    <a16:creationId xmlns:a16="http://schemas.microsoft.com/office/drawing/2014/main" xmlns="" id="{8CDD73C2-D7D1-4F5D-B094-010E98D759C7}"/>
                  </a:ext>
                </a:extLst>
              </p:cNvPr>
              <p:cNvSpPr/>
              <p:nvPr/>
            </p:nvSpPr>
            <p:spPr>
              <a:xfrm rot="8220810">
                <a:off x="-324829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</p:grpSp>
        <p:grpSp>
          <p:nvGrpSpPr>
            <p:cNvPr id="76" name="组合 75">
              <a:extLst>
                <a:ext uri="{FF2B5EF4-FFF2-40B4-BE49-F238E27FC236}">
                  <a16:creationId xmlns:a16="http://schemas.microsoft.com/office/drawing/2014/main" xmlns="" id="{CE274C7B-E882-4C92-B59E-7C30487CF4CC}"/>
                </a:ext>
              </a:extLst>
            </p:cNvPr>
            <p:cNvGrpSpPr/>
            <p:nvPr/>
          </p:nvGrpSpPr>
          <p:grpSpPr>
            <a:xfrm>
              <a:off x="8830420" y="1618414"/>
              <a:ext cx="2010596" cy="850957"/>
              <a:chOff x="7989994" y="1652168"/>
              <a:chExt cx="2010596" cy="850957"/>
            </a:xfrm>
          </p:grpSpPr>
          <p:sp>
            <p:nvSpPr>
              <p:cNvPr id="78" name="文本框 77">
                <a:extLst>
                  <a:ext uri="{FF2B5EF4-FFF2-40B4-BE49-F238E27FC236}">
                    <a16:creationId xmlns:a16="http://schemas.microsoft.com/office/drawing/2014/main" xmlns="" id="{136157B7-EA3D-43B1-98AA-84EC0824176D}"/>
                  </a:ext>
                </a:extLst>
              </p:cNvPr>
              <p:cNvSpPr txBox="1"/>
              <p:nvPr/>
            </p:nvSpPr>
            <p:spPr>
              <a:xfrm>
                <a:off x="7989994" y="1652168"/>
                <a:ext cx="198002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b="1" spc="300" dirty="0">
                    <a:ln w="3175"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汉仪雅酷黑 75W" panose="020B0804020202020204" pitchFamily="34" charset="-122"/>
                    <a:ea typeface="汉仪雅酷黑 75W" panose="020B0804020202020204" pitchFamily="34" charset="-122"/>
                    <a:cs typeface="汉仪中简黑简" panose="00020600040101010101" charset="-122"/>
                    <a:sym typeface="+mn-lt"/>
                  </a:rPr>
                  <a:t>工作开展</a:t>
                </a:r>
              </a:p>
            </p:txBody>
          </p:sp>
          <p:sp>
            <p:nvSpPr>
              <p:cNvPr id="79" name="矩形 78">
                <a:extLst>
                  <a:ext uri="{FF2B5EF4-FFF2-40B4-BE49-F238E27FC236}">
                    <a16:creationId xmlns:a16="http://schemas.microsoft.com/office/drawing/2014/main" xmlns="" id="{12E34C6F-C882-447C-8FFB-992948DBC5D6}"/>
                  </a:ext>
                </a:extLst>
              </p:cNvPr>
              <p:cNvSpPr/>
              <p:nvPr/>
            </p:nvSpPr>
            <p:spPr>
              <a:xfrm>
                <a:off x="8050825" y="2179960"/>
                <a:ext cx="1949765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500" dirty="0">
                    <a:solidFill>
                      <a:srgbClr val="E74E1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Work development</a:t>
                </a:r>
              </a:p>
            </p:txBody>
          </p:sp>
        </p:grpSp>
        <p:cxnSp>
          <p:nvCxnSpPr>
            <p:cNvPr id="77" name="直接箭头连接符 76">
              <a:extLst>
                <a:ext uri="{FF2B5EF4-FFF2-40B4-BE49-F238E27FC236}">
                  <a16:creationId xmlns:a16="http://schemas.microsoft.com/office/drawing/2014/main" xmlns="" id="{188F7463-5F65-4216-916C-79A6FB452AC7}"/>
                </a:ext>
              </a:extLst>
            </p:cNvPr>
            <p:cNvCxnSpPr/>
            <p:nvPr/>
          </p:nvCxnSpPr>
          <p:spPr>
            <a:xfrm>
              <a:off x="7416800" y="2007401"/>
              <a:ext cx="1332000" cy="0"/>
            </a:xfrm>
            <a:prstGeom prst="straightConnector1">
              <a:avLst/>
            </a:prstGeom>
            <a:ln w="6350">
              <a:solidFill>
                <a:srgbClr val="E74E17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4" name="组合 83">
            <a:extLst>
              <a:ext uri="{FF2B5EF4-FFF2-40B4-BE49-F238E27FC236}">
                <a16:creationId xmlns:a16="http://schemas.microsoft.com/office/drawing/2014/main" xmlns="" id="{F1C559AF-E1EE-4BAE-8A53-B4CCB82C409E}"/>
              </a:ext>
            </a:extLst>
          </p:cNvPr>
          <p:cNvGrpSpPr/>
          <p:nvPr/>
        </p:nvGrpSpPr>
        <p:grpSpPr>
          <a:xfrm>
            <a:off x="6003180" y="4745004"/>
            <a:ext cx="4807269" cy="850957"/>
            <a:chOff x="6003180" y="1618414"/>
            <a:chExt cx="4807269" cy="850957"/>
          </a:xfrm>
        </p:grpSpPr>
        <p:sp>
          <p:nvSpPr>
            <p:cNvPr id="85" name="文本框 84">
              <a:extLst>
                <a:ext uri="{FF2B5EF4-FFF2-40B4-BE49-F238E27FC236}">
                  <a16:creationId xmlns:a16="http://schemas.microsoft.com/office/drawing/2014/main" xmlns="" id="{C4964D4E-362D-4A65-9367-88539A21D6D1}"/>
                </a:ext>
              </a:extLst>
            </p:cNvPr>
            <p:cNvSpPr txBox="1"/>
            <p:nvPr/>
          </p:nvSpPr>
          <p:spPr>
            <a:xfrm>
              <a:off x="6003180" y="1687517"/>
              <a:ext cx="1413620" cy="4308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US" altLang="zh-CN" sz="2200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PART 04</a:t>
              </a:r>
            </a:p>
          </p:txBody>
        </p:sp>
        <p:grpSp>
          <p:nvGrpSpPr>
            <p:cNvPr id="86" name="组合 85">
              <a:extLst>
                <a:ext uri="{FF2B5EF4-FFF2-40B4-BE49-F238E27FC236}">
                  <a16:creationId xmlns:a16="http://schemas.microsoft.com/office/drawing/2014/main" xmlns="" id="{5597FBA0-326A-40A6-9E4F-875DCF0DA20A}"/>
                </a:ext>
              </a:extLst>
            </p:cNvPr>
            <p:cNvGrpSpPr/>
            <p:nvPr/>
          </p:nvGrpSpPr>
          <p:grpSpPr>
            <a:xfrm>
              <a:off x="6040381" y="2222768"/>
              <a:ext cx="1118790" cy="180000"/>
              <a:chOff x="-3248297" y="3139073"/>
              <a:chExt cx="1118790" cy="180000"/>
            </a:xfrm>
            <a:solidFill>
              <a:srgbClr val="FE691E"/>
            </a:solidFill>
          </p:grpSpPr>
          <p:sp>
            <p:nvSpPr>
              <p:cNvPr id="91" name="半闭框 90">
                <a:extLst>
                  <a:ext uri="{FF2B5EF4-FFF2-40B4-BE49-F238E27FC236}">
                    <a16:creationId xmlns:a16="http://schemas.microsoft.com/office/drawing/2014/main" xmlns="" id="{C426F80E-55AB-4D2C-8747-2F9BCDD9D31B}"/>
                  </a:ext>
                </a:extLst>
              </p:cNvPr>
              <p:cNvSpPr/>
              <p:nvPr/>
            </p:nvSpPr>
            <p:spPr>
              <a:xfrm rot="8220810">
                <a:off x="-293536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92" name="半闭框 91">
                <a:extLst>
                  <a:ext uri="{FF2B5EF4-FFF2-40B4-BE49-F238E27FC236}">
                    <a16:creationId xmlns:a16="http://schemas.microsoft.com/office/drawing/2014/main" xmlns="" id="{32D168EA-8A1B-4A25-AF93-E145FC0A5D18}"/>
                  </a:ext>
                </a:extLst>
              </p:cNvPr>
              <p:cNvSpPr/>
              <p:nvPr/>
            </p:nvSpPr>
            <p:spPr>
              <a:xfrm rot="8220810">
                <a:off x="-230950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93" name="半闭框 92">
                <a:extLst>
                  <a:ext uri="{FF2B5EF4-FFF2-40B4-BE49-F238E27FC236}">
                    <a16:creationId xmlns:a16="http://schemas.microsoft.com/office/drawing/2014/main" xmlns="" id="{B872DE43-E824-4005-8B2B-0F22E29BBB6B}"/>
                  </a:ext>
                </a:extLst>
              </p:cNvPr>
              <p:cNvSpPr/>
              <p:nvPr/>
            </p:nvSpPr>
            <p:spPr>
              <a:xfrm rot="8220810">
                <a:off x="-262243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  <p:sp>
            <p:nvSpPr>
              <p:cNvPr id="94" name="半闭框 93">
                <a:extLst>
                  <a:ext uri="{FF2B5EF4-FFF2-40B4-BE49-F238E27FC236}">
                    <a16:creationId xmlns:a16="http://schemas.microsoft.com/office/drawing/2014/main" xmlns="" id="{8B630146-C735-4DFF-A816-2FC5CC84A2F9}"/>
                  </a:ext>
                </a:extLst>
              </p:cNvPr>
              <p:cNvSpPr/>
              <p:nvPr/>
            </p:nvSpPr>
            <p:spPr>
              <a:xfrm rot="8220810">
                <a:off x="-324829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endParaRPr>
              </a:p>
            </p:txBody>
          </p:sp>
        </p:grpSp>
        <p:grpSp>
          <p:nvGrpSpPr>
            <p:cNvPr id="87" name="组合 86">
              <a:extLst>
                <a:ext uri="{FF2B5EF4-FFF2-40B4-BE49-F238E27FC236}">
                  <a16:creationId xmlns:a16="http://schemas.microsoft.com/office/drawing/2014/main" xmlns="" id="{BE842228-4AA2-465F-9168-4F610EB4B39F}"/>
                </a:ext>
              </a:extLst>
            </p:cNvPr>
            <p:cNvGrpSpPr/>
            <p:nvPr/>
          </p:nvGrpSpPr>
          <p:grpSpPr>
            <a:xfrm>
              <a:off x="8830420" y="1618414"/>
              <a:ext cx="1980029" cy="850957"/>
              <a:chOff x="7989994" y="1652168"/>
              <a:chExt cx="1980029" cy="850957"/>
            </a:xfrm>
          </p:grpSpPr>
          <p:sp>
            <p:nvSpPr>
              <p:cNvPr id="89" name="文本框 88">
                <a:extLst>
                  <a:ext uri="{FF2B5EF4-FFF2-40B4-BE49-F238E27FC236}">
                    <a16:creationId xmlns:a16="http://schemas.microsoft.com/office/drawing/2014/main" xmlns="" id="{D0DC8882-265A-4A84-8F52-191EE852AA2C}"/>
                  </a:ext>
                </a:extLst>
              </p:cNvPr>
              <p:cNvSpPr txBox="1"/>
              <p:nvPr/>
            </p:nvSpPr>
            <p:spPr>
              <a:xfrm>
                <a:off x="7989994" y="1652168"/>
                <a:ext cx="1980029" cy="584775"/>
              </a:xfrm>
              <a:prstGeom prst="rect">
                <a:avLst/>
              </a:prstGeom>
              <a:noFill/>
              <a:effectLst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3200" b="1" spc="300" dirty="0">
                    <a:ln w="3175">
                      <a:noFill/>
                    </a:ln>
                    <a:solidFill>
                      <a:schemeClr val="tx1">
                        <a:lumMod val="85000"/>
                        <a:lumOff val="15000"/>
                      </a:schemeClr>
                    </a:solidFill>
                    <a:latin typeface="汉仪雅酷黑 75W" panose="020B0804020202020204" pitchFamily="34" charset="-122"/>
                    <a:ea typeface="汉仪雅酷黑 75W" panose="020B0804020202020204" pitchFamily="34" charset="-122"/>
                    <a:cs typeface="汉仪中简黑简" panose="00020600040101010101" charset="-122"/>
                    <a:sym typeface="+mn-lt"/>
                  </a:rPr>
                  <a:t>个人计划</a:t>
                </a:r>
              </a:p>
            </p:txBody>
          </p:sp>
          <p:sp>
            <p:nvSpPr>
              <p:cNvPr id="90" name="矩形 89">
                <a:extLst>
                  <a:ext uri="{FF2B5EF4-FFF2-40B4-BE49-F238E27FC236}">
                    <a16:creationId xmlns:a16="http://schemas.microsoft.com/office/drawing/2014/main" xmlns="" id="{2E3C5BF9-5EA6-450F-8B73-8AC8FDB381D1}"/>
                  </a:ext>
                </a:extLst>
              </p:cNvPr>
              <p:cNvSpPr/>
              <p:nvPr/>
            </p:nvSpPr>
            <p:spPr>
              <a:xfrm>
                <a:off x="8050825" y="2179960"/>
                <a:ext cx="1422312" cy="3231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r>
                  <a:rPr lang="en-US" altLang="zh-CN" sz="1500" dirty="0">
                    <a:solidFill>
                      <a:srgbClr val="E74E17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</a:rPr>
                  <a:t>Personal plan</a:t>
                </a:r>
              </a:p>
            </p:txBody>
          </p:sp>
        </p:grpSp>
        <p:cxnSp>
          <p:nvCxnSpPr>
            <p:cNvPr id="88" name="直接箭头连接符 87">
              <a:extLst>
                <a:ext uri="{FF2B5EF4-FFF2-40B4-BE49-F238E27FC236}">
                  <a16:creationId xmlns:a16="http://schemas.microsoft.com/office/drawing/2014/main" xmlns="" id="{9B0E6038-2ACE-4C6F-96B0-1C4D01631CCA}"/>
                </a:ext>
              </a:extLst>
            </p:cNvPr>
            <p:cNvCxnSpPr/>
            <p:nvPr/>
          </p:nvCxnSpPr>
          <p:spPr>
            <a:xfrm>
              <a:off x="7416800" y="2007401"/>
              <a:ext cx="1332000" cy="0"/>
            </a:xfrm>
            <a:prstGeom prst="straightConnector1">
              <a:avLst/>
            </a:prstGeom>
            <a:ln w="6350">
              <a:solidFill>
                <a:srgbClr val="E74E17"/>
              </a:solidFill>
              <a:prstDash val="dash"/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96" name="任意多边形: 形状 95">
            <a:extLst>
              <a:ext uri="{FF2B5EF4-FFF2-40B4-BE49-F238E27FC236}">
                <a16:creationId xmlns:a16="http://schemas.microsoft.com/office/drawing/2014/main" xmlns="" id="{ABFF5368-1818-4AC9-8702-0D74414CBB6F}"/>
              </a:ext>
            </a:extLst>
          </p:cNvPr>
          <p:cNvSpPr/>
          <p:nvPr/>
        </p:nvSpPr>
        <p:spPr>
          <a:xfrm rot="19228575">
            <a:off x="5076385" y="672041"/>
            <a:ext cx="875742" cy="874828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FE874C"/>
              </a:gs>
              <a:gs pos="44400">
                <a:srgbClr val="FEBC9B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8" name="任意多边形: 形状 97">
            <a:extLst>
              <a:ext uri="{FF2B5EF4-FFF2-40B4-BE49-F238E27FC236}">
                <a16:creationId xmlns:a16="http://schemas.microsoft.com/office/drawing/2014/main" xmlns="" id="{C1F300A0-CD44-4D01-86D9-EFDBF47226D4}"/>
              </a:ext>
            </a:extLst>
          </p:cNvPr>
          <p:cNvSpPr/>
          <p:nvPr/>
        </p:nvSpPr>
        <p:spPr>
          <a:xfrm>
            <a:off x="3877217" y="4553765"/>
            <a:ext cx="693020" cy="2308936"/>
          </a:xfrm>
          <a:custGeom>
            <a:avLst/>
            <a:gdLst>
              <a:gd name="connsiteX0" fmla="*/ 346510 w 693020"/>
              <a:gd name="connsiteY0" fmla="*/ 0 h 2308936"/>
              <a:gd name="connsiteX1" fmla="*/ 693020 w 693020"/>
              <a:gd name="connsiteY1" fmla="*/ 346510 h 2308936"/>
              <a:gd name="connsiteX2" fmla="*/ 693019 w 693020"/>
              <a:gd name="connsiteY2" fmla="*/ 2308936 h 2308936"/>
              <a:gd name="connsiteX3" fmla="*/ 0 w 693020"/>
              <a:gd name="connsiteY3" fmla="*/ 2308936 h 2308936"/>
              <a:gd name="connsiteX4" fmla="*/ 0 w 693020"/>
              <a:gd name="connsiteY4" fmla="*/ 346510 h 2308936"/>
              <a:gd name="connsiteX5" fmla="*/ 346510 w 693020"/>
              <a:gd name="connsiteY5" fmla="*/ 0 h 230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020" h="2308936">
                <a:moveTo>
                  <a:pt x="346510" y="0"/>
                </a:moveTo>
                <a:cubicBezTo>
                  <a:pt x="537882" y="0"/>
                  <a:pt x="693020" y="155138"/>
                  <a:pt x="693020" y="346510"/>
                </a:cubicBezTo>
                <a:lnTo>
                  <a:pt x="693019" y="2308936"/>
                </a:lnTo>
                <a:lnTo>
                  <a:pt x="0" y="2308936"/>
                </a:lnTo>
                <a:lnTo>
                  <a:pt x="0" y="346510"/>
                </a:lnTo>
                <a:cubicBezTo>
                  <a:pt x="0" y="155138"/>
                  <a:pt x="155138" y="0"/>
                  <a:pt x="346510" y="0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99" name="组合 98">
            <a:extLst>
              <a:ext uri="{FF2B5EF4-FFF2-40B4-BE49-F238E27FC236}">
                <a16:creationId xmlns:a16="http://schemas.microsoft.com/office/drawing/2014/main" xmlns="" id="{B602EB5D-EA34-40D5-9A75-373A74028696}"/>
              </a:ext>
            </a:extLst>
          </p:cNvPr>
          <p:cNvGrpSpPr/>
          <p:nvPr/>
        </p:nvGrpSpPr>
        <p:grpSpPr>
          <a:xfrm rot="5400000">
            <a:off x="-335472" y="4010900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100" name="半闭框 99">
              <a:extLst>
                <a:ext uri="{FF2B5EF4-FFF2-40B4-BE49-F238E27FC236}">
                  <a16:creationId xmlns:a16="http://schemas.microsoft.com/office/drawing/2014/main" xmlns="" id="{C7C18F80-15D4-45CB-BB6A-E5D1E59C3DE1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1" name="半闭框 100">
              <a:extLst>
                <a:ext uri="{FF2B5EF4-FFF2-40B4-BE49-F238E27FC236}">
                  <a16:creationId xmlns:a16="http://schemas.microsoft.com/office/drawing/2014/main" xmlns="" id="{B3CE8554-4C72-4829-8F8A-168BF992FF30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2" name="半闭框 101">
              <a:extLst>
                <a:ext uri="{FF2B5EF4-FFF2-40B4-BE49-F238E27FC236}">
                  <a16:creationId xmlns:a16="http://schemas.microsoft.com/office/drawing/2014/main" xmlns="" id="{215C54E5-17EC-4883-952A-F35077EE5956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3" name="半闭框 102">
              <a:extLst>
                <a:ext uri="{FF2B5EF4-FFF2-40B4-BE49-F238E27FC236}">
                  <a16:creationId xmlns:a16="http://schemas.microsoft.com/office/drawing/2014/main" xmlns="" id="{972FFCA1-0259-40A7-AD91-457A667834D6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4" name="半闭框 103">
              <a:extLst>
                <a:ext uri="{FF2B5EF4-FFF2-40B4-BE49-F238E27FC236}">
                  <a16:creationId xmlns:a16="http://schemas.microsoft.com/office/drawing/2014/main" xmlns="" id="{14563BBC-8C91-455A-ACBD-0BA00A13390D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05" name="半闭框 104">
              <a:extLst>
                <a:ext uri="{FF2B5EF4-FFF2-40B4-BE49-F238E27FC236}">
                  <a16:creationId xmlns:a16="http://schemas.microsoft.com/office/drawing/2014/main" xmlns="" id="{4C5FF323-120A-45BB-BE50-F6D32C88CD13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06" name="任意多边形: 形状 105">
            <a:extLst>
              <a:ext uri="{FF2B5EF4-FFF2-40B4-BE49-F238E27FC236}">
                <a16:creationId xmlns:a16="http://schemas.microsoft.com/office/drawing/2014/main" xmlns="" id="{7767B151-6EFE-4D00-B9C9-F167BDBFF073}"/>
              </a:ext>
            </a:extLst>
          </p:cNvPr>
          <p:cNvSpPr/>
          <p:nvPr/>
        </p:nvSpPr>
        <p:spPr>
          <a:xfrm>
            <a:off x="11008707" y="0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97" name="文本框 96">
            <a:extLst>
              <a:ext uri="{FF2B5EF4-FFF2-40B4-BE49-F238E27FC236}">
                <a16:creationId xmlns:a16="http://schemas.microsoft.com/office/drawing/2014/main" xmlns="" id="{B096D00A-3A32-467F-BCA7-B2766A418C84}"/>
              </a:ext>
            </a:extLst>
          </p:cNvPr>
          <p:cNvSpPr txBox="1"/>
          <p:nvPr/>
        </p:nvSpPr>
        <p:spPr>
          <a:xfrm>
            <a:off x="11250596" y="602468"/>
            <a:ext cx="584775" cy="5664200"/>
          </a:xfrm>
          <a:prstGeom prst="rect">
            <a:avLst/>
          </a:prstGeom>
          <a:noFill/>
        </p:spPr>
        <p:txBody>
          <a:bodyPr vert="eaVert" wrap="square" rtlCol="0">
            <a:spAutoFit/>
          </a:bodyPr>
          <a:lstStyle/>
          <a:p>
            <a:pPr algn="dist"/>
            <a:r>
              <a:rPr lang="en-US" altLang="zh-CN" sz="2600" b="1" dirty="0">
                <a:solidFill>
                  <a:srgbClr val="FE874C">
                    <a:alpha val="35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</p:spTree>
    <p:extLst>
      <p:ext uri="{BB962C8B-B14F-4D97-AF65-F5344CB8AC3E}">
        <p14:creationId xmlns:p14="http://schemas.microsoft.com/office/powerpoint/2010/main" val="1184707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:push dir="u"/>
      </p:transition>
    </mc:Choice>
    <mc:Fallback xmlns="">
      <p:transition spd="slow" advClick="0" advTm="2000">
        <p:push dir="u"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6" presetClass="entr" presetSubtype="21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8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6" presetClass="entr" presetSubtype="37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31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00"/>
                            </p:stCondLst>
                            <p:childTnLst>
                              <p:par>
                                <p:cTn id="3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2000"/>
                            </p:stCondLst>
                            <p:childTnLst>
                              <p:par>
                                <p:cTn id="43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2500"/>
                            </p:stCondLst>
                            <p:childTnLst>
                              <p:par>
                                <p:cTn id="48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8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5" grpId="0" animBg="1"/>
      <p:bldP spid="48" grpId="0"/>
      <p:bldP spid="49" grpId="0"/>
      <p:bldP spid="50" grpId="0" animBg="1"/>
      <p:bldP spid="96" grpId="0" animBg="1"/>
      <p:bldP spid="98" grpId="0" animBg="1"/>
      <p:bldP spid="10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xmlns="" id="{4AF7C1B1-5AE1-44B4-B89E-54400F8D8F3E}"/>
              </a:ext>
            </a:extLst>
          </p:cNvPr>
          <p:cNvSpPr/>
          <p:nvPr/>
        </p:nvSpPr>
        <p:spPr>
          <a:xfrm flipH="1">
            <a:off x="0" y="1778164"/>
            <a:ext cx="3499832" cy="4252118"/>
          </a:xfrm>
          <a:custGeom>
            <a:avLst/>
            <a:gdLst>
              <a:gd name="connsiteX0" fmla="*/ 4741793 w 4741793"/>
              <a:gd name="connsiteY0" fmla="*/ 0 h 5761037"/>
              <a:gd name="connsiteX1" fmla="*/ 2880518 w 4741793"/>
              <a:gd name="connsiteY1" fmla="*/ 0 h 5761037"/>
              <a:gd name="connsiteX2" fmla="*/ 14871 w 4741793"/>
              <a:gd name="connsiteY2" fmla="*/ 2586003 h 5761037"/>
              <a:gd name="connsiteX3" fmla="*/ 0 w 4741793"/>
              <a:gd name="connsiteY3" fmla="*/ 2880519 h 5761037"/>
              <a:gd name="connsiteX4" fmla="*/ 14871 w 4741793"/>
              <a:gd name="connsiteY4" fmla="*/ 3175035 h 5761037"/>
              <a:gd name="connsiteX5" fmla="*/ 2880518 w 4741793"/>
              <a:gd name="connsiteY5" fmla="*/ 5761037 h 5761037"/>
              <a:gd name="connsiteX6" fmla="*/ 4741793 w 4741793"/>
              <a:gd name="connsiteY6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41793" h="5761037">
                <a:moveTo>
                  <a:pt x="4741793" y="0"/>
                </a:moveTo>
                <a:lnTo>
                  <a:pt x="2880518" y="0"/>
                </a:lnTo>
                <a:cubicBezTo>
                  <a:pt x="1389081" y="0"/>
                  <a:pt x="162383" y="1133483"/>
                  <a:pt x="14871" y="2586003"/>
                </a:cubicBezTo>
                <a:lnTo>
                  <a:pt x="0" y="2880519"/>
                </a:lnTo>
                <a:lnTo>
                  <a:pt x="14871" y="3175035"/>
                </a:lnTo>
                <a:cubicBezTo>
                  <a:pt x="162383" y="4627554"/>
                  <a:pt x="1389081" y="5761037"/>
                  <a:pt x="2880518" y="5761037"/>
                </a:cubicBezTo>
                <a:lnTo>
                  <a:pt x="4741793" y="5761037"/>
                </a:ln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302F0507-B55C-433B-AABE-0326B64F8E11}"/>
              </a:ext>
            </a:extLst>
          </p:cNvPr>
          <p:cNvSpPr txBox="1"/>
          <p:nvPr/>
        </p:nvSpPr>
        <p:spPr>
          <a:xfrm>
            <a:off x="6686057" y="2935177"/>
            <a:ext cx="4288353" cy="1323439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zh-CN" altLang="en-US" sz="8000" dirty="0">
                <a:solidFill>
                  <a:srgbClr val="E74E17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个人介绍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957C2755-170B-4065-9854-630E1203A47D}"/>
              </a:ext>
            </a:extLst>
          </p:cNvPr>
          <p:cNvSpPr txBox="1"/>
          <p:nvPr/>
        </p:nvSpPr>
        <p:spPr>
          <a:xfrm>
            <a:off x="6807712" y="4276120"/>
            <a:ext cx="4356655" cy="46166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The user can demonstrate on a projector or computer or print the it into a film to be used in a wider field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2F69AA82-7A56-4EC7-A4EB-E8D06F8C7811}"/>
              </a:ext>
            </a:extLst>
          </p:cNvPr>
          <p:cNvSpPr txBox="1"/>
          <p:nvPr/>
        </p:nvSpPr>
        <p:spPr>
          <a:xfrm>
            <a:off x="6807712" y="2286731"/>
            <a:ext cx="2582758" cy="630942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en-US" altLang="zh-CN" sz="3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PART  ONE</a:t>
            </a:r>
            <a:endParaRPr lang="zh-CN" altLang="en-US" sz="3500" b="1" dirty="0">
              <a:solidFill>
                <a:schemeClr val="tx1">
                  <a:lumMod val="85000"/>
                  <a:lumOff val="15000"/>
                </a:schemeClr>
              </a:solidFill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xmlns="" id="{A7AE6CB2-C25C-47BD-910E-45A58A2CE44A}"/>
              </a:ext>
            </a:extLst>
          </p:cNvPr>
          <p:cNvSpPr/>
          <p:nvPr/>
        </p:nvSpPr>
        <p:spPr>
          <a:xfrm flipH="1">
            <a:off x="0" y="1155262"/>
            <a:ext cx="4017274" cy="4573561"/>
          </a:xfrm>
          <a:custGeom>
            <a:avLst/>
            <a:gdLst>
              <a:gd name="connsiteX0" fmla="*/ 0 w 5060316"/>
              <a:gd name="connsiteY0" fmla="*/ 2880518 h 5761037"/>
              <a:gd name="connsiteX1" fmla="*/ 0 w 5060316"/>
              <a:gd name="connsiteY1" fmla="*/ 2880519 h 5761037"/>
              <a:gd name="connsiteX2" fmla="*/ 0 w 5060316"/>
              <a:gd name="connsiteY2" fmla="*/ 2880519 h 5761037"/>
              <a:gd name="connsiteX3" fmla="*/ 2880518 w 5060316"/>
              <a:gd name="connsiteY3" fmla="*/ 0 h 5761037"/>
              <a:gd name="connsiteX4" fmla="*/ 5060316 w 5060316"/>
              <a:gd name="connsiteY4" fmla="*/ 0 h 5761037"/>
              <a:gd name="connsiteX5" fmla="*/ 5060316 w 5060316"/>
              <a:gd name="connsiteY5" fmla="*/ 5761037 h 5761037"/>
              <a:gd name="connsiteX6" fmla="*/ 2880518 w 5060316"/>
              <a:gd name="connsiteY6" fmla="*/ 5761037 h 5761037"/>
              <a:gd name="connsiteX7" fmla="*/ 14871 w 5060316"/>
              <a:gd name="connsiteY7" fmla="*/ 3175035 h 5761037"/>
              <a:gd name="connsiteX8" fmla="*/ 0 w 5060316"/>
              <a:gd name="connsiteY8" fmla="*/ 2880519 h 5761037"/>
              <a:gd name="connsiteX9" fmla="*/ 14871 w 5060316"/>
              <a:gd name="connsiteY9" fmla="*/ 2586003 h 5761037"/>
              <a:gd name="connsiteX10" fmla="*/ 2880518 w 5060316"/>
              <a:gd name="connsiteY10" fmla="*/ 0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60316" h="5761037">
                <a:moveTo>
                  <a:pt x="0" y="2880518"/>
                </a:moveTo>
                <a:lnTo>
                  <a:pt x="0" y="2880519"/>
                </a:lnTo>
                <a:lnTo>
                  <a:pt x="0" y="2880519"/>
                </a:lnTo>
                <a:close/>
                <a:moveTo>
                  <a:pt x="2880518" y="0"/>
                </a:moveTo>
                <a:lnTo>
                  <a:pt x="5060316" y="0"/>
                </a:lnTo>
                <a:lnTo>
                  <a:pt x="5060316" y="5761037"/>
                </a:lnTo>
                <a:lnTo>
                  <a:pt x="2880518" y="5761037"/>
                </a:lnTo>
                <a:cubicBezTo>
                  <a:pt x="1389081" y="5761037"/>
                  <a:pt x="162383" y="4627554"/>
                  <a:pt x="14871" y="3175035"/>
                </a:cubicBezTo>
                <a:lnTo>
                  <a:pt x="0" y="2880519"/>
                </a:lnTo>
                <a:lnTo>
                  <a:pt x="14871" y="2586003"/>
                </a:lnTo>
                <a:cubicBezTo>
                  <a:pt x="162383" y="1133483"/>
                  <a:pt x="1389081" y="0"/>
                  <a:pt x="2880518" y="0"/>
                </a:cubicBez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1D5BA66F-443F-4117-8AB0-EB3617D00344}"/>
              </a:ext>
            </a:extLst>
          </p:cNvPr>
          <p:cNvSpPr/>
          <p:nvPr/>
        </p:nvSpPr>
        <p:spPr>
          <a:xfrm>
            <a:off x="4777435" y="1342432"/>
            <a:ext cx="1908622" cy="450892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US" altLang="zh-CN" sz="28700" dirty="0">
                <a:ln>
                  <a:solidFill>
                    <a:srgbClr val="E74E17"/>
                  </a:solidFill>
                </a:ln>
                <a:noFill/>
                <a:latin typeface="汉仪雅酷黑 75W" panose="020B0804020202020204" pitchFamily="34" charset="-122"/>
                <a:ea typeface="汉仪雅酷黑 75W" panose="020B0804020202020204" pitchFamily="34" charset="-122"/>
                <a:cs typeface="Aharoni" panose="02010803020104030203" pitchFamily="2" charset="-79"/>
              </a:rPr>
              <a:t>1</a:t>
            </a:r>
            <a:endParaRPr lang="zh-CN" altLang="en-US" sz="28700" dirty="0">
              <a:ln>
                <a:solidFill>
                  <a:srgbClr val="E74E17"/>
                </a:solidFill>
              </a:ln>
              <a:noFill/>
              <a:latin typeface="汉仪雅酷黑 75W" panose="020B0804020202020204" pitchFamily="34" charset="-122"/>
              <a:ea typeface="汉仪雅酷黑 75W" panose="020B0804020202020204" pitchFamily="34" charset="-122"/>
              <a:cs typeface="Aharoni" panose="02010803020104030203" pitchFamily="2" charset="-79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xmlns="" id="{ADB94A45-1F10-49CB-8DB5-71B74C8F0EBC}"/>
              </a:ext>
            </a:extLst>
          </p:cNvPr>
          <p:cNvSpPr/>
          <p:nvPr/>
        </p:nvSpPr>
        <p:spPr>
          <a:xfrm rot="6347762">
            <a:off x="3294723" y="3694457"/>
            <a:ext cx="1216609" cy="1215339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FE874C"/>
              </a:gs>
              <a:gs pos="44400">
                <a:srgbClr val="FEBC9B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xmlns="" id="{BDD57655-8996-4876-BCA6-5D09365BF0D0}"/>
              </a:ext>
            </a:extLst>
          </p:cNvPr>
          <p:cNvSpPr/>
          <p:nvPr/>
        </p:nvSpPr>
        <p:spPr>
          <a:xfrm>
            <a:off x="11172789" y="0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503410E7-2828-47DC-B605-2067212D9C32}"/>
              </a:ext>
            </a:extLst>
          </p:cNvPr>
          <p:cNvGrpSpPr/>
          <p:nvPr/>
        </p:nvGrpSpPr>
        <p:grpSpPr>
          <a:xfrm flipH="1">
            <a:off x="9809530" y="6024326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37" name="半闭框 36">
              <a:extLst>
                <a:ext uri="{FF2B5EF4-FFF2-40B4-BE49-F238E27FC236}">
                  <a16:creationId xmlns:a16="http://schemas.microsoft.com/office/drawing/2014/main" xmlns="" id="{F857C5FC-3256-4025-A21B-BD5A41F126C2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半闭框 37">
              <a:extLst>
                <a:ext uri="{FF2B5EF4-FFF2-40B4-BE49-F238E27FC236}">
                  <a16:creationId xmlns:a16="http://schemas.microsoft.com/office/drawing/2014/main" xmlns="" id="{0BAFF2E5-D042-4207-B098-435297DDEF0D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半闭框 38">
              <a:extLst>
                <a:ext uri="{FF2B5EF4-FFF2-40B4-BE49-F238E27FC236}">
                  <a16:creationId xmlns:a16="http://schemas.microsoft.com/office/drawing/2014/main" xmlns="" id="{3F4BB8EC-A19B-4A48-A7F4-66D19EC53E34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>
              <a:extLst>
                <a:ext uri="{FF2B5EF4-FFF2-40B4-BE49-F238E27FC236}">
                  <a16:creationId xmlns:a16="http://schemas.microsoft.com/office/drawing/2014/main" xmlns="" id="{3AE208AA-D810-46F4-BEE9-59A0D19ECBA8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>
              <a:extLst>
                <a:ext uri="{FF2B5EF4-FFF2-40B4-BE49-F238E27FC236}">
                  <a16:creationId xmlns:a16="http://schemas.microsoft.com/office/drawing/2014/main" xmlns="" id="{F3638445-85BB-4108-9508-4F961501617F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半闭框 41">
              <a:extLst>
                <a:ext uri="{FF2B5EF4-FFF2-40B4-BE49-F238E27FC236}">
                  <a16:creationId xmlns:a16="http://schemas.microsoft.com/office/drawing/2014/main" xmlns="" id="{B6C34C7B-472D-4859-9186-5B9CC6B5B520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B9518281-A0A4-48F3-9468-C626EE03B4A5}"/>
              </a:ext>
            </a:extLst>
          </p:cNvPr>
          <p:cNvSpPr txBox="1"/>
          <p:nvPr/>
        </p:nvSpPr>
        <p:spPr>
          <a:xfrm>
            <a:off x="369908" y="366314"/>
            <a:ext cx="4251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E74E17">
                    <a:alpha val="22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</p:spTree>
    <p:extLst>
      <p:ext uri="{BB962C8B-B14F-4D97-AF65-F5344CB8AC3E}">
        <p14:creationId xmlns:p14="http://schemas.microsoft.com/office/powerpoint/2010/main" val="41630865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flip dir="r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4" grpId="0"/>
      <p:bldP spid="21" grpId="0"/>
      <p:bldP spid="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椭圆 22">
            <a:extLst>
              <a:ext uri="{FF2B5EF4-FFF2-40B4-BE49-F238E27FC236}">
                <a16:creationId xmlns:a16="http://schemas.microsoft.com/office/drawing/2014/main" xmlns="" id="{43E8B647-9DB5-49B0-A59D-A31426FDFA08}"/>
              </a:ext>
            </a:extLst>
          </p:cNvPr>
          <p:cNvSpPr/>
          <p:nvPr/>
        </p:nvSpPr>
        <p:spPr>
          <a:xfrm rot="3091692">
            <a:off x="10021619" y="4395702"/>
            <a:ext cx="1419222" cy="1419222"/>
          </a:xfrm>
          <a:prstGeom prst="ellipse">
            <a:avLst/>
          </a:prstGeom>
          <a:gradFill flip="none" rotWithShape="1">
            <a:gsLst>
              <a:gs pos="0">
                <a:srgbClr val="FE874C"/>
              </a:gs>
              <a:gs pos="100000">
                <a:srgbClr val="E74E17"/>
              </a:gs>
            </a:gsLst>
            <a:lin ang="27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4A2B650B-E77C-4D01-85D0-4AE9F1A8853D}"/>
              </a:ext>
            </a:extLst>
          </p:cNvPr>
          <p:cNvGrpSpPr/>
          <p:nvPr/>
        </p:nvGrpSpPr>
        <p:grpSpPr>
          <a:xfrm>
            <a:off x="552256" y="5554047"/>
            <a:ext cx="5143693" cy="400110"/>
            <a:chOff x="550863" y="5105313"/>
            <a:chExt cx="5143693" cy="400110"/>
          </a:xfrm>
        </p:grpSpPr>
        <p:sp>
          <p:nvSpPr>
            <p:cNvPr id="8" name="箭头: 五边形 7">
              <a:extLst>
                <a:ext uri="{FF2B5EF4-FFF2-40B4-BE49-F238E27FC236}">
                  <a16:creationId xmlns:a16="http://schemas.microsoft.com/office/drawing/2014/main" xmlns="" id="{1D5DAFA2-D96B-4A80-8719-5CD8FA2DC182}"/>
                </a:ext>
              </a:extLst>
            </p:cNvPr>
            <p:cNvSpPr/>
            <p:nvPr/>
          </p:nvSpPr>
          <p:spPr>
            <a:xfrm>
              <a:off x="550863" y="5105313"/>
              <a:ext cx="5143693" cy="400110"/>
            </a:xfrm>
            <a:prstGeom prst="homePlat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4" name="矩形 3"/>
            <p:cNvSpPr/>
            <p:nvPr/>
          </p:nvSpPr>
          <p:spPr>
            <a:xfrm>
              <a:off x="823793" y="5136091"/>
              <a:ext cx="4083169" cy="338554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行动是成功的阶梯，行动越多，登得越高。</a:t>
              </a:r>
            </a:p>
          </p:txBody>
        </p:sp>
      </p:grpSp>
      <p:sp>
        <p:nvSpPr>
          <p:cNvPr id="12" name="文本框 11">
            <a:extLst>
              <a:ext uri="{FF2B5EF4-FFF2-40B4-BE49-F238E27FC236}">
                <a16:creationId xmlns:a16="http://schemas.microsoft.com/office/drawing/2014/main" xmlns="" id="{682F97D0-78DF-44A8-B954-B30FFB3F7218}"/>
              </a:ext>
            </a:extLst>
          </p:cNvPr>
          <p:cNvSpPr txBox="1"/>
          <p:nvPr/>
        </p:nvSpPr>
        <p:spPr>
          <a:xfrm>
            <a:off x="431453" y="1884473"/>
            <a:ext cx="195438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竞聘人：熊猫</a:t>
            </a:r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0B1D051B-1485-47B9-B7D9-31A0475466D5}"/>
              </a:ext>
            </a:extLst>
          </p:cNvPr>
          <p:cNvGrpSpPr/>
          <p:nvPr/>
        </p:nvGrpSpPr>
        <p:grpSpPr>
          <a:xfrm>
            <a:off x="334050" y="521142"/>
            <a:ext cx="4832995" cy="695015"/>
            <a:chOff x="334050" y="521142"/>
            <a:chExt cx="4832995" cy="695015"/>
          </a:xfrm>
        </p:grpSpPr>
        <p:sp>
          <p:nvSpPr>
            <p:cNvPr id="6" name="圆角矩形 13">
              <a:extLst>
                <a:ext uri="{FF2B5EF4-FFF2-40B4-BE49-F238E27FC236}">
                  <a16:creationId xmlns:a16="http://schemas.microsoft.com/office/drawing/2014/main" xmlns="" id="{1A85A809-4E33-423F-8838-442BC63F560D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1</a:t>
              </a:r>
            </a:p>
          </p:txBody>
        </p:sp>
        <p:sp>
          <p:nvSpPr>
            <p:cNvPr id="7" name="文本框 6">
              <a:extLst>
                <a:ext uri="{FF2B5EF4-FFF2-40B4-BE49-F238E27FC236}">
                  <a16:creationId xmlns:a16="http://schemas.microsoft.com/office/drawing/2014/main" xmlns="" id="{2FE5CE0B-CFD1-4C38-AA6E-39ECC67E2C19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个人介绍</a:t>
              </a: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xmlns="" id="{EDBF89A4-335C-44B2-832C-FDCEF2C6485F}"/>
                </a:ext>
              </a:extLst>
            </p:cNvPr>
            <p:cNvSpPr/>
            <p:nvPr/>
          </p:nvSpPr>
          <p:spPr>
            <a:xfrm>
              <a:off x="2960351" y="792449"/>
              <a:ext cx="2206694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Personal introduction</a:t>
              </a:r>
            </a:p>
          </p:txBody>
        </p:sp>
      </p:grpSp>
      <p:graphicFrame>
        <p:nvGraphicFramePr>
          <p:cNvPr id="5" name="表格 7">
            <a:extLst>
              <a:ext uri="{FF2B5EF4-FFF2-40B4-BE49-F238E27FC236}">
                <a16:creationId xmlns:a16="http://schemas.microsoft.com/office/drawing/2014/main" xmlns="" id="{11A21162-4335-4015-BF9C-D0602BCEC8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63734057"/>
              </p:ext>
            </p:extLst>
          </p:nvPr>
        </p:nvGraphicFramePr>
        <p:xfrm>
          <a:off x="577964" y="2772475"/>
          <a:ext cx="5533087" cy="201599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2435">
                  <a:extLst>
                    <a:ext uri="{9D8B030D-6E8A-4147-A177-3AD203B41FA5}">
                      <a16:colId xmlns:a16="http://schemas.microsoft.com/office/drawing/2014/main" xmlns="" val="2586938025"/>
                    </a:ext>
                  </a:extLst>
                </a:gridCol>
                <a:gridCol w="1142435">
                  <a:extLst>
                    <a:ext uri="{9D8B030D-6E8A-4147-A177-3AD203B41FA5}">
                      <a16:colId xmlns:a16="http://schemas.microsoft.com/office/drawing/2014/main" xmlns="" val="1334682054"/>
                    </a:ext>
                  </a:extLst>
                </a:gridCol>
                <a:gridCol w="1524040">
                  <a:extLst>
                    <a:ext uri="{9D8B030D-6E8A-4147-A177-3AD203B41FA5}">
                      <a16:colId xmlns:a16="http://schemas.microsoft.com/office/drawing/2014/main" xmlns="" val="2752354579"/>
                    </a:ext>
                  </a:extLst>
                </a:gridCol>
                <a:gridCol w="1724177">
                  <a:extLst>
                    <a:ext uri="{9D8B030D-6E8A-4147-A177-3AD203B41FA5}">
                      <a16:colId xmlns:a16="http://schemas.microsoft.com/office/drawing/2014/main" xmlns="" val="122959549"/>
                    </a:ext>
                  </a:extLst>
                </a:gridCol>
              </a:tblGrid>
              <a:tr h="128445">
                <a:tc gridSpan="4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>
                    <a:solidFill>
                      <a:schemeClr val="accent2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zh-CN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243647579"/>
                  </a:ext>
                </a:extLst>
              </a:tr>
              <a:tr h="316713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姓名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小熊猫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学历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研究生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2618665202"/>
                  </a:ext>
                </a:extLst>
              </a:tr>
              <a:tr h="506740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年龄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32</a:t>
                      </a:r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岁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XX</a:t>
                      </a:r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理工大学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4085029141"/>
                  </a:ext>
                </a:extLst>
              </a:tr>
              <a:tr h="411726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组织关系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党员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入职年限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altLang="zh-CN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5</a:t>
                      </a:r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622881108"/>
                  </a:ext>
                </a:extLst>
              </a:tr>
              <a:tr h="411726"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性别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男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现在职位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zh-CN" altLang="en-US" sz="1500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代理总监</a:t>
                      </a:r>
                    </a:p>
                  </a:txBody>
                  <a:tcPr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xmlns="" val="1314471737"/>
                  </a:ext>
                </a:extLst>
              </a:tr>
            </a:tbl>
          </a:graphicData>
        </a:graphic>
      </p:graphicFrame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D2B68DB0-0195-4D43-8B1E-0A234F164D5D}"/>
              </a:ext>
            </a:extLst>
          </p:cNvPr>
          <p:cNvGrpSpPr/>
          <p:nvPr/>
        </p:nvGrpSpPr>
        <p:grpSpPr>
          <a:xfrm>
            <a:off x="7438891" y="1995464"/>
            <a:ext cx="3226420" cy="3226420"/>
            <a:chOff x="7292897" y="2123554"/>
            <a:chExt cx="3226420" cy="3226420"/>
          </a:xfrm>
        </p:grpSpPr>
        <p:sp>
          <p:nvSpPr>
            <p:cNvPr id="13" name="椭圆 12">
              <a:extLst>
                <a:ext uri="{FF2B5EF4-FFF2-40B4-BE49-F238E27FC236}">
                  <a16:creationId xmlns:a16="http://schemas.microsoft.com/office/drawing/2014/main" xmlns="" id="{F682F904-1D38-42F0-B306-71835DEBDB55}"/>
                </a:ext>
              </a:extLst>
            </p:cNvPr>
            <p:cNvSpPr/>
            <p:nvPr/>
          </p:nvSpPr>
          <p:spPr>
            <a:xfrm>
              <a:off x="7292897" y="2123554"/>
              <a:ext cx="3226420" cy="322642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  <a:effectLst>
              <a:outerShdw blurRad="266700" dist="12700" sx="102000" sy="102000" algn="ctr" rotWithShape="0">
                <a:srgbClr val="BD4013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xmlns="" id="{85409F81-7D8D-425F-9C24-ACB8BD5999C5}"/>
                </a:ext>
              </a:extLst>
            </p:cNvPr>
            <p:cNvSpPr/>
            <p:nvPr/>
          </p:nvSpPr>
          <p:spPr>
            <a:xfrm>
              <a:off x="7601414" y="2432071"/>
              <a:ext cx="2609385" cy="2609385"/>
            </a:xfrm>
            <a:prstGeom prst="ellipse">
              <a:avLst/>
            </a:prstGeom>
            <a:blipFill dpi="0" rotWithShape="1">
              <a:blip r:embed="rId2">
                <a:extLst>
                  <a:ext uri="{BEBA8EAE-BF5A-486C-A8C5-ECC9F3942E4B}">
                    <a14:imgProps xmlns:a14="http://schemas.microsoft.com/office/drawing/2010/main">
                      <a14:imgLayer r:embed="rId3">
                        <a14:imgEffect>
                          <a14:colorTemperature colorTemp="5300"/>
                        </a14:imgEffect>
                      </a14:imgLayer>
                    </a14:imgProps>
                  </a:ext>
                </a:extLst>
              </a:blip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2" name="任意多边形: 形状 21">
            <a:extLst>
              <a:ext uri="{FF2B5EF4-FFF2-40B4-BE49-F238E27FC236}">
                <a16:creationId xmlns:a16="http://schemas.microsoft.com/office/drawing/2014/main" xmlns="" id="{221E7BB6-A8F8-4A2F-A320-BE92054CA09D}"/>
              </a:ext>
            </a:extLst>
          </p:cNvPr>
          <p:cNvSpPr/>
          <p:nvPr/>
        </p:nvSpPr>
        <p:spPr>
          <a:xfrm rot="6347762">
            <a:off x="7047266" y="2365260"/>
            <a:ext cx="685991" cy="685275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8506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flip dir="r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1750"/>
                            </p:stCondLst>
                            <p:childTnLst>
                              <p:par>
                                <p:cTn id="1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53" presetClass="entr" presetSubtype="16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12" grpId="0"/>
      <p:bldP spid="22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直接连接符 3">
            <a:extLst>
              <a:ext uri="{FF2B5EF4-FFF2-40B4-BE49-F238E27FC236}">
                <a16:creationId xmlns:a16="http://schemas.microsoft.com/office/drawing/2014/main" xmlns="" id="{CEC7B68B-2D5D-4DAE-968B-08D7CCA53072}"/>
              </a:ext>
            </a:extLst>
          </p:cNvPr>
          <p:cNvCxnSpPr/>
          <p:nvPr/>
        </p:nvCxnSpPr>
        <p:spPr>
          <a:xfrm>
            <a:off x="1999784" y="3539511"/>
            <a:ext cx="9684000" cy="0"/>
          </a:xfrm>
          <a:prstGeom prst="line">
            <a:avLst/>
          </a:prstGeom>
          <a:ln w="12700">
            <a:solidFill>
              <a:srgbClr val="E74E17"/>
            </a:solidFill>
            <a:tailEnd type="oval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矩形: 圆角 15">
            <a:extLst>
              <a:ext uri="{FF2B5EF4-FFF2-40B4-BE49-F238E27FC236}">
                <a16:creationId xmlns:a16="http://schemas.microsoft.com/office/drawing/2014/main" xmlns="" id="{240AC805-08EF-47AE-BF63-E53070D96774}"/>
              </a:ext>
            </a:extLst>
          </p:cNvPr>
          <p:cNvSpPr/>
          <p:nvPr/>
        </p:nvSpPr>
        <p:spPr>
          <a:xfrm>
            <a:off x="550863" y="3251511"/>
            <a:ext cx="1764000" cy="576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实习员工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5DDF851D-9E60-4EA1-ACF1-56D57AF8B305}"/>
              </a:ext>
            </a:extLst>
          </p:cNvPr>
          <p:cNvGrpSpPr/>
          <p:nvPr/>
        </p:nvGrpSpPr>
        <p:grpSpPr>
          <a:xfrm>
            <a:off x="480974" y="4378729"/>
            <a:ext cx="2700841" cy="1424785"/>
            <a:chOff x="550862" y="3375119"/>
            <a:chExt cx="2700841" cy="1424785"/>
          </a:xfrm>
        </p:grpSpPr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663D6325-5B75-4154-9AD1-2444B8A55DDC}"/>
                </a:ext>
              </a:extLst>
            </p:cNvPr>
            <p:cNvSpPr/>
            <p:nvPr/>
          </p:nvSpPr>
          <p:spPr>
            <a:xfrm>
              <a:off x="550863" y="3776162"/>
              <a:ext cx="2700840" cy="1023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2813">
                <a:lnSpc>
                  <a:spcPct val="150000"/>
                </a:lnSpc>
                <a:buFont typeface="Arial" charset="0"/>
                <a:buNone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在此输入您的文本内容，内容要求简约易懂，您也可以更换需要的图片，也可以复制内容粘贴。</a:t>
              </a:r>
            </a:p>
          </p:txBody>
        </p:sp>
        <p:sp>
          <p:nvSpPr>
            <p:cNvPr id="22" name="矩形 21">
              <a:extLst>
                <a:ext uri="{FF2B5EF4-FFF2-40B4-BE49-F238E27FC236}">
                  <a16:creationId xmlns:a16="http://schemas.microsoft.com/office/drawing/2014/main" xmlns="" id="{1871ACCE-3983-46A0-B487-624EA3E7F1A4}"/>
                </a:ext>
              </a:extLst>
            </p:cNvPr>
            <p:cNvSpPr/>
            <p:nvPr/>
          </p:nvSpPr>
          <p:spPr>
            <a:xfrm>
              <a:off x="550862" y="3375119"/>
              <a:ext cx="17640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Clr>
                  <a:schemeClr val="accent1"/>
                </a:buClr>
                <a:defRPr/>
              </a:pPr>
              <a:r>
                <a:rPr lang="en-US" altLang="zh-CN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2018-2019</a:t>
              </a:r>
              <a:r>
                <a:rPr lang="zh-CN" altLang="en-US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年</a:t>
              </a:r>
              <a:endParaRPr lang="en-US" altLang="zh-CN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xmlns="" id="{DBD15AA7-504A-419C-978C-0241C5A739DA}"/>
              </a:ext>
            </a:extLst>
          </p:cNvPr>
          <p:cNvGrpSpPr/>
          <p:nvPr/>
        </p:nvGrpSpPr>
        <p:grpSpPr>
          <a:xfrm>
            <a:off x="334050" y="521142"/>
            <a:ext cx="3995715" cy="695015"/>
            <a:chOff x="334050" y="521142"/>
            <a:chExt cx="3995715" cy="695015"/>
          </a:xfrm>
        </p:grpSpPr>
        <p:sp>
          <p:nvSpPr>
            <p:cNvPr id="27" name="圆角矩形 13">
              <a:extLst>
                <a:ext uri="{FF2B5EF4-FFF2-40B4-BE49-F238E27FC236}">
                  <a16:creationId xmlns:a16="http://schemas.microsoft.com/office/drawing/2014/main" xmlns="" id="{629D6963-D655-494A-A306-64432B52436E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1</a:t>
              </a:r>
            </a:p>
          </p:txBody>
        </p:sp>
        <p:sp>
          <p:nvSpPr>
            <p:cNvPr id="28" name="文本框 27">
              <a:extLst>
                <a:ext uri="{FF2B5EF4-FFF2-40B4-BE49-F238E27FC236}">
                  <a16:creationId xmlns:a16="http://schemas.microsoft.com/office/drawing/2014/main" xmlns="" id="{C90554D5-B2C7-419D-A36F-91425BCC2B71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工作历程</a:t>
              </a:r>
            </a:p>
          </p:txBody>
        </p:sp>
        <p:sp>
          <p:nvSpPr>
            <p:cNvPr id="29" name="矩形 28">
              <a:extLst>
                <a:ext uri="{FF2B5EF4-FFF2-40B4-BE49-F238E27FC236}">
                  <a16:creationId xmlns:a16="http://schemas.microsoft.com/office/drawing/2014/main" xmlns="" id="{DFD783C7-8FD3-4DC7-A466-0C2FE6251955}"/>
                </a:ext>
              </a:extLst>
            </p:cNvPr>
            <p:cNvSpPr/>
            <p:nvPr/>
          </p:nvSpPr>
          <p:spPr>
            <a:xfrm>
              <a:off x="2960351" y="792449"/>
              <a:ext cx="1369414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Work history</a:t>
              </a:r>
            </a:p>
          </p:txBody>
        </p:sp>
      </p:grpSp>
      <p:sp>
        <p:nvSpPr>
          <p:cNvPr id="30" name="矩形: 圆角 29">
            <a:extLst>
              <a:ext uri="{FF2B5EF4-FFF2-40B4-BE49-F238E27FC236}">
                <a16:creationId xmlns:a16="http://schemas.microsoft.com/office/drawing/2014/main" xmlns="" id="{B37367A9-3987-40B5-A5EC-EEEDC278BF59}"/>
              </a:ext>
            </a:extLst>
          </p:cNvPr>
          <p:cNvSpPr/>
          <p:nvPr/>
        </p:nvSpPr>
        <p:spPr>
          <a:xfrm>
            <a:off x="3417720" y="3251511"/>
            <a:ext cx="1764000" cy="576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助理</a:t>
            </a: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xmlns="" id="{5895A8FF-6F2B-4680-AC51-D1408A57B6D7}"/>
              </a:ext>
            </a:extLst>
          </p:cNvPr>
          <p:cNvGrpSpPr/>
          <p:nvPr/>
        </p:nvGrpSpPr>
        <p:grpSpPr>
          <a:xfrm>
            <a:off x="3419706" y="1585508"/>
            <a:ext cx="2758071" cy="1424785"/>
            <a:chOff x="550862" y="3375119"/>
            <a:chExt cx="2758071" cy="1424785"/>
          </a:xfrm>
        </p:grpSpPr>
        <p:sp>
          <p:nvSpPr>
            <p:cNvPr id="32" name="矩形 31">
              <a:extLst>
                <a:ext uri="{FF2B5EF4-FFF2-40B4-BE49-F238E27FC236}">
                  <a16:creationId xmlns:a16="http://schemas.microsoft.com/office/drawing/2014/main" xmlns="" id="{AC09F51F-E403-4079-9681-110173DC3281}"/>
                </a:ext>
              </a:extLst>
            </p:cNvPr>
            <p:cNvSpPr/>
            <p:nvPr/>
          </p:nvSpPr>
          <p:spPr>
            <a:xfrm>
              <a:off x="550863" y="3776162"/>
              <a:ext cx="2758070" cy="1023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2813">
                <a:lnSpc>
                  <a:spcPct val="150000"/>
                </a:lnSpc>
                <a:buFont typeface="Arial" charset="0"/>
                <a:buNone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在此输入您的文本内容，内容要求简约易懂，您也可以更换需要的图片，也可以复制内容粘贴。</a:t>
              </a:r>
            </a:p>
          </p:txBody>
        </p:sp>
        <p:sp>
          <p:nvSpPr>
            <p:cNvPr id="33" name="矩形 32">
              <a:extLst>
                <a:ext uri="{FF2B5EF4-FFF2-40B4-BE49-F238E27FC236}">
                  <a16:creationId xmlns:a16="http://schemas.microsoft.com/office/drawing/2014/main" xmlns="" id="{FEAF6C2B-B014-49AF-91F6-F4EA22A761B2}"/>
                </a:ext>
              </a:extLst>
            </p:cNvPr>
            <p:cNvSpPr/>
            <p:nvPr/>
          </p:nvSpPr>
          <p:spPr>
            <a:xfrm>
              <a:off x="550862" y="3375119"/>
              <a:ext cx="17640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Clr>
                  <a:schemeClr val="accent1"/>
                </a:buClr>
                <a:defRPr/>
              </a:pPr>
              <a:r>
                <a:rPr lang="en-US" altLang="zh-CN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2019-2020</a:t>
              </a:r>
              <a:r>
                <a:rPr lang="zh-CN" altLang="en-US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年</a:t>
              </a:r>
              <a:endParaRPr lang="en-US" altLang="zh-CN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4" name="矩形: 圆角 33">
            <a:extLst>
              <a:ext uri="{FF2B5EF4-FFF2-40B4-BE49-F238E27FC236}">
                <a16:creationId xmlns:a16="http://schemas.microsoft.com/office/drawing/2014/main" xmlns="" id="{7AFFC264-7A09-4107-B427-BDB392A33CD9}"/>
              </a:ext>
            </a:extLst>
          </p:cNvPr>
          <p:cNvSpPr/>
          <p:nvPr/>
        </p:nvSpPr>
        <p:spPr>
          <a:xfrm>
            <a:off x="6284577" y="3251511"/>
            <a:ext cx="1764000" cy="576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小组长</a:t>
            </a:r>
          </a:p>
        </p:txBody>
      </p:sp>
      <p:sp>
        <p:nvSpPr>
          <p:cNvPr id="35" name="矩形: 圆角 34">
            <a:extLst>
              <a:ext uri="{FF2B5EF4-FFF2-40B4-BE49-F238E27FC236}">
                <a16:creationId xmlns:a16="http://schemas.microsoft.com/office/drawing/2014/main" xmlns="" id="{949AE065-D651-4624-A975-69F87030D127}"/>
              </a:ext>
            </a:extLst>
          </p:cNvPr>
          <p:cNvSpPr/>
          <p:nvPr/>
        </p:nvSpPr>
        <p:spPr>
          <a:xfrm>
            <a:off x="9151434" y="3251511"/>
            <a:ext cx="1764000" cy="576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代理总监</a:t>
            </a:r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B5A9165E-5686-4246-90E0-035A370DD020}"/>
              </a:ext>
            </a:extLst>
          </p:cNvPr>
          <p:cNvGrpSpPr/>
          <p:nvPr/>
        </p:nvGrpSpPr>
        <p:grpSpPr>
          <a:xfrm>
            <a:off x="6284577" y="4378729"/>
            <a:ext cx="2735767" cy="1424785"/>
            <a:chOff x="550862" y="3375119"/>
            <a:chExt cx="2735767" cy="1424785"/>
          </a:xfrm>
        </p:grpSpPr>
        <p:sp>
          <p:nvSpPr>
            <p:cNvPr id="37" name="矩形 36">
              <a:extLst>
                <a:ext uri="{FF2B5EF4-FFF2-40B4-BE49-F238E27FC236}">
                  <a16:creationId xmlns:a16="http://schemas.microsoft.com/office/drawing/2014/main" xmlns="" id="{D2C6E033-D004-4BB5-9D6A-46ED8A1767E4}"/>
                </a:ext>
              </a:extLst>
            </p:cNvPr>
            <p:cNvSpPr/>
            <p:nvPr/>
          </p:nvSpPr>
          <p:spPr>
            <a:xfrm>
              <a:off x="550862" y="3776162"/>
              <a:ext cx="2735767" cy="1023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2813">
                <a:lnSpc>
                  <a:spcPct val="150000"/>
                </a:lnSpc>
                <a:buFont typeface="Arial" charset="0"/>
                <a:buNone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在此输入您的文本内容，内容要求简约易懂，您也可以更换需要的图片，也可以复制内容粘贴。</a:t>
              </a:r>
            </a:p>
          </p:txBody>
        </p:sp>
        <p:sp>
          <p:nvSpPr>
            <p:cNvPr id="38" name="矩形 37">
              <a:extLst>
                <a:ext uri="{FF2B5EF4-FFF2-40B4-BE49-F238E27FC236}">
                  <a16:creationId xmlns:a16="http://schemas.microsoft.com/office/drawing/2014/main" xmlns="" id="{3EDC87EB-FD6D-48B0-8759-B161E0553195}"/>
                </a:ext>
              </a:extLst>
            </p:cNvPr>
            <p:cNvSpPr/>
            <p:nvPr/>
          </p:nvSpPr>
          <p:spPr>
            <a:xfrm>
              <a:off x="550862" y="3375119"/>
              <a:ext cx="17640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Clr>
                  <a:schemeClr val="accent1"/>
                </a:buClr>
                <a:defRPr/>
              </a:pPr>
              <a:r>
                <a:rPr lang="en-US" altLang="zh-CN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2020-2021</a:t>
              </a:r>
              <a:r>
                <a:rPr lang="zh-CN" altLang="en-US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年</a:t>
              </a:r>
              <a:endParaRPr lang="en-US" altLang="zh-CN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39" name="组合 38">
            <a:extLst>
              <a:ext uri="{FF2B5EF4-FFF2-40B4-BE49-F238E27FC236}">
                <a16:creationId xmlns:a16="http://schemas.microsoft.com/office/drawing/2014/main" xmlns="" id="{20FC4155-E61F-451B-B872-8D0C4200809E}"/>
              </a:ext>
            </a:extLst>
          </p:cNvPr>
          <p:cNvGrpSpPr/>
          <p:nvPr/>
        </p:nvGrpSpPr>
        <p:grpSpPr>
          <a:xfrm>
            <a:off x="9071902" y="1585508"/>
            <a:ext cx="2758071" cy="1424785"/>
            <a:chOff x="550862" y="3375119"/>
            <a:chExt cx="2758071" cy="1424785"/>
          </a:xfrm>
        </p:grpSpPr>
        <p:sp>
          <p:nvSpPr>
            <p:cNvPr id="40" name="矩形 39">
              <a:extLst>
                <a:ext uri="{FF2B5EF4-FFF2-40B4-BE49-F238E27FC236}">
                  <a16:creationId xmlns:a16="http://schemas.microsoft.com/office/drawing/2014/main" xmlns="" id="{F7408F0F-D363-405C-B3ED-1669A3CE6E28}"/>
                </a:ext>
              </a:extLst>
            </p:cNvPr>
            <p:cNvSpPr/>
            <p:nvPr/>
          </p:nvSpPr>
          <p:spPr>
            <a:xfrm>
              <a:off x="550862" y="3776162"/>
              <a:ext cx="2758071" cy="102374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defTabSz="912813">
                <a:lnSpc>
                  <a:spcPct val="150000"/>
                </a:lnSpc>
                <a:buFont typeface="Arial" charset="0"/>
                <a:buNone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在此输入您的文本内容，内容要求简约易懂，您也可以更换需要的图片，也可以复制内容粘贴。</a:t>
              </a:r>
            </a:p>
          </p:txBody>
        </p:sp>
        <p:sp>
          <p:nvSpPr>
            <p:cNvPr id="41" name="矩形 40">
              <a:extLst>
                <a:ext uri="{FF2B5EF4-FFF2-40B4-BE49-F238E27FC236}">
                  <a16:creationId xmlns:a16="http://schemas.microsoft.com/office/drawing/2014/main" xmlns="" id="{8A855CE8-9F73-4426-A255-77FA76CD9DAC}"/>
                </a:ext>
              </a:extLst>
            </p:cNvPr>
            <p:cNvSpPr/>
            <p:nvPr/>
          </p:nvSpPr>
          <p:spPr>
            <a:xfrm>
              <a:off x="550862" y="3375119"/>
              <a:ext cx="1764000" cy="36933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buClr>
                  <a:schemeClr val="accent1"/>
                </a:buClr>
                <a:defRPr/>
              </a:pPr>
              <a:r>
                <a:rPr lang="en-US" altLang="zh-CN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2021-2022</a:t>
              </a:r>
              <a:r>
                <a:rPr lang="zh-CN" altLang="en-US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年</a:t>
              </a:r>
              <a:endParaRPr lang="en-US" altLang="zh-CN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079598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flip dir="r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1500"/>
                            </p:stCondLst>
                            <p:childTnLst>
                              <p:par>
                                <p:cTn id="3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2000"/>
                            </p:stCondLst>
                            <p:childTnLst>
                              <p:par>
                                <p:cTn id="40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0" grpId="0" animBg="1"/>
      <p:bldP spid="34" grpId="0" animBg="1"/>
      <p:bldP spid="35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组合 23">
            <a:extLst>
              <a:ext uri="{FF2B5EF4-FFF2-40B4-BE49-F238E27FC236}">
                <a16:creationId xmlns:a16="http://schemas.microsoft.com/office/drawing/2014/main" xmlns="" id="{C0C6DE54-E9BC-45FC-BB82-E35DA6D2F6B9}"/>
              </a:ext>
            </a:extLst>
          </p:cNvPr>
          <p:cNvGrpSpPr/>
          <p:nvPr/>
        </p:nvGrpSpPr>
        <p:grpSpPr>
          <a:xfrm>
            <a:off x="334050" y="521142"/>
            <a:ext cx="4540799" cy="695015"/>
            <a:chOff x="334050" y="521142"/>
            <a:chExt cx="4540799" cy="695015"/>
          </a:xfrm>
        </p:grpSpPr>
        <p:sp>
          <p:nvSpPr>
            <p:cNvPr id="25" name="圆角矩形 13">
              <a:extLst>
                <a:ext uri="{FF2B5EF4-FFF2-40B4-BE49-F238E27FC236}">
                  <a16:creationId xmlns:a16="http://schemas.microsoft.com/office/drawing/2014/main" xmlns="" id="{EA550F3C-8F6D-4A3C-91F5-A0C771B8C9CF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1</a:t>
              </a: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xmlns="" id="{4C876202-0D7F-4354-A564-9BF62D87761F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工作业绩</a:t>
              </a:r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85B2A12E-A4B4-4AB0-A7DC-52427AE75DA0}"/>
                </a:ext>
              </a:extLst>
            </p:cNvPr>
            <p:cNvSpPr/>
            <p:nvPr/>
          </p:nvSpPr>
          <p:spPr>
            <a:xfrm>
              <a:off x="2960351" y="792449"/>
              <a:ext cx="1914498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Work performance</a:t>
              </a:r>
            </a:p>
          </p:txBody>
        </p:sp>
      </p:grpSp>
      <p:grpSp>
        <p:nvGrpSpPr>
          <p:cNvPr id="3" name="组合 2">
            <a:extLst>
              <a:ext uri="{FF2B5EF4-FFF2-40B4-BE49-F238E27FC236}">
                <a16:creationId xmlns:a16="http://schemas.microsoft.com/office/drawing/2014/main" xmlns="" id="{6B2B4677-0642-4926-86D0-6A8BD63A929D}"/>
              </a:ext>
            </a:extLst>
          </p:cNvPr>
          <p:cNvGrpSpPr/>
          <p:nvPr/>
        </p:nvGrpSpPr>
        <p:grpSpPr>
          <a:xfrm>
            <a:off x="1243745" y="4158724"/>
            <a:ext cx="2732547" cy="1785105"/>
            <a:chOff x="1501572" y="3758614"/>
            <a:chExt cx="2732547" cy="1785105"/>
          </a:xfrm>
        </p:grpSpPr>
        <p:sp>
          <p:nvSpPr>
            <p:cNvPr id="11" name="矩形 10">
              <a:extLst>
                <a:ext uri="{FF2B5EF4-FFF2-40B4-BE49-F238E27FC236}">
                  <a16:creationId xmlns:a16="http://schemas.microsoft.com/office/drawing/2014/main" xmlns="" id="{806505C8-3D9F-4C74-8752-699CBCDD0BBF}"/>
                </a:ext>
              </a:extLst>
            </p:cNvPr>
            <p:cNvSpPr/>
            <p:nvPr/>
          </p:nvSpPr>
          <p:spPr>
            <a:xfrm>
              <a:off x="1501572" y="3758614"/>
              <a:ext cx="27325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年度优秀员工</a:t>
              </a:r>
              <a:endPara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DF987F78-EB25-4F3F-8216-B698E2B3EF96}"/>
                </a:ext>
              </a:extLst>
            </p:cNvPr>
            <p:cNvSpPr/>
            <p:nvPr/>
          </p:nvSpPr>
          <p:spPr>
            <a:xfrm>
              <a:off x="1637060" y="4158724"/>
              <a:ext cx="2461571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2813">
                <a:lnSpc>
                  <a:spcPct val="150000"/>
                </a:lnSpc>
                <a:buFont typeface="Arial" charset="0"/>
                <a:buNone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在此输入您的文本内容，内容要求简约易懂，您也可以更换需要的图片，也可以复制内容粘贴。</a:t>
              </a:r>
            </a:p>
          </p:txBody>
        </p:sp>
      </p:grpSp>
      <p:sp>
        <p:nvSpPr>
          <p:cNvPr id="2" name="矩形: 圆角 1">
            <a:extLst>
              <a:ext uri="{FF2B5EF4-FFF2-40B4-BE49-F238E27FC236}">
                <a16:creationId xmlns:a16="http://schemas.microsoft.com/office/drawing/2014/main" xmlns="" id="{612CAD21-DF65-46DE-8B39-9F9E97A81CC6}"/>
              </a:ext>
            </a:extLst>
          </p:cNvPr>
          <p:cNvSpPr/>
          <p:nvPr/>
        </p:nvSpPr>
        <p:spPr>
          <a:xfrm>
            <a:off x="1139729" y="2117007"/>
            <a:ext cx="2940578" cy="1540727"/>
          </a:xfrm>
          <a:prstGeom prst="roundRect">
            <a:avLst>
              <a:gd name="adj" fmla="val 3639"/>
            </a:avLst>
          </a:prstGeom>
          <a:blipFill dpi="0" rotWithShape="1">
            <a:blip r:embed="rId2"/>
            <a:srcRect/>
            <a:tile tx="0" ty="0" sx="100000" sy="100000" flip="none" algn="ctr"/>
          </a:blip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CF3CDD64-BBBA-4901-BF5C-E44EAE313AE1}"/>
              </a:ext>
            </a:extLst>
          </p:cNvPr>
          <p:cNvGrpSpPr/>
          <p:nvPr/>
        </p:nvGrpSpPr>
        <p:grpSpPr>
          <a:xfrm>
            <a:off x="4705536" y="4158724"/>
            <a:ext cx="2732547" cy="1785105"/>
            <a:chOff x="1501572" y="3758614"/>
            <a:chExt cx="2732547" cy="1785105"/>
          </a:xfrm>
        </p:grpSpPr>
        <p:sp>
          <p:nvSpPr>
            <p:cNvPr id="31" name="矩形 30">
              <a:extLst>
                <a:ext uri="{FF2B5EF4-FFF2-40B4-BE49-F238E27FC236}">
                  <a16:creationId xmlns:a16="http://schemas.microsoft.com/office/drawing/2014/main" xmlns="" id="{A66643FD-ED07-4071-B111-E9ADA387D1C9}"/>
                </a:ext>
              </a:extLst>
            </p:cNvPr>
            <p:cNvSpPr/>
            <p:nvPr/>
          </p:nvSpPr>
          <p:spPr>
            <a:xfrm>
              <a:off x="1501572" y="3758614"/>
              <a:ext cx="27325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十佳青年</a:t>
              </a:r>
              <a:endPara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矩形 31">
              <a:extLst>
                <a:ext uri="{FF2B5EF4-FFF2-40B4-BE49-F238E27FC236}">
                  <a16:creationId xmlns:a16="http://schemas.microsoft.com/office/drawing/2014/main" xmlns="" id="{8F57F64D-E3FA-4503-87FB-CD5465F8CA64}"/>
                </a:ext>
              </a:extLst>
            </p:cNvPr>
            <p:cNvSpPr/>
            <p:nvPr/>
          </p:nvSpPr>
          <p:spPr>
            <a:xfrm>
              <a:off x="1637060" y="4158724"/>
              <a:ext cx="2461571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2813">
                <a:lnSpc>
                  <a:spcPct val="150000"/>
                </a:lnSpc>
                <a:buFont typeface="Arial" charset="0"/>
                <a:buNone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在此输入您的文本内容，内容要求简约易懂，您也可以更换需要的图片，也可以复制内容粘贴。</a:t>
              </a:r>
            </a:p>
          </p:txBody>
        </p:sp>
      </p:grpSp>
      <p:sp>
        <p:nvSpPr>
          <p:cNvPr id="30" name="矩形: 圆角 29">
            <a:extLst>
              <a:ext uri="{FF2B5EF4-FFF2-40B4-BE49-F238E27FC236}">
                <a16:creationId xmlns:a16="http://schemas.microsoft.com/office/drawing/2014/main" xmlns="" id="{05560DD2-2FB8-40A1-ADFE-40F48AB14475}"/>
              </a:ext>
            </a:extLst>
          </p:cNvPr>
          <p:cNvSpPr/>
          <p:nvPr/>
        </p:nvSpPr>
        <p:spPr>
          <a:xfrm>
            <a:off x="4601520" y="2117007"/>
            <a:ext cx="2940578" cy="1540727"/>
          </a:xfrm>
          <a:prstGeom prst="roundRect">
            <a:avLst>
              <a:gd name="adj" fmla="val 3639"/>
            </a:avLst>
          </a:prstGeom>
          <a:blipFill dpi="0" rotWithShape="1">
            <a:blip r:embed="rId3"/>
            <a:srcRect/>
            <a:tile tx="0" ty="0" sx="100000" sy="100000" flip="none" algn="ctr"/>
          </a:blip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34" name="组合 33">
            <a:extLst>
              <a:ext uri="{FF2B5EF4-FFF2-40B4-BE49-F238E27FC236}">
                <a16:creationId xmlns:a16="http://schemas.microsoft.com/office/drawing/2014/main" xmlns="" id="{5FB7D7EE-722F-4AF2-82AF-0BA5E0BF72AD}"/>
              </a:ext>
            </a:extLst>
          </p:cNvPr>
          <p:cNvGrpSpPr/>
          <p:nvPr/>
        </p:nvGrpSpPr>
        <p:grpSpPr>
          <a:xfrm>
            <a:off x="8167326" y="4158724"/>
            <a:ext cx="2732547" cy="1785105"/>
            <a:chOff x="1501572" y="3758614"/>
            <a:chExt cx="2732547" cy="1785105"/>
          </a:xfrm>
        </p:grpSpPr>
        <p:sp>
          <p:nvSpPr>
            <p:cNvPr id="36" name="矩形 35">
              <a:extLst>
                <a:ext uri="{FF2B5EF4-FFF2-40B4-BE49-F238E27FC236}">
                  <a16:creationId xmlns:a16="http://schemas.microsoft.com/office/drawing/2014/main" xmlns="" id="{477F60FC-8846-4BD3-B049-BF7BD1E48D24}"/>
                </a:ext>
              </a:extLst>
            </p:cNvPr>
            <p:cNvSpPr/>
            <p:nvPr/>
          </p:nvSpPr>
          <p:spPr>
            <a:xfrm>
              <a:off x="1501572" y="3758614"/>
              <a:ext cx="2732547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zh-CN" altLang="en-US" sz="20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最佳领导</a:t>
              </a:r>
              <a:endParaRPr lang="en-US" altLang="zh-CN" sz="20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7" name="矩形 36">
              <a:extLst>
                <a:ext uri="{FF2B5EF4-FFF2-40B4-BE49-F238E27FC236}">
                  <a16:creationId xmlns:a16="http://schemas.microsoft.com/office/drawing/2014/main" xmlns="" id="{9CCF30F7-0127-4BB8-92BA-DBF55B7F54E3}"/>
                </a:ext>
              </a:extLst>
            </p:cNvPr>
            <p:cNvSpPr/>
            <p:nvPr/>
          </p:nvSpPr>
          <p:spPr>
            <a:xfrm>
              <a:off x="1637060" y="4158724"/>
              <a:ext cx="2461571" cy="138499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 defTabSz="912813">
                <a:lnSpc>
                  <a:spcPct val="150000"/>
                </a:lnSpc>
                <a:buFont typeface="Arial" charset="0"/>
                <a:buNone/>
              </a:pPr>
              <a:r>
                <a:rPr lang="zh-CN" altLang="en-US" sz="14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sym typeface="微软雅黑" pitchFamily="34" charset="-122"/>
                </a:rPr>
                <a:t>在此输入您的文本内容，内容要求简约易懂，您也可以更换需要的图片，也可以复制内容粘贴。</a:t>
              </a:r>
            </a:p>
          </p:txBody>
        </p:sp>
      </p:grpSp>
      <p:sp>
        <p:nvSpPr>
          <p:cNvPr id="35" name="矩形: 圆角 34">
            <a:extLst>
              <a:ext uri="{FF2B5EF4-FFF2-40B4-BE49-F238E27FC236}">
                <a16:creationId xmlns:a16="http://schemas.microsoft.com/office/drawing/2014/main" xmlns="" id="{26EA8036-D2F9-47D9-8C0C-08ED8CC00401}"/>
              </a:ext>
            </a:extLst>
          </p:cNvPr>
          <p:cNvSpPr/>
          <p:nvPr/>
        </p:nvSpPr>
        <p:spPr>
          <a:xfrm>
            <a:off x="8063310" y="2117007"/>
            <a:ext cx="2940578" cy="1540727"/>
          </a:xfrm>
          <a:prstGeom prst="roundRect">
            <a:avLst>
              <a:gd name="adj" fmla="val 3639"/>
            </a:avLst>
          </a:prstGeom>
          <a:blipFill dpi="0" rotWithShape="1">
            <a:blip r:embed="rId4"/>
            <a:srcRect/>
            <a:tile tx="0" ty="0" sx="100000" sy="100000" flip="none" algn="ctr"/>
          </a:blip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2000" b="1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9902947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flip dir="r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8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0" grpId="0" animBg="1"/>
      <p:bldP spid="3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组合 11">
            <a:extLst>
              <a:ext uri="{FF2B5EF4-FFF2-40B4-BE49-F238E27FC236}">
                <a16:creationId xmlns:a16="http://schemas.microsoft.com/office/drawing/2014/main" xmlns="" id="{8F36B4CF-4F26-4F00-B832-0BA48134EC6C}"/>
              </a:ext>
            </a:extLst>
          </p:cNvPr>
          <p:cNvGrpSpPr/>
          <p:nvPr/>
        </p:nvGrpSpPr>
        <p:grpSpPr>
          <a:xfrm>
            <a:off x="676506" y="4646340"/>
            <a:ext cx="10794381" cy="1248937"/>
            <a:chOff x="676506" y="4646340"/>
            <a:chExt cx="10794381" cy="1248937"/>
          </a:xfrm>
        </p:grpSpPr>
        <p:sp>
          <p:nvSpPr>
            <p:cNvPr id="11" name="梯形 10">
              <a:extLst>
                <a:ext uri="{FF2B5EF4-FFF2-40B4-BE49-F238E27FC236}">
                  <a16:creationId xmlns:a16="http://schemas.microsoft.com/office/drawing/2014/main" xmlns="" id="{02F8FA9D-1D90-4738-AD75-B4EA9D68CB95}"/>
                </a:ext>
              </a:extLst>
            </p:cNvPr>
            <p:cNvSpPr/>
            <p:nvPr/>
          </p:nvSpPr>
          <p:spPr>
            <a:xfrm flipV="1">
              <a:off x="676506" y="4646340"/>
              <a:ext cx="10794381" cy="1248937"/>
            </a:xfrm>
            <a:prstGeom prst="trapezoid">
              <a:avLst/>
            </a:prstGeom>
            <a:solidFill>
              <a:schemeClr val="bg1"/>
            </a:solidFill>
            <a:ln>
              <a:solidFill>
                <a:srgbClr val="E74E17"/>
              </a:solidFill>
            </a:ln>
            <a:effectLst>
              <a:outerShdw blurRad="63500" dist="88900" dir="5400000" algn="ctr" rotWithShape="0">
                <a:srgbClr val="BD401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0" name="矩形 9"/>
            <p:cNvSpPr/>
            <p:nvPr/>
          </p:nvSpPr>
          <p:spPr>
            <a:xfrm>
              <a:off x="1178782" y="4788940"/>
              <a:ext cx="9863220" cy="8744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ct val="150000"/>
                </a:lnSpc>
              </a:pPr>
              <a:r>
                <a:rPr lang="zh-CN" altLang="en-US" dirty="0">
                  <a:solidFill>
                    <a:srgbClr val="ED7D3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在一个好的平台上，只有足够的专业度，才能配得起更高的职级。在后续工作中，我会更聚焦于目标的拆解，以终为始，致力于每一项目标的达成。</a:t>
              </a:r>
            </a:p>
          </p:txBody>
        </p:sp>
      </p:grpSp>
      <p:sp>
        <p:nvSpPr>
          <p:cNvPr id="5" name="文本框 4"/>
          <p:cNvSpPr txBox="1"/>
          <p:nvPr/>
        </p:nvSpPr>
        <p:spPr>
          <a:xfrm>
            <a:off x="3072064" y="2638079"/>
            <a:ext cx="671979" cy="86177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5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=</a:t>
            </a:r>
            <a:endParaRPr lang="zh-CN" altLang="en-US" sz="50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078410" y="2638079"/>
            <a:ext cx="4068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</a:p>
        </p:txBody>
      </p:sp>
      <p:sp>
        <p:nvSpPr>
          <p:cNvPr id="15" name="椭圆">
            <a:extLst>
              <a:ext uri="{FF2B5EF4-FFF2-40B4-BE49-F238E27FC236}">
                <a16:creationId xmlns:a16="http://schemas.microsoft.com/office/drawing/2014/main" xmlns="" id="{FD408953-75CA-4837-BF6C-E18FB89BA76D}"/>
              </a:ext>
            </a:extLst>
          </p:cNvPr>
          <p:cNvSpPr/>
          <p:nvPr/>
        </p:nvSpPr>
        <p:spPr>
          <a:xfrm>
            <a:off x="777989" y="2155666"/>
            <a:ext cx="1800000" cy="1800000"/>
          </a:xfrm>
          <a:prstGeom prst="ellipse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成功</a:t>
            </a:r>
            <a:endParaRPr lang="zh-CN" altLang="en-US" sz="3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D635E9E7-EE86-46F7-B3CB-8547A9255DD3}"/>
              </a:ext>
            </a:extLst>
          </p:cNvPr>
          <p:cNvGrpSpPr/>
          <p:nvPr/>
        </p:nvGrpSpPr>
        <p:grpSpPr>
          <a:xfrm>
            <a:off x="334050" y="521142"/>
            <a:ext cx="4645443" cy="695015"/>
            <a:chOff x="334050" y="521142"/>
            <a:chExt cx="4645443" cy="695015"/>
          </a:xfrm>
        </p:grpSpPr>
        <p:sp>
          <p:nvSpPr>
            <p:cNvPr id="18" name="圆角矩形 13">
              <a:extLst>
                <a:ext uri="{FF2B5EF4-FFF2-40B4-BE49-F238E27FC236}">
                  <a16:creationId xmlns:a16="http://schemas.microsoft.com/office/drawing/2014/main" xmlns="" id="{468FFDAA-8A63-44EA-B67C-602BAAE730DD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1</a:t>
              </a: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AD176731-F35D-49AE-8BBA-C0F9238D2EBE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个人感悟</a:t>
              </a:r>
            </a:p>
          </p:txBody>
        </p:sp>
        <p:sp>
          <p:nvSpPr>
            <p:cNvPr id="20" name="矩形 19">
              <a:extLst>
                <a:ext uri="{FF2B5EF4-FFF2-40B4-BE49-F238E27FC236}">
                  <a16:creationId xmlns:a16="http://schemas.microsoft.com/office/drawing/2014/main" xmlns="" id="{DD0829B6-A547-4D18-A9B4-B24B6E9642F9}"/>
                </a:ext>
              </a:extLst>
            </p:cNvPr>
            <p:cNvSpPr/>
            <p:nvPr/>
          </p:nvSpPr>
          <p:spPr>
            <a:xfrm>
              <a:off x="2960351" y="792449"/>
              <a:ext cx="2019142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Personal perception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A40A9A23-E131-4550-8B2C-7FA89F0CDB09}"/>
              </a:ext>
            </a:extLst>
          </p:cNvPr>
          <p:cNvGrpSpPr/>
          <p:nvPr/>
        </p:nvGrpSpPr>
        <p:grpSpPr>
          <a:xfrm>
            <a:off x="4238118" y="2429629"/>
            <a:ext cx="1248937" cy="1248937"/>
            <a:chOff x="4238118" y="2431198"/>
            <a:chExt cx="1248937" cy="1248937"/>
          </a:xfrm>
        </p:grpSpPr>
        <p:sp>
          <p:nvSpPr>
            <p:cNvPr id="2" name="椭圆 1">
              <a:extLst>
                <a:ext uri="{FF2B5EF4-FFF2-40B4-BE49-F238E27FC236}">
                  <a16:creationId xmlns:a16="http://schemas.microsoft.com/office/drawing/2014/main" xmlns="" id="{24CBB704-8F0E-4A21-B143-55D4CD824351}"/>
                </a:ext>
              </a:extLst>
            </p:cNvPr>
            <p:cNvSpPr/>
            <p:nvPr/>
          </p:nvSpPr>
          <p:spPr>
            <a:xfrm>
              <a:off x="4238118" y="2431198"/>
              <a:ext cx="1248937" cy="1248937"/>
            </a:xfrm>
            <a:prstGeom prst="ellips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1" name="矩形 20">
              <a:extLst>
                <a:ext uri="{FF2B5EF4-FFF2-40B4-BE49-F238E27FC236}">
                  <a16:creationId xmlns:a16="http://schemas.microsoft.com/office/drawing/2014/main" xmlns="" id="{BADA5B8D-9272-4C67-8C97-67691AE065F5}"/>
                </a:ext>
              </a:extLst>
            </p:cNvPr>
            <p:cNvSpPr/>
            <p:nvPr/>
          </p:nvSpPr>
          <p:spPr>
            <a:xfrm>
              <a:off x="4411181" y="2794056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平台</a:t>
              </a: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xmlns="" id="{43CADB63-D89B-4706-819A-D3DA91E6CDDE}"/>
              </a:ext>
            </a:extLst>
          </p:cNvPr>
          <p:cNvGrpSpPr/>
          <p:nvPr/>
        </p:nvGrpSpPr>
        <p:grpSpPr>
          <a:xfrm>
            <a:off x="7102123" y="2429629"/>
            <a:ext cx="1248937" cy="1248937"/>
            <a:chOff x="4238118" y="2431198"/>
            <a:chExt cx="1248937" cy="1248937"/>
          </a:xfrm>
        </p:grpSpPr>
        <p:sp>
          <p:nvSpPr>
            <p:cNvPr id="23" name="椭圆 22">
              <a:extLst>
                <a:ext uri="{FF2B5EF4-FFF2-40B4-BE49-F238E27FC236}">
                  <a16:creationId xmlns:a16="http://schemas.microsoft.com/office/drawing/2014/main" xmlns="" id="{CDBC2C6F-AAEF-4E6C-9801-6961566554F1}"/>
                </a:ext>
              </a:extLst>
            </p:cNvPr>
            <p:cNvSpPr/>
            <p:nvPr/>
          </p:nvSpPr>
          <p:spPr>
            <a:xfrm>
              <a:off x="4238118" y="2431198"/>
              <a:ext cx="1248937" cy="1248937"/>
            </a:xfrm>
            <a:prstGeom prst="ellips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315F18A5-537E-43C9-B040-39857847E87B}"/>
                </a:ext>
              </a:extLst>
            </p:cNvPr>
            <p:cNvSpPr/>
            <p:nvPr/>
          </p:nvSpPr>
          <p:spPr>
            <a:xfrm>
              <a:off x="4411181" y="2794056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能力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xmlns="" id="{5BBF6B50-6023-454A-8D7E-4BADC6CE8514}"/>
              </a:ext>
            </a:extLst>
          </p:cNvPr>
          <p:cNvGrpSpPr/>
          <p:nvPr/>
        </p:nvGrpSpPr>
        <p:grpSpPr>
          <a:xfrm>
            <a:off x="9966128" y="2429629"/>
            <a:ext cx="1248937" cy="1248937"/>
            <a:chOff x="4238118" y="2431198"/>
            <a:chExt cx="1248937" cy="1248937"/>
          </a:xfrm>
        </p:grpSpPr>
        <p:sp>
          <p:nvSpPr>
            <p:cNvPr id="26" name="椭圆 25">
              <a:extLst>
                <a:ext uri="{FF2B5EF4-FFF2-40B4-BE49-F238E27FC236}">
                  <a16:creationId xmlns:a16="http://schemas.microsoft.com/office/drawing/2014/main" xmlns="" id="{FBA0F9C7-EC53-4EC3-8651-F8976FDE4FFC}"/>
                </a:ext>
              </a:extLst>
            </p:cNvPr>
            <p:cNvSpPr/>
            <p:nvPr/>
          </p:nvSpPr>
          <p:spPr>
            <a:xfrm>
              <a:off x="4238118" y="2431198"/>
              <a:ext cx="1248937" cy="1248937"/>
            </a:xfrm>
            <a:prstGeom prst="ellips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矩形 26">
              <a:extLst>
                <a:ext uri="{FF2B5EF4-FFF2-40B4-BE49-F238E27FC236}">
                  <a16:creationId xmlns:a16="http://schemas.microsoft.com/office/drawing/2014/main" xmlns="" id="{D145B269-088D-45A2-94CE-A1E45C1E6A77}"/>
                </a:ext>
              </a:extLst>
            </p:cNvPr>
            <p:cNvSpPr/>
            <p:nvPr/>
          </p:nvSpPr>
          <p:spPr>
            <a:xfrm>
              <a:off x="4411181" y="2794056"/>
              <a:ext cx="902811" cy="523220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sz="28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态度</a:t>
              </a:r>
            </a:p>
          </p:txBody>
        </p:sp>
      </p:grp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F2FFCDEA-1378-4830-81D0-68415429681B}"/>
              </a:ext>
            </a:extLst>
          </p:cNvPr>
          <p:cNvSpPr txBox="1"/>
          <p:nvPr/>
        </p:nvSpPr>
        <p:spPr>
          <a:xfrm>
            <a:off x="8950304" y="2638079"/>
            <a:ext cx="406879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5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＋</a:t>
            </a:r>
          </a:p>
        </p:txBody>
      </p:sp>
    </p:spTree>
    <p:extLst>
      <p:ext uri="{BB962C8B-B14F-4D97-AF65-F5344CB8AC3E}">
        <p14:creationId xmlns:p14="http://schemas.microsoft.com/office/powerpoint/2010/main" val="37927749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flip dir="r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8" grpId="0"/>
      <p:bldP spid="15" grpId="0" animBg="1"/>
      <p:bldP spid="28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: 圆角 5">
            <a:extLst>
              <a:ext uri="{FF2B5EF4-FFF2-40B4-BE49-F238E27FC236}">
                <a16:creationId xmlns:a16="http://schemas.microsoft.com/office/drawing/2014/main" xmlns="" id="{3E457127-9648-4C1B-A9B7-52976C22E54A}"/>
              </a:ext>
            </a:extLst>
          </p:cNvPr>
          <p:cNvSpPr/>
          <p:nvPr/>
        </p:nvSpPr>
        <p:spPr>
          <a:xfrm>
            <a:off x="536970" y="1857676"/>
            <a:ext cx="11139093" cy="4207875"/>
          </a:xfrm>
          <a:prstGeom prst="roundRect">
            <a:avLst>
              <a:gd name="adj" fmla="val 3857"/>
            </a:avLst>
          </a:prstGeom>
          <a:solidFill>
            <a:schemeClr val="bg1"/>
          </a:solidFill>
          <a:ln>
            <a:solidFill>
              <a:srgbClr val="E74E17"/>
            </a:solidFill>
          </a:ln>
          <a:effectLst>
            <a:outerShdw blurRad="63500" dist="88900" dir="5400000" algn="ctr" rotWithShape="0">
              <a:srgbClr val="BD4013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xmlns="" id="{A0063D83-A0FD-421B-AA50-4F3672549C8B}"/>
              </a:ext>
            </a:extLst>
          </p:cNvPr>
          <p:cNvSpPr txBox="1"/>
          <p:nvPr/>
        </p:nvSpPr>
        <p:spPr>
          <a:xfrm>
            <a:off x="691756" y="2711514"/>
            <a:ext cx="10868185" cy="7246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2600"/>
              </a:lnSpc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正文内容，本段适应大段文字章节。如果文字较多的内容描述比较适合放在这里。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/>
            </a:r>
            <a:b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</a:b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请您在此修改您的内容，或者将内容粘贴到记事本后，复制到此段落中。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ea"/>
              <a:sym typeface="+mn-lt"/>
            </a:endParaRPr>
          </a:p>
        </p:txBody>
      </p:sp>
      <p:grpSp>
        <p:nvGrpSpPr>
          <p:cNvPr id="8" name="组合 7">
            <a:extLst>
              <a:ext uri="{FF2B5EF4-FFF2-40B4-BE49-F238E27FC236}">
                <a16:creationId xmlns:a16="http://schemas.microsoft.com/office/drawing/2014/main" xmlns="" id="{77475BC9-3062-44E8-94FA-3782539C413C}"/>
              </a:ext>
            </a:extLst>
          </p:cNvPr>
          <p:cNvGrpSpPr/>
          <p:nvPr/>
        </p:nvGrpSpPr>
        <p:grpSpPr>
          <a:xfrm>
            <a:off x="8295201" y="2113296"/>
            <a:ext cx="3081865" cy="1530417"/>
            <a:chOff x="691239" y="4254366"/>
            <a:chExt cx="3081865" cy="1530417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xmlns="" id="{A81EC49D-CDE2-412A-8BDF-D0626EBADA02}"/>
                </a:ext>
              </a:extLst>
            </p:cNvPr>
            <p:cNvSpPr/>
            <p:nvPr/>
          </p:nvSpPr>
          <p:spPr>
            <a:xfrm>
              <a:off x="691239" y="4254366"/>
              <a:ext cx="3081865" cy="1530417"/>
            </a:xfrm>
            <a:prstGeom prst="roundRect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45" name="组合 44">
              <a:extLst>
                <a:ext uri="{FF2B5EF4-FFF2-40B4-BE49-F238E27FC236}">
                  <a16:creationId xmlns:a16="http://schemas.microsoft.com/office/drawing/2014/main" xmlns="" id="{9C96E604-95C1-4F9E-9BA5-726E2A6C123B}"/>
                </a:ext>
              </a:extLst>
            </p:cNvPr>
            <p:cNvGrpSpPr/>
            <p:nvPr/>
          </p:nvGrpSpPr>
          <p:grpSpPr>
            <a:xfrm>
              <a:off x="1553451" y="4563477"/>
              <a:ext cx="2036778" cy="1012650"/>
              <a:chOff x="6448420" y="1699262"/>
              <a:chExt cx="2036778" cy="1012650"/>
            </a:xfrm>
          </p:grpSpPr>
          <p:sp>
            <p:nvSpPr>
              <p:cNvPr id="12" name="文本框 11">
                <a:extLst>
                  <a:ext uri="{FF2B5EF4-FFF2-40B4-BE49-F238E27FC236}">
                    <a16:creationId xmlns:a16="http://schemas.microsoft.com/office/drawing/2014/main" xmlns="" id="{76E161DF-D121-46B7-A4FF-F8ADD0C957EC}"/>
                  </a:ext>
                </a:extLst>
              </p:cNvPr>
              <p:cNvSpPr txBox="1"/>
              <p:nvPr/>
            </p:nvSpPr>
            <p:spPr>
              <a:xfrm>
                <a:off x="6474772" y="169926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改进措施</a:t>
                </a:r>
              </a:p>
            </p:txBody>
          </p:sp>
          <p:sp>
            <p:nvSpPr>
              <p:cNvPr id="13" name="文本框 12">
                <a:extLst>
                  <a:ext uri="{FF2B5EF4-FFF2-40B4-BE49-F238E27FC236}">
                    <a16:creationId xmlns:a16="http://schemas.microsoft.com/office/drawing/2014/main" xmlns="" id="{A17E956F-B531-44CE-B084-0B3C3B8143F4}"/>
                  </a:ext>
                </a:extLst>
              </p:cNvPr>
              <p:cNvSpPr txBox="1"/>
              <p:nvPr/>
            </p:nvSpPr>
            <p:spPr>
              <a:xfrm>
                <a:off x="6448420" y="2121750"/>
                <a:ext cx="2036778" cy="590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提高自身的工作素质，不断改进工作方法</a:t>
                </a:r>
                <a:endPara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15" name="椭圆 14">
              <a:extLst>
                <a:ext uri="{FF2B5EF4-FFF2-40B4-BE49-F238E27FC236}">
                  <a16:creationId xmlns:a16="http://schemas.microsoft.com/office/drawing/2014/main" xmlns="" id="{87ACB357-ED40-49F4-B2C9-E691E8C745F8}"/>
                </a:ext>
              </a:extLst>
            </p:cNvPr>
            <p:cNvSpPr/>
            <p:nvPr/>
          </p:nvSpPr>
          <p:spPr>
            <a:xfrm>
              <a:off x="876862" y="4534954"/>
              <a:ext cx="576000" cy="57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E74E1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1</a:t>
              </a:r>
              <a:endParaRPr lang="zh-CN" altLang="en-US" sz="2000" dirty="0">
                <a:solidFill>
                  <a:srgbClr val="E74E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xmlns="" id="{D9F2A8CD-EDAD-4EDE-8174-0F47F36C2A44}"/>
              </a:ext>
            </a:extLst>
          </p:cNvPr>
          <p:cNvSpPr txBox="1"/>
          <p:nvPr/>
        </p:nvSpPr>
        <p:spPr>
          <a:xfrm>
            <a:off x="691239" y="2249080"/>
            <a:ext cx="121058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dist"/>
            <a:r>
              <a:rPr lang="zh-CN" altLang="en-US" sz="20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工作不足</a:t>
            </a:r>
          </a:p>
        </p:txBody>
      </p:sp>
      <p:grpSp>
        <p:nvGrpSpPr>
          <p:cNvPr id="55" name="组合 54">
            <a:extLst>
              <a:ext uri="{FF2B5EF4-FFF2-40B4-BE49-F238E27FC236}">
                <a16:creationId xmlns:a16="http://schemas.microsoft.com/office/drawing/2014/main" xmlns="" id="{1A42987D-9400-4EDF-A6D0-F53B6DE16CF6}"/>
              </a:ext>
            </a:extLst>
          </p:cNvPr>
          <p:cNvGrpSpPr/>
          <p:nvPr/>
        </p:nvGrpSpPr>
        <p:grpSpPr>
          <a:xfrm>
            <a:off x="334050" y="521142"/>
            <a:ext cx="5914019" cy="695015"/>
            <a:chOff x="334050" y="521142"/>
            <a:chExt cx="5914019" cy="695015"/>
          </a:xfrm>
        </p:grpSpPr>
        <p:sp>
          <p:nvSpPr>
            <p:cNvPr id="56" name="圆角矩形 13">
              <a:extLst>
                <a:ext uri="{FF2B5EF4-FFF2-40B4-BE49-F238E27FC236}">
                  <a16:creationId xmlns:a16="http://schemas.microsoft.com/office/drawing/2014/main" xmlns="" id="{93191CCA-3D36-4E19-B0E7-C1D34FB3EF9C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1</a:t>
              </a:r>
            </a:p>
          </p:txBody>
        </p:sp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xmlns="" id="{0CC20851-831E-43B9-8830-C130DF3B33B9}"/>
                </a:ext>
              </a:extLst>
            </p:cNvPr>
            <p:cNvSpPr txBox="1"/>
            <p:nvPr/>
          </p:nvSpPr>
          <p:spPr>
            <a:xfrm>
              <a:off x="1139728" y="567882"/>
              <a:ext cx="2479771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不足与改进</a:t>
              </a:r>
            </a:p>
          </p:txBody>
        </p:sp>
        <p:sp>
          <p:nvSpPr>
            <p:cNvPr id="58" name="矩形 57">
              <a:extLst>
                <a:ext uri="{FF2B5EF4-FFF2-40B4-BE49-F238E27FC236}">
                  <a16:creationId xmlns:a16="http://schemas.microsoft.com/office/drawing/2014/main" xmlns="" id="{7D0A9E68-9FA5-497E-BAEA-6A34637CE4D3}"/>
                </a:ext>
              </a:extLst>
            </p:cNvPr>
            <p:cNvSpPr/>
            <p:nvPr/>
          </p:nvSpPr>
          <p:spPr>
            <a:xfrm>
              <a:off x="3417551" y="792449"/>
              <a:ext cx="2830518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Deficiency and improvement</a:t>
              </a:r>
            </a:p>
          </p:txBody>
        </p:sp>
      </p:grpSp>
      <p:grpSp>
        <p:nvGrpSpPr>
          <p:cNvPr id="59" name="组合 58">
            <a:extLst>
              <a:ext uri="{FF2B5EF4-FFF2-40B4-BE49-F238E27FC236}">
                <a16:creationId xmlns:a16="http://schemas.microsoft.com/office/drawing/2014/main" xmlns="" id="{95EC9817-5B9A-458F-96A7-E2A9EC620387}"/>
              </a:ext>
            </a:extLst>
          </p:cNvPr>
          <p:cNvGrpSpPr/>
          <p:nvPr/>
        </p:nvGrpSpPr>
        <p:grpSpPr>
          <a:xfrm>
            <a:off x="791585" y="4254366"/>
            <a:ext cx="3081865" cy="1530417"/>
            <a:chOff x="691239" y="4254366"/>
            <a:chExt cx="3081865" cy="1530417"/>
          </a:xfrm>
        </p:grpSpPr>
        <p:sp>
          <p:nvSpPr>
            <p:cNvPr id="60" name="矩形: 圆角 59">
              <a:extLst>
                <a:ext uri="{FF2B5EF4-FFF2-40B4-BE49-F238E27FC236}">
                  <a16:creationId xmlns:a16="http://schemas.microsoft.com/office/drawing/2014/main" xmlns="" id="{070521B7-28A2-4EB4-BBB3-980D75734A4A}"/>
                </a:ext>
              </a:extLst>
            </p:cNvPr>
            <p:cNvSpPr/>
            <p:nvPr/>
          </p:nvSpPr>
          <p:spPr>
            <a:xfrm>
              <a:off x="691239" y="4254366"/>
              <a:ext cx="3081865" cy="1530417"/>
            </a:xfrm>
            <a:prstGeom prst="roundRect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1" name="组合 60">
              <a:extLst>
                <a:ext uri="{FF2B5EF4-FFF2-40B4-BE49-F238E27FC236}">
                  <a16:creationId xmlns:a16="http://schemas.microsoft.com/office/drawing/2014/main" xmlns="" id="{7EB3A519-CD5B-4695-A161-63C617788BEC}"/>
                </a:ext>
              </a:extLst>
            </p:cNvPr>
            <p:cNvGrpSpPr/>
            <p:nvPr/>
          </p:nvGrpSpPr>
          <p:grpSpPr>
            <a:xfrm>
              <a:off x="1553451" y="4563477"/>
              <a:ext cx="2036778" cy="1012650"/>
              <a:chOff x="6448420" y="1699262"/>
              <a:chExt cx="2036778" cy="1012650"/>
            </a:xfrm>
          </p:grpSpPr>
          <p:sp>
            <p:nvSpPr>
              <p:cNvPr id="63" name="文本框 62">
                <a:extLst>
                  <a:ext uri="{FF2B5EF4-FFF2-40B4-BE49-F238E27FC236}">
                    <a16:creationId xmlns:a16="http://schemas.microsoft.com/office/drawing/2014/main" xmlns="" id="{F7FE1EFC-EF0B-4D96-A5F7-55EA4517C2B7}"/>
                  </a:ext>
                </a:extLst>
              </p:cNvPr>
              <p:cNvSpPr txBox="1"/>
              <p:nvPr/>
            </p:nvSpPr>
            <p:spPr>
              <a:xfrm>
                <a:off x="6474772" y="169926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改进措施</a:t>
                </a:r>
              </a:p>
            </p:txBody>
          </p:sp>
          <p:sp>
            <p:nvSpPr>
              <p:cNvPr id="64" name="文本框 63">
                <a:extLst>
                  <a:ext uri="{FF2B5EF4-FFF2-40B4-BE49-F238E27FC236}">
                    <a16:creationId xmlns:a16="http://schemas.microsoft.com/office/drawing/2014/main" xmlns="" id="{F3B9EA68-8314-4D01-87E3-11BA86FACF2C}"/>
                  </a:ext>
                </a:extLst>
              </p:cNvPr>
              <p:cNvSpPr txBox="1"/>
              <p:nvPr/>
            </p:nvSpPr>
            <p:spPr>
              <a:xfrm>
                <a:off x="6448420" y="2121750"/>
                <a:ext cx="2036778" cy="590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继续学习产品知识，进一步提高业务水平</a:t>
                </a:r>
                <a:endPara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2" name="椭圆 61">
              <a:extLst>
                <a:ext uri="{FF2B5EF4-FFF2-40B4-BE49-F238E27FC236}">
                  <a16:creationId xmlns:a16="http://schemas.microsoft.com/office/drawing/2014/main" xmlns="" id="{20DF6249-F115-48A8-A74E-46013FF254D0}"/>
                </a:ext>
              </a:extLst>
            </p:cNvPr>
            <p:cNvSpPr/>
            <p:nvPr/>
          </p:nvSpPr>
          <p:spPr>
            <a:xfrm>
              <a:off x="876862" y="4534954"/>
              <a:ext cx="576000" cy="57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E74E1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2</a:t>
              </a:r>
              <a:endParaRPr lang="zh-CN" altLang="en-US" sz="2000" dirty="0">
                <a:solidFill>
                  <a:srgbClr val="E74E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xmlns="" id="{486F6021-ABF1-4EBD-A706-76DFBDEF9FA1}"/>
              </a:ext>
            </a:extLst>
          </p:cNvPr>
          <p:cNvGrpSpPr/>
          <p:nvPr/>
        </p:nvGrpSpPr>
        <p:grpSpPr>
          <a:xfrm>
            <a:off x="4543392" y="4254366"/>
            <a:ext cx="3145336" cy="1530417"/>
            <a:chOff x="691239" y="4254366"/>
            <a:chExt cx="3145336" cy="1530417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xmlns="" id="{74E40326-D23C-45E7-AC0A-E15B7E23F0DD}"/>
                </a:ext>
              </a:extLst>
            </p:cNvPr>
            <p:cNvSpPr/>
            <p:nvPr/>
          </p:nvSpPr>
          <p:spPr>
            <a:xfrm>
              <a:off x="691239" y="4254366"/>
              <a:ext cx="3081865" cy="1530417"/>
            </a:xfrm>
            <a:prstGeom prst="roundRect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67" name="组合 66">
              <a:extLst>
                <a:ext uri="{FF2B5EF4-FFF2-40B4-BE49-F238E27FC236}">
                  <a16:creationId xmlns:a16="http://schemas.microsoft.com/office/drawing/2014/main" xmlns="" id="{DB8B3F84-DF8E-4C44-8210-79F0C5B0BC7A}"/>
                </a:ext>
              </a:extLst>
            </p:cNvPr>
            <p:cNvGrpSpPr/>
            <p:nvPr/>
          </p:nvGrpSpPr>
          <p:grpSpPr>
            <a:xfrm>
              <a:off x="1489981" y="4563477"/>
              <a:ext cx="2346594" cy="983988"/>
              <a:chOff x="6384950" y="1699262"/>
              <a:chExt cx="2346594" cy="983988"/>
            </a:xfrm>
          </p:grpSpPr>
          <p:sp>
            <p:nvSpPr>
              <p:cNvPr id="69" name="文本框 68">
                <a:extLst>
                  <a:ext uri="{FF2B5EF4-FFF2-40B4-BE49-F238E27FC236}">
                    <a16:creationId xmlns:a16="http://schemas.microsoft.com/office/drawing/2014/main" xmlns="" id="{55E79B1B-6498-4E7B-B916-59CA29F4157B}"/>
                  </a:ext>
                </a:extLst>
              </p:cNvPr>
              <p:cNvSpPr txBox="1"/>
              <p:nvPr/>
            </p:nvSpPr>
            <p:spPr>
              <a:xfrm>
                <a:off x="6397772" y="169926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改进措施</a:t>
                </a:r>
              </a:p>
            </p:txBody>
          </p:sp>
          <p:sp>
            <p:nvSpPr>
              <p:cNvPr id="70" name="文本框 69">
                <a:extLst>
                  <a:ext uri="{FF2B5EF4-FFF2-40B4-BE49-F238E27FC236}">
                    <a16:creationId xmlns:a16="http://schemas.microsoft.com/office/drawing/2014/main" xmlns="" id="{C6E23991-B776-4641-82C9-ECAD906D855A}"/>
                  </a:ext>
                </a:extLst>
              </p:cNvPr>
              <p:cNvSpPr txBox="1"/>
              <p:nvPr/>
            </p:nvSpPr>
            <p:spPr>
              <a:xfrm>
                <a:off x="6384950" y="2099372"/>
                <a:ext cx="2346594" cy="58387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4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加强与客户的沟通联系，努力建立起良好的合作关系</a:t>
                </a:r>
                <a:endParaRPr lang="en-US" altLang="zh-CN" sz="14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xmlns="" id="{795E966F-27D2-473F-90F5-CC0CDD5A381A}"/>
                </a:ext>
              </a:extLst>
            </p:cNvPr>
            <p:cNvSpPr/>
            <p:nvPr/>
          </p:nvSpPr>
          <p:spPr>
            <a:xfrm>
              <a:off x="876862" y="4534954"/>
              <a:ext cx="576000" cy="57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E74E1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3</a:t>
              </a:r>
              <a:endParaRPr lang="zh-CN" altLang="en-US" sz="2000" dirty="0">
                <a:solidFill>
                  <a:srgbClr val="E74E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71" name="组合 70">
            <a:extLst>
              <a:ext uri="{FF2B5EF4-FFF2-40B4-BE49-F238E27FC236}">
                <a16:creationId xmlns:a16="http://schemas.microsoft.com/office/drawing/2014/main" xmlns="" id="{AC56CCAA-187E-490F-A2BE-E0E7F5F56DC9}"/>
              </a:ext>
            </a:extLst>
          </p:cNvPr>
          <p:cNvGrpSpPr/>
          <p:nvPr/>
        </p:nvGrpSpPr>
        <p:grpSpPr>
          <a:xfrm>
            <a:off x="8295200" y="4254366"/>
            <a:ext cx="3081865" cy="1530417"/>
            <a:chOff x="691239" y="4254366"/>
            <a:chExt cx="3081865" cy="1530417"/>
          </a:xfrm>
        </p:grpSpPr>
        <p:sp>
          <p:nvSpPr>
            <p:cNvPr id="72" name="矩形: 圆角 71">
              <a:extLst>
                <a:ext uri="{FF2B5EF4-FFF2-40B4-BE49-F238E27FC236}">
                  <a16:creationId xmlns:a16="http://schemas.microsoft.com/office/drawing/2014/main" xmlns="" id="{38DB6A6F-B4F4-43EC-9634-B147310A6359}"/>
                </a:ext>
              </a:extLst>
            </p:cNvPr>
            <p:cNvSpPr/>
            <p:nvPr/>
          </p:nvSpPr>
          <p:spPr>
            <a:xfrm>
              <a:off x="691239" y="4254366"/>
              <a:ext cx="3081865" cy="1530417"/>
            </a:xfrm>
            <a:prstGeom prst="roundRect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3" name="组合 72">
              <a:extLst>
                <a:ext uri="{FF2B5EF4-FFF2-40B4-BE49-F238E27FC236}">
                  <a16:creationId xmlns:a16="http://schemas.microsoft.com/office/drawing/2014/main" xmlns="" id="{4D347ECC-534B-40BC-A8C0-52D139270B53}"/>
                </a:ext>
              </a:extLst>
            </p:cNvPr>
            <p:cNvGrpSpPr/>
            <p:nvPr/>
          </p:nvGrpSpPr>
          <p:grpSpPr>
            <a:xfrm>
              <a:off x="1553451" y="4563477"/>
              <a:ext cx="2036778" cy="1012650"/>
              <a:chOff x="6448420" y="1699262"/>
              <a:chExt cx="2036778" cy="1012650"/>
            </a:xfrm>
          </p:grpSpPr>
          <p:sp>
            <p:nvSpPr>
              <p:cNvPr id="75" name="文本框 74">
                <a:extLst>
                  <a:ext uri="{FF2B5EF4-FFF2-40B4-BE49-F238E27FC236}">
                    <a16:creationId xmlns:a16="http://schemas.microsoft.com/office/drawing/2014/main" xmlns="" id="{7F9AE4D3-F29C-45FD-9ECF-7E1F0886D935}"/>
                  </a:ext>
                </a:extLst>
              </p:cNvPr>
              <p:cNvSpPr txBox="1"/>
              <p:nvPr/>
            </p:nvSpPr>
            <p:spPr>
              <a:xfrm>
                <a:off x="6474772" y="1699262"/>
                <a:ext cx="1210588" cy="40011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zh-CN" altLang="en-US" sz="2000" b="1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改进措施</a:t>
                </a:r>
              </a:p>
            </p:txBody>
          </p:sp>
          <p:sp>
            <p:nvSpPr>
              <p:cNvPr id="76" name="文本框 75">
                <a:extLst>
                  <a:ext uri="{FF2B5EF4-FFF2-40B4-BE49-F238E27FC236}">
                    <a16:creationId xmlns:a16="http://schemas.microsoft.com/office/drawing/2014/main" xmlns="" id="{1EFD1791-5395-47BC-AA0A-F0FC9A6594F8}"/>
                  </a:ext>
                </a:extLst>
              </p:cNvPr>
              <p:cNvSpPr txBox="1"/>
              <p:nvPr/>
            </p:nvSpPr>
            <p:spPr>
              <a:xfrm>
                <a:off x="6448420" y="2121750"/>
                <a:ext cx="2036778" cy="59016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>
                  <a:lnSpc>
                    <a:spcPts val="2000"/>
                  </a:lnSpc>
                </a:pPr>
                <a:r>
                  <a:rPr lang="zh-CN" altLang="en-US" sz="1600" dirty="0">
                    <a:solidFill>
                      <a:schemeClr val="bg1"/>
                    </a:solidFill>
                    <a:latin typeface="微软雅黑" panose="020B0503020204020204" pitchFamily="34" charset="-122"/>
                    <a:ea typeface="微软雅黑" panose="020B0503020204020204" pitchFamily="34" charset="-122"/>
                    <a:cs typeface="+mn-ea"/>
                    <a:sym typeface="+mn-lt"/>
                  </a:rPr>
                  <a:t>合理安排时间，按优先级做好工作分配</a:t>
                </a:r>
                <a:endParaRPr lang="en-US" altLang="zh-CN" sz="1600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endParaRPr>
              </a:p>
            </p:txBody>
          </p:sp>
        </p:grpSp>
        <p:sp>
          <p:nvSpPr>
            <p:cNvPr id="74" name="椭圆 73">
              <a:extLst>
                <a:ext uri="{FF2B5EF4-FFF2-40B4-BE49-F238E27FC236}">
                  <a16:creationId xmlns:a16="http://schemas.microsoft.com/office/drawing/2014/main" xmlns="" id="{290EFEA4-DAEC-4142-8CFB-51EEDCA907A3}"/>
                </a:ext>
              </a:extLst>
            </p:cNvPr>
            <p:cNvSpPr/>
            <p:nvPr/>
          </p:nvSpPr>
          <p:spPr>
            <a:xfrm>
              <a:off x="876862" y="4534954"/>
              <a:ext cx="576000" cy="576000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2000" dirty="0">
                  <a:solidFill>
                    <a:srgbClr val="E74E1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4</a:t>
              </a:r>
              <a:endParaRPr lang="zh-CN" altLang="en-US" sz="2000" dirty="0">
                <a:solidFill>
                  <a:srgbClr val="E74E17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722619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flip dir="r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7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25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2500"/>
                            </p:stCondLst>
                            <p:childTnLst>
                              <p:par>
                                <p:cTn id="2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3000"/>
                            </p:stCondLst>
                            <p:childTnLst>
                              <p:par>
                                <p:cTn id="27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7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11" grpId="0"/>
      <p:bldP spid="33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xmlns="" id="{4AF7C1B1-5AE1-44B4-B89E-54400F8D8F3E}"/>
              </a:ext>
            </a:extLst>
          </p:cNvPr>
          <p:cNvSpPr/>
          <p:nvPr/>
        </p:nvSpPr>
        <p:spPr>
          <a:xfrm flipH="1">
            <a:off x="0" y="1778164"/>
            <a:ext cx="3499832" cy="4252118"/>
          </a:xfrm>
          <a:custGeom>
            <a:avLst/>
            <a:gdLst>
              <a:gd name="connsiteX0" fmla="*/ 4741793 w 4741793"/>
              <a:gd name="connsiteY0" fmla="*/ 0 h 5761037"/>
              <a:gd name="connsiteX1" fmla="*/ 2880518 w 4741793"/>
              <a:gd name="connsiteY1" fmla="*/ 0 h 5761037"/>
              <a:gd name="connsiteX2" fmla="*/ 14871 w 4741793"/>
              <a:gd name="connsiteY2" fmla="*/ 2586003 h 5761037"/>
              <a:gd name="connsiteX3" fmla="*/ 0 w 4741793"/>
              <a:gd name="connsiteY3" fmla="*/ 2880519 h 5761037"/>
              <a:gd name="connsiteX4" fmla="*/ 14871 w 4741793"/>
              <a:gd name="connsiteY4" fmla="*/ 3175035 h 5761037"/>
              <a:gd name="connsiteX5" fmla="*/ 2880518 w 4741793"/>
              <a:gd name="connsiteY5" fmla="*/ 5761037 h 5761037"/>
              <a:gd name="connsiteX6" fmla="*/ 4741793 w 4741793"/>
              <a:gd name="connsiteY6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41793" h="5761037">
                <a:moveTo>
                  <a:pt x="4741793" y="0"/>
                </a:moveTo>
                <a:lnTo>
                  <a:pt x="2880518" y="0"/>
                </a:lnTo>
                <a:cubicBezTo>
                  <a:pt x="1389081" y="0"/>
                  <a:pt x="162383" y="1133483"/>
                  <a:pt x="14871" y="2586003"/>
                </a:cubicBezTo>
                <a:lnTo>
                  <a:pt x="0" y="2880519"/>
                </a:lnTo>
                <a:lnTo>
                  <a:pt x="14871" y="3175035"/>
                </a:lnTo>
                <a:cubicBezTo>
                  <a:pt x="162383" y="4627554"/>
                  <a:pt x="1389081" y="5761037"/>
                  <a:pt x="2880518" y="5761037"/>
                </a:cubicBezTo>
                <a:lnTo>
                  <a:pt x="4741793" y="5761037"/>
                </a:ln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302F0507-B55C-433B-AABE-0326B64F8E11}"/>
              </a:ext>
            </a:extLst>
          </p:cNvPr>
          <p:cNvSpPr txBox="1"/>
          <p:nvPr/>
        </p:nvSpPr>
        <p:spPr>
          <a:xfrm>
            <a:off x="7092457" y="2935177"/>
            <a:ext cx="4288353" cy="1323439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zh-CN" altLang="en-US" sz="8000" dirty="0">
                <a:solidFill>
                  <a:srgbClr val="E74E17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晋升理由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957C2755-170B-4065-9854-630E1203A47D}"/>
              </a:ext>
            </a:extLst>
          </p:cNvPr>
          <p:cNvSpPr txBox="1"/>
          <p:nvPr/>
        </p:nvSpPr>
        <p:spPr>
          <a:xfrm>
            <a:off x="7214112" y="4276120"/>
            <a:ext cx="4356655" cy="46166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The user can demonstrate on a projector or computer or print the it into a film to be used in a wider field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2F69AA82-7A56-4EC7-A4EB-E8D06F8C7811}"/>
              </a:ext>
            </a:extLst>
          </p:cNvPr>
          <p:cNvSpPr txBox="1"/>
          <p:nvPr/>
        </p:nvSpPr>
        <p:spPr>
          <a:xfrm>
            <a:off x="7214112" y="2286731"/>
            <a:ext cx="2733441" cy="630942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en-US" altLang="zh-CN" sz="3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PART  TWO</a:t>
            </a:r>
            <a:endParaRPr lang="zh-CN" altLang="en-US" sz="3500" b="1" dirty="0">
              <a:solidFill>
                <a:schemeClr val="tx1">
                  <a:lumMod val="85000"/>
                  <a:lumOff val="15000"/>
                </a:schemeClr>
              </a:solidFill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xmlns="" id="{A7AE6CB2-C25C-47BD-910E-45A58A2CE44A}"/>
              </a:ext>
            </a:extLst>
          </p:cNvPr>
          <p:cNvSpPr/>
          <p:nvPr/>
        </p:nvSpPr>
        <p:spPr>
          <a:xfrm flipH="1">
            <a:off x="0" y="1155262"/>
            <a:ext cx="4017274" cy="4573561"/>
          </a:xfrm>
          <a:custGeom>
            <a:avLst/>
            <a:gdLst>
              <a:gd name="connsiteX0" fmla="*/ 0 w 5060316"/>
              <a:gd name="connsiteY0" fmla="*/ 2880518 h 5761037"/>
              <a:gd name="connsiteX1" fmla="*/ 0 w 5060316"/>
              <a:gd name="connsiteY1" fmla="*/ 2880519 h 5761037"/>
              <a:gd name="connsiteX2" fmla="*/ 0 w 5060316"/>
              <a:gd name="connsiteY2" fmla="*/ 2880519 h 5761037"/>
              <a:gd name="connsiteX3" fmla="*/ 2880518 w 5060316"/>
              <a:gd name="connsiteY3" fmla="*/ 0 h 5761037"/>
              <a:gd name="connsiteX4" fmla="*/ 5060316 w 5060316"/>
              <a:gd name="connsiteY4" fmla="*/ 0 h 5761037"/>
              <a:gd name="connsiteX5" fmla="*/ 5060316 w 5060316"/>
              <a:gd name="connsiteY5" fmla="*/ 5761037 h 5761037"/>
              <a:gd name="connsiteX6" fmla="*/ 2880518 w 5060316"/>
              <a:gd name="connsiteY6" fmla="*/ 5761037 h 5761037"/>
              <a:gd name="connsiteX7" fmla="*/ 14871 w 5060316"/>
              <a:gd name="connsiteY7" fmla="*/ 3175035 h 5761037"/>
              <a:gd name="connsiteX8" fmla="*/ 0 w 5060316"/>
              <a:gd name="connsiteY8" fmla="*/ 2880519 h 5761037"/>
              <a:gd name="connsiteX9" fmla="*/ 14871 w 5060316"/>
              <a:gd name="connsiteY9" fmla="*/ 2586003 h 5761037"/>
              <a:gd name="connsiteX10" fmla="*/ 2880518 w 5060316"/>
              <a:gd name="connsiteY10" fmla="*/ 0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60316" h="5761037">
                <a:moveTo>
                  <a:pt x="0" y="2880518"/>
                </a:moveTo>
                <a:lnTo>
                  <a:pt x="0" y="2880519"/>
                </a:lnTo>
                <a:lnTo>
                  <a:pt x="0" y="2880519"/>
                </a:lnTo>
                <a:close/>
                <a:moveTo>
                  <a:pt x="2880518" y="0"/>
                </a:moveTo>
                <a:lnTo>
                  <a:pt x="5060316" y="0"/>
                </a:lnTo>
                <a:lnTo>
                  <a:pt x="5060316" y="5761037"/>
                </a:lnTo>
                <a:lnTo>
                  <a:pt x="2880518" y="5761037"/>
                </a:lnTo>
                <a:cubicBezTo>
                  <a:pt x="1389081" y="5761037"/>
                  <a:pt x="162383" y="4627554"/>
                  <a:pt x="14871" y="3175035"/>
                </a:cubicBezTo>
                <a:lnTo>
                  <a:pt x="0" y="2880519"/>
                </a:lnTo>
                <a:lnTo>
                  <a:pt x="14871" y="2586003"/>
                </a:lnTo>
                <a:cubicBezTo>
                  <a:pt x="162383" y="1133483"/>
                  <a:pt x="1389081" y="0"/>
                  <a:pt x="2880518" y="0"/>
                </a:cubicBez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1D5BA66F-443F-4117-8AB0-EB3617D00344}"/>
              </a:ext>
            </a:extLst>
          </p:cNvPr>
          <p:cNvSpPr/>
          <p:nvPr/>
        </p:nvSpPr>
        <p:spPr>
          <a:xfrm>
            <a:off x="4918587" y="1342432"/>
            <a:ext cx="1908622" cy="450892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US" altLang="zh-CN" sz="28700" dirty="0">
                <a:ln>
                  <a:solidFill>
                    <a:srgbClr val="E74E17"/>
                  </a:solidFill>
                </a:ln>
                <a:noFill/>
                <a:latin typeface="汉仪雅酷黑 75W" panose="020B0804020202020204" pitchFamily="34" charset="-122"/>
                <a:ea typeface="汉仪雅酷黑 75W" panose="020B0804020202020204" pitchFamily="34" charset="-122"/>
                <a:cs typeface="Aharoni" panose="02010803020104030203" pitchFamily="2" charset="-79"/>
              </a:rPr>
              <a:t>2</a:t>
            </a:r>
            <a:endParaRPr lang="zh-CN" altLang="en-US" sz="28700" dirty="0">
              <a:ln>
                <a:solidFill>
                  <a:srgbClr val="E74E17"/>
                </a:solidFill>
              </a:ln>
              <a:noFill/>
              <a:latin typeface="汉仪雅酷黑 75W" panose="020B0804020202020204" pitchFamily="34" charset="-122"/>
              <a:ea typeface="汉仪雅酷黑 75W" panose="020B0804020202020204" pitchFamily="34" charset="-122"/>
              <a:cs typeface="Aharoni" panose="02010803020104030203" pitchFamily="2" charset="-79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xmlns="" id="{ADB94A45-1F10-49CB-8DB5-71B74C8F0EBC}"/>
              </a:ext>
            </a:extLst>
          </p:cNvPr>
          <p:cNvSpPr/>
          <p:nvPr/>
        </p:nvSpPr>
        <p:spPr>
          <a:xfrm rot="6347762">
            <a:off x="3294723" y="3694457"/>
            <a:ext cx="1216609" cy="1215339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FE874C"/>
              </a:gs>
              <a:gs pos="44400">
                <a:srgbClr val="FEBC9B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xmlns="" id="{BDD57655-8996-4876-BCA6-5D09365BF0D0}"/>
              </a:ext>
            </a:extLst>
          </p:cNvPr>
          <p:cNvSpPr/>
          <p:nvPr/>
        </p:nvSpPr>
        <p:spPr>
          <a:xfrm>
            <a:off x="11172789" y="0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503410E7-2828-47DC-B605-2067212D9C32}"/>
              </a:ext>
            </a:extLst>
          </p:cNvPr>
          <p:cNvGrpSpPr/>
          <p:nvPr/>
        </p:nvGrpSpPr>
        <p:grpSpPr>
          <a:xfrm flipH="1">
            <a:off x="9809530" y="6024326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37" name="半闭框 36">
              <a:extLst>
                <a:ext uri="{FF2B5EF4-FFF2-40B4-BE49-F238E27FC236}">
                  <a16:creationId xmlns:a16="http://schemas.microsoft.com/office/drawing/2014/main" xmlns="" id="{F857C5FC-3256-4025-A21B-BD5A41F126C2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半闭框 37">
              <a:extLst>
                <a:ext uri="{FF2B5EF4-FFF2-40B4-BE49-F238E27FC236}">
                  <a16:creationId xmlns:a16="http://schemas.microsoft.com/office/drawing/2014/main" xmlns="" id="{0BAFF2E5-D042-4207-B098-435297DDEF0D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半闭框 38">
              <a:extLst>
                <a:ext uri="{FF2B5EF4-FFF2-40B4-BE49-F238E27FC236}">
                  <a16:creationId xmlns:a16="http://schemas.microsoft.com/office/drawing/2014/main" xmlns="" id="{3F4BB8EC-A19B-4A48-A7F4-66D19EC53E34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>
              <a:extLst>
                <a:ext uri="{FF2B5EF4-FFF2-40B4-BE49-F238E27FC236}">
                  <a16:creationId xmlns:a16="http://schemas.microsoft.com/office/drawing/2014/main" xmlns="" id="{3AE208AA-D810-46F4-BEE9-59A0D19ECBA8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>
              <a:extLst>
                <a:ext uri="{FF2B5EF4-FFF2-40B4-BE49-F238E27FC236}">
                  <a16:creationId xmlns:a16="http://schemas.microsoft.com/office/drawing/2014/main" xmlns="" id="{F3638445-85BB-4108-9508-4F961501617F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半闭框 41">
              <a:extLst>
                <a:ext uri="{FF2B5EF4-FFF2-40B4-BE49-F238E27FC236}">
                  <a16:creationId xmlns:a16="http://schemas.microsoft.com/office/drawing/2014/main" xmlns="" id="{B6C34C7B-472D-4859-9186-5B9CC6B5B520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B9518281-A0A4-48F3-9468-C626EE03B4A5}"/>
              </a:ext>
            </a:extLst>
          </p:cNvPr>
          <p:cNvSpPr txBox="1"/>
          <p:nvPr/>
        </p:nvSpPr>
        <p:spPr>
          <a:xfrm>
            <a:off x="369908" y="366314"/>
            <a:ext cx="4251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E74E17">
                    <a:alpha val="22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</p:spTree>
    <p:extLst>
      <p:ext uri="{BB962C8B-B14F-4D97-AF65-F5344CB8AC3E}">
        <p14:creationId xmlns:p14="http://schemas.microsoft.com/office/powerpoint/2010/main" val="2516050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gallery dir="l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4" grpId="0"/>
      <p:bldP spid="21" grpId="0"/>
      <p:bldP spid="32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7B186DE-BF87-44D2-901B-8D03037F7722}"/>
              </a:ext>
            </a:extLst>
          </p:cNvPr>
          <p:cNvSpPr/>
          <p:nvPr/>
        </p:nvSpPr>
        <p:spPr>
          <a:xfrm>
            <a:off x="4267199" y="2339926"/>
            <a:ext cx="7408863" cy="35306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943EEE1A-DD80-4057-AD3E-77360AD82E51}"/>
              </a:ext>
            </a:extLst>
          </p:cNvPr>
          <p:cNvGrpSpPr/>
          <p:nvPr/>
        </p:nvGrpSpPr>
        <p:grpSpPr>
          <a:xfrm>
            <a:off x="515938" y="2760133"/>
            <a:ext cx="4953000" cy="2836334"/>
            <a:chOff x="746210" y="2683933"/>
            <a:chExt cx="4953000" cy="2836334"/>
          </a:xfrm>
        </p:grpSpPr>
        <p:sp>
          <p:nvSpPr>
            <p:cNvPr id="7" name="矩形: 圆角 6">
              <a:extLst>
                <a:ext uri="{FF2B5EF4-FFF2-40B4-BE49-F238E27FC236}">
                  <a16:creationId xmlns:a16="http://schemas.microsoft.com/office/drawing/2014/main" xmlns="" id="{8D66BBB7-BA1D-4E1D-BC01-84402C4C4210}"/>
                </a:ext>
              </a:extLst>
            </p:cNvPr>
            <p:cNvSpPr/>
            <p:nvPr/>
          </p:nvSpPr>
          <p:spPr>
            <a:xfrm>
              <a:off x="746210" y="2683933"/>
              <a:ext cx="4953000" cy="2836334"/>
            </a:xfrm>
            <a:prstGeom prst="roundRect">
              <a:avLst>
                <a:gd name="adj" fmla="val 5324"/>
              </a:avLst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1048055" y="3084043"/>
              <a:ext cx="4481743" cy="21209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六年时间三个不同的工作环境和岗位，不仅丰富了我的人生阅历，使我具有了强烈的事业心和责任感，也促使我养成了乐于学习、勤于思考、适应性强、善于接受新生事物的好习惯。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26993" y="242872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B0325C86-64C4-4AD6-A73F-74827E19E21C}"/>
              </a:ext>
            </a:extLst>
          </p:cNvPr>
          <p:cNvGrpSpPr/>
          <p:nvPr/>
        </p:nvGrpSpPr>
        <p:grpSpPr>
          <a:xfrm>
            <a:off x="334050" y="521142"/>
            <a:ext cx="4924815" cy="695015"/>
            <a:chOff x="334050" y="521142"/>
            <a:chExt cx="4924815" cy="695015"/>
          </a:xfrm>
        </p:grpSpPr>
        <p:sp>
          <p:nvSpPr>
            <p:cNvPr id="12" name="圆角矩形 13">
              <a:extLst>
                <a:ext uri="{FF2B5EF4-FFF2-40B4-BE49-F238E27FC236}">
                  <a16:creationId xmlns:a16="http://schemas.microsoft.com/office/drawing/2014/main" xmlns="" id="{BF8995BD-ECC8-481B-90E2-B219BAE1EDFB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2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0E53F9C8-06FF-479B-AD86-93A3A80E566D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晋升理由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3C8D67D7-F7CB-4D32-A938-FADA114DCEA5}"/>
                </a:ext>
              </a:extLst>
            </p:cNvPr>
            <p:cNvSpPr/>
            <p:nvPr/>
          </p:nvSpPr>
          <p:spPr>
            <a:xfrm>
              <a:off x="2960351" y="792449"/>
              <a:ext cx="2298514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Reasons for promotion</a:t>
              </a:r>
            </a:p>
          </p:txBody>
        </p:sp>
      </p:grp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0CD14E17-2F64-41AE-8583-EAFCE8BA9020}"/>
              </a:ext>
            </a:extLst>
          </p:cNvPr>
          <p:cNvSpPr/>
          <p:nvPr/>
        </p:nvSpPr>
        <p:spPr>
          <a:xfrm>
            <a:off x="515938" y="1926067"/>
            <a:ext cx="2991546" cy="432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不同岗位的历练经历</a:t>
            </a:r>
          </a:p>
        </p:txBody>
      </p:sp>
    </p:spTree>
    <p:extLst>
      <p:ext uri="{BB962C8B-B14F-4D97-AF65-F5344CB8AC3E}">
        <p14:creationId xmlns:p14="http://schemas.microsoft.com/office/powerpoint/2010/main" val="497333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gallery dir="l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xmlns="" id="{D343A738-E03C-4727-A34F-DD92794F8119}"/>
              </a:ext>
            </a:extLst>
          </p:cNvPr>
          <p:cNvSpPr/>
          <p:nvPr/>
        </p:nvSpPr>
        <p:spPr>
          <a:xfrm>
            <a:off x="515938" y="3674533"/>
            <a:ext cx="11160124" cy="2391018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530408EF-7897-4036-AFA6-53DE539E7FD2}"/>
              </a:ext>
            </a:extLst>
          </p:cNvPr>
          <p:cNvGrpSpPr/>
          <p:nvPr/>
        </p:nvGrpSpPr>
        <p:grpSpPr>
          <a:xfrm>
            <a:off x="1092044" y="2760133"/>
            <a:ext cx="10109355" cy="2240685"/>
            <a:chOff x="1092044" y="2760133"/>
            <a:chExt cx="10109355" cy="2240685"/>
          </a:xfrm>
        </p:grpSpPr>
        <p:sp>
          <p:nvSpPr>
            <p:cNvPr id="16" name="矩形: 圆角 15">
              <a:extLst>
                <a:ext uri="{FF2B5EF4-FFF2-40B4-BE49-F238E27FC236}">
                  <a16:creationId xmlns:a16="http://schemas.microsoft.com/office/drawing/2014/main" xmlns="" id="{EBC941EB-FCEE-427C-BC5C-65B58138C8BC}"/>
                </a:ext>
              </a:extLst>
            </p:cNvPr>
            <p:cNvSpPr/>
            <p:nvPr/>
          </p:nvSpPr>
          <p:spPr>
            <a:xfrm>
              <a:off x="1092044" y="2760133"/>
              <a:ext cx="10109355" cy="2240685"/>
            </a:xfrm>
            <a:prstGeom prst="roundRect">
              <a:avLst>
                <a:gd name="adj" fmla="val 5324"/>
              </a:avLst>
            </a:prstGeom>
            <a:solidFill>
              <a:schemeClr val="bg1"/>
            </a:solidFill>
            <a:ln>
              <a:solidFill>
                <a:srgbClr val="ED7D3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" name="矩形 1"/>
            <p:cNvSpPr/>
            <p:nvPr/>
          </p:nvSpPr>
          <p:spPr>
            <a:xfrm>
              <a:off x="1213856" y="3235523"/>
              <a:ext cx="9865731" cy="128990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每天要与形形色色的人打交道。当面对他们的询问或是对我们工作不理解的时候，都能够保持良好的心态、冷静的思考，不畏惧、不退缩，动之以情、晓之以理、耐心细致的做好解释和劝导工作。针对不同类型的事部件问题，及时灵活的采取不同方式进行妥善处理。</a:t>
              </a:r>
            </a:p>
          </p:txBody>
        </p:sp>
      </p:grpSp>
      <p:sp>
        <p:nvSpPr>
          <p:cNvPr id="3" name="文本框 2"/>
          <p:cNvSpPr txBox="1"/>
          <p:nvPr/>
        </p:nvSpPr>
        <p:spPr>
          <a:xfrm>
            <a:off x="1526993" y="242872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xmlns="" id="{1B9FC103-1096-4CDB-A569-5ECC04699245}"/>
              </a:ext>
            </a:extLst>
          </p:cNvPr>
          <p:cNvGrpSpPr/>
          <p:nvPr/>
        </p:nvGrpSpPr>
        <p:grpSpPr>
          <a:xfrm>
            <a:off x="334050" y="521142"/>
            <a:ext cx="4924815" cy="695015"/>
            <a:chOff x="334050" y="521142"/>
            <a:chExt cx="4924815" cy="695015"/>
          </a:xfrm>
        </p:grpSpPr>
        <p:sp>
          <p:nvSpPr>
            <p:cNvPr id="12" name="圆角矩形 13">
              <a:extLst>
                <a:ext uri="{FF2B5EF4-FFF2-40B4-BE49-F238E27FC236}">
                  <a16:creationId xmlns:a16="http://schemas.microsoft.com/office/drawing/2014/main" xmlns="" id="{F8F99C97-005E-4DEC-9162-E46620CAE4F8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2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312FDFE2-7E18-405A-B426-651AA7B44AFE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晋升理由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03399397-0BA5-4793-A240-3F8D1253EA7B}"/>
                </a:ext>
              </a:extLst>
            </p:cNvPr>
            <p:cNvSpPr/>
            <p:nvPr/>
          </p:nvSpPr>
          <p:spPr>
            <a:xfrm>
              <a:off x="2960351" y="792449"/>
              <a:ext cx="2298514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Reasons for promotion</a:t>
              </a:r>
            </a:p>
          </p:txBody>
        </p:sp>
      </p:grp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2B083C59-FEDE-40AA-9179-D5C884EEAC56}"/>
              </a:ext>
            </a:extLst>
          </p:cNvPr>
          <p:cNvSpPr/>
          <p:nvPr/>
        </p:nvSpPr>
        <p:spPr>
          <a:xfrm>
            <a:off x="4600227" y="1822442"/>
            <a:ext cx="2991546" cy="720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具有良好的沟通能力和敏捷的反应能力</a:t>
            </a:r>
          </a:p>
        </p:txBody>
      </p:sp>
    </p:spTree>
    <p:extLst>
      <p:ext uri="{BB962C8B-B14F-4D97-AF65-F5344CB8AC3E}">
        <p14:creationId xmlns:p14="http://schemas.microsoft.com/office/powerpoint/2010/main" val="3662592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gallery dir="l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1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26993" y="2428726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4E57249E-2D50-4815-80FE-D2BAF0C77BD3}"/>
              </a:ext>
            </a:extLst>
          </p:cNvPr>
          <p:cNvGrpSpPr/>
          <p:nvPr/>
        </p:nvGrpSpPr>
        <p:grpSpPr>
          <a:xfrm>
            <a:off x="334050" y="521142"/>
            <a:ext cx="4924815" cy="695015"/>
            <a:chOff x="334050" y="521142"/>
            <a:chExt cx="4924815" cy="695015"/>
          </a:xfrm>
        </p:grpSpPr>
        <p:sp>
          <p:nvSpPr>
            <p:cNvPr id="12" name="圆角矩形 13">
              <a:extLst>
                <a:ext uri="{FF2B5EF4-FFF2-40B4-BE49-F238E27FC236}">
                  <a16:creationId xmlns:a16="http://schemas.microsoft.com/office/drawing/2014/main" xmlns="" id="{E24F97AB-4315-45E5-ABAD-93E55C0C601C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2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CBEFC868-3B5A-469D-BE0E-5269BD0D4594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晋升理由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280F3783-C198-4BA9-875A-B9D56C9AFECB}"/>
                </a:ext>
              </a:extLst>
            </p:cNvPr>
            <p:cNvSpPr/>
            <p:nvPr/>
          </p:nvSpPr>
          <p:spPr>
            <a:xfrm>
              <a:off x="2960351" y="792449"/>
              <a:ext cx="2298514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Reasons for promotion</a:t>
              </a:r>
            </a:p>
          </p:txBody>
        </p:sp>
      </p:grpSp>
      <p:sp>
        <p:nvSpPr>
          <p:cNvPr id="15" name="矩形: 圆角 14">
            <a:extLst>
              <a:ext uri="{FF2B5EF4-FFF2-40B4-BE49-F238E27FC236}">
                <a16:creationId xmlns:a16="http://schemas.microsoft.com/office/drawing/2014/main" xmlns="" id="{7BA5D7AB-07C8-4EAA-9EF7-E87F078FC331}"/>
              </a:ext>
            </a:extLst>
          </p:cNvPr>
          <p:cNvSpPr/>
          <p:nvPr/>
        </p:nvSpPr>
        <p:spPr>
          <a:xfrm>
            <a:off x="515938" y="1926067"/>
            <a:ext cx="3276000" cy="432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具有良好的思想的道德修养</a:t>
            </a: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xmlns="" id="{998030C9-AD8E-4B60-9A4E-7DDC36666E0B}"/>
              </a:ext>
            </a:extLst>
          </p:cNvPr>
          <p:cNvSpPr/>
          <p:nvPr/>
        </p:nvSpPr>
        <p:spPr>
          <a:xfrm>
            <a:off x="4267199" y="2339926"/>
            <a:ext cx="7408863" cy="353060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7" name="组合 16">
            <a:extLst>
              <a:ext uri="{FF2B5EF4-FFF2-40B4-BE49-F238E27FC236}">
                <a16:creationId xmlns:a16="http://schemas.microsoft.com/office/drawing/2014/main" xmlns="" id="{15161019-5DC9-4688-ABC9-3EB4E47063FE}"/>
              </a:ext>
            </a:extLst>
          </p:cNvPr>
          <p:cNvGrpSpPr/>
          <p:nvPr/>
        </p:nvGrpSpPr>
        <p:grpSpPr>
          <a:xfrm>
            <a:off x="515938" y="2760133"/>
            <a:ext cx="4953000" cy="2836334"/>
            <a:chOff x="746210" y="2683933"/>
            <a:chExt cx="4953000" cy="2836334"/>
          </a:xfrm>
        </p:grpSpPr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xmlns="" id="{86C4ACF7-8EE7-4859-9800-C94959BE280A}"/>
                </a:ext>
              </a:extLst>
            </p:cNvPr>
            <p:cNvSpPr/>
            <p:nvPr/>
          </p:nvSpPr>
          <p:spPr>
            <a:xfrm>
              <a:off x="746210" y="2683933"/>
              <a:ext cx="4953000" cy="2836334"/>
            </a:xfrm>
            <a:prstGeom prst="roundRect">
              <a:avLst>
                <a:gd name="adj" fmla="val 5324"/>
              </a:avLst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bg1"/>
                </a:solidFill>
              </a:endParaRPr>
            </a:p>
          </p:txBody>
        </p:sp>
        <p:sp>
          <p:nvSpPr>
            <p:cNvPr id="19" name="矩形 18">
              <a:extLst>
                <a:ext uri="{FF2B5EF4-FFF2-40B4-BE49-F238E27FC236}">
                  <a16:creationId xmlns:a16="http://schemas.microsoft.com/office/drawing/2014/main" xmlns="" id="{FB382147-F8C1-4EFC-A0CD-C2432171FA49}"/>
                </a:ext>
              </a:extLst>
            </p:cNvPr>
            <p:cNvSpPr/>
            <p:nvPr/>
          </p:nvSpPr>
          <p:spPr>
            <a:xfrm>
              <a:off x="1048055" y="3084043"/>
              <a:ext cx="4481743" cy="2120902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>
                <a:lnSpc>
                  <a:spcPct val="150000"/>
                </a:lnSpc>
              </a:pPr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自己平时十分注重个人修养，踏踏实实做事，老老实实做人，为人正直，坚持原则，能够客观、公正地看待问题。在日常工作生活中，尊重领导、尊重老同志，并发挥个人特长，主动帮助他人。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90563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gallery dir="l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526993" y="2929240"/>
            <a:ext cx="18473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zh-CN" altLang="en-US" sz="2000" b="1" dirty="0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xmlns="" id="{5E757FE6-0D2D-4C56-BBC9-F3ACA9CA2564}"/>
              </a:ext>
            </a:extLst>
          </p:cNvPr>
          <p:cNvGrpSpPr/>
          <p:nvPr/>
        </p:nvGrpSpPr>
        <p:grpSpPr>
          <a:xfrm>
            <a:off x="334050" y="521142"/>
            <a:ext cx="4924815" cy="695015"/>
            <a:chOff x="334050" y="521142"/>
            <a:chExt cx="4924815" cy="695015"/>
          </a:xfrm>
        </p:grpSpPr>
        <p:sp>
          <p:nvSpPr>
            <p:cNvPr id="15" name="圆角矩形 13">
              <a:extLst>
                <a:ext uri="{FF2B5EF4-FFF2-40B4-BE49-F238E27FC236}">
                  <a16:creationId xmlns:a16="http://schemas.microsoft.com/office/drawing/2014/main" xmlns="" id="{891AEAFB-DF95-4211-977F-E1E8EC1780A3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2</a:t>
              </a:r>
            </a:p>
          </p:txBody>
        </p:sp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xmlns="" id="{6D46BF27-42B9-47BA-932C-CEA74CE0F3D3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晋升理由</a:t>
              </a:r>
            </a:p>
          </p:txBody>
        </p:sp>
        <p:sp>
          <p:nvSpPr>
            <p:cNvPr id="17" name="矩形 16">
              <a:extLst>
                <a:ext uri="{FF2B5EF4-FFF2-40B4-BE49-F238E27FC236}">
                  <a16:creationId xmlns:a16="http://schemas.microsoft.com/office/drawing/2014/main" xmlns="" id="{E2BF02EE-EF4F-4283-9EC9-F5879178AE02}"/>
                </a:ext>
              </a:extLst>
            </p:cNvPr>
            <p:cNvSpPr/>
            <p:nvPr/>
          </p:nvSpPr>
          <p:spPr>
            <a:xfrm>
              <a:off x="2960351" y="792449"/>
              <a:ext cx="2298514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Reasons for promotion</a:t>
              </a:r>
            </a:p>
          </p:txBody>
        </p:sp>
      </p:grpSp>
      <p:sp>
        <p:nvSpPr>
          <p:cNvPr id="18" name="矩形 17">
            <a:extLst>
              <a:ext uri="{FF2B5EF4-FFF2-40B4-BE49-F238E27FC236}">
                <a16:creationId xmlns:a16="http://schemas.microsoft.com/office/drawing/2014/main" xmlns="" id="{39CE4844-D14A-4DC1-8A5B-AAC3E856AD9E}"/>
              </a:ext>
            </a:extLst>
          </p:cNvPr>
          <p:cNvSpPr/>
          <p:nvPr/>
        </p:nvSpPr>
        <p:spPr>
          <a:xfrm>
            <a:off x="5062275" y="2885611"/>
            <a:ext cx="2086702" cy="2514680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ctr"/>
          </a:blipFill>
          <a:ln>
            <a:noFill/>
          </a:ln>
          <a:scene3d>
            <a:camera prst="orthographicFront"/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xmlns="" id="{1E3894FE-B3AF-43E2-9370-AA59B892583B}"/>
              </a:ext>
            </a:extLst>
          </p:cNvPr>
          <p:cNvSpPr/>
          <p:nvPr/>
        </p:nvSpPr>
        <p:spPr>
          <a:xfrm>
            <a:off x="2911211" y="2847445"/>
            <a:ext cx="2155438" cy="2597512"/>
          </a:xfrm>
          <a:prstGeom prst="rect">
            <a:avLst/>
          </a:prstGeom>
          <a:blipFill dpi="0" rotWithShape="1">
            <a:blip r:embed="rId3"/>
            <a:srcRect/>
            <a:tile tx="0" ty="0" sx="100000" sy="100000" flip="none" algn="ctr"/>
          </a:blipFill>
          <a:ln>
            <a:noFill/>
          </a:ln>
          <a:scene3d>
            <a:camera prst="perspectiveRight"/>
            <a:lightRig rig="contrasting" dir="t"/>
          </a:scene3d>
          <a:sp3d prstMaterial="matte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 dirty="0"/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xmlns="" id="{581E9992-B0D5-4163-8272-B80957D6D836}"/>
              </a:ext>
            </a:extLst>
          </p:cNvPr>
          <p:cNvSpPr/>
          <p:nvPr/>
        </p:nvSpPr>
        <p:spPr>
          <a:xfrm>
            <a:off x="7144605" y="2847445"/>
            <a:ext cx="2155438" cy="2597512"/>
          </a:xfrm>
          <a:prstGeom prst="rect">
            <a:avLst/>
          </a:prstGeom>
          <a:blipFill dpi="0" rotWithShape="1">
            <a:blip r:embed="rId4"/>
            <a:srcRect/>
            <a:tile tx="0" ty="0" sx="100000" sy="100000" flip="none" algn="ctr"/>
          </a:blipFill>
          <a:ln>
            <a:noFill/>
          </a:ln>
          <a:scene3d>
            <a:camera prst="perspectiveLeft">
              <a:rot lat="0" lon="1200001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B8A6D31F-1EE2-463F-B080-CBDED9B187AF}"/>
              </a:ext>
            </a:extLst>
          </p:cNvPr>
          <p:cNvSpPr/>
          <p:nvPr/>
        </p:nvSpPr>
        <p:spPr>
          <a:xfrm>
            <a:off x="652017" y="2752491"/>
            <a:ext cx="2345498" cy="2787420"/>
          </a:xfrm>
          <a:prstGeom prst="rect">
            <a:avLst/>
          </a:prstGeom>
          <a:blipFill dpi="0" rotWithShape="1">
            <a:blip r:embed="rId5"/>
            <a:srcRect/>
            <a:tile tx="0" ty="0" sx="100000" sy="100000" flip="none" algn="ctr"/>
          </a:blipFill>
          <a:ln>
            <a:noFill/>
          </a:ln>
          <a:scene3d>
            <a:camera prst="perspectiveRight">
              <a:rot lat="0" lon="20099999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non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xmlns="" id="{88C78CEB-3AD9-4947-A373-DBCD0BC6324F}"/>
              </a:ext>
            </a:extLst>
          </p:cNvPr>
          <p:cNvSpPr/>
          <p:nvPr/>
        </p:nvSpPr>
        <p:spPr>
          <a:xfrm>
            <a:off x="9213739" y="2752491"/>
            <a:ext cx="2345498" cy="2787420"/>
          </a:xfrm>
          <a:prstGeom prst="rect">
            <a:avLst/>
          </a:prstGeom>
          <a:blipFill dpi="0" rotWithShape="1">
            <a:blip r:embed="rId6"/>
            <a:srcRect/>
            <a:tile tx="0" ty="0" sx="100000" sy="100000" flip="none" algn="ctr"/>
          </a:blipFill>
          <a:ln>
            <a:noFill/>
          </a:ln>
          <a:scene3d>
            <a:camera prst="perspectiveLeft">
              <a:rot lat="0" lon="1500000" rev="0"/>
            </a:camera>
            <a:lightRig rig="contrasting" dir="t"/>
          </a:scene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endParaRPr lang="zh-CN" altLang="en-US"/>
          </a:p>
        </p:txBody>
      </p:sp>
      <p:sp>
        <p:nvSpPr>
          <p:cNvPr id="23" name="矩形: 圆角 22">
            <a:extLst>
              <a:ext uri="{FF2B5EF4-FFF2-40B4-BE49-F238E27FC236}">
                <a16:creationId xmlns:a16="http://schemas.microsoft.com/office/drawing/2014/main" xmlns="" id="{AF2E4E0F-2552-4C20-8F69-73C3109D1F62}"/>
              </a:ext>
            </a:extLst>
          </p:cNvPr>
          <p:cNvSpPr/>
          <p:nvPr/>
        </p:nvSpPr>
        <p:spPr>
          <a:xfrm>
            <a:off x="4458000" y="1847300"/>
            <a:ext cx="3276000" cy="432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组建了公司第一支专业团队</a:t>
            </a: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xmlns="" id="{405A8B32-0C6A-47D2-B671-CC3CE28127A0}"/>
              </a:ext>
            </a:extLst>
          </p:cNvPr>
          <p:cNvSpPr/>
          <p:nvPr/>
        </p:nvSpPr>
        <p:spPr>
          <a:xfrm>
            <a:off x="0" y="5577041"/>
            <a:ext cx="12192000" cy="814437"/>
          </a:xfrm>
          <a:custGeom>
            <a:avLst/>
            <a:gdLst>
              <a:gd name="connsiteX0" fmla="*/ 5817405 w 12192000"/>
              <a:gd name="connsiteY0" fmla="*/ 0 h 814437"/>
              <a:gd name="connsiteX1" fmla="*/ 11860105 w 12192000"/>
              <a:gd name="connsiteY1" fmla="*/ 287091 h 814437"/>
              <a:gd name="connsiteX2" fmla="*/ 12192000 w 12192000"/>
              <a:gd name="connsiteY2" fmla="*/ 326831 h 814437"/>
              <a:gd name="connsiteX3" fmla="*/ 12192000 w 12192000"/>
              <a:gd name="connsiteY3" fmla="*/ 814437 h 814437"/>
              <a:gd name="connsiteX4" fmla="*/ 0 w 12192000"/>
              <a:gd name="connsiteY4" fmla="*/ 814437 h 814437"/>
              <a:gd name="connsiteX5" fmla="*/ 0 w 12192000"/>
              <a:gd name="connsiteY5" fmla="*/ 264026 h 814437"/>
              <a:gd name="connsiteX6" fmla="*/ 330727 w 12192000"/>
              <a:gd name="connsiteY6" fmla="*/ 230169 h 814437"/>
              <a:gd name="connsiteX7" fmla="*/ 5817405 w 12192000"/>
              <a:gd name="connsiteY7" fmla="*/ 0 h 8144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814437">
                <a:moveTo>
                  <a:pt x="5817405" y="0"/>
                </a:moveTo>
                <a:cubicBezTo>
                  <a:pt x="8132068" y="0"/>
                  <a:pt x="10246433" y="108348"/>
                  <a:pt x="11860105" y="287091"/>
                </a:cubicBezTo>
                <a:lnTo>
                  <a:pt x="12192000" y="326831"/>
                </a:lnTo>
                <a:lnTo>
                  <a:pt x="12192000" y="814437"/>
                </a:lnTo>
                <a:lnTo>
                  <a:pt x="0" y="814437"/>
                </a:lnTo>
                <a:lnTo>
                  <a:pt x="0" y="264026"/>
                </a:lnTo>
                <a:lnTo>
                  <a:pt x="330727" y="230169"/>
                </a:lnTo>
                <a:cubicBezTo>
                  <a:pt x="1860707" y="85608"/>
                  <a:pt x="3759926" y="0"/>
                  <a:pt x="5817405" y="0"/>
                </a:cubicBezTo>
                <a:close/>
              </a:path>
            </a:pathLst>
          </a:custGeom>
          <a:gradFill flip="none" rotWithShape="1">
            <a:gsLst>
              <a:gs pos="0">
                <a:srgbClr val="E74E17">
                  <a:alpha val="30000"/>
                </a:srgbClr>
              </a:gs>
              <a:gs pos="100000">
                <a:srgbClr val="ED7D31">
                  <a:alpha val="0"/>
                </a:srgbClr>
              </a:gs>
            </a:gsLst>
            <a:lin ang="54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1065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gallery dir="l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17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7" presetClass="entr" presetSubtype="2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17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1" presetID="17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17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32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xmlns="" id="{4AF7C1B1-5AE1-44B4-B89E-54400F8D8F3E}"/>
              </a:ext>
            </a:extLst>
          </p:cNvPr>
          <p:cNvSpPr/>
          <p:nvPr/>
        </p:nvSpPr>
        <p:spPr>
          <a:xfrm flipH="1">
            <a:off x="0" y="1778164"/>
            <a:ext cx="3499832" cy="4252118"/>
          </a:xfrm>
          <a:custGeom>
            <a:avLst/>
            <a:gdLst>
              <a:gd name="connsiteX0" fmla="*/ 4741793 w 4741793"/>
              <a:gd name="connsiteY0" fmla="*/ 0 h 5761037"/>
              <a:gd name="connsiteX1" fmla="*/ 2880518 w 4741793"/>
              <a:gd name="connsiteY1" fmla="*/ 0 h 5761037"/>
              <a:gd name="connsiteX2" fmla="*/ 14871 w 4741793"/>
              <a:gd name="connsiteY2" fmla="*/ 2586003 h 5761037"/>
              <a:gd name="connsiteX3" fmla="*/ 0 w 4741793"/>
              <a:gd name="connsiteY3" fmla="*/ 2880519 h 5761037"/>
              <a:gd name="connsiteX4" fmla="*/ 14871 w 4741793"/>
              <a:gd name="connsiteY4" fmla="*/ 3175035 h 5761037"/>
              <a:gd name="connsiteX5" fmla="*/ 2880518 w 4741793"/>
              <a:gd name="connsiteY5" fmla="*/ 5761037 h 5761037"/>
              <a:gd name="connsiteX6" fmla="*/ 4741793 w 4741793"/>
              <a:gd name="connsiteY6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41793" h="5761037">
                <a:moveTo>
                  <a:pt x="4741793" y="0"/>
                </a:moveTo>
                <a:lnTo>
                  <a:pt x="2880518" y="0"/>
                </a:lnTo>
                <a:cubicBezTo>
                  <a:pt x="1389081" y="0"/>
                  <a:pt x="162383" y="1133483"/>
                  <a:pt x="14871" y="2586003"/>
                </a:cubicBezTo>
                <a:lnTo>
                  <a:pt x="0" y="2880519"/>
                </a:lnTo>
                <a:lnTo>
                  <a:pt x="14871" y="3175035"/>
                </a:lnTo>
                <a:cubicBezTo>
                  <a:pt x="162383" y="4627554"/>
                  <a:pt x="1389081" y="5761037"/>
                  <a:pt x="2880518" y="5761037"/>
                </a:cubicBezTo>
                <a:lnTo>
                  <a:pt x="4741793" y="5761037"/>
                </a:ln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302F0507-B55C-433B-AABE-0326B64F8E11}"/>
              </a:ext>
            </a:extLst>
          </p:cNvPr>
          <p:cNvSpPr txBox="1"/>
          <p:nvPr/>
        </p:nvSpPr>
        <p:spPr>
          <a:xfrm>
            <a:off x="7092457" y="2935177"/>
            <a:ext cx="4288353" cy="1323439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zh-CN" altLang="en-US" sz="8000" dirty="0">
                <a:solidFill>
                  <a:srgbClr val="E74E17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工作开展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957C2755-170B-4065-9854-630E1203A47D}"/>
              </a:ext>
            </a:extLst>
          </p:cNvPr>
          <p:cNvSpPr txBox="1"/>
          <p:nvPr/>
        </p:nvSpPr>
        <p:spPr>
          <a:xfrm>
            <a:off x="7214112" y="4276120"/>
            <a:ext cx="4356655" cy="46166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The user can demonstrate on a projector or computer or print the it into a film to be used in a wider field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2F69AA82-7A56-4EC7-A4EB-E8D06F8C7811}"/>
              </a:ext>
            </a:extLst>
          </p:cNvPr>
          <p:cNvSpPr txBox="1"/>
          <p:nvPr/>
        </p:nvSpPr>
        <p:spPr>
          <a:xfrm>
            <a:off x="7214112" y="2286731"/>
            <a:ext cx="3065263" cy="630942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en-US" altLang="zh-CN" sz="3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PART  THREE</a:t>
            </a:r>
            <a:endParaRPr lang="zh-CN" altLang="en-US" sz="3500" b="1" dirty="0">
              <a:solidFill>
                <a:schemeClr val="tx1">
                  <a:lumMod val="85000"/>
                  <a:lumOff val="15000"/>
                </a:schemeClr>
              </a:solidFill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xmlns="" id="{A7AE6CB2-C25C-47BD-910E-45A58A2CE44A}"/>
              </a:ext>
            </a:extLst>
          </p:cNvPr>
          <p:cNvSpPr/>
          <p:nvPr/>
        </p:nvSpPr>
        <p:spPr>
          <a:xfrm flipH="1">
            <a:off x="0" y="1155262"/>
            <a:ext cx="4017274" cy="4573561"/>
          </a:xfrm>
          <a:custGeom>
            <a:avLst/>
            <a:gdLst>
              <a:gd name="connsiteX0" fmla="*/ 0 w 5060316"/>
              <a:gd name="connsiteY0" fmla="*/ 2880518 h 5761037"/>
              <a:gd name="connsiteX1" fmla="*/ 0 w 5060316"/>
              <a:gd name="connsiteY1" fmla="*/ 2880519 h 5761037"/>
              <a:gd name="connsiteX2" fmla="*/ 0 w 5060316"/>
              <a:gd name="connsiteY2" fmla="*/ 2880519 h 5761037"/>
              <a:gd name="connsiteX3" fmla="*/ 2880518 w 5060316"/>
              <a:gd name="connsiteY3" fmla="*/ 0 h 5761037"/>
              <a:gd name="connsiteX4" fmla="*/ 5060316 w 5060316"/>
              <a:gd name="connsiteY4" fmla="*/ 0 h 5761037"/>
              <a:gd name="connsiteX5" fmla="*/ 5060316 w 5060316"/>
              <a:gd name="connsiteY5" fmla="*/ 5761037 h 5761037"/>
              <a:gd name="connsiteX6" fmla="*/ 2880518 w 5060316"/>
              <a:gd name="connsiteY6" fmla="*/ 5761037 h 5761037"/>
              <a:gd name="connsiteX7" fmla="*/ 14871 w 5060316"/>
              <a:gd name="connsiteY7" fmla="*/ 3175035 h 5761037"/>
              <a:gd name="connsiteX8" fmla="*/ 0 w 5060316"/>
              <a:gd name="connsiteY8" fmla="*/ 2880519 h 5761037"/>
              <a:gd name="connsiteX9" fmla="*/ 14871 w 5060316"/>
              <a:gd name="connsiteY9" fmla="*/ 2586003 h 5761037"/>
              <a:gd name="connsiteX10" fmla="*/ 2880518 w 5060316"/>
              <a:gd name="connsiteY10" fmla="*/ 0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60316" h="5761037">
                <a:moveTo>
                  <a:pt x="0" y="2880518"/>
                </a:moveTo>
                <a:lnTo>
                  <a:pt x="0" y="2880519"/>
                </a:lnTo>
                <a:lnTo>
                  <a:pt x="0" y="2880519"/>
                </a:lnTo>
                <a:close/>
                <a:moveTo>
                  <a:pt x="2880518" y="0"/>
                </a:moveTo>
                <a:lnTo>
                  <a:pt x="5060316" y="0"/>
                </a:lnTo>
                <a:lnTo>
                  <a:pt x="5060316" y="5761037"/>
                </a:lnTo>
                <a:lnTo>
                  <a:pt x="2880518" y="5761037"/>
                </a:lnTo>
                <a:cubicBezTo>
                  <a:pt x="1389081" y="5761037"/>
                  <a:pt x="162383" y="4627554"/>
                  <a:pt x="14871" y="3175035"/>
                </a:cubicBezTo>
                <a:lnTo>
                  <a:pt x="0" y="2880519"/>
                </a:lnTo>
                <a:lnTo>
                  <a:pt x="14871" y="2586003"/>
                </a:lnTo>
                <a:cubicBezTo>
                  <a:pt x="162383" y="1133483"/>
                  <a:pt x="1389081" y="0"/>
                  <a:pt x="2880518" y="0"/>
                </a:cubicBez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1D5BA66F-443F-4117-8AB0-EB3617D00344}"/>
              </a:ext>
            </a:extLst>
          </p:cNvPr>
          <p:cNvSpPr/>
          <p:nvPr/>
        </p:nvSpPr>
        <p:spPr>
          <a:xfrm>
            <a:off x="4918587" y="1342432"/>
            <a:ext cx="1908622" cy="450892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US" altLang="zh-CN" sz="28700" dirty="0">
                <a:ln>
                  <a:solidFill>
                    <a:srgbClr val="E74E17"/>
                  </a:solidFill>
                </a:ln>
                <a:noFill/>
                <a:latin typeface="汉仪雅酷黑 75W" panose="020B0804020202020204" pitchFamily="34" charset="-122"/>
                <a:ea typeface="汉仪雅酷黑 75W" panose="020B0804020202020204" pitchFamily="34" charset="-122"/>
                <a:cs typeface="Aharoni" panose="02010803020104030203" pitchFamily="2" charset="-79"/>
              </a:rPr>
              <a:t>3</a:t>
            </a:r>
            <a:endParaRPr lang="zh-CN" altLang="en-US" sz="28700" dirty="0">
              <a:ln>
                <a:solidFill>
                  <a:srgbClr val="E74E17"/>
                </a:solidFill>
              </a:ln>
              <a:noFill/>
              <a:latin typeface="汉仪雅酷黑 75W" panose="020B0804020202020204" pitchFamily="34" charset="-122"/>
              <a:ea typeface="汉仪雅酷黑 75W" panose="020B0804020202020204" pitchFamily="34" charset="-122"/>
              <a:cs typeface="Aharoni" panose="02010803020104030203" pitchFamily="2" charset="-79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xmlns="" id="{ADB94A45-1F10-49CB-8DB5-71B74C8F0EBC}"/>
              </a:ext>
            </a:extLst>
          </p:cNvPr>
          <p:cNvSpPr/>
          <p:nvPr/>
        </p:nvSpPr>
        <p:spPr>
          <a:xfrm rot="6347762">
            <a:off x="3294723" y="3694457"/>
            <a:ext cx="1216609" cy="1215339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FE874C"/>
              </a:gs>
              <a:gs pos="44400">
                <a:srgbClr val="FEBC9B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xmlns="" id="{BDD57655-8996-4876-BCA6-5D09365BF0D0}"/>
              </a:ext>
            </a:extLst>
          </p:cNvPr>
          <p:cNvSpPr/>
          <p:nvPr/>
        </p:nvSpPr>
        <p:spPr>
          <a:xfrm>
            <a:off x="11172789" y="0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503410E7-2828-47DC-B605-2067212D9C32}"/>
              </a:ext>
            </a:extLst>
          </p:cNvPr>
          <p:cNvGrpSpPr/>
          <p:nvPr/>
        </p:nvGrpSpPr>
        <p:grpSpPr>
          <a:xfrm flipH="1">
            <a:off x="9809530" y="6024326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37" name="半闭框 36">
              <a:extLst>
                <a:ext uri="{FF2B5EF4-FFF2-40B4-BE49-F238E27FC236}">
                  <a16:creationId xmlns:a16="http://schemas.microsoft.com/office/drawing/2014/main" xmlns="" id="{F857C5FC-3256-4025-A21B-BD5A41F126C2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半闭框 37">
              <a:extLst>
                <a:ext uri="{FF2B5EF4-FFF2-40B4-BE49-F238E27FC236}">
                  <a16:creationId xmlns:a16="http://schemas.microsoft.com/office/drawing/2014/main" xmlns="" id="{0BAFF2E5-D042-4207-B098-435297DDEF0D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半闭框 38">
              <a:extLst>
                <a:ext uri="{FF2B5EF4-FFF2-40B4-BE49-F238E27FC236}">
                  <a16:creationId xmlns:a16="http://schemas.microsoft.com/office/drawing/2014/main" xmlns="" id="{3F4BB8EC-A19B-4A48-A7F4-66D19EC53E34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>
              <a:extLst>
                <a:ext uri="{FF2B5EF4-FFF2-40B4-BE49-F238E27FC236}">
                  <a16:creationId xmlns:a16="http://schemas.microsoft.com/office/drawing/2014/main" xmlns="" id="{3AE208AA-D810-46F4-BEE9-59A0D19ECBA8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>
              <a:extLst>
                <a:ext uri="{FF2B5EF4-FFF2-40B4-BE49-F238E27FC236}">
                  <a16:creationId xmlns:a16="http://schemas.microsoft.com/office/drawing/2014/main" xmlns="" id="{F3638445-85BB-4108-9508-4F961501617F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半闭框 41">
              <a:extLst>
                <a:ext uri="{FF2B5EF4-FFF2-40B4-BE49-F238E27FC236}">
                  <a16:creationId xmlns:a16="http://schemas.microsoft.com/office/drawing/2014/main" xmlns="" id="{B6C34C7B-472D-4859-9186-5B9CC6B5B520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B9518281-A0A4-48F3-9468-C626EE03B4A5}"/>
              </a:ext>
            </a:extLst>
          </p:cNvPr>
          <p:cNvSpPr txBox="1"/>
          <p:nvPr/>
        </p:nvSpPr>
        <p:spPr>
          <a:xfrm>
            <a:off x="369908" y="366314"/>
            <a:ext cx="4251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E74E17">
                    <a:alpha val="22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</p:spTree>
    <p:extLst>
      <p:ext uri="{BB962C8B-B14F-4D97-AF65-F5344CB8AC3E}">
        <p14:creationId xmlns:p14="http://schemas.microsoft.com/office/powerpoint/2010/main" val="264515149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drap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4" grpId="0"/>
      <p:bldP spid="21" grpId="0"/>
      <p:bldP spid="32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833861A9-CE7B-44DE-B976-4924E33551F3}"/>
              </a:ext>
            </a:extLst>
          </p:cNvPr>
          <p:cNvGrpSpPr/>
          <p:nvPr/>
        </p:nvGrpSpPr>
        <p:grpSpPr>
          <a:xfrm>
            <a:off x="575575" y="3192444"/>
            <a:ext cx="4573941" cy="2775219"/>
            <a:chOff x="575575" y="3192444"/>
            <a:chExt cx="4573941" cy="2775219"/>
          </a:xfrm>
        </p:grpSpPr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xmlns="" id="{742BB68B-85FD-482C-9792-FC5DD0D9A899}"/>
                </a:ext>
              </a:extLst>
            </p:cNvPr>
            <p:cNvSpPr/>
            <p:nvPr/>
          </p:nvSpPr>
          <p:spPr>
            <a:xfrm>
              <a:off x="575575" y="3192444"/>
              <a:ext cx="4573941" cy="2775219"/>
            </a:xfrm>
            <a:prstGeom prst="roundRect">
              <a:avLst>
                <a:gd name="adj" fmla="val 5324"/>
              </a:avLst>
            </a:prstGeom>
            <a:solidFill>
              <a:schemeClr val="bg1"/>
            </a:solidFill>
            <a:ln>
              <a:solidFill>
                <a:srgbClr val="E74E17"/>
              </a:solidFill>
            </a:ln>
            <a:effectLst>
              <a:outerShdw blurRad="63500" dist="88900" dir="5400000" algn="ctr" rotWithShape="0">
                <a:srgbClr val="BD401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" name="矩形 4"/>
            <p:cNvSpPr/>
            <p:nvPr/>
          </p:nvSpPr>
          <p:spPr>
            <a:xfrm>
              <a:off x="1777076" y="3539969"/>
              <a:ext cx="1980029" cy="400110"/>
            </a:xfrm>
            <a:prstGeom prst="rect">
              <a:avLst/>
            </a:prstGeom>
            <a:gradFill>
              <a:gsLst>
                <a:gs pos="0">
                  <a:srgbClr val="E74E17">
                    <a:alpha val="30000"/>
                  </a:srgbClr>
                </a:gs>
                <a:gs pos="100000">
                  <a:srgbClr val="ED7D31">
                    <a:alpha val="0"/>
                  </a:srgbClr>
                </a:gs>
              </a:gsLst>
              <a:lin ang="5400000" scaled="1"/>
            </a:gradFill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E74E1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团队人员的培训</a:t>
              </a:r>
              <a:endParaRPr lang="zh-CN" altLang="en-US" sz="2000" dirty="0">
                <a:solidFill>
                  <a:srgbClr val="E74E1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xmlns="" id="{38A26DAB-F98B-4F23-BD40-6D7B4E4AA609}"/>
                </a:ext>
              </a:extLst>
            </p:cNvPr>
            <p:cNvSpPr txBox="1"/>
            <p:nvPr/>
          </p:nvSpPr>
          <p:spPr>
            <a:xfrm>
              <a:off x="894924" y="4122105"/>
              <a:ext cx="3935242" cy="1343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5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正文内容，本段适应大段文字章节。如果文字较多的内容描述比较适合放在这里。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ctr">
                <a:lnSpc>
                  <a:spcPts val="25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请您在此修改您的内容，或者将内容粘贴到记事本后，复制到此段落中。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grpSp>
        <p:nvGrpSpPr>
          <p:cNvPr id="22" name="组合 21">
            <a:extLst>
              <a:ext uri="{FF2B5EF4-FFF2-40B4-BE49-F238E27FC236}">
                <a16:creationId xmlns:a16="http://schemas.microsoft.com/office/drawing/2014/main" xmlns="" id="{2AD6E42C-C329-457F-B19C-E198E6235572}"/>
              </a:ext>
            </a:extLst>
          </p:cNvPr>
          <p:cNvGrpSpPr/>
          <p:nvPr/>
        </p:nvGrpSpPr>
        <p:grpSpPr>
          <a:xfrm>
            <a:off x="334050" y="521142"/>
            <a:ext cx="4576066" cy="695015"/>
            <a:chOff x="334050" y="521142"/>
            <a:chExt cx="4576066" cy="695015"/>
          </a:xfrm>
        </p:grpSpPr>
        <p:sp>
          <p:nvSpPr>
            <p:cNvPr id="24" name="圆角矩形 13">
              <a:extLst>
                <a:ext uri="{FF2B5EF4-FFF2-40B4-BE49-F238E27FC236}">
                  <a16:creationId xmlns:a16="http://schemas.microsoft.com/office/drawing/2014/main" xmlns="" id="{83DDE1F4-82CF-455E-9F30-FFFA8C5929FC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3</a:t>
              </a:r>
            </a:p>
          </p:txBody>
        </p:sp>
        <p:sp>
          <p:nvSpPr>
            <p:cNvPr id="25" name="文本框 24">
              <a:extLst>
                <a:ext uri="{FF2B5EF4-FFF2-40B4-BE49-F238E27FC236}">
                  <a16:creationId xmlns:a16="http://schemas.microsoft.com/office/drawing/2014/main" xmlns="" id="{F7BBEA82-FE43-4A80-9314-A48AB0BF5AF0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工作开展</a:t>
              </a:r>
            </a:p>
          </p:txBody>
        </p:sp>
        <p:sp>
          <p:nvSpPr>
            <p:cNvPr id="26" name="矩形 25">
              <a:extLst>
                <a:ext uri="{FF2B5EF4-FFF2-40B4-BE49-F238E27FC236}">
                  <a16:creationId xmlns:a16="http://schemas.microsoft.com/office/drawing/2014/main" xmlns="" id="{BFE2F253-5D5B-4139-9453-1DE290874DC8}"/>
                </a:ext>
              </a:extLst>
            </p:cNvPr>
            <p:cNvSpPr/>
            <p:nvPr/>
          </p:nvSpPr>
          <p:spPr>
            <a:xfrm>
              <a:off x="2960351" y="792449"/>
              <a:ext cx="1949765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Work development</a:t>
              </a:r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xmlns="" id="{FF7803F1-C4A6-485D-B4B9-D63FEACA27EB}"/>
              </a:ext>
            </a:extLst>
          </p:cNvPr>
          <p:cNvGrpSpPr/>
          <p:nvPr/>
        </p:nvGrpSpPr>
        <p:grpSpPr>
          <a:xfrm>
            <a:off x="515938" y="1926067"/>
            <a:ext cx="6532947" cy="432000"/>
            <a:chOff x="515938" y="1926067"/>
            <a:chExt cx="6532947" cy="432000"/>
          </a:xfrm>
        </p:grpSpPr>
        <p:sp>
          <p:nvSpPr>
            <p:cNvPr id="2" name="矩形 1"/>
            <p:cNvSpPr/>
            <p:nvPr/>
          </p:nvSpPr>
          <p:spPr>
            <a:xfrm>
              <a:off x="2016738" y="1969363"/>
              <a:ext cx="50321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　假如我被公司领导录用，我的工作开展如下：</a:t>
              </a:r>
            </a:p>
          </p:txBody>
        </p:sp>
        <p:sp>
          <p:nvSpPr>
            <p:cNvPr id="27" name="矩形: 圆角 26">
              <a:extLst>
                <a:ext uri="{FF2B5EF4-FFF2-40B4-BE49-F238E27FC236}">
                  <a16:creationId xmlns:a16="http://schemas.microsoft.com/office/drawing/2014/main" xmlns="" id="{6EB825E1-714F-48B6-92F8-2831FB3474F3}"/>
                </a:ext>
              </a:extLst>
            </p:cNvPr>
            <p:cNvSpPr/>
            <p:nvPr/>
          </p:nvSpPr>
          <p:spPr>
            <a:xfrm>
              <a:off x="515938" y="1926067"/>
              <a:ext cx="1656000" cy="432000"/>
            </a:xfrm>
            <a:prstGeom prst="roundRect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  <a:effectLst>
              <a:outerShdw blurRad="50800" dist="88900" dir="5400000" algn="ctr" rotWithShape="0">
                <a:srgbClr val="BD4013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团队计划</a:t>
              </a:r>
            </a:p>
          </p:txBody>
        </p:sp>
      </p:grpSp>
      <p:grpSp>
        <p:nvGrpSpPr>
          <p:cNvPr id="29" name="组合 28">
            <a:extLst>
              <a:ext uri="{FF2B5EF4-FFF2-40B4-BE49-F238E27FC236}">
                <a16:creationId xmlns:a16="http://schemas.microsoft.com/office/drawing/2014/main" xmlns="" id="{20FE1600-335D-4DD6-AA4B-5E41FA02771C}"/>
              </a:ext>
            </a:extLst>
          </p:cNvPr>
          <p:cNvGrpSpPr/>
          <p:nvPr/>
        </p:nvGrpSpPr>
        <p:grpSpPr>
          <a:xfrm>
            <a:off x="7102122" y="3175600"/>
            <a:ext cx="4573941" cy="2775219"/>
            <a:chOff x="575575" y="3192444"/>
            <a:chExt cx="4573941" cy="2775219"/>
          </a:xfrm>
        </p:grpSpPr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xmlns="" id="{400FB174-932C-4E11-B0A6-B63A525D670D}"/>
                </a:ext>
              </a:extLst>
            </p:cNvPr>
            <p:cNvSpPr/>
            <p:nvPr/>
          </p:nvSpPr>
          <p:spPr>
            <a:xfrm>
              <a:off x="575575" y="3192444"/>
              <a:ext cx="4573941" cy="2775219"/>
            </a:xfrm>
            <a:prstGeom prst="roundRect">
              <a:avLst>
                <a:gd name="adj" fmla="val 5324"/>
              </a:avLst>
            </a:prstGeom>
            <a:solidFill>
              <a:schemeClr val="bg1"/>
            </a:solidFill>
            <a:ln>
              <a:solidFill>
                <a:srgbClr val="E74E17"/>
              </a:solidFill>
            </a:ln>
            <a:effectLst>
              <a:outerShdw blurRad="63500" dist="88900" dir="5400000" algn="ctr" rotWithShape="0">
                <a:srgbClr val="BD401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1" name="矩形 30">
              <a:extLst>
                <a:ext uri="{FF2B5EF4-FFF2-40B4-BE49-F238E27FC236}">
                  <a16:creationId xmlns:a16="http://schemas.microsoft.com/office/drawing/2014/main" xmlns="" id="{A437A32D-853C-4605-B2AF-097FCC65A146}"/>
                </a:ext>
              </a:extLst>
            </p:cNvPr>
            <p:cNvSpPr/>
            <p:nvPr/>
          </p:nvSpPr>
          <p:spPr>
            <a:xfrm>
              <a:off x="2000770" y="3556813"/>
              <a:ext cx="1723549" cy="400110"/>
            </a:xfrm>
            <a:prstGeom prst="rect">
              <a:avLst/>
            </a:prstGeom>
            <a:gradFill>
              <a:gsLst>
                <a:gs pos="0">
                  <a:srgbClr val="E74E17">
                    <a:alpha val="30000"/>
                  </a:srgbClr>
                </a:gs>
                <a:gs pos="100000">
                  <a:srgbClr val="ED7D31">
                    <a:alpha val="0"/>
                  </a:srgbClr>
                </a:gs>
              </a:gsLst>
              <a:lin ang="5400000" scaled="1"/>
            </a:gradFill>
          </p:spPr>
          <p:txBody>
            <a:bodyPr wrap="none">
              <a:spAutoFit/>
            </a:bodyPr>
            <a:lstStyle/>
            <a:p>
              <a:r>
                <a:rPr lang="zh-CN" altLang="en-US" sz="2000" b="1" dirty="0">
                  <a:solidFill>
                    <a:srgbClr val="E74E17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团队制度制定</a:t>
              </a:r>
              <a:endParaRPr lang="zh-CN" altLang="en-US" sz="2000" dirty="0">
                <a:solidFill>
                  <a:srgbClr val="E74E17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32" name="文本框 31">
              <a:extLst>
                <a:ext uri="{FF2B5EF4-FFF2-40B4-BE49-F238E27FC236}">
                  <a16:creationId xmlns:a16="http://schemas.microsoft.com/office/drawing/2014/main" xmlns="" id="{A847B399-AAA1-4CB5-8BCD-A98433862028}"/>
                </a:ext>
              </a:extLst>
            </p:cNvPr>
            <p:cNvSpPr txBox="1"/>
            <p:nvPr/>
          </p:nvSpPr>
          <p:spPr>
            <a:xfrm>
              <a:off x="894924" y="4122105"/>
              <a:ext cx="3935242" cy="134344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>
                <a:lnSpc>
                  <a:spcPts val="25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正文内容，本段适应大段文字章节。如果文字较多的内容描述比较适合放在这里。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  <a:p>
              <a:pPr algn="ctr">
                <a:lnSpc>
                  <a:spcPts val="2500"/>
                </a:lnSpc>
              </a:pPr>
              <a:r>
                <a:rPr lang="zh-CN" altLang="en-US" sz="16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  <a:cs typeface="+mn-ea"/>
                  <a:sym typeface="+mn-lt"/>
                </a:rPr>
                <a:t>请您在此修改您的内容，或者将内容粘贴到记事本后，复制到此段落中。</a:t>
              </a:r>
              <a:endPara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endParaRPr>
            </a:p>
          </p:txBody>
        </p:sp>
      </p:grpSp>
      <p:sp>
        <p:nvSpPr>
          <p:cNvPr id="8" name="椭圆 7">
            <a:extLst>
              <a:ext uri="{FF2B5EF4-FFF2-40B4-BE49-F238E27FC236}">
                <a16:creationId xmlns:a16="http://schemas.microsoft.com/office/drawing/2014/main" xmlns="" id="{4E652C7D-3A98-4106-BF83-36174996FB5E}"/>
              </a:ext>
            </a:extLst>
          </p:cNvPr>
          <p:cNvSpPr/>
          <p:nvPr/>
        </p:nvSpPr>
        <p:spPr>
          <a:xfrm>
            <a:off x="4941912" y="3335399"/>
            <a:ext cx="2367814" cy="2367814"/>
          </a:xfrm>
          <a:prstGeom prst="ellipse">
            <a:avLst/>
          </a:prstGeom>
          <a:blipFill dpi="0" rotWithShape="1">
            <a:blip r:embed="rId2"/>
            <a:srcRect/>
            <a:tile tx="0" ty="0" sx="100000" sy="100000" flip="none" algn="ctr"/>
          </a:blipFill>
          <a:ln>
            <a:solidFill>
              <a:srgbClr val="E74E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08015524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drap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" presetClass="entr" presetSubtype="8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presetSubtype="2" fill="hold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矩形: 圆角 56">
            <a:extLst>
              <a:ext uri="{FF2B5EF4-FFF2-40B4-BE49-F238E27FC236}">
                <a16:creationId xmlns:a16="http://schemas.microsoft.com/office/drawing/2014/main" xmlns="" id="{84B62C69-B374-4FAD-96E2-78782E747D69}"/>
              </a:ext>
            </a:extLst>
          </p:cNvPr>
          <p:cNvSpPr/>
          <p:nvPr/>
        </p:nvSpPr>
        <p:spPr>
          <a:xfrm>
            <a:off x="3935233" y="2737862"/>
            <a:ext cx="7740830" cy="3229801"/>
          </a:xfrm>
          <a:prstGeom prst="roundRect">
            <a:avLst>
              <a:gd name="adj" fmla="val 5324"/>
            </a:avLst>
          </a:prstGeom>
          <a:solidFill>
            <a:schemeClr val="bg1"/>
          </a:solidFill>
          <a:ln>
            <a:solidFill>
              <a:srgbClr val="E74E17"/>
            </a:solidFill>
          </a:ln>
          <a:effectLst>
            <a:outerShdw blurRad="63500" dist="88900" dir="5400000" algn="ctr" rotWithShape="0">
              <a:srgbClr val="BD4013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4047990" y="2980687"/>
            <a:ext cx="7463825" cy="235333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 algn="just">
              <a:lnSpc>
                <a:spcPts val="3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培训相关的基础知识。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ts val="3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培训对于电话开发客户、派单开发客户、网络开发客户、渠道开发客户的方式方法，与组员共同探讨，研究出最佳的方案。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ts val="3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制定团队的规章制度与奖罚措施。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lnSpc>
                <a:spcPts val="3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每天开早晚会，时间不超过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15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分钟，早会提高大家的激情，晚会总结今天的工作情况并大家共同探讨客户的维护与要约，同时也安排一下明天的工作行程。</a:t>
            </a:r>
          </a:p>
        </p:txBody>
      </p:sp>
      <p:grpSp>
        <p:nvGrpSpPr>
          <p:cNvPr id="51" name="组合 50">
            <a:extLst>
              <a:ext uri="{FF2B5EF4-FFF2-40B4-BE49-F238E27FC236}">
                <a16:creationId xmlns:a16="http://schemas.microsoft.com/office/drawing/2014/main" xmlns="" id="{D8A97191-E0FC-4AEE-ADDC-E826114EBF19}"/>
              </a:ext>
            </a:extLst>
          </p:cNvPr>
          <p:cNvGrpSpPr/>
          <p:nvPr/>
        </p:nvGrpSpPr>
        <p:grpSpPr>
          <a:xfrm>
            <a:off x="334050" y="521142"/>
            <a:ext cx="4576066" cy="695015"/>
            <a:chOff x="334050" y="521142"/>
            <a:chExt cx="4576066" cy="695015"/>
          </a:xfrm>
        </p:grpSpPr>
        <p:sp>
          <p:nvSpPr>
            <p:cNvPr id="52" name="圆角矩形 13">
              <a:extLst>
                <a:ext uri="{FF2B5EF4-FFF2-40B4-BE49-F238E27FC236}">
                  <a16:creationId xmlns:a16="http://schemas.microsoft.com/office/drawing/2014/main" xmlns="" id="{05EF7672-1172-43E6-A9AB-81B929D21EBD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3</a:t>
              </a:r>
            </a:p>
          </p:txBody>
        </p:sp>
        <p:sp>
          <p:nvSpPr>
            <p:cNvPr id="53" name="文本框 52">
              <a:extLst>
                <a:ext uri="{FF2B5EF4-FFF2-40B4-BE49-F238E27FC236}">
                  <a16:creationId xmlns:a16="http://schemas.microsoft.com/office/drawing/2014/main" xmlns="" id="{E2BCE42A-11A0-4CB0-B0C5-D7F96DF1B79B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工作开展</a:t>
              </a:r>
            </a:p>
          </p:txBody>
        </p:sp>
        <p:sp>
          <p:nvSpPr>
            <p:cNvPr id="54" name="矩形 53">
              <a:extLst>
                <a:ext uri="{FF2B5EF4-FFF2-40B4-BE49-F238E27FC236}">
                  <a16:creationId xmlns:a16="http://schemas.microsoft.com/office/drawing/2014/main" xmlns="" id="{88C19778-5F3B-4387-9A7F-F215A34E2E26}"/>
                </a:ext>
              </a:extLst>
            </p:cNvPr>
            <p:cNvSpPr/>
            <p:nvPr/>
          </p:nvSpPr>
          <p:spPr>
            <a:xfrm>
              <a:off x="2960351" y="792449"/>
              <a:ext cx="1949765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Work development</a:t>
              </a:r>
            </a:p>
          </p:txBody>
        </p:sp>
      </p:grp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F5376B56-FEBF-4FF4-9B4D-8C5F4F867DC9}"/>
              </a:ext>
            </a:extLst>
          </p:cNvPr>
          <p:cNvGrpSpPr/>
          <p:nvPr/>
        </p:nvGrpSpPr>
        <p:grpSpPr>
          <a:xfrm>
            <a:off x="515938" y="1926067"/>
            <a:ext cx="6532947" cy="432000"/>
            <a:chOff x="515938" y="1926067"/>
            <a:chExt cx="6532947" cy="432000"/>
          </a:xfrm>
        </p:grpSpPr>
        <p:sp>
          <p:nvSpPr>
            <p:cNvPr id="55" name="矩形 54">
              <a:extLst>
                <a:ext uri="{FF2B5EF4-FFF2-40B4-BE49-F238E27FC236}">
                  <a16:creationId xmlns:a16="http://schemas.microsoft.com/office/drawing/2014/main" xmlns="" id="{86875134-8AED-4E18-81AB-9B5F61744D66}"/>
                </a:ext>
              </a:extLst>
            </p:cNvPr>
            <p:cNvSpPr/>
            <p:nvPr/>
          </p:nvSpPr>
          <p:spPr>
            <a:xfrm>
              <a:off x="2016738" y="1969363"/>
              <a:ext cx="50321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　假如我被公司领导录用，我的工作开展如下：</a:t>
              </a:r>
            </a:p>
          </p:txBody>
        </p:sp>
        <p:sp>
          <p:nvSpPr>
            <p:cNvPr id="56" name="矩形: 圆角 55">
              <a:extLst>
                <a:ext uri="{FF2B5EF4-FFF2-40B4-BE49-F238E27FC236}">
                  <a16:creationId xmlns:a16="http://schemas.microsoft.com/office/drawing/2014/main" xmlns="" id="{22FA8B15-5DCA-4DDC-AC7C-9F8FFCACFFFD}"/>
                </a:ext>
              </a:extLst>
            </p:cNvPr>
            <p:cNvSpPr/>
            <p:nvPr/>
          </p:nvSpPr>
          <p:spPr>
            <a:xfrm>
              <a:off x="515938" y="1926067"/>
              <a:ext cx="1656000" cy="432000"/>
            </a:xfrm>
            <a:prstGeom prst="roundRect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  <a:effectLst>
              <a:outerShdw blurRad="50800" dist="88900" dir="5400000" algn="ctr" rotWithShape="0">
                <a:srgbClr val="BD4013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团队计划</a:t>
              </a:r>
            </a:p>
          </p:txBody>
        </p:sp>
      </p:grpSp>
      <p:sp>
        <p:nvSpPr>
          <p:cNvPr id="3" name="矩形: 圆角 2">
            <a:extLst>
              <a:ext uri="{FF2B5EF4-FFF2-40B4-BE49-F238E27FC236}">
                <a16:creationId xmlns:a16="http://schemas.microsoft.com/office/drawing/2014/main" xmlns="" id="{20026581-0B48-4B9F-A54D-923E89272C6E}"/>
              </a:ext>
            </a:extLst>
          </p:cNvPr>
          <p:cNvSpPr/>
          <p:nvPr/>
        </p:nvSpPr>
        <p:spPr>
          <a:xfrm>
            <a:off x="515938" y="2737862"/>
            <a:ext cx="3255047" cy="3229801"/>
          </a:xfrm>
          <a:prstGeom prst="roundRect">
            <a:avLst>
              <a:gd name="adj" fmla="val 3065"/>
            </a:avLst>
          </a:prstGeom>
          <a:blipFill dpi="0" rotWithShape="1">
            <a:blip r:embed="rId2"/>
            <a:srcRect/>
            <a:tile tx="0" ty="0" sx="100000" sy="100000" flip="none" algn="ctr"/>
          </a:blipFill>
          <a:ln>
            <a:solidFill>
              <a:srgbClr val="ED7D3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844045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drap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7" grpId="0" animBg="1"/>
      <p:bldP spid="2" grpId="0"/>
      <p:bldP spid="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组合 20">
            <a:extLst>
              <a:ext uri="{FF2B5EF4-FFF2-40B4-BE49-F238E27FC236}">
                <a16:creationId xmlns:a16="http://schemas.microsoft.com/office/drawing/2014/main" xmlns="" id="{3E89241B-3883-4E4C-94EA-C4E13007D60B}"/>
              </a:ext>
            </a:extLst>
          </p:cNvPr>
          <p:cNvGrpSpPr/>
          <p:nvPr/>
        </p:nvGrpSpPr>
        <p:grpSpPr>
          <a:xfrm>
            <a:off x="334050" y="521142"/>
            <a:ext cx="4576066" cy="695015"/>
            <a:chOff x="334050" y="521142"/>
            <a:chExt cx="4576066" cy="695015"/>
          </a:xfrm>
        </p:grpSpPr>
        <p:sp>
          <p:nvSpPr>
            <p:cNvPr id="22" name="圆角矩形 13">
              <a:extLst>
                <a:ext uri="{FF2B5EF4-FFF2-40B4-BE49-F238E27FC236}">
                  <a16:creationId xmlns:a16="http://schemas.microsoft.com/office/drawing/2014/main" xmlns="" id="{CF5EAB47-0416-49C2-84C5-A41124B1D89C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3</a:t>
              </a:r>
            </a:p>
          </p:txBody>
        </p:sp>
        <p:sp>
          <p:nvSpPr>
            <p:cNvPr id="23" name="文本框 22">
              <a:extLst>
                <a:ext uri="{FF2B5EF4-FFF2-40B4-BE49-F238E27FC236}">
                  <a16:creationId xmlns:a16="http://schemas.microsoft.com/office/drawing/2014/main" xmlns="" id="{86E51825-E797-4450-842B-46766861D7DD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工作开展</a:t>
              </a:r>
            </a:p>
          </p:txBody>
        </p:sp>
        <p:sp>
          <p:nvSpPr>
            <p:cNvPr id="24" name="矩形 23">
              <a:extLst>
                <a:ext uri="{FF2B5EF4-FFF2-40B4-BE49-F238E27FC236}">
                  <a16:creationId xmlns:a16="http://schemas.microsoft.com/office/drawing/2014/main" xmlns="" id="{4FB0ADDA-8DC7-4A6C-B5AE-CFE19FB4D307}"/>
                </a:ext>
              </a:extLst>
            </p:cNvPr>
            <p:cNvSpPr/>
            <p:nvPr/>
          </p:nvSpPr>
          <p:spPr>
            <a:xfrm>
              <a:off x="2960351" y="792449"/>
              <a:ext cx="1949765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Work development</a:t>
              </a:r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xmlns="" id="{D462EECD-B716-4CD3-9513-82C0011A72AE}"/>
              </a:ext>
            </a:extLst>
          </p:cNvPr>
          <p:cNvGrpSpPr/>
          <p:nvPr/>
        </p:nvGrpSpPr>
        <p:grpSpPr>
          <a:xfrm>
            <a:off x="515938" y="1926067"/>
            <a:ext cx="6532947" cy="432000"/>
            <a:chOff x="515938" y="1926067"/>
            <a:chExt cx="6532947" cy="432000"/>
          </a:xfrm>
        </p:grpSpPr>
        <p:sp>
          <p:nvSpPr>
            <p:cNvPr id="25" name="矩形 24">
              <a:extLst>
                <a:ext uri="{FF2B5EF4-FFF2-40B4-BE49-F238E27FC236}">
                  <a16:creationId xmlns:a16="http://schemas.microsoft.com/office/drawing/2014/main" xmlns="" id="{61C97B70-42B6-494F-BE0D-AAAF5506F87B}"/>
                </a:ext>
              </a:extLst>
            </p:cNvPr>
            <p:cNvSpPr/>
            <p:nvPr/>
          </p:nvSpPr>
          <p:spPr>
            <a:xfrm>
              <a:off x="2016738" y="1969363"/>
              <a:ext cx="5032147" cy="369332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zh-CN" altLang="en-US" b="1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　假如我被公司领导录用，我的工作开展如下：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xmlns="" id="{59F8C9F0-2932-486E-93A2-20B0DF502598}"/>
                </a:ext>
              </a:extLst>
            </p:cNvPr>
            <p:cNvSpPr/>
            <p:nvPr/>
          </p:nvSpPr>
          <p:spPr>
            <a:xfrm>
              <a:off x="515938" y="1926067"/>
              <a:ext cx="1656000" cy="432000"/>
            </a:xfrm>
            <a:prstGeom prst="roundRect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  <a:effectLst>
              <a:outerShdw blurRad="50800" dist="88900" dir="5400000" algn="ctr" rotWithShape="0">
                <a:srgbClr val="BD4013">
                  <a:alpha val="43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zh-CN" altLang="en-US" sz="2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团队计划</a:t>
              </a:r>
            </a:p>
          </p:txBody>
        </p:sp>
      </p:grpSp>
      <p:grpSp>
        <p:nvGrpSpPr>
          <p:cNvPr id="4" name="组合 3">
            <a:extLst>
              <a:ext uri="{FF2B5EF4-FFF2-40B4-BE49-F238E27FC236}">
                <a16:creationId xmlns:a16="http://schemas.microsoft.com/office/drawing/2014/main" xmlns="" id="{0EE6435C-E53B-40DD-B718-747C8D702167}"/>
              </a:ext>
            </a:extLst>
          </p:cNvPr>
          <p:cNvGrpSpPr/>
          <p:nvPr/>
        </p:nvGrpSpPr>
        <p:grpSpPr>
          <a:xfrm>
            <a:off x="515938" y="2730746"/>
            <a:ext cx="2628000" cy="3348000"/>
            <a:chOff x="515938" y="2779225"/>
            <a:chExt cx="2872155" cy="3374961"/>
          </a:xfrm>
        </p:grpSpPr>
        <p:sp>
          <p:nvSpPr>
            <p:cNvPr id="33" name="矩形: 圆角 32">
              <a:extLst>
                <a:ext uri="{FF2B5EF4-FFF2-40B4-BE49-F238E27FC236}">
                  <a16:creationId xmlns:a16="http://schemas.microsoft.com/office/drawing/2014/main" xmlns="" id="{1D92B15E-0FFA-4F63-A9E4-E2D706C3BED2}"/>
                </a:ext>
              </a:extLst>
            </p:cNvPr>
            <p:cNvSpPr/>
            <p:nvPr/>
          </p:nvSpPr>
          <p:spPr>
            <a:xfrm>
              <a:off x="515938" y="2779225"/>
              <a:ext cx="2872155" cy="3374961"/>
            </a:xfrm>
            <a:prstGeom prst="roundRect">
              <a:avLst>
                <a:gd name="adj" fmla="val 5324"/>
              </a:avLst>
            </a:prstGeom>
            <a:solidFill>
              <a:schemeClr val="bg1"/>
            </a:solidFill>
            <a:ln>
              <a:solidFill>
                <a:srgbClr val="E74E17"/>
              </a:solidFill>
            </a:ln>
            <a:effectLst>
              <a:outerShdw blurRad="63500" dist="88900" dir="5400000" algn="ctr" rotWithShape="0">
                <a:srgbClr val="BD401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51" name="矩形 50">
              <a:extLst>
                <a:ext uri="{FF2B5EF4-FFF2-40B4-BE49-F238E27FC236}">
                  <a16:creationId xmlns:a16="http://schemas.microsoft.com/office/drawing/2014/main" xmlns="" id="{03C30AA5-D008-4AEE-AAAE-DD8C05B4F394}"/>
                </a:ext>
              </a:extLst>
            </p:cNvPr>
            <p:cNvSpPr/>
            <p:nvPr/>
          </p:nvSpPr>
          <p:spPr>
            <a:xfrm>
              <a:off x="618302" y="3573007"/>
              <a:ext cx="2667427" cy="2369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自觉加强学习，在学好专业知识的同时，还要积极的去学习我们安装工程所涉及到的不同专业的知识，扩宽知识面，全面的提升自己</a:t>
              </a:r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  <a:endParaRPr lang="zh-CN" altLang="en-US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" name="椭圆 1">
              <a:extLst>
                <a:ext uri="{FF2B5EF4-FFF2-40B4-BE49-F238E27FC236}">
                  <a16:creationId xmlns:a16="http://schemas.microsoft.com/office/drawing/2014/main" xmlns="" id="{35E91DCD-6CD7-4A39-916D-103BA1F89A39}"/>
                </a:ext>
              </a:extLst>
            </p:cNvPr>
            <p:cNvSpPr/>
            <p:nvPr/>
          </p:nvSpPr>
          <p:spPr>
            <a:xfrm>
              <a:off x="1709374" y="3043618"/>
              <a:ext cx="550824" cy="508059"/>
            </a:xfrm>
            <a:prstGeom prst="ellips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1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46" name="组合 45">
            <a:extLst>
              <a:ext uri="{FF2B5EF4-FFF2-40B4-BE49-F238E27FC236}">
                <a16:creationId xmlns:a16="http://schemas.microsoft.com/office/drawing/2014/main" xmlns="" id="{94040623-5816-44CF-AECC-D4B85A19A711}"/>
              </a:ext>
            </a:extLst>
          </p:cNvPr>
          <p:cNvGrpSpPr/>
          <p:nvPr/>
        </p:nvGrpSpPr>
        <p:grpSpPr>
          <a:xfrm>
            <a:off x="3359979" y="2730746"/>
            <a:ext cx="2628000" cy="3348000"/>
            <a:chOff x="515938" y="2779225"/>
            <a:chExt cx="2872155" cy="3374961"/>
          </a:xfrm>
        </p:grpSpPr>
        <p:sp>
          <p:nvSpPr>
            <p:cNvPr id="47" name="矩形: 圆角 46">
              <a:extLst>
                <a:ext uri="{FF2B5EF4-FFF2-40B4-BE49-F238E27FC236}">
                  <a16:creationId xmlns:a16="http://schemas.microsoft.com/office/drawing/2014/main" xmlns="" id="{0F4DAA68-94C7-41FB-9AC2-54610E0970BF}"/>
                </a:ext>
              </a:extLst>
            </p:cNvPr>
            <p:cNvSpPr/>
            <p:nvPr/>
          </p:nvSpPr>
          <p:spPr>
            <a:xfrm>
              <a:off x="515938" y="2779225"/>
              <a:ext cx="2872155" cy="3374961"/>
            </a:xfrm>
            <a:prstGeom prst="roundRect">
              <a:avLst>
                <a:gd name="adj" fmla="val 5324"/>
              </a:avLst>
            </a:prstGeom>
            <a:solidFill>
              <a:schemeClr val="bg1"/>
            </a:solidFill>
            <a:ln>
              <a:solidFill>
                <a:srgbClr val="E74E17"/>
              </a:solidFill>
            </a:ln>
            <a:effectLst>
              <a:outerShdw blurRad="63500" dist="88900" dir="5400000" algn="ctr" rotWithShape="0">
                <a:srgbClr val="BD401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48" name="矩形 47">
              <a:extLst>
                <a:ext uri="{FF2B5EF4-FFF2-40B4-BE49-F238E27FC236}">
                  <a16:creationId xmlns:a16="http://schemas.microsoft.com/office/drawing/2014/main" xmlns="" id="{41875B3F-2913-440C-99D4-B7B2AF34E980}"/>
                </a:ext>
              </a:extLst>
            </p:cNvPr>
            <p:cNvSpPr/>
            <p:nvPr/>
          </p:nvSpPr>
          <p:spPr>
            <a:xfrm>
              <a:off x="618302" y="3573007"/>
              <a:ext cx="2769790" cy="159354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克服年轻气躁，做到脚踏实地，提高工作主动性，不怕多做事，不怕做小事，在点滴实践中完善提高自己</a:t>
              </a:r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</a:p>
          </p:txBody>
        </p:sp>
        <p:sp>
          <p:nvSpPr>
            <p:cNvPr id="49" name="椭圆 48">
              <a:extLst>
                <a:ext uri="{FF2B5EF4-FFF2-40B4-BE49-F238E27FC236}">
                  <a16:creationId xmlns:a16="http://schemas.microsoft.com/office/drawing/2014/main" xmlns="" id="{FD0254D2-0899-44DB-B238-035ED716DB88}"/>
                </a:ext>
              </a:extLst>
            </p:cNvPr>
            <p:cNvSpPr/>
            <p:nvPr/>
          </p:nvSpPr>
          <p:spPr>
            <a:xfrm>
              <a:off x="1709374" y="3043618"/>
              <a:ext cx="550824" cy="508059"/>
            </a:xfrm>
            <a:prstGeom prst="ellips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2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50" name="组合 49">
            <a:extLst>
              <a:ext uri="{FF2B5EF4-FFF2-40B4-BE49-F238E27FC236}">
                <a16:creationId xmlns:a16="http://schemas.microsoft.com/office/drawing/2014/main" xmlns="" id="{DCFD4BEA-1E5B-4716-9CE0-924E99CDADC1}"/>
              </a:ext>
            </a:extLst>
          </p:cNvPr>
          <p:cNvGrpSpPr/>
          <p:nvPr/>
        </p:nvGrpSpPr>
        <p:grpSpPr>
          <a:xfrm>
            <a:off x="6204020" y="2730746"/>
            <a:ext cx="2628000" cy="3348000"/>
            <a:chOff x="515938" y="2779225"/>
            <a:chExt cx="2872155" cy="3374961"/>
          </a:xfrm>
        </p:grpSpPr>
        <p:sp>
          <p:nvSpPr>
            <p:cNvPr id="53" name="矩形: 圆角 52">
              <a:extLst>
                <a:ext uri="{FF2B5EF4-FFF2-40B4-BE49-F238E27FC236}">
                  <a16:creationId xmlns:a16="http://schemas.microsoft.com/office/drawing/2014/main" xmlns="" id="{905CDFBE-EB17-4F2F-A738-5DF4151873E9}"/>
                </a:ext>
              </a:extLst>
            </p:cNvPr>
            <p:cNvSpPr/>
            <p:nvPr/>
          </p:nvSpPr>
          <p:spPr>
            <a:xfrm>
              <a:off x="515938" y="2779225"/>
              <a:ext cx="2872155" cy="3374961"/>
            </a:xfrm>
            <a:prstGeom prst="roundRect">
              <a:avLst>
                <a:gd name="adj" fmla="val 5324"/>
              </a:avLst>
            </a:prstGeom>
            <a:solidFill>
              <a:schemeClr val="bg1"/>
            </a:solidFill>
            <a:ln>
              <a:solidFill>
                <a:srgbClr val="E74E17"/>
              </a:solidFill>
            </a:ln>
            <a:effectLst>
              <a:outerShdw blurRad="63500" dist="88900" dir="5400000" algn="ctr" rotWithShape="0">
                <a:srgbClr val="BD401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3" name="矩形 62">
              <a:extLst>
                <a:ext uri="{FF2B5EF4-FFF2-40B4-BE49-F238E27FC236}">
                  <a16:creationId xmlns:a16="http://schemas.microsoft.com/office/drawing/2014/main" xmlns="" id="{7B6D1D3A-1DDE-42C4-828A-C02E730DADF9}"/>
                </a:ext>
              </a:extLst>
            </p:cNvPr>
            <p:cNvSpPr/>
            <p:nvPr/>
          </p:nvSpPr>
          <p:spPr>
            <a:xfrm>
              <a:off x="618302" y="3573007"/>
              <a:ext cx="2667427" cy="2369185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提高自己的履岗能力，坚决的在半年后就能单独完全胜任自己岗位的所有工作，并且努力的要把自己培养成为一个业务全面的合格员工</a:t>
              </a:r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;</a:t>
              </a:r>
            </a:p>
          </p:txBody>
        </p:sp>
        <p:sp>
          <p:nvSpPr>
            <p:cNvPr id="64" name="椭圆 63">
              <a:extLst>
                <a:ext uri="{FF2B5EF4-FFF2-40B4-BE49-F238E27FC236}">
                  <a16:creationId xmlns:a16="http://schemas.microsoft.com/office/drawing/2014/main" xmlns="" id="{E8B9509B-637D-4B54-8C03-E411F550D422}"/>
                </a:ext>
              </a:extLst>
            </p:cNvPr>
            <p:cNvSpPr/>
            <p:nvPr/>
          </p:nvSpPr>
          <p:spPr>
            <a:xfrm>
              <a:off x="1709374" y="3043618"/>
              <a:ext cx="550824" cy="508059"/>
            </a:xfrm>
            <a:prstGeom prst="ellips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3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grpSp>
        <p:nvGrpSpPr>
          <p:cNvPr id="65" name="组合 64">
            <a:extLst>
              <a:ext uri="{FF2B5EF4-FFF2-40B4-BE49-F238E27FC236}">
                <a16:creationId xmlns:a16="http://schemas.microsoft.com/office/drawing/2014/main" xmlns="" id="{53C70FCB-F460-4657-B5C0-C4598A38E2AE}"/>
              </a:ext>
            </a:extLst>
          </p:cNvPr>
          <p:cNvGrpSpPr/>
          <p:nvPr/>
        </p:nvGrpSpPr>
        <p:grpSpPr>
          <a:xfrm>
            <a:off x="9048062" y="2730746"/>
            <a:ext cx="2628000" cy="3348000"/>
            <a:chOff x="515938" y="2779225"/>
            <a:chExt cx="2872155" cy="3374961"/>
          </a:xfrm>
        </p:grpSpPr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xmlns="" id="{4B886E18-29BD-4EDE-96AA-9024BDECCA9C}"/>
                </a:ext>
              </a:extLst>
            </p:cNvPr>
            <p:cNvSpPr/>
            <p:nvPr/>
          </p:nvSpPr>
          <p:spPr>
            <a:xfrm>
              <a:off x="515938" y="2779225"/>
              <a:ext cx="2872155" cy="3374961"/>
            </a:xfrm>
            <a:prstGeom prst="roundRect">
              <a:avLst>
                <a:gd name="adj" fmla="val 5324"/>
              </a:avLst>
            </a:prstGeom>
            <a:solidFill>
              <a:schemeClr val="bg1"/>
            </a:solidFill>
            <a:ln>
              <a:solidFill>
                <a:srgbClr val="E74E17"/>
              </a:solidFill>
            </a:ln>
            <a:effectLst>
              <a:outerShdw blurRad="63500" dist="88900" dir="5400000" algn="ctr" rotWithShape="0">
                <a:srgbClr val="BD4013">
                  <a:alpha val="3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b="1">
                <a:solidFill>
                  <a:srgbClr val="ED7D31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7" name="矩形 66">
              <a:extLst>
                <a:ext uri="{FF2B5EF4-FFF2-40B4-BE49-F238E27FC236}">
                  <a16:creationId xmlns:a16="http://schemas.microsoft.com/office/drawing/2014/main" xmlns="" id="{A54CEF8D-91A4-4970-85C7-472B28A9C01C}"/>
                </a:ext>
              </a:extLst>
            </p:cNvPr>
            <p:cNvSpPr/>
            <p:nvPr/>
          </p:nvSpPr>
          <p:spPr>
            <a:xfrm>
              <a:off x="618302" y="3573007"/>
              <a:ext cx="2667427" cy="1978263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>
                <a:lnSpc>
                  <a:spcPts val="3000"/>
                </a:lnSpc>
              </a:pPr>
              <a:r>
                <a:rPr lang="zh-CN" altLang="en-US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积极的学习商务知识，因为只有清楚的认识到项目的造价预算，才能在工作中节约成本，为项目获得更多的利润。</a:t>
              </a:r>
              <a:endParaRPr lang="en-US" altLang="zh-CN" sz="15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68" name="椭圆 67">
              <a:extLst>
                <a:ext uri="{FF2B5EF4-FFF2-40B4-BE49-F238E27FC236}">
                  <a16:creationId xmlns:a16="http://schemas.microsoft.com/office/drawing/2014/main" xmlns="" id="{6A4FD850-AACF-476F-BB93-FFF480978D72}"/>
                </a:ext>
              </a:extLst>
            </p:cNvPr>
            <p:cNvSpPr/>
            <p:nvPr/>
          </p:nvSpPr>
          <p:spPr>
            <a:xfrm>
              <a:off x="1709374" y="3043618"/>
              <a:ext cx="550824" cy="508059"/>
            </a:xfrm>
            <a:prstGeom prst="ellipse">
              <a:avLst/>
            </a:prstGeom>
            <a:gradFill>
              <a:gsLst>
                <a:gs pos="0">
                  <a:srgbClr val="FE874C"/>
                </a:gs>
                <a:gs pos="100000">
                  <a:srgbClr val="E74E17"/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>
                  <a:latin typeface="微软雅黑" panose="020B0503020204020204" pitchFamily="34" charset="-122"/>
                  <a:ea typeface="微软雅黑" panose="020B0503020204020204" pitchFamily="34" charset="-122"/>
                </a:rPr>
                <a:t>4</a:t>
              </a:r>
              <a:endPara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217768099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 advClick="0" advTm="2000">
        <p15:prstTrans prst="drape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1500"/>
                            </p:stCondLst>
                            <p:childTnLst>
                              <p:par>
                                <p:cTn id="20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000"/>
                            </p:stCondLst>
                            <p:childTnLst>
                              <p:par>
                                <p:cTn id="25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500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任意多边形: 形状 30">
            <a:extLst>
              <a:ext uri="{FF2B5EF4-FFF2-40B4-BE49-F238E27FC236}">
                <a16:creationId xmlns:a16="http://schemas.microsoft.com/office/drawing/2014/main" xmlns="" id="{4AF7C1B1-5AE1-44B4-B89E-54400F8D8F3E}"/>
              </a:ext>
            </a:extLst>
          </p:cNvPr>
          <p:cNvSpPr/>
          <p:nvPr/>
        </p:nvSpPr>
        <p:spPr>
          <a:xfrm flipH="1">
            <a:off x="0" y="1778164"/>
            <a:ext cx="3499832" cy="4252118"/>
          </a:xfrm>
          <a:custGeom>
            <a:avLst/>
            <a:gdLst>
              <a:gd name="connsiteX0" fmla="*/ 4741793 w 4741793"/>
              <a:gd name="connsiteY0" fmla="*/ 0 h 5761037"/>
              <a:gd name="connsiteX1" fmla="*/ 2880518 w 4741793"/>
              <a:gd name="connsiteY1" fmla="*/ 0 h 5761037"/>
              <a:gd name="connsiteX2" fmla="*/ 14871 w 4741793"/>
              <a:gd name="connsiteY2" fmla="*/ 2586003 h 5761037"/>
              <a:gd name="connsiteX3" fmla="*/ 0 w 4741793"/>
              <a:gd name="connsiteY3" fmla="*/ 2880519 h 5761037"/>
              <a:gd name="connsiteX4" fmla="*/ 14871 w 4741793"/>
              <a:gd name="connsiteY4" fmla="*/ 3175035 h 5761037"/>
              <a:gd name="connsiteX5" fmla="*/ 2880518 w 4741793"/>
              <a:gd name="connsiteY5" fmla="*/ 5761037 h 5761037"/>
              <a:gd name="connsiteX6" fmla="*/ 4741793 w 4741793"/>
              <a:gd name="connsiteY6" fmla="*/ 5761037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741793" h="5761037">
                <a:moveTo>
                  <a:pt x="4741793" y="0"/>
                </a:moveTo>
                <a:lnTo>
                  <a:pt x="2880518" y="0"/>
                </a:lnTo>
                <a:cubicBezTo>
                  <a:pt x="1389081" y="0"/>
                  <a:pt x="162383" y="1133483"/>
                  <a:pt x="14871" y="2586003"/>
                </a:cubicBezTo>
                <a:lnTo>
                  <a:pt x="0" y="2880519"/>
                </a:lnTo>
                <a:lnTo>
                  <a:pt x="14871" y="3175035"/>
                </a:lnTo>
                <a:cubicBezTo>
                  <a:pt x="162383" y="4627554"/>
                  <a:pt x="1389081" y="5761037"/>
                  <a:pt x="2880518" y="5761037"/>
                </a:cubicBezTo>
                <a:lnTo>
                  <a:pt x="4741793" y="5761037"/>
                </a:ln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xmlns="" id="{302F0507-B55C-433B-AABE-0326B64F8E11}"/>
              </a:ext>
            </a:extLst>
          </p:cNvPr>
          <p:cNvSpPr txBox="1"/>
          <p:nvPr/>
        </p:nvSpPr>
        <p:spPr>
          <a:xfrm>
            <a:off x="7092457" y="2935177"/>
            <a:ext cx="4288353" cy="1323439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zh-CN" altLang="en-US" sz="8000" dirty="0">
                <a:solidFill>
                  <a:srgbClr val="E74E17"/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个人计划</a:t>
            </a:r>
          </a:p>
        </p:txBody>
      </p:sp>
      <p:sp>
        <p:nvSpPr>
          <p:cNvPr id="30" name="文本框 29">
            <a:extLst>
              <a:ext uri="{FF2B5EF4-FFF2-40B4-BE49-F238E27FC236}">
                <a16:creationId xmlns:a16="http://schemas.microsoft.com/office/drawing/2014/main" xmlns="" id="{957C2755-170B-4065-9854-630E1203A47D}"/>
              </a:ext>
            </a:extLst>
          </p:cNvPr>
          <p:cNvSpPr txBox="1"/>
          <p:nvPr/>
        </p:nvSpPr>
        <p:spPr>
          <a:xfrm>
            <a:off x="7214112" y="4276120"/>
            <a:ext cx="4356655" cy="46166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r>
              <a:rPr lang="en-US" altLang="zh-CN" sz="12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ea"/>
                <a:sym typeface="+mn-lt"/>
              </a:rPr>
              <a:t>The user can demonstrate on a projector or computer or print the it into a film to be used in a wider field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2F69AA82-7A56-4EC7-A4EB-E8D06F8C7811}"/>
              </a:ext>
            </a:extLst>
          </p:cNvPr>
          <p:cNvSpPr txBox="1"/>
          <p:nvPr/>
        </p:nvSpPr>
        <p:spPr>
          <a:xfrm>
            <a:off x="7214112" y="2286731"/>
            <a:ext cx="2892138" cy="630942"/>
          </a:xfrm>
          <a:prstGeom prst="rect">
            <a:avLst/>
          </a:prstGeom>
          <a:effectLst/>
        </p:spPr>
        <p:txBody>
          <a:bodyPr wrap="none">
            <a:spAutoFit/>
          </a:bodyPr>
          <a:lstStyle>
            <a:defPPr>
              <a:defRPr lang="zh-CN"/>
            </a:defPPr>
            <a:lvl1pPr>
              <a:defRPr sz="6000">
                <a:solidFill>
                  <a:srgbClr val="FDF7E2"/>
                </a:solidFill>
                <a:latin typeface="印品鸿蒙体（非商用）" panose="02000500000000000000" pitchFamily="2" charset="-122"/>
                <a:ea typeface="印品鸿蒙体（非商用）" panose="02000500000000000000" pitchFamily="2" charset="-122"/>
              </a:defRPr>
            </a:lvl1pPr>
          </a:lstStyle>
          <a:p>
            <a:r>
              <a:rPr lang="en-US" altLang="zh-CN" sz="35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PART  FOUR</a:t>
            </a:r>
            <a:endParaRPr lang="zh-CN" altLang="en-US" sz="3500" b="1" dirty="0">
              <a:solidFill>
                <a:schemeClr val="tx1">
                  <a:lumMod val="85000"/>
                  <a:lumOff val="15000"/>
                </a:schemeClr>
              </a:solidFill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9" name="任意多边形: 形状 28">
            <a:extLst>
              <a:ext uri="{FF2B5EF4-FFF2-40B4-BE49-F238E27FC236}">
                <a16:creationId xmlns:a16="http://schemas.microsoft.com/office/drawing/2014/main" xmlns="" id="{A7AE6CB2-C25C-47BD-910E-45A58A2CE44A}"/>
              </a:ext>
            </a:extLst>
          </p:cNvPr>
          <p:cNvSpPr/>
          <p:nvPr/>
        </p:nvSpPr>
        <p:spPr>
          <a:xfrm flipH="1">
            <a:off x="0" y="1155262"/>
            <a:ext cx="4017274" cy="4573561"/>
          </a:xfrm>
          <a:custGeom>
            <a:avLst/>
            <a:gdLst>
              <a:gd name="connsiteX0" fmla="*/ 0 w 5060316"/>
              <a:gd name="connsiteY0" fmla="*/ 2880518 h 5761037"/>
              <a:gd name="connsiteX1" fmla="*/ 0 w 5060316"/>
              <a:gd name="connsiteY1" fmla="*/ 2880519 h 5761037"/>
              <a:gd name="connsiteX2" fmla="*/ 0 w 5060316"/>
              <a:gd name="connsiteY2" fmla="*/ 2880519 h 5761037"/>
              <a:gd name="connsiteX3" fmla="*/ 2880518 w 5060316"/>
              <a:gd name="connsiteY3" fmla="*/ 0 h 5761037"/>
              <a:gd name="connsiteX4" fmla="*/ 5060316 w 5060316"/>
              <a:gd name="connsiteY4" fmla="*/ 0 h 5761037"/>
              <a:gd name="connsiteX5" fmla="*/ 5060316 w 5060316"/>
              <a:gd name="connsiteY5" fmla="*/ 5761037 h 5761037"/>
              <a:gd name="connsiteX6" fmla="*/ 2880518 w 5060316"/>
              <a:gd name="connsiteY6" fmla="*/ 5761037 h 5761037"/>
              <a:gd name="connsiteX7" fmla="*/ 14871 w 5060316"/>
              <a:gd name="connsiteY7" fmla="*/ 3175035 h 5761037"/>
              <a:gd name="connsiteX8" fmla="*/ 0 w 5060316"/>
              <a:gd name="connsiteY8" fmla="*/ 2880519 h 5761037"/>
              <a:gd name="connsiteX9" fmla="*/ 14871 w 5060316"/>
              <a:gd name="connsiteY9" fmla="*/ 2586003 h 5761037"/>
              <a:gd name="connsiteX10" fmla="*/ 2880518 w 5060316"/>
              <a:gd name="connsiteY10" fmla="*/ 0 h 57610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060316" h="5761037">
                <a:moveTo>
                  <a:pt x="0" y="2880518"/>
                </a:moveTo>
                <a:lnTo>
                  <a:pt x="0" y="2880519"/>
                </a:lnTo>
                <a:lnTo>
                  <a:pt x="0" y="2880519"/>
                </a:lnTo>
                <a:close/>
                <a:moveTo>
                  <a:pt x="2880518" y="0"/>
                </a:moveTo>
                <a:lnTo>
                  <a:pt x="5060316" y="0"/>
                </a:lnTo>
                <a:lnTo>
                  <a:pt x="5060316" y="5761037"/>
                </a:lnTo>
                <a:lnTo>
                  <a:pt x="2880518" y="5761037"/>
                </a:lnTo>
                <a:cubicBezTo>
                  <a:pt x="1389081" y="5761037"/>
                  <a:pt x="162383" y="4627554"/>
                  <a:pt x="14871" y="3175035"/>
                </a:cubicBezTo>
                <a:lnTo>
                  <a:pt x="0" y="2880519"/>
                </a:lnTo>
                <a:lnTo>
                  <a:pt x="14871" y="2586003"/>
                </a:lnTo>
                <a:cubicBezTo>
                  <a:pt x="162383" y="1133483"/>
                  <a:pt x="1389081" y="0"/>
                  <a:pt x="2880518" y="0"/>
                </a:cubicBezTo>
                <a:close/>
              </a:path>
            </a:pathLst>
          </a:custGeom>
          <a:blipFill dpi="0" rotWithShape="0">
            <a:blip r:embed="rId3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latin typeface="汉仪雅酷黑 75W" panose="020B0804020202020204" pitchFamily="34" charset="-122"/>
              <a:ea typeface="汉仪雅酷黑 75W" panose="020B0804020202020204" pitchFamily="34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xmlns="" id="{1D5BA66F-443F-4117-8AB0-EB3617D00344}"/>
              </a:ext>
            </a:extLst>
          </p:cNvPr>
          <p:cNvSpPr/>
          <p:nvPr/>
        </p:nvSpPr>
        <p:spPr>
          <a:xfrm>
            <a:off x="4727458" y="1342432"/>
            <a:ext cx="1908622" cy="4508927"/>
          </a:xfrm>
          <a:prstGeom prst="rect">
            <a:avLst/>
          </a:prstGeom>
          <a:effectLst/>
        </p:spPr>
        <p:txBody>
          <a:bodyPr wrap="square">
            <a:spAutoFit/>
          </a:bodyPr>
          <a:lstStyle/>
          <a:p>
            <a:r>
              <a:rPr lang="en-US" altLang="zh-CN" sz="28700" dirty="0">
                <a:ln>
                  <a:solidFill>
                    <a:srgbClr val="E74E17"/>
                  </a:solidFill>
                </a:ln>
                <a:noFill/>
                <a:latin typeface="汉仪雅酷黑 75W" panose="020B0804020202020204" pitchFamily="34" charset="-122"/>
                <a:ea typeface="汉仪雅酷黑 75W" panose="020B0804020202020204" pitchFamily="34" charset="-122"/>
                <a:cs typeface="Aharoni" panose="02010803020104030203" pitchFamily="2" charset="-79"/>
              </a:rPr>
              <a:t>4</a:t>
            </a:r>
            <a:endParaRPr lang="zh-CN" altLang="en-US" sz="28700" dirty="0">
              <a:ln>
                <a:solidFill>
                  <a:srgbClr val="E74E17"/>
                </a:solidFill>
              </a:ln>
              <a:noFill/>
              <a:latin typeface="汉仪雅酷黑 75W" panose="020B0804020202020204" pitchFamily="34" charset="-122"/>
              <a:ea typeface="汉仪雅酷黑 75W" panose="020B0804020202020204" pitchFamily="34" charset="-122"/>
              <a:cs typeface="Aharoni" panose="02010803020104030203" pitchFamily="2" charset="-79"/>
            </a:endParaRPr>
          </a:p>
        </p:txBody>
      </p:sp>
      <p:sp>
        <p:nvSpPr>
          <p:cNvPr id="32" name="任意多边形: 形状 31">
            <a:extLst>
              <a:ext uri="{FF2B5EF4-FFF2-40B4-BE49-F238E27FC236}">
                <a16:creationId xmlns:a16="http://schemas.microsoft.com/office/drawing/2014/main" xmlns="" id="{ADB94A45-1F10-49CB-8DB5-71B74C8F0EBC}"/>
              </a:ext>
            </a:extLst>
          </p:cNvPr>
          <p:cNvSpPr/>
          <p:nvPr/>
        </p:nvSpPr>
        <p:spPr>
          <a:xfrm rot="6347762">
            <a:off x="3294723" y="3694457"/>
            <a:ext cx="1216609" cy="1215339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FE874C"/>
              </a:gs>
              <a:gs pos="44400">
                <a:srgbClr val="FEBC9B"/>
              </a:gs>
              <a:gs pos="100000">
                <a:schemeClr val="bg1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33" name="任意多边形: 形状 32">
            <a:extLst>
              <a:ext uri="{FF2B5EF4-FFF2-40B4-BE49-F238E27FC236}">
                <a16:creationId xmlns:a16="http://schemas.microsoft.com/office/drawing/2014/main" xmlns="" id="{BDD57655-8996-4876-BCA6-5D09365BF0D0}"/>
              </a:ext>
            </a:extLst>
          </p:cNvPr>
          <p:cNvSpPr/>
          <p:nvPr/>
        </p:nvSpPr>
        <p:spPr>
          <a:xfrm>
            <a:off x="11172789" y="0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6" name="组合 35">
            <a:extLst>
              <a:ext uri="{FF2B5EF4-FFF2-40B4-BE49-F238E27FC236}">
                <a16:creationId xmlns:a16="http://schemas.microsoft.com/office/drawing/2014/main" xmlns="" id="{503410E7-2828-47DC-B605-2067212D9C32}"/>
              </a:ext>
            </a:extLst>
          </p:cNvPr>
          <p:cNvGrpSpPr/>
          <p:nvPr/>
        </p:nvGrpSpPr>
        <p:grpSpPr>
          <a:xfrm flipH="1">
            <a:off x="9809530" y="6024326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37" name="半闭框 36">
              <a:extLst>
                <a:ext uri="{FF2B5EF4-FFF2-40B4-BE49-F238E27FC236}">
                  <a16:creationId xmlns:a16="http://schemas.microsoft.com/office/drawing/2014/main" xmlns="" id="{F857C5FC-3256-4025-A21B-BD5A41F126C2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半闭框 37">
              <a:extLst>
                <a:ext uri="{FF2B5EF4-FFF2-40B4-BE49-F238E27FC236}">
                  <a16:creationId xmlns:a16="http://schemas.microsoft.com/office/drawing/2014/main" xmlns="" id="{0BAFF2E5-D042-4207-B098-435297DDEF0D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半闭框 38">
              <a:extLst>
                <a:ext uri="{FF2B5EF4-FFF2-40B4-BE49-F238E27FC236}">
                  <a16:creationId xmlns:a16="http://schemas.microsoft.com/office/drawing/2014/main" xmlns="" id="{3F4BB8EC-A19B-4A48-A7F4-66D19EC53E34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>
              <a:extLst>
                <a:ext uri="{FF2B5EF4-FFF2-40B4-BE49-F238E27FC236}">
                  <a16:creationId xmlns:a16="http://schemas.microsoft.com/office/drawing/2014/main" xmlns="" id="{3AE208AA-D810-46F4-BEE9-59A0D19ECBA8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>
              <a:extLst>
                <a:ext uri="{FF2B5EF4-FFF2-40B4-BE49-F238E27FC236}">
                  <a16:creationId xmlns:a16="http://schemas.microsoft.com/office/drawing/2014/main" xmlns="" id="{F3638445-85BB-4108-9508-4F961501617F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2" name="半闭框 41">
              <a:extLst>
                <a:ext uri="{FF2B5EF4-FFF2-40B4-BE49-F238E27FC236}">
                  <a16:creationId xmlns:a16="http://schemas.microsoft.com/office/drawing/2014/main" xmlns="" id="{B6C34C7B-472D-4859-9186-5B9CC6B5B520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43" name="文本框 42">
            <a:extLst>
              <a:ext uri="{FF2B5EF4-FFF2-40B4-BE49-F238E27FC236}">
                <a16:creationId xmlns:a16="http://schemas.microsoft.com/office/drawing/2014/main" xmlns="" id="{B9518281-A0A4-48F3-9468-C626EE03B4A5}"/>
              </a:ext>
            </a:extLst>
          </p:cNvPr>
          <p:cNvSpPr txBox="1"/>
          <p:nvPr/>
        </p:nvSpPr>
        <p:spPr>
          <a:xfrm>
            <a:off x="369908" y="366314"/>
            <a:ext cx="4251318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4000" b="1" dirty="0">
                <a:solidFill>
                  <a:srgbClr val="E74E17">
                    <a:alpha val="22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</p:spTree>
    <p:extLst>
      <p:ext uri="{BB962C8B-B14F-4D97-AF65-F5344CB8AC3E}">
        <p14:creationId xmlns:p14="http://schemas.microsoft.com/office/powerpoint/2010/main" val="13629734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prism dir="u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000"/>
                            </p:stCondLst>
                            <p:childTnLst>
                              <p:par>
                                <p:cTn id="1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1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5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/>
      <p:bldP spid="30" grpId="0"/>
      <p:bldP spid="34" grpId="0"/>
      <p:bldP spid="21" grpId="0"/>
      <p:bldP spid="3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445583" y="2923705"/>
            <a:ext cx="5348825" cy="226485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加强自己思想建设，增强全局意识与服务意识、增强责任感，积极主动地把工作做到点上、落到实处。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同时，与销售部同事互相尊重，互相学习，以团队利益为重，达成共同的价值观，形成命运共同体，营造营销团队精英文化。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CA99BC83-ADAE-4BBC-ABA3-A553BF71E224}"/>
              </a:ext>
            </a:extLst>
          </p:cNvPr>
          <p:cNvGrpSpPr/>
          <p:nvPr/>
        </p:nvGrpSpPr>
        <p:grpSpPr>
          <a:xfrm>
            <a:off x="334050" y="521142"/>
            <a:ext cx="4048613" cy="695015"/>
            <a:chOff x="334050" y="521142"/>
            <a:chExt cx="4048613" cy="695015"/>
          </a:xfrm>
        </p:grpSpPr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xmlns="" id="{E8F5E4A1-8CE3-445A-AE3D-42A67ECB25E2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4</a:t>
              </a:r>
            </a:p>
          </p:txBody>
        </p:sp>
        <p:sp>
          <p:nvSpPr>
            <p:cNvPr id="13" name="文本框 12">
              <a:extLst>
                <a:ext uri="{FF2B5EF4-FFF2-40B4-BE49-F238E27FC236}">
                  <a16:creationId xmlns:a16="http://schemas.microsoft.com/office/drawing/2014/main" xmlns="" id="{474B415C-237E-4F0B-87BC-D2FAD24A3DE9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个人计划</a:t>
              </a:r>
            </a:p>
          </p:txBody>
        </p:sp>
        <p:sp>
          <p:nvSpPr>
            <p:cNvPr id="14" name="矩形 13">
              <a:extLst>
                <a:ext uri="{FF2B5EF4-FFF2-40B4-BE49-F238E27FC236}">
                  <a16:creationId xmlns:a16="http://schemas.microsoft.com/office/drawing/2014/main" xmlns="" id="{582095D8-1328-4E4B-8EA0-F696EBDE925B}"/>
                </a:ext>
              </a:extLst>
            </p:cNvPr>
            <p:cNvSpPr/>
            <p:nvPr/>
          </p:nvSpPr>
          <p:spPr>
            <a:xfrm>
              <a:off x="2960351" y="792449"/>
              <a:ext cx="1422312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Personal plan</a:t>
              </a:r>
            </a:p>
          </p:txBody>
        </p:sp>
      </p:grpSp>
      <p:sp>
        <p:nvSpPr>
          <p:cNvPr id="17" name="矩形: 圆角 16">
            <a:extLst>
              <a:ext uri="{FF2B5EF4-FFF2-40B4-BE49-F238E27FC236}">
                <a16:creationId xmlns:a16="http://schemas.microsoft.com/office/drawing/2014/main" xmlns="" id="{1EB80BE6-7D93-4E21-88A4-1B905FA23E0D}"/>
              </a:ext>
            </a:extLst>
          </p:cNvPr>
          <p:cNvSpPr/>
          <p:nvPr/>
        </p:nvSpPr>
        <p:spPr>
          <a:xfrm>
            <a:off x="515938" y="1926067"/>
            <a:ext cx="2052000" cy="432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团队全局意识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923C00D3-00C1-44FD-9D32-00AF2FB5B0AB}"/>
              </a:ext>
            </a:extLst>
          </p:cNvPr>
          <p:cNvSpPr/>
          <p:nvPr/>
        </p:nvSpPr>
        <p:spPr>
          <a:xfrm>
            <a:off x="6096000" y="2541070"/>
            <a:ext cx="5580063" cy="3272589"/>
          </a:xfrm>
          <a:prstGeom prst="rect">
            <a:avLst/>
          </a:prstGeom>
          <a:blipFill dpi="0" rotWithShape="1">
            <a:blip r:embed="rId2"/>
            <a:srcRect/>
            <a:tile tx="0" ty="0" sx="100000" sy="100000" flip="none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321299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prism dir="u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17" grpId="0" animBg="1"/>
      <p:bldP spid="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>
            <a:extLst>
              <a:ext uri="{FF2B5EF4-FFF2-40B4-BE49-F238E27FC236}">
                <a16:creationId xmlns:a16="http://schemas.microsoft.com/office/drawing/2014/main" xmlns="" id="{BEC79BE5-3E10-4AE9-8A2D-62FA4047A42F}"/>
              </a:ext>
            </a:extLst>
          </p:cNvPr>
          <p:cNvGrpSpPr/>
          <p:nvPr/>
        </p:nvGrpSpPr>
        <p:grpSpPr>
          <a:xfrm>
            <a:off x="515938" y="2781701"/>
            <a:ext cx="11160125" cy="2964581"/>
            <a:chOff x="515938" y="2781701"/>
            <a:chExt cx="11160125" cy="2964581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xmlns="" id="{E9CD9E6B-230C-4D44-A93B-8233523695D3}"/>
                </a:ext>
              </a:extLst>
            </p:cNvPr>
            <p:cNvSpPr/>
            <p:nvPr/>
          </p:nvSpPr>
          <p:spPr>
            <a:xfrm flipH="1">
              <a:off x="515938" y="2781701"/>
              <a:ext cx="11160125" cy="2964581"/>
            </a:xfrm>
            <a:prstGeom prst="rect">
              <a:avLst/>
            </a:prstGeom>
            <a:blipFill dpi="0" rotWithShape="1">
              <a:blip r:embed="rId2"/>
              <a:srcRect/>
              <a:tile tx="0" ty="0" sx="100000" sy="100000" flip="none" algn="ctr"/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xmlns="" id="{518BF370-D272-4AEF-9D1D-38A024D8FAE8}"/>
                </a:ext>
              </a:extLst>
            </p:cNvPr>
            <p:cNvSpPr/>
            <p:nvPr/>
          </p:nvSpPr>
          <p:spPr>
            <a:xfrm>
              <a:off x="515938" y="2781701"/>
              <a:ext cx="5711607" cy="2964581"/>
            </a:xfrm>
            <a:prstGeom prst="rect">
              <a:avLst/>
            </a:prstGeom>
            <a:gradFill flip="none" rotWithShape="1">
              <a:gsLst>
                <a:gs pos="0">
                  <a:srgbClr val="FE874C"/>
                </a:gs>
                <a:gs pos="100000">
                  <a:srgbClr val="E74E17">
                    <a:alpha val="0"/>
                  </a:srgbClr>
                </a:gs>
              </a:gsLst>
              <a:lin ang="0" scaled="1"/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" name="矩形 1"/>
          <p:cNvSpPr/>
          <p:nvPr/>
        </p:nvSpPr>
        <p:spPr>
          <a:xfrm>
            <a:off x="6824543" y="2142067"/>
            <a:ext cx="4639764" cy="1895519"/>
          </a:xfrm>
          <a:prstGeom prst="rect">
            <a:avLst/>
          </a:prstGeom>
          <a:gradFill flip="none" rotWithShape="1">
            <a:gsLst>
              <a:gs pos="0">
                <a:srgbClr val="FE874C"/>
              </a:gs>
              <a:gs pos="100000">
                <a:srgbClr val="E74E17"/>
              </a:gs>
            </a:gsLst>
            <a:lin ang="2700000" scaled="1"/>
            <a:tileRect/>
          </a:gradFill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加强学习，制定学习目标计划。人的需求是不同的层次，客户的需求也是多样化，更是会不断的变化。因此，金融理财知识、营销知识、部门管理等相关的知识都是我要学习掌握的内容，知己知彼，方能百战不殆。</a:t>
            </a:r>
          </a:p>
        </p:txBody>
      </p: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D7ADC52D-3510-4B04-87A1-040A46AA3B2F}"/>
              </a:ext>
            </a:extLst>
          </p:cNvPr>
          <p:cNvGrpSpPr/>
          <p:nvPr/>
        </p:nvGrpSpPr>
        <p:grpSpPr>
          <a:xfrm>
            <a:off x="334050" y="521142"/>
            <a:ext cx="4048613" cy="695015"/>
            <a:chOff x="334050" y="521142"/>
            <a:chExt cx="4048613" cy="695015"/>
          </a:xfrm>
        </p:grpSpPr>
        <p:sp>
          <p:nvSpPr>
            <p:cNvPr id="11" name="圆角矩形 13">
              <a:extLst>
                <a:ext uri="{FF2B5EF4-FFF2-40B4-BE49-F238E27FC236}">
                  <a16:creationId xmlns:a16="http://schemas.microsoft.com/office/drawing/2014/main" xmlns="" id="{B62AE8B7-1964-4089-BE66-89F56BD52B8B}"/>
                </a:ext>
              </a:extLst>
            </p:cNvPr>
            <p:cNvSpPr/>
            <p:nvPr/>
          </p:nvSpPr>
          <p:spPr>
            <a:xfrm>
              <a:off x="334050" y="521142"/>
              <a:ext cx="1141287" cy="695015"/>
            </a:xfrm>
            <a:prstGeom prst="roundRect">
              <a:avLst>
                <a:gd name="adj" fmla="val 0"/>
              </a:avLst>
            </a:prstGeom>
            <a:noFill/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3600" b="1" spc="300" dirty="0">
                  <a:solidFill>
                    <a:schemeClr val="bg1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0</a:t>
              </a:r>
              <a:r>
                <a:rPr lang="en-US" altLang="zh-CN" sz="3600" b="1" spc="300" dirty="0">
                  <a:solidFill>
                    <a:srgbClr val="FE874C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  <a:cs typeface="汉仪中简黑简" panose="00020600040101010101" charset="-122"/>
                </a:rPr>
                <a:t>4</a:t>
              </a:r>
            </a:p>
          </p:txBody>
        </p:sp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xmlns="" id="{9FA56ABC-4970-48B1-98DA-0EBAC1E006D2}"/>
                </a:ext>
              </a:extLst>
            </p:cNvPr>
            <p:cNvSpPr txBox="1"/>
            <p:nvPr/>
          </p:nvSpPr>
          <p:spPr>
            <a:xfrm>
              <a:off x="1139729" y="567882"/>
              <a:ext cx="1984374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3200" b="1" dirty="0">
                  <a:solidFill>
                    <a:srgbClr val="E74E17"/>
                  </a:solidFill>
                  <a:latin typeface="汉仪雅酷黑 75W" panose="020B0804020202020204" pitchFamily="34" charset="-122"/>
                  <a:ea typeface="汉仪雅酷黑 75W" panose="020B0804020202020204" pitchFamily="34" charset="-122"/>
                </a:rPr>
                <a:t>个人计划</a:t>
              </a:r>
            </a:p>
          </p:txBody>
        </p:sp>
        <p:sp>
          <p:nvSpPr>
            <p:cNvPr id="13" name="矩形 12">
              <a:extLst>
                <a:ext uri="{FF2B5EF4-FFF2-40B4-BE49-F238E27FC236}">
                  <a16:creationId xmlns:a16="http://schemas.microsoft.com/office/drawing/2014/main" xmlns="" id="{AE760F37-1FFA-4D94-A49C-9141BF679054}"/>
                </a:ext>
              </a:extLst>
            </p:cNvPr>
            <p:cNvSpPr/>
            <p:nvPr/>
          </p:nvSpPr>
          <p:spPr>
            <a:xfrm>
              <a:off x="2960351" y="792449"/>
              <a:ext cx="1422312" cy="323165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US" altLang="zh-CN" sz="150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Personal plan</a:t>
              </a:r>
            </a:p>
          </p:txBody>
        </p:sp>
      </p:grpSp>
      <p:sp>
        <p:nvSpPr>
          <p:cNvPr id="14" name="矩形: 圆角 13">
            <a:extLst>
              <a:ext uri="{FF2B5EF4-FFF2-40B4-BE49-F238E27FC236}">
                <a16:creationId xmlns:a16="http://schemas.microsoft.com/office/drawing/2014/main" xmlns="" id="{D86D2B0D-EABD-4EC9-B135-AA3A3839CCD4}"/>
              </a:ext>
            </a:extLst>
          </p:cNvPr>
          <p:cNvSpPr/>
          <p:nvPr/>
        </p:nvSpPr>
        <p:spPr>
          <a:xfrm>
            <a:off x="515938" y="1926067"/>
            <a:ext cx="2052000" cy="432000"/>
          </a:xfrm>
          <a:prstGeom prst="round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  <a:effectLst>
            <a:outerShdw blurRad="50800" dist="88900" dir="5400000" algn="ctr" rotWithShape="0">
              <a:srgbClr val="BD4013">
                <a:alpha val="43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2000" b="1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提升自我</a:t>
            </a:r>
          </a:p>
        </p:txBody>
      </p:sp>
    </p:spTree>
    <p:extLst>
      <p:ext uri="{BB962C8B-B14F-4D97-AF65-F5344CB8AC3E}">
        <p14:creationId xmlns:p14="http://schemas.microsoft.com/office/powerpoint/2010/main" val="36254229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prism dir="u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500"/>
                            </p:stCondLst>
                            <p:childTnLst>
                              <p:par>
                                <p:cTn id="1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对角圆角 2">
            <a:extLst>
              <a:ext uri="{FF2B5EF4-FFF2-40B4-BE49-F238E27FC236}">
                <a16:creationId xmlns:a16="http://schemas.microsoft.com/office/drawing/2014/main" xmlns="" id="{BE7143C8-DF31-4693-8F1D-E67E2E6108D9}"/>
              </a:ext>
            </a:extLst>
          </p:cNvPr>
          <p:cNvSpPr/>
          <p:nvPr/>
        </p:nvSpPr>
        <p:spPr>
          <a:xfrm>
            <a:off x="515937" y="1312521"/>
            <a:ext cx="9787907" cy="4356759"/>
          </a:xfrm>
          <a:prstGeom prst="round2DiagRect">
            <a:avLst/>
          </a:prstGeom>
          <a:gradFill>
            <a:gsLst>
              <a:gs pos="0">
                <a:srgbClr val="FE874C"/>
              </a:gs>
              <a:gs pos="100000">
                <a:srgbClr val="E74E17"/>
              </a:gs>
            </a:gsLst>
            <a:lin ang="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对角圆角 6">
            <a:extLst>
              <a:ext uri="{FF2B5EF4-FFF2-40B4-BE49-F238E27FC236}">
                <a16:creationId xmlns:a16="http://schemas.microsoft.com/office/drawing/2014/main" xmlns="" id="{DABF4800-EDC9-449B-A77D-29F7AC55039A}"/>
              </a:ext>
            </a:extLst>
          </p:cNvPr>
          <p:cNvSpPr/>
          <p:nvPr/>
        </p:nvSpPr>
        <p:spPr>
          <a:xfrm>
            <a:off x="1532709" y="2210144"/>
            <a:ext cx="9787907" cy="3921150"/>
          </a:xfrm>
          <a:prstGeom prst="round2DiagRect">
            <a:avLst/>
          </a:prstGeom>
          <a:solidFill>
            <a:schemeClr val="bg1"/>
          </a:solidFill>
          <a:ln>
            <a:solidFill>
              <a:srgbClr val="E74E17"/>
            </a:solidFill>
          </a:ln>
          <a:effectLst>
            <a:outerShdw blurRad="63500" dist="88900" dir="5400000" algn="ctr" rotWithShape="0">
              <a:srgbClr val="BD4013">
                <a:alpha val="3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>
              <a:solidFill>
                <a:srgbClr val="ED7D3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2224969" y="2766577"/>
            <a:ext cx="8896334" cy="277890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回顾自己这五年多来的工作，虽然围绕自身职责做了一些工作，自身能力和素质也得到了锻炼和提高，也取得了一定的业绩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;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但我认为，与公司的要求以及同事们的能力相比，我还存在着一定的差距，尤其是业务能力有待进一步提高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我决心以这次述职评议为契机，虚心接受评议意见，以更加饱满的热情、端正的工作姿态，认真钻研业务知识，不断提高自己的业务水平及业务素质，争取来年实现自己工作和生活中的美好理想</a:t>
            </a:r>
            <a:r>
              <a:rPr lang="en-US" altLang="zh-CN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!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xmlns="" id="{8CECFA00-D160-4107-9A55-426E8FE46A78}"/>
              </a:ext>
            </a:extLst>
          </p:cNvPr>
          <p:cNvGrpSpPr/>
          <p:nvPr/>
        </p:nvGrpSpPr>
        <p:grpSpPr>
          <a:xfrm>
            <a:off x="1660163" y="1532345"/>
            <a:ext cx="3749727" cy="553998"/>
            <a:chOff x="1440258" y="1544571"/>
            <a:chExt cx="3749727" cy="553998"/>
          </a:xfrm>
        </p:grpSpPr>
        <p:sp>
          <p:nvSpPr>
            <p:cNvPr id="4" name="文本框 3">
              <a:extLst>
                <a:ext uri="{FF2B5EF4-FFF2-40B4-BE49-F238E27FC236}">
                  <a16:creationId xmlns:a16="http://schemas.microsoft.com/office/drawing/2014/main" xmlns="" id="{40DD7F0C-2E7D-4A5D-B2C5-45B1FA7B5B6A}"/>
                </a:ext>
              </a:extLst>
            </p:cNvPr>
            <p:cNvSpPr txBox="1"/>
            <p:nvPr/>
          </p:nvSpPr>
          <p:spPr>
            <a:xfrm>
              <a:off x="1440258" y="1544571"/>
              <a:ext cx="1764956" cy="55399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3000" b="1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说在最后</a:t>
              </a:r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xmlns="" id="{E31F691A-7AAE-4BD0-8FDC-5035C0A5EDB6}"/>
                </a:ext>
              </a:extLst>
            </p:cNvPr>
            <p:cNvSpPr txBox="1"/>
            <p:nvPr/>
          </p:nvSpPr>
          <p:spPr>
            <a:xfrm>
              <a:off x="3069085" y="1656145"/>
              <a:ext cx="2120900" cy="36932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Say in the end</a:t>
              </a:r>
            </a:p>
          </p:txBody>
        </p:sp>
      </p:grpSp>
      <p:grpSp>
        <p:nvGrpSpPr>
          <p:cNvPr id="9" name="组合 8">
            <a:extLst>
              <a:ext uri="{FF2B5EF4-FFF2-40B4-BE49-F238E27FC236}">
                <a16:creationId xmlns:a16="http://schemas.microsoft.com/office/drawing/2014/main" xmlns="" id="{86B6426C-5F91-4FEE-8B98-152FD316189B}"/>
              </a:ext>
            </a:extLst>
          </p:cNvPr>
          <p:cNvGrpSpPr/>
          <p:nvPr/>
        </p:nvGrpSpPr>
        <p:grpSpPr>
          <a:xfrm rot="16200000">
            <a:off x="916515" y="5085232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11" name="半闭框 10">
              <a:extLst>
                <a:ext uri="{FF2B5EF4-FFF2-40B4-BE49-F238E27FC236}">
                  <a16:creationId xmlns:a16="http://schemas.microsoft.com/office/drawing/2014/main" xmlns="" id="{0E4647FE-F12A-4C4A-8EEF-493D69FE1AE7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2" name="半闭框 11">
              <a:extLst>
                <a:ext uri="{FF2B5EF4-FFF2-40B4-BE49-F238E27FC236}">
                  <a16:creationId xmlns:a16="http://schemas.microsoft.com/office/drawing/2014/main" xmlns="" id="{96733411-5150-42C8-892F-BF0517F740B7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xmlns="" id="{ABC2AE46-CFFA-4D71-A228-BB84BEE20927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4" name="半闭框 13">
              <a:extLst>
                <a:ext uri="{FF2B5EF4-FFF2-40B4-BE49-F238E27FC236}">
                  <a16:creationId xmlns:a16="http://schemas.microsoft.com/office/drawing/2014/main" xmlns="" id="{B36D7B7F-38EC-4B8A-B430-F2431DB47B91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5" name="半闭框 14">
              <a:extLst>
                <a:ext uri="{FF2B5EF4-FFF2-40B4-BE49-F238E27FC236}">
                  <a16:creationId xmlns:a16="http://schemas.microsoft.com/office/drawing/2014/main" xmlns="" id="{B31D0A03-F6F8-47FA-A9DD-9DAEDF47F416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16" name="半闭框 15">
              <a:extLst>
                <a:ext uri="{FF2B5EF4-FFF2-40B4-BE49-F238E27FC236}">
                  <a16:creationId xmlns:a16="http://schemas.microsoft.com/office/drawing/2014/main" xmlns="" id="{8247A6CD-7F6E-45DC-A066-36078D1C28F0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6601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prism dir="u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9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4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7" grpId="0" animBg="1"/>
      <p:bldP spid="2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xmlns="" id="{D992A86C-9D0A-43D2-B499-C9646EC51B8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xmlns="" id="{D32FBF39-7F1D-4CB1-A25F-63AD8D4B021D}"/>
              </a:ext>
            </a:extLst>
          </p:cNvPr>
          <p:cNvSpPr/>
          <p:nvPr/>
        </p:nvSpPr>
        <p:spPr>
          <a:xfrm>
            <a:off x="243840" y="185286"/>
            <a:ext cx="11704320" cy="648742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标题 1">
            <a:extLst>
              <a:ext uri="{FF2B5EF4-FFF2-40B4-BE49-F238E27FC236}">
                <a16:creationId xmlns:a16="http://schemas.microsoft.com/office/drawing/2014/main" xmlns="" id="{29460F2C-239D-4076-9F7C-E65D9CFD8EA6}"/>
              </a:ext>
            </a:extLst>
          </p:cNvPr>
          <p:cNvSpPr txBox="1">
            <a:spLocks/>
          </p:cNvSpPr>
          <p:nvPr/>
        </p:nvSpPr>
        <p:spPr>
          <a:xfrm>
            <a:off x="1305719" y="980728"/>
            <a:ext cx="9580562" cy="36131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                        </a:t>
            </a:r>
            <a:r>
              <a:rPr lang="zh-CN" altLang="en-US" sz="41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版权声明</a:t>
            </a:r>
            <a: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3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感谢您下载平台上提供的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作品，为了您和熊猫办公以及原创作者的利益，请勿复制、传播、销售，否则将承担法律责任！熊猫办公将对作品进行维权，按照传播下载次数进行十倍的索取赔偿！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1.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在熊猫办公出售的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模板是免版税类（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RF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：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Royalty-Free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）正版受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中国人民共和国著作法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和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《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世界版权公约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》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的保护，作品的所有权、版权和著作权归熊猫办公所有，您下载的是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模板素材的使用权。</a:t>
            </a:r>
            <a:b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2.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不得将熊猫办公的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模板、</a:t>
            </a:r>
            <a:r>
              <a:rPr lang="en-US" altLang="zh-CN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sz="1200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素材，本身用于再出售，或者出租、出借、转让、分销、发布或者作为礼物供他人使用，不得转授权、出卖、转让本协议或者本协议中的权利。</a:t>
            </a:r>
            <a:r>
              <a:rPr lang="zh-CN" altLang="en-US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/>
            </a:r>
            <a:br>
              <a:rPr lang="zh-CN" altLang="en-US" spc="12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</a:br>
            <a:endParaRPr lang="zh-CN" altLang="en-US" spc="12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xmlns="" id="{1EB80913-542F-4937-AA67-AF1FB0047845}"/>
              </a:ext>
            </a:extLst>
          </p:cNvPr>
          <p:cNvSpPr/>
          <p:nvPr/>
        </p:nvSpPr>
        <p:spPr>
          <a:xfrm>
            <a:off x="1316940" y="5075892"/>
            <a:ext cx="57736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更多精品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PPT</a:t>
            </a:r>
            <a:r>
              <a:rPr lang="zh-CN" altLang="en-US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模板：</a:t>
            </a:r>
            <a:r>
              <a:rPr lang="en-US" altLang="zh-CN" b="1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http://www.tukuppt.com/ppt/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pitchFamily="34" charset="-122"/>
              <a:ea typeface="微软雅黑" panose="020B0503020204020204" pitchFamily="34" charset="-122"/>
              <a:sym typeface="微软雅黑" panose="020B0503020204020204" pitchFamily="34" charset="-122"/>
            </a:endParaRPr>
          </a:p>
        </p:txBody>
      </p:sp>
      <p:sp>
        <p:nvSpPr>
          <p:cNvPr id="13" name="矩形 12">
            <a:hlinkClick r:id="rId2"/>
            <a:extLst>
              <a:ext uri="{FF2B5EF4-FFF2-40B4-BE49-F238E27FC236}">
                <a16:creationId xmlns:a16="http://schemas.microsoft.com/office/drawing/2014/main" xmlns="" id="{6FBACA6D-8849-4097-8224-55D9AF2EAA1E}"/>
              </a:ext>
            </a:extLst>
          </p:cNvPr>
          <p:cNvSpPr/>
          <p:nvPr/>
        </p:nvSpPr>
        <p:spPr>
          <a:xfrm>
            <a:off x="8907590" y="5037897"/>
            <a:ext cx="1107996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just"/>
            <a:r>
              <a:rPr lang="zh-CN" altLang="en-US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sym typeface="微软雅黑" panose="020B0503020204020204" pitchFamily="34" charset="-122"/>
              </a:rPr>
              <a:t>点击进入</a:t>
            </a:r>
          </a:p>
        </p:txBody>
      </p:sp>
    </p:spTree>
    <p:extLst>
      <p:ext uri="{BB962C8B-B14F-4D97-AF65-F5344CB8AC3E}">
        <p14:creationId xmlns:p14="http://schemas.microsoft.com/office/powerpoint/2010/main" val="11182947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2000">
        <p14:prism dir="u"/>
      </p:transition>
    </mc:Choice>
    <mc:Fallback xmlns="">
      <p:transition spd="slow" advClick="0" advTm="2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750"/>
                            </p:stCondLst>
                            <p:childTnLst>
                              <p:par>
                                <p:cTn id="11" presetID="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75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75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任意多边形: 形状 49">
            <a:extLst>
              <a:ext uri="{FF2B5EF4-FFF2-40B4-BE49-F238E27FC236}">
                <a16:creationId xmlns:a16="http://schemas.microsoft.com/office/drawing/2014/main" xmlns="" id="{25EDF136-E193-4225-A502-355C16C7E461}"/>
              </a:ext>
            </a:extLst>
          </p:cNvPr>
          <p:cNvSpPr/>
          <p:nvPr/>
        </p:nvSpPr>
        <p:spPr>
          <a:xfrm rot="5400000">
            <a:off x="139595" y="601543"/>
            <a:ext cx="2480788" cy="2746085"/>
          </a:xfrm>
          <a:custGeom>
            <a:avLst/>
            <a:gdLst>
              <a:gd name="connsiteX0" fmla="*/ 1240394 w 2480788"/>
              <a:gd name="connsiteY0" fmla="*/ 0 h 2746085"/>
              <a:gd name="connsiteX1" fmla="*/ 2480788 w 2480788"/>
              <a:gd name="connsiteY1" fmla="*/ 1240394 h 2746085"/>
              <a:gd name="connsiteX2" fmla="*/ 2480788 w 2480788"/>
              <a:gd name="connsiteY2" fmla="*/ 2746085 h 2746085"/>
              <a:gd name="connsiteX3" fmla="*/ 0 w 2480788"/>
              <a:gd name="connsiteY3" fmla="*/ 2746085 h 2746085"/>
              <a:gd name="connsiteX4" fmla="*/ 0 w 2480788"/>
              <a:gd name="connsiteY4" fmla="*/ 1240394 h 2746085"/>
              <a:gd name="connsiteX5" fmla="*/ 1240394 w 2480788"/>
              <a:gd name="connsiteY5" fmla="*/ 0 h 2746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480788" h="2746085">
                <a:moveTo>
                  <a:pt x="1240394" y="0"/>
                </a:moveTo>
                <a:cubicBezTo>
                  <a:pt x="1925445" y="0"/>
                  <a:pt x="2480788" y="555343"/>
                  <a:pt x="2480788" y="1240394"/>
                </a:cubicBezTo>
                <a:lnTo>
                  <a:pt x="2480788" y="2746085"/>
                </a:lnTo>
                <a:lnTo>
                  <a:pt x="0" y="2746085"/>
                </a:lnTo>
                <a:lnTo>
                  <a:pt x="0" y="1240394"/>
                </a:lnTo>
                <a:cubicBezTo>
                  <a:pt x="0" y="555343"/>
                  <a:pt x="555343" y="0"/>
                  <a:pt x="1240394" y="0"/>
                </a:cubicBezTo>
                <a:close/>
              </a:path>
            </a:pathLst>
          </a:custGeom>
          <a:solidFill>
            <a:srgbClr val="E74E17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64" name="任意多边形: 形状 63">
            <a:extLst>
              <a:ext uri="{FF2B5EF4-FFF2-40B4-BE49-F238E27FC236}">
                <a16:creationId xmlns:a16="http://schemas.microsoft.com/office/drawing/2014/main" xmlns="" id="{BD5DA4EA-4D2B-489B-BF77-BDDBF53D565B}"/>
              </a:ext>
            </a:extLst>
          </p:cNvPr>
          <p:cNvSpPr/>
          <p:nvPr/>
        </p:nvSpPr>
        <p:spPr>
          <a:xfrm flipH="1">
            <a:off x="8328936" y="2402768"/>
            <a:ext cx="3673085" cy="4455232"/>
          </a:xfrm>
          <a:custGeom>
            <a:avLst/>
            <a:gdLst>
              <a:gd name="connsiteX0" fmla="*/ 2076498 w 4152996"/>
              <a:gd name="connsiteY0" fmla="*/ 0 h 4860479"/>
              <a:gd name="connsiteX1" fmla="*/ 4152996 w 4152996"/>
              <a:gd name="connsiteY1" fmla="*/ 2076498 h 4860479"/>
              <a:gd name="connsiteX2" fmla="*/ 4152996 w 4152996"/>
              <a:gd name="connsiteY2" fmla="*/ 4860479 h 4860479"/>
              <a:gd name="connsiteX3" fmla="*/ 0 w 4152996"/>
              <a:gd name="connsiteY3" fmla="*/ 4860479 h 4860479"/>
              <a:gd name="connsiteX4" fmla="*/ 0 w 4152996"/>
              <a:gd name="connsiteY4" fmla="*/ 2076498 h 4860479"/>
              <a:gd name="connsiteX5" fmla="*/ 2076498 w 4152996"/>
              <a:gd name="connsiteY5" fmla="*/ 0 h 486047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4152996" h="4860479">
                <a:moveTo>
                  <a:pt x="2076498" y="0"/>
                </a:moveTo>
                <a:cubicBezTo>
                  <a:pt x="3223316" y="0"/>
                  <a:pt x="4152996" y="929680"/>
                  <a:pt x="4152996" y="2076498"/>
                </a:cubicBezTo>
                <a:lnTo>
                  <a:pt x="4152996" y="4860479"/>
                </a:lnTo>
                <a:lnTo>
                  <a:pt x="0" y="4860479"/>
                </a:lnTo>
                <a:lnTo>
                  <a:pt x="0" y="2076498"/>
                </a:lnTo>
                <a:cubicBezTo>
                  <a:pt x="0" y="929680"/>
                  <a:pt x="929680" y="0"/>
                  <a:pt x="2076498" y="0"/>
                </a:cubicBezTo>
                <a:close/>
              </a:path>
            </a:pathLst>
          </a:custGeom>
          <a:blipFill>
            <a:blip r:embed="rId2"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colorTemperature colorTemp="5300"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 w="209550">
            <a:noFill/>
          </a:ln>
          <a:effectLst>
            <a:outerShdw blurRad="127000" dist="63500" sx="102000" sy="102000" algn="ctr" rotWithShape="0">
              <a:srgbClr val="FE691E">
                <a:alpha val="2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xmlns="" id="{3F93A026-801A-4A1A-ADCF-B3D68377186B}"/>
              </a:ext>
            </a:extLst>
          </p:cNvPr>
          <p:cNvSpPr txBox="1"/>
          <p:nvPr/>
        </p:nvSpPr>
        <p:spPr>
          <a:xfrm>
            <a:off x="602391" y="4767760"/>
            <a:ext cx="2016000" cy="432000"/>
          </a:xfrm>
          <a:prstGeom prst="roundRect">
            <a:avLst>
              <a:gd name="adj" fmla="val 50000"/>
            </a:avLst>
          </a:prstGeom>
          <a:solidFill>
            <a:srgbClr val="FE691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汇报人：小胖熊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xmlns="" id="{C75B91D3-ABF7-47C7-BE56-36B80436170F}"/>
              </a:ext>
            </a:extLst>
          </p:cNvPr>
          <p:cNvSpPr txBox="1"/>
          <p:nvPr/>
        </p:nvSpPr>
        <p:spPr>
          <a:xfrm>
            <a:off x="3463960" y="4767760"/>
            <a:ext cx="2016000" cy="432000"/>
          </a:xfrm>
          <a:prstGeom prst="roundRect">
            <a:avLst>
              <a:gd name="adj" fmla="val 50000"/>
            </a:avLst>
          </a:prstGeom>
          <a:solidFill>
            <a:srgbClr val="FE691E"/>
          </a:solidFill>
          <a:ln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汇报日期：</a:t>
            </a:r>
            <a:r>
              <a:rPr lang="en-US" altLang="zh-CN" sz="1600" dirty="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2022</a:t>
            </a:r>
            <a:endParaRPr lang="zh-CN" altLang="en-US" sz="1600" dirty="0">
              <a:solidFill>
                <a:schemeClr val="bg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4" name="任意多边形: 形状 23">
            <a:extLst>
              <a:ext uri="{FF2B5EF4-FFF2-40B4-BE49-F238E27FC236}">
                <a16:creationId xmlns:a16="http://schemas.microsoft.com/office/drawing/2014/main" xmlns="" id="{90DB79E9-652A-436F-A4D6-D03875328FC3}"/>
              </a:ext>
            </a:extLst>
          </p:cNvPr>
          <p:cNvSpPr/>
          <p:nvPr/>
        </p:nvSpPr>
        <p:spPr>
          <a:xfrm>
            <a:off x="9833219" y="0"/>
            <a:ext cx="2016615" cy="2226734"/>
          </a:xfrm>
          <a:custGeom>
            <a:avLst/>
            <a:gdLst>
              <a:gd name="connsiteX0" fmla="*/ 0 w 2016615"/>
              <a:gd name="connsiteY0" fmla="*/ 0 h 2226734"/>
              <a:gd name="connsiteX1" fmla="*/ 2016615 w 2016615"/>
              <a:gd name="connsiteY1" fmla="*/ 0 h 2226734"/>
              <a:gd name="connsiteX2" fmla="*/ 2016615 w 2016615"/>
              <a:gd name="connsiteY2" fmla="*/ 1218426 h 2226734"/>
              <a:gd name="connsiteX3" fmla="*/ 1008307 w 2016615"/>
              <a:gd name="connsiteY3" fmla="*/ 2226734 h 2226734"/>
              <a:gd name="connsiteX4" fmla="*/ 1008308 w 2016615"/>
              <a:gd name="connsiteY4" fmla="*/ 2226733 h 2226734"/>
              <a:gd name="connsiteX5" fmla="*/ 0 w 2016615"/>
              <a:gd name="connsiteY5" fmla="*/ 1218425 h 22267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2016615" h="2226734">
                <a:moveTo>
                  <a:pt x="0" y="0"/>
                </a:moveTo>
                <a:lnTo>
                  <a:pt x="2016615" y="0"/>
                </a:lnTo>
                <a:lnTo>
                  <a:pt x="2016615" y="1218426"/>
                </a:lnTo>
                <a:cubicBezTo>
                  <a:pt x="2016615" y="1775299"/>
                  <a:pt x="1565180" y="2226734"/>
                  <a:pt x="1008307" y="2226734"/>
                </a:cubicBezTo>
                <a:lnTo>
                  <a:pt x="1008308" y="2226733"/>
                </a:lnTo>
                <a:cubicBezTo>
                  <a:pt x="451435" y="2226733"/>
                  <a:pt x="0" y="1775298"/>
                  <a:pt x="0" y="1218425"/>
                </a:cubicBezTo>
                <a:close/>
              </a:path>
            </a:pathLst>
          </a:custGeom>
          <a:solidFill>
            <a:srgbClr val="FE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33" name="组合 32">
            <a:extLst>
              <a:ext uri="{FF2B5EF4-FFF2-40B4-BE49-F238E27FC236}">
                <a16:creationId xmlns:a16="http://schemas.microsoft.com/office/drawing/2014/main" xmlns="" id="{D9232832-0ECF-416F-8DB4-B2FB208DC7E2}"/>
              </a:ext>
            </a:extLst>
          </p:cNvPr>
          <p:cNvGrpSpPr/>
          <p:nvPr/>
        </p:nvGrpSpPr>
        <p:grpSpPr>
          <a:xfrm flipH="1">
            <a:off x="9553438" y="3421969"/>
            <a:ext cx="1744648" cy="180000"/>
            <a:chOff x="-3248297" y="3139073"/>
            <a:chExt cx="1744648" cy="180000"/>
          </a:xfrm>
          <a:solidFill>
            <a:srgbClr val="FE874C"/>
          </a:solidFill>
        </p:grpSpPr>
        <p:sp>
          <p:nvSpPr>
            <p:cNvPr id="13" name="半闭框 12">
              <a:extLst>
                <a:ext uri="{FF2B5EF4-FFF2-40B4-BE49-F238E27FC236}">
                  <a16:creationId xmlns:a16="http://schemas.microsoft.com/office/drawing/2014/main" xmlns="" id="{8133F16A-2990-411E-9C22-09AF47DEADE2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8" name="半闭框 27">
              <a:extLst>
                <a:ext uri="{FF2B5EF4-FFF2-40B4-BE49-F238E27FC236}">
                  <a16:creationId xmlns:a16="http://schemas.microsoft.com/office/drawing/2014/main" xmlns="" id="{5805A8B5-1F8D-4D7C-9D8E-0B3D7C3F6391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29" name="半闭框 28">
              <a:extLst>
                <a:ext uri="{FF2B5EF4-FFF2-40B4-BE49-F238E27FC236}">
                  <a16:creationId xmlns:a16="http://schemas.microsoft.com/office/drawing/2014/main" xmlns="" id="{1DB55ABB-D793-40A9-BC7A-69044B0E63E3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0" name="半闭框 29">
              <a:extLst>
                <a:ext uri="{FF2B5EF4-FFF2-40B4-BE49-F238E27FC236}">
                  <a16:creationId xmlns:a16="http://schemas.microsoft.com/office/drawing/2014/main" xmlns="" id="{75F7523C-80B5-40BC-9855-565FB1B69671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1" name="半闭框 30">
              <a:extLst>
                <a:ext uri="{FF2B5EF4-FFF2-40B4-BE49-F238E27FC236}">
                  <a16:creationId xmlns:a16="http://schemas.microsoft.com/office/drawing/2014/main" xmlns="" id="{9A9E1845-FC05-4596-8364-B1EB29B35E9D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2" name="半闭框 31">
              <a:extLst>
                <a:ext uri="{FF2B5EF4-FFF2-40B4-BE49-F238E27FC236}">
                  <a16:creationId xmlns:a16="http://schemas.microsoft.com/office/drawing/2014/main" xmlns="" id="{2BC05246-159E-4841-B6CA-DAD631984260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xmlns="" id="{D897A23C-74DC-4D6A-BF27-1A8D75B83B3A}"/>
              </a:ext>
            </a:extLst>
          </p:cNvPr>
          <p:cNvSpPr txBox="1"/>
          <p:nvPr/>
        </p:nvSpPr>
        <p:spPr>
          <a:xfrm>
            <a:off x="424304" y="2428450"/>
            <a:ext cx="7891439" cy="11233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6700" dirty="0">
                <a:solidFill>
                  <a:schemeClr val="tx1">
                    <a:lumMod val="85000"/>
                    <a:lumOff val="15000"/>
                  </a:schemeClr>
                </a:solidFill>
                <a:latin typeface="汉仪雅酷黑 75W" panose="020B0804020202020204" pitchFamily="34" charset="-122"/>
                <a:ea typeface="汉仪雅酷黑 75W" panose="020B0804020202020204" pitchFamily="34" charset="-122"/>
              </a:rPr>
              <a:t>感谢您的观看与指正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xmlns="" id="{FF6FFE5B-6B02-4D53-84F6-A6EE5F88BAB1}"/>
              </a:ext>
            </a:extLst>
          </p:cNvPr>
          <p:cNvSpPr txBox="1"/>
          <p:nvPr/>
        </p:nvSpPr>
        <p:spPr>
          <a:xfrm>
            <a:off x="477387" y="1892103"/>
            <a:ext cx="5525386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600" dirty="0">
                <a:solidFill>
                  <a:srgbClr val="E74E17"/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xmlns="" id="{D505CD0F-F3B5-4396-A78F-BCE7B22617AC}"/>
              </a:ext>
            </a:extLst>
          </p:cNvPr>
          <p:cNvSpPr txBox="1"/>
          <p:nvPr/>
        </p:nvSpPr>
        <p:spPr>
          <a:xfrm>
            <a:off x="477386" y="3553444"/>
            <a:ext cx="7787171" cy="471779"/>
          </a:xfrm>
          <a:prstGeom prst="rect">
            <a:avLst/>
          </a:prstGeom>
          <a:noFill/>
          <a:effectLst/>
        </p:spPr>
        <p:txBody>
          <a:bodyPr wrap="square" rtlCol="0">
            <a:spAutoFit/>
          </a:bodyPr>
          <a:lstStyle/>
          <a:p>
            <a:pPr algn="dist"/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个人简历 </a:t>
            </a:r>
            <a:r>
              <a:rPr lang="en-US" altLang="zh-CN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| </a:t>
            </a:r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个人介绍 </a:t>
            </a:r>
            <a:r>
              <a:rPr lang="en-US" altLang="zh-CN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|</a:t>
            </a:r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 工作应聘 </a:t>
            </a:r>
            <a:r>
              <a:rPr lang="en-US" altLang="zh-CN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| </a:t>
            </a:r>
            <a:r>
              <a:rPr lang="zh-CN" altLang="en-US" sz="2400" spc="300" dirty="0">
                <a:ln w="3175"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汉仪中简黑简" panose="00020600040101010101" charset="-122"/>
                <a:sym typeface="+mn-lt"/>
              </a:rPr>
              <a:t>工作计划</a:t>
            </a:r>
          </a:p>
        </p:txBody>
      </p:sp>
      <p:grpSp>
        <p:nvGrpSpPr>
          <p:cNvPr id="35" name="组合 34">
            <a:extLst>
              <a:ext uri="{FF2B5EF4-FFF2-40B4-BE49-F238E27FC236}">
                <a16:creationId xmlns:a16="http://schemas.microsoft.com/office/drawing/2014/main" xmlns="" id="{D9E6F736-D208-4A1D-B790-27D4782E615F}"/>
              </a:ext>
            </a:extLst>
          </p:cNvPr>
          <p:cNvGrpSpPr/>
          <p:nvPr/>
        </p:nvGrpSpPr>
        <p:grpSpPr>
          <a:xfrm>
            <a:off x="525830" y="1581636"/>
            <a:ext cx="1744648" cy="180000"/>
            <a:chOff x="-3248297" y="3139073"/>
            <a:chExt cx="1744648" cy="180000"/>
          </a:xfrm>
          <a:solidFill>
            <a:srgbClr val="FE691E"/>
          </a:solidFill>
        </p:grpSpPr>
        <p:sp>
          <p:nvSpPr>
            <p:cNvPr id="36" name="半闭框 35">
              <a:extLst>
                <a:ext uri="{FF2B5EF4-FFF2-40B4-BE49-F238E27FC236}">
                  <a16:creationId xmlns:a16="http://schemas.microsoft.com/office/drawing/2014/main" xmlns="" id="{1796885E-D4F4-4373-B688-C3B4D0DB62BE}"/>
                </a:ext>
              </a:extLst>
            </p:cNvPr>
            <p:cNvSpPr/>
            <p:nvPr/>
          </p:nvSpPr>
          <p:spPr>
            <a:xfrm rot="8220810">
              <a:off x="-293536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7" name="半闭框 36">
              <a:extLst>
                <a:ext uri="{FF2B5EF4-FFF2-40B4-BE49-F238E27FC236}">
                  <a16:creationId xmlns:a16="http://schemas.microsoft.com/office/drawing/2014/main" xmlns="" id="{EB87E085-D5D8-4526-8D4A-4C3960DF3027}"/>
                </a:ext>
              </a:extLst>
            </p:cNvPr>
            <p:cNvSpPr/>
            <p:nvPr/>
          </p:nvSpPr>
          <p:spPr>
            <a:xfrm rot="8220810">
              <a:off x="-230950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8" name="半闭框 37">
              <a:extLst>
                <a:ext uri="{FF2B5EF4-FFF2-40B4-BE49-F238E27FC236}">
                  <a16:creationId xmlns:a16="http://schemas.microsoft.com/office/drawing/2014/main" xmlns="" id="{6F2D725D-45A4-42EE-AC12-759DBA90A6E4}"/>
                </a:ext>
              </a:extLst>
            </p:cNvPr>
            <p:cNvSpPr/>
            <p:nvPr/>
          </p:nvSpPr>
          <p:spPr>
            <a:xfrm rot="8220810">
              <a:off x="-199657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39" name="半闭框 38">
              <a:extLst>
                <a:ext uri="{FF2B5EF4-FFF2-40B4-BE49-F238E27FC236}">
                  <a16:creationId xmlns:a16="http://schemas.microsoft.com/office/drawing/2014/main" xmlns="" id="{C3AA9588-C57E-4EDC-A00C-44665C04DAED}"/>
                </a:ext>
              </a:extLst>
            </p:cNvPr>
            <p:cNvSpPr/>
            <p:nvPr/>
          </p:nvSpPr>
          <p:spPr>
            <a:xfrm rot="8220810">
              <a:off x="-1683649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0" name="半闭框 39">
              <a:extLst>
                <a:ext uri="{FF2B5EF4-FFF2-40B4-BE49-F238E27FC236}">
                  <a16:creationId xmlns:a16="http://schemas.microsoft.com/office/drawing/2014/main" xmlns="" id="{13381131-4643-41C4-85FD-AF93FDE0F35C}"/>
                </a:ext>
              </a:extLst>
            </p:cNvPr>
            <p:cNvSpPr/>
            <p:nvPr/>
          </p:nvSpPr>
          <p:spPr>
            <a:xfrm rot="8220810">
              <a:off x="-262243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  <p:sp>
          <p:nvSpPr>
            <p:cNvPr id="41" name="半闭框 40">
              <a:extLst>
                <a:ext uri="{FF2B5EF4-FFF2-40B4-BE49-F238E27FC236}">
                  <a16:creationId xmlns:a16="http://schemas.microsoft.com/office/drawing/2014/main" xmlns="" id="{CB21F8C8-FDEE-4099-B941-271CA12DABE7}"/>
                </a:ext>
              </a:extLst>
            </p:cNvPr>
            <p:cNvSpPr/>
            <p:nvPr/>
          </p:nvSpPr>
          <p:spPr>
            <a:xfrm rot="8220810">
              <a:off x="-3248297" y="3139073"/>
              <a:ext cx="180000" cy="180000"/>
            </a:xfrm>
            <a:prstGeom prst="halfFrame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chemeClr val="tx1"/>
                </a:solidFill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xmlns="" id="{847A6DCB-58BB-4098-A2CF-2EE21EBA9C10}"/>
              </a:ext>
            </a:extLst>
          </p:cNvPr>
          <p:cNvSpPr txBox="1"/>
          <p:nvPr/>
        </p:nvSpPr>
        <p:spPr>
          <a:xfrm>
            <a:off x="424303" y="5783466"/>
            <a:ext cx="7840253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600" b="1" dirty="0">
                <a:solidFill>
                  <a:srgbClr val="E74E17">
                    <a:alpha val="22000"/>
                  </a:srgbClr>
                </a:solidFill>
                <a:latin typeface="思源黑体" panose="020B0500000000000000" pitchFamily="34" charset="-122"/>
                <a:ea typeface="思源黑体" panose="020B0500000000000000" pitchFamily="34" charset="-122"/>
                <a:cs typeface="+mn-ea"/>
                <a:sym typeface="+mn-lt"/>
              </a:rPr>
              <a:t>PERSONAL INTERVIEW RESUME</a:t>
            </a:r>
          </a:p>
        </p:txBody>
      </p:sp>
      <p:sp>
        <p:nvSpPr>
          <p:cNvPr id="164" name="任意多边形: 形状 163">
            <a:extLst>
              <a:ext uri="{FF2B5EF4-FFF2-40B4-BE49-F238E27FC236}">
                <a16:creationId xmlns:a16="http://schemas.microsoft.com/office/drawing/2014/main" xmlns="" id="{D2588D37-073F-4F44-914E-59ADBA9EF1EC}"/>
              </a:ext>
            </a:extLst>
          </p:cNvPr>
          <p:cNvSpPr/>
          <p:nvPr/>
        </p:nvSpPr>
        <p:spPr>
          <a:xfrm>
            <a:off x="-2110698" y="548574"/>
            <a:ext cx="1427501" cy="1426011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solidFill>
            <a:srgbClr val="FE87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163" name="任意多边形: 形状 162">
            <a:extLst>
              <a:ext uri="{FF2B5EF4-FFF2-40B4-BE49-F238E27FC236}">
                <a16:creationId xmlns:a16="http://schemas.microsoft.com/office/drawing/2014/main" xmlns="" id="{8C86D506-4620-4D03-A661-4A8F8AF2678D}"/>
              </a:ext>
            </a:extLst>
          </p:cNvPr>
          <p:cNvSpPr/>
          <p:nvPr/>
        </p:nvSpPr>
        <p:spPr>
          <a:xfrm rot="2722688">
            <a:off x="9951586" y="1727001"/>
            <a:ext cx="1190110" cy="1188868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E58840"/>
              </a:gs>
              <a:gs pos="100000">
                <a:srgbClr val="E74E17"/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4" name="任意多边形: 形状 43">
            <a:extLst>
              <a:ext uri="{FF2B5EF4-FFF2-40B4-BE49-F238E27FC236}">
                <a16:creationId xmlns:a16="http://schemas.microsoft.com/office/drawing/2014/main" xmlns="" id="{FC3A707E-877B-4259-81F8-38594ECD7A8D}"/>
              </a:ext>
            </a:extLst>
          </p:cNvPr>
          <p:cNvSpPr/>
          <p:nvPr/>
        </p:nvSpPr>
        <p:spPr>
          <a:xfrm>
            <a:off x="8289822" y="-26320"/>
            <a:ext cx="1640608" cy="5334039"/>
          </a:xfrm>
          <a:custGeom>
            <a:avLst/>
            <a:gdLst>
              <a:gd name="connsiteX0" fmla="*/ 0 w 1640608"/>
              <a:gd name="connsiteY0" fmla="*/ 0 h 5334039"/>
              <a:gd name="connsiteX1" fmla="*/ 1640608 w 1640608"/>
              <a:gd name="connsiteY1" fmla="*/ 0 h 5334039"/>
              <a:gd name="connsiteX2" fmla="*/ 1640608 w 1640608"/>
              <a:gd name="connsiteY2" fmla="*/ 4513735 h 5334039"/>
              <a:gd name="connsiteX3" fmla="*/ 820304 w 1640608"/>
              <a:gd name="connsiteY3" fmla="*/ 5334039 h 5334039"/>
              <a:gd name="connsiteX4" fmla="*/ 0 w 1640608"/>
              <a:gd name="connsiteY4" fmla="*/ 4513735 h 53340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640608" h="5334039">
                <a:moveTo>
                  <a:pt x="0" y="0"/>
                </a:moveTo>
                <a:lnTo>
                  <a:pt x="1640608" y="0"/>
                </a:lnTo>
                <a:lnTo>
                  <a:pt x="1640608" y="4513735"/>
                </a:lnTo>
                <a:cubicBezTo>
                  <a:pt x="1640608" y="4966776"/>
                  <a:pt x="1273345" y="5334039"/>
                  <a:pt x="820304" y="5334039"/>
                </a:cubicBezTo>
                <a:cubicBezTo>
                  <a:pt x="367263" y="5334039"/>
                  <a:pt x="0" y="4966776"/>
                  <a:pt x="0" y="4513735"/>
                </a:cubicBezTo>
                <a:close/>
              </a:path>
            </a:pathLst>
          </a:custGeom>
          <a:solidFill>
            <a:srgbClr val="FE691E">
              <a:alpha val="2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53" name="任意多边形: 形状 52">
            <a:extLst>
              <a:ext uri="{FF2B5EF4-FFF2-40B4-BE49-F238E27FC236}">
                <a16:creationId xmlns:a16="http://schemas.microsoft.com/office/drawing/2014/main" xmlns="" id="{548AAB50-61C9-4248-A1D1-A8F6114FD35A}"/>
              </a:ext>
            </a:extLst>
          </p:cNvPr>
          <p:cNvSpPr/>
          <p:nvPr/>
        </p:nvSpPr>
        <p:spPr>
          <a:xfrm>
            <a:off x="7942203" y="4563911"/>
            <a:ext cx="693020" cy="2308936"/>
          </a:xfrm>
          <a:custGeom>
            <a:avLst/>
            <a:gdLst>
              <a:gd name="connsiteX0" fmla="*/ 346510 w 693020"/>
              <a:gd name="connsiteY0" fmla="*/ 0 h 2308936"/>
              <a:gd name="connsiteX1" fmla="*/ 693020 w 693020"/>
              <a:gd name="connsiteY1" fmla="*/ 346510 h 2308936"/>
              <a:gd name="connsiteX2" fmla="*/ 693019 w 693020"/>
              <a:gd name="connsiteY2" fmla="*/ 2308936 h 2308936"/>
              <a:gd name="connsiteX3" fmla="*/ 0 w 693020"/>
              <a:gd name="connsiteY3" fmla="*/ 2308936 h 2308936"/>
              <a:gd name="connsiteX4" fmla="*/ 0 w 693020"/>
              <a:gd name="connsiteY4" fmla="*/ 346510 h 2308936"/>
              <a:gd name="connsiteX5" fmla="*/ 346510 w 693020"/>
              <a:gd name="connsiteY5" fmla="*/ 0 h 23089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93020" h="2308936">
                <a:moveTo>
                  <a:pt x="346510" y="0"/>
                </a:moveTo>
                <a:cubicBezTo>
                  <a:pt x="537882" y="0"/>
                  <a:pt x="693020" y="155138"/>
                  <a:pt x="693020" y="346510"/>
                </a:cubicBezTo>
                <a:lnTo>
                  <a:pt x="693019" y="2308936"/>
                </a:lnTo>
                <a:lnTo>
                  <a:pt x="0" y="2308936"/>
                </a:lnTo>
                <a:lnTo>
                  <a:pt x="0" y="346510"/>
                </a:lnTo>
                <a:cubicBezTo>
                  <a:pt x="0" y="155138"/>
                  <a:pt x="155138" y="0"/>
                  <a:pt x="346510" y="0"/>
                </a:cubicBezTo>
                <a:close/>
              </a:path>
            </a:pathLst>
          </a:custGeom>
          <a:solidFill>
            <a:srgbClr val="E74E1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sp>
        <p:nvSpPr>
          <p:cNvPr id="42" name="任意多边形: 形状 41">
            <a:extLst>
              <a:ext uri="{FF2B5EF4-FFF2-40B4-BE49-F238E27FC236}">
                <a16:creationId xmlns:a16="http://schemas.microsoft.com/office/drawing/2014/main" xmlns="" id="{BC3C2271-74EB-4348-B26A-5D6E5C7C468D}"/>
              </a:ext>
            </a:extLst>
          </p:cNvPr>
          <p:cNvSpPr/>
          <p:nvPr/>
        </p:nvSpPr>
        <p:spPr>
          <a:xfrm rot="18459734">
            <a:off x="-1992003" y="-903989"/>
            <a:ext cx="1190110" cy="1188868"/>
          </a:xfrm>
          <a:custGeom>
            <a:avLst/>
            <a:gdLst>
              <a:gd name="connsiteX0" fmla="*/ 4457199 w 4630367"/>
              <a:gd name="connsiteY0" fmla="*/ 1435557 h 4625534"/>
              <a:gd name="connsiteX1" fmla="*/ 4526281 w 4630367"/>
              <a:gd name="connsiteY1" fmla="*/ 1624302 h 4625534"/>
              <a:gd name="connsiteX2" fmla="*/ 4630367 w 4630367"/>
              <a:gd name="connsiteY2" fmla="*/ 2312767 h 4625534"/>
              <a:gd name="connsiteX3" fmla="*/ 4526281 w 4630367"/>
              <a:gd name="connsiteY3" fmla="*/ 3001232 h 4625534"/>
              <a:gd name="connsiteX4" fmla="*/ 4457199 w 4630367"/>
              <a:gd name="connsiteY4" fmla="*/ 3189977 h 4625534"/>
              <a:gd name="connsiteX5" fmla="*/ 185475 w 4630367"/>
              <a:gd name="connsiteY5" fmla="*/ 1404253 h 4625534"/>
              <a:gd name="connsiteX6" fmla="*/ 185475 w 4630367"/>
              <a:gd name="connsiteY6" fmla="*/ 3221281 h 4625534"/>
              <a:gd name="connsiteX7" fmla="*/ 181939 w 4630367"/>
              <a:gd name="connsiteY7" fmla="*/ 3213941 h 4625534"/>
              <a:gd name="connsiteX8" fmla="*/ 0 w 4630367"/>
              <a:gd name="connsiteY8" fmla="*/ 2312767 h 4625534"/>
              <a:gd name="connsiteX9" fmla="*/ 181939 w 4630367"/>
              <a:gd name="connsiteY9" fmla="*/ 1411593 h 4625534"/>
              <a:gd name="connsiteX10" fmla="*/ 4225881 w 4630367"/>
              <a:gd name="connsiteY10" fmla="*/ 1006172 h 4625534"/>
              <a:gd name="connsiteX11" fmla="*/ 4234971 w 4630367"/>
              <a:gd name="connsiteY11" fmla="*/ 1018326 h 4625534"/>
              <a:gd name="connsiteX12" fmla="*/ 4349199 w 4630367"/>
              <a:gd name="connsiteY12" fmla="*/ 1206352 h 4625534"/>
              <a:gd name="connsiteX13" fmla="*/ 4349199 w 4630367"/>
              <a:gd name="connsiteY13" fmla="*/ 3419182 h 4625534"/>
              <a:gd name="connsiteX14" fmla="*/ 4234971 w 4630367"/>
              <a:gd name="connsiteY14" fmla="*/ 3607208 h 4625534"/>
              <a:gd name="connsiteX15" fmla="*/ 4225881 w 4630367"/>
              <a:gd name="connsiteY15" fmla="*/ 3619362 h 4625534"/>
              <a:gd name="connsiteX16" fmla="*/ 416793 w 4630367"/>
              <a:gd name="connsiteY16" fmla="*/ 989714 h 4625534"/>
              <a:gd name="connsiteX17" fmla="*/ 416793 w 4630367"/>
              <a:gd name="connsiteY17" fmla="*/ 3635820 h 4625534"/>
              <a:gd name="connsiteX18" fmla="*/ 395397 w 4630367"/>
              <a:gd name="connsiteY18" fmla="*/ 3607208 h 4625534"/>
              <a:gd name="connsiteX19" fmla="*/ 293475 w 4630367"/>
              <a:gd name="connsiteY19" fmla="*/ 3439440 h 4625534"/>
              <a:gd name="connsiteX20" fmla="*/ 293475 w 4630367"/>
              <a:gd name="connsiteY20" fmla="*/ 1186094 h 4625534"/>
              <a:gd name="connsiteX21" fmla="*/ 395397 w 4630367"/>
              <a:gd name="connsiteY21" fmla="*/ 1018326 h 4625534"/>
              <a:gd name="connsiteX22" fmla="*/ 3994563 w 4630367"/>
              <a:gd name="connsiteY22" fmla="*/ 722227 h 4625534"/>
              <a:gd name="connsiteX23" fmla="*/ 4101691 w 4630367"/>
              <a:gd name="connsiteY23" fmla="*/ 840097 h 4625534"/>
              <a:gd name="connsiteX24" fmla="*/ 4117881 w 4630367"/>
              <a:gd name="connsiteY24" fmla="*/ 861748 h 4625534"/>
              <a:gd name="connsiteX25" fmla="*/ 4117881 w 4630367"/>
              <a:gd name="connsiteY25" fmla="*/ 3763789 h 4625534"/>
              <a:gd name="connsiteX26" fmla="*/ 4101691 w 4630367"/>
              <a:gd name="connsiteY26" fmla="*/ 3785439 h 4625534"/>
              <a:gd name="connsiteX27" fmla="*/ 3994563 w 4630367"/>
              <a:gd name="connsiteY27" fmla="*/ 3903310 h 4625534"/>
              <a:gd name="connsiteX28" fmla="*/ 648111 w 4630367"/>
              <a:gd name="connsiteY28" fmla="*/ 708685 h 4625534"/>
              <a:gd name="connsiteX29" fmla="*/ 648111 w 4630367"/>
              <a:gd name="connsiteY29" fmla="*/ 3916852 h 4625534"/>
              <a:gd name="connsiteX30" fmla="*/ 528675 w 4630367"/>
              <a:gd name="connsiteY30" fmla="*/ 3785439 h 4625534"/>
              <a:gd name="connsiteX31" fmla="*/ 524793 w 4630367"/>
              <a:gd name="connsiteY31" fmla="*/ 3780248 h 4625534"/>
              <a:gd name="connsiteX32" fmla="*/ 524793 w 4630367"/>
              <a:gd name="connsiteY32" fmla="*/ 845288 h 4625534"/>
              <a:gd name="connsiteX33" fmla="*/ 528675 w 4630367"/>
              <a:gd name="connsiteY33" fmla="*/ 840097 h 4625534"/>
              <a:gd name="connsiteX34" fmla="*/ 3763245 w 4630367"/>
              <a:gd name="connsiteY34" fmla="*/ 507856 h 4625534"/>
              <a:gd name="connsiteX35" fmla="*/ 3787855 w 4630367"/>
              <a:gd name="connsiteY35" fmla="*/ 526259 h 4625534"/>
              <a:gd name="connsiteX36" fmla="*/ 3886563 w 4630367"/>
              <a:gd name="connsiteY36" fmla="*/ 615972 h 4625534"/>
              <a:gd name="connsiteX37" fmla="*/ 3886563 w 4630367"/>
              <a:gd name="connsiteY37" fmla="*/ 4009563 h 4625534"/>
              <a:gd name="connsiteX38" fmla="*/ 3787855 w 4630367"/>
              <a:gd name="connsiteY38" fmla="*/ 4099275 h 4625534"/>
              <a:gd name="connsiteX39" fmla="*/ 3763245 w 4630367"/>
              <a:gd name="connsiteY39" fmla="*/ 4117678 h 4625534"/>
              <a:gd name="connsiteX40" fmla="*/ 879429 w 4630367"/>
              <a:gd name="connsiteY40" fmla="*/ 498653 h 4625534"/>
              <a:gd name="connsiteX41" fmla="*/ 879429 w 4630367"/>
              <a:gd name="connsiteY41" fmla="*/ 4126881 h 4625534"/>
              <a:gd name="connsiteX42" fmla="*/ 842512 w 4630367"/>
              <a:gd name="connsiteY42" fmla="*/ 4099275 h 4625534"/>
              <a:gd name="connsiteX43" fmla="*/ 756111 w 4630367"/>
              <a:gd name="connsiteY43" fmla="*/ 4020748 h 4625534"/>
              <a:gd name="connsiteX44" fmla="*/ 756111 w 4630367"/>
              <a:gd name="connsiteY44" fmla="*/ 604786 h 4625534"/>
              <a:gd name="connsiteX45" fmla="*/ 842512 w 4630367"/>
              <a:gd name="connsiteY45" fmla="*/ 526259 h 4625534"/>
              <a:gd name="connsiteX46" fmla="*/ 3531927 w 4630367"/>
              <a:gd name="connsiteY46" fmla="*/ 345779 h 4625534"/>
              <a:gd name="connsiteX47" fmla="*/ 3609623 w 4630367"/>
              <a:gd name="connsiteY47" fmla="*/ 392981 h 4625534"/>
              <a:gd name="connsiteX48" fmla="*/ 3655245 w 4630367"/>
              <a:gd name="connsiteY48" fmla="*/ 427096 h 4625534"/>
              <a:gd name="connsiteX49" fmla="*/ 3655245 w 4630367"/>
              <a:gd name="connsiteY49" fmla="*/ 4198438 h 4625534"/>
              <a:gd name="connsiteX50" fmla="*/ 3609623 w 4630367"/>
              <a:gd name="connsiteY50" fmla="*/ 4232553 h 4625534"/>
              <a:gd name="connsiteX51" fmla="*/ 3531927 w 4630367"/>
              <a:gd name="connsiteY51" fmla="*/ 4279755 h 4625534"/>
              <a:gd name="connsiteX52" fmla="*/ 1110747 w 4630367"/>
              <a:gd name="connsiteY52" fmla="*/ 338303 h 4625534"/>
              <a:gd name="connsiteX53" fmla="*/ 1110747 w 4630367"/>
              <a:gd name="connsiteY53" fmla="*/ 4287234 h 4625534"/>
              <a:gd name="connsiteX54" fmla="*/ 1020742 w 4630367"/>
              <a:gd name="connsiteY54" fmla="*/ 4232554 h 4625534"/>
              <a:gd name="connsiteX55" fmla="*/ 987429 w 4630367"/>
              <a:gd name="connsiteY55" fmla="*/ 4207643 h 4625534"/>
              <a:gd name="connsiteX56" fmla="*/ 987429 w 4630367"/>
              <a:gd name="connsiteY56" fmla="*/ 417893 h 4625534"/>
              <a:gd name="connsiteX57" fmla="*/ 1020742 w 4630367"/>
              <a:gd name="connsiteY57" fmla="*/ 392982 h 4625534"/>
              <a:gd name="connsiteX58" fmla="*/ 3300609 w 4630367"/>
              <a:gd name="connsiteY58" fmla="*/ 220109 h 4625534"/>
              <a:gd name="connsiteX59" fmla="*/ 3418737 w 4630367"/>
              <a:gd name="connsiteY59" fmla="*/ 277014 h 4625534"/>
              <a:gd name="connsiteX60" fmla="*/ 3423927 w 4630367"/>
              <a:gd name="connsiteY60" fmla="*/ 280167 h 4625534"/>
              <a:gd name="connsiteX61" fmla="*/ 3423927 w 4630367"/>
              <a:gd name="connsiteY61" fmla="*/ 4345367 h 4625534"/>
              <a:gd name="connsiteX62" fmla="*/ 3418737 w 4630367"/>
              <a:gd name="connsiteY62" fmla="*/ 4348520 h 4625534"/>
              <a:gd name="connsiteX63" fmla="*/ 3300609 w 4630367"/>
              <a:gd name="connsiteY63" fmla="*/ 4405425 h 4625534"/>
              <a:gd name="connsiteX64" fmla="*/ 1342065 w 4630367"/>
              <a:gd name="connsiteY64" fmla="*/ 214180 h 4625534"/>
              <a:gd name="connsiteX65" fmla="*/ 1342065 w 4630367"/>
              <a:gd name="connsiteY65" fmla="*/ 4411354 h 4625534"/>
              <a:gd name="connsiteX66" fmla="*/ 1218747 w 4630367"/>
              <a:gd name="connsiteY66" fmla="*/ 4351949 h 4625534"/>
              <a:gd name="connsiteX67" fmla="*/ 1218747 w 4630367"/>
              <a:gd name="connsiteY67" fmla="*/ 273585 h 4625534"/>
              <a:gd name="connsiteX68" fmla="*/ 3069291 w 4630367"/>
              <a:gd name="connsiteY68" fmla="*/ 125696 h 4625534"/>
              <a:gd name="connsiteX69" fmla="*/ 3192609 w 4630367"/>
              <a:gd name="connsiteY69" fmla="*/ 170831 h 4625534"/>
              <a:gd name="connsiteX70" fmla="*/ 3192609 w 4630367"/>
              <a:gd name="connsiteY70" fmla="*/ 4454703 h 4625534"/>
              <a:gd name="connsiteX71" fmla="*/ 3069291 w 4630367"/>
              <a:gd name="connsiteY71" fmla="*/ 4499838 h 4625534"/>
              <a:gd name="connsiteX72" fmla="*/ 1573383 w 4630367"/>
              <a:gd name="connsiteY72" fmla="*/ 121191 h 4625534"/>
              <a:gd name="connsiteX73" fmla="*/ 1573383 w 4630367"/>
              <a:gd name="connsiteY73" fmla="*/ 4504343 h 4625534"/>
              <a:gd name="connsiteX74" fmla="*/ 1450065 w 4630367"/>
              <a:gd name="connsiteY74" fmla="*/ 4459208 h 4625534"/>
              <a:gd name="connsiteX75" fmla="*/ 1450065 w 4630367"/>
              <a:gd name="connsiteY75" fmla="*/ 166326 h 4625534"/>
              <a:gd name="connsiteX76" fmla="*/ 2837973 w 4630367"/>
              <a:gd name="connsiteY76" fmla="*/ 59072 h 4625534"/>
              <a:gd name="connsiteX77" fmla="*/ 2961291 w 4630367"/>
              <a:gd name="connsiteY77" fmla="*/ 90780 h 4625534"/>
              <a:gd name="connsiteX78" fmla="*/ 2961291 w 4630367"/>
              <a:gd name="connsiteY78" fmla="*/ 4534756 h 4625534"/>
              <a:gd name="connsiteX79" fmla="*/ 2837973 w 4630367"/>
              <a:gd name="connsiteY79" fmla="*/ 4566465 h 4625534"/>
              <a:gd name="connsiteX80" fmla="*/ 1804701 w 4630367"/>
              <a:gd name="connsiteY80" fmla="*/ 55906 h 4625534"/>
              <a:gd name="connsiteX81" fmla="*/ 1804701 w 4630367"/>
              <a:gd name="connsiteY81" fmla="*/ 4569628 h 4625534"/>
              <a:gd name="connsiteX82" fmla="*/ 1681383 w 4630367"/>
              <a:gd name="connsiteY82" fmla="*/ 4537920 h 4625534"/>
              <a:gd name="connsiteX83" fmla="*/ 1681383 w 4630367"/>
              <a:gd name="connsiteY83" fmla="*/ 87614 h 4625534"/>
              <a:gd name="connsiteX84" fmla="*/ 2606655 w 4630367"/>
              <a:gd name="connsiteY84" fmla="*/ 17894 h 4625534"/>
              <a:gd name="connsiteX85" fmla="*/ 2729973 w 4630367"/>
              <a:gd name="connsiteY85" fmla="*/ 36715 h 4625534"/>
              <a:gd name="connsiteX86" fmla="*/ 2729973 w 4630367"/>
              <a:gd name="connsiteY86" fmla="*/ 4588820 h 4625534"/>
              <a:gd name="connsiteX87" fmla="*/ 2606655 w 4630367"/>
              <a:gd name="connsiteY87" fmla="*/ 4607640 h 4625534"/>
              <a:gd name="connsiteX88" fmla="*/ 2036019 w 4630367"/>
              <a:gd name="connsiteY88" fmla="*/ 16016 h 4625534"/>
              <a:gd name="connsiteX89" fmla="*/ 2036019 w 4630367"/>
              <a:gd name="connsiteY89" fmla="*/ 4609518 h 4625534"/>
              <a:gd name="connsiteX90" fmla="*/ 1912701 w 4630367"/>
              <a:gd name="connsiteY90" fmla="*/ 4590698 h 4625534"/>
              <a:gd name="connsiteX91" fmla="*/ 1912701 w 4630367"/>
              <a:gd name="connsiteY91" fmla="*/ 34836 h 4625534"/>
              <a:gd name="connsiteX92" fmla="*/ 2375337 w 4630367"/>
              <a:gd name="connsiteY92" fmla="*/ 623 h 4625534"/>
              <a:gd name="connsiteX93" fmla="*/ 2498655 w 4630367"/>
              <a:gd name="connsiteY93" fmla="*/ 6850 h 4625534"/>
              <a:gd name="connsiteX94" fmla="*/ 2498655 w 4630367"/>
              <a:gd name="connsiteY94" fmla="*/ 4618687 h 4625534"/>
              <a:gd name="connsiteX95" fmla="*/ 2375337 w 4630367"/>
              <a:gd name="connsiteY95" fmla="*/ 4624914 h 4625534"/>
              <a:gd name="connsiteX96" fmla="*/ 2267337 w 4630367"/>
              <a:gd name="connsiteY96" fmla="*/ 0 h 4625534"/>
              <a:gd name="connsiteX97" fmla="*/ 2267337 w 4630367"/>
              <a:gd name="connsiteY97" fmla="*/ 4625534 h 4625534"/>
              <a:gd name="connsiteX98" fmla="*/ 2144019 w 4630367"/>
              <a:gd name="connsiteY98" fmla="*/ 4619307 h 4625534"/>
              <a:gd name="connsiteX99" fmla="*/ 2144019 w 4630367"/>
              <a:gd name="connsiteY99" fmla="*/ 6227 h 4625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</a:cxnLst>
            <a:rect l="l" t="t" r="r" b="b"/>
            <a:pathLst>
              <a:path w="4630367" h="4625534">
                <a:moveTo>
                  <a:pt x="4457199" y="1435557"/>
                </a:moveTo>
                <a:lnTo>
                  <a:pt x="4526281" y="1624302"/>
                </a:lnTo>
                <a:cubicBezTo>
                  <a:pt x="4593927" y="1841788"/>
                  <a:pt x="4630367" y="2073022"/>
                  <a:pt x="4630367" y="2312767"/>
                </a:cubicBezTo>
                <a:cubicBezTo>
                  <a:pt x="4630367" y="2552512"/>
                  <a:pt x="4593927" y="2783746"/>
                  <a:pt x="4526281" y="3001232"/>
                </a:cubicBezTo>
                <a:lnTo>
                  <a:pt x="4457199" y="3189977"/>
                </a:lnTo>
                <a:close/>
                <a:moveTo>
                  <a:pt x="185475" y="1404253"/>
                </a:moveTo>
                <a:lnTo>
                  <a:pt x="185475" y="3221281"/>
                </a:lnTo>
                <a:lnTo>
                  <a:pt x="181939" y="3213941"/>
                </a:lnTo>
                <a:cubicBezTo>
                  <a:pt x="64784" y="2936956"/>
                  <a:pt x="0" y="2632427"/>
                  <a:pt x="0" y="2312767"/>
                </a:cubicBezTo>
                <a:cubicBezTo>
                  <a:pt x="0" y="1993107"/>
                  <a:pt x="64784" y="1688578"/>
                  <a:pt x="181939" y="1411593"/>
                </a:cubicBezTo>
                <a:close/>
                <a:moveTo>
                  <a:pt x="4225881" y="1006172"/>
                </a:moveTo>
                <a:lnTo>
                  <a:pt x="4234971" y="1018326"/>
                </a:lnTo>
                <a:lnTo>
                  <a:pt x="4349199" y="1206352"/>
                </a:lnTo>
                <a:lnTo>
                  <a:pt x="4349199" y="3419182"/>
                </a:lnTo>
                <a:lnTo>
                  <a:pt x="4234971" y="3607208"/>
                </a:lnTo>
                <a:lnTo>
                  <a:pt x="4225881" y="3619362"/>
                </a:lnTo>
                <a:close/>
                <a:moveTo>
                  <a:pt x="416793" y="989714"/>
                </a:moveTo>
                <a:lnTo>
                  <a:pt x="416793" y="3635820"/>
                </a:lnTo>
                <a:lnTo>
                  <a:pt x="395397" y="3607208"/>
                </a:lnTo>
                <a:lnTo>
                  <a:pt x="293475" y="3439440"/>
                </a:lnTo>
                <a:lnTo>
                  <a:pt x="293475" y="1186094"/>
                </a:lnTo>
                <a:lnTo>
                  <a:pt x="395397" y="1018326"/>
                </a:lnTo>
                <a:close/>
                <a:moveTo>
                  <a:pt x="3994563" y="722227"/>
                </a:moveTo>
                <a:lnTo>
                  <a:pt x="4101691" y="840097"/>
                </a:lnTo>
                <a:lnTo>
                  <a:pt x="4117881" y="861748"/>
                </a:lnTo>
                <a:lnTo>
                  <a:pt x="4117881" y="3763789"/>
                </a:lnTo>
                <a:lnTo>
                  <a:pt x="4101691" y="3785439"/>
                </a:lnTo>
                <a:lnTo>
                  <a:pt x="3994563" y="3903310"/>
                </a:lnTo>
                <a:close/>
                <a:moveTo>
                  <a:pt x="648111" y="708685"/>
                </a:moveTo>
                <a:lnTo>
                  <a:pt x="648111" y="3916852"/>
                </a:lnTo>
                <a:lnTo>
                  <a:pt x="528675" y="3785439"/>
                </a:lnTo>
                <a:lnTo>
                  <a:pt x="524793" y="3780248"/>
                </a:lnTo>
                <a:lnTo>
                  <a:pt x="524793" y="845288"/>
                </a:lnTo>
                <a:lnTo>
                  <a:pt x="528675" y="840097"/>
                </a:lnTo>
                <a:close/>
                <a:moveTo>
                  <a:pt x="3763245" y="507856"/>
                </a:moveTo>
                <a:lnTo>
                  <a:pt x="3787855" y="526259"/>
                </a:lnTo>
                <a:lnTo>
                  <a:pt x="3886563" y="615972"/>
                </a:lnTo>
                <a:lnTo>
                  <a:pt x="3886563" y="4009563"/>
                </a:lnTo>
                <a:lnTo>
                  <a:pt x="3787855" y="4099275"/>
                </a:lnTo>
                <a:lnTo>
                  <a:pt x="3763245" y="4117678"/>
                </a:lnTo>
                <a:close/>
                <a:moveTo>
                  <a:pt x="879429" y="498653"/>
                </a:moveTo>
                <a:lnTo>
                  <a:pt x="879429" y="4126881"/>
                </a:lnTo>
                <a:lnTo>
                  <a:pt x="842512" y="4099275"/>
                </a:lnTo>
                <a:lnTo>
                  <a:pt x="756111" y="4020748"/>
                </a:lnTo>
                <a:lnTo>
                  <a:pt x="756111" y="604786"/>
                </a:lnTo>
                <a:lnTo>
                  <a:pt x="842512" y="526259"/>
                </a:lnTo>
                <a:close/>
                <a:moveTo>
                  <a:pt x="3531927" y="345779"/>
                </a:moveTo>
                <a:lnTo>
                  <a:pt x="3609623" y="392981"/>
                </a:lnTo>
                <a:lnTo>
                  <a:pt x="3655245" y="427096"/>
                </a:lnTo>
                <a:lnTo>
                  <a:pt x="3655245" y="4198438"/>
                </a:lnTo>
                <a:lnTo>
                  <a:pt x="3609623" y="4232553"/>
                </a:lnTo>
                <a:lnTo>
                  <a:pt x="3531927" y="4279755"/>
                </a:lnTo>
                <a:close/>
                <a:moveTo>
                  <a:pt x="1110747" y="338303"/>
                </a:moveTo>
                <a:lnTo>
                  <a:pt x="1110747" y="4287234"/>
                </a:lnTo>
                <a:lnTo>
                  <a:pt x="1020742" y="4232554"/>
                </a:lnTo>
                <a:lnTo>
                  <a:pt x="987429" y="4207643"/>
                </a:lnTo>
                <a:lnTo>
                  <a:pt x="987429" y="417893"/>
                </a:lnTo>
                <a:lnTo>
                  <a:pt x="1020742" y="392982"/>
                </a:lnTo>
                <a:close/>
                <a:moveTo>
                  <a:pt x="3300609" y="220109"/>
                </a:moveTo>
                <a:lnTo>
                  <a:pt x="3418737" y="277014"/>
                </a:lnTo>
                <a:lnTo>
                  <a:pt x="3423927" y="280167"/>
                </a:lnTo>
                <a:lnTo>
                  <a:pt x="3423927" y="4345367"/>
                </a:lnTo>
                <a:lnTo>
                  <a:pt x="3418737" y="4348520"/>
                </a:lnTo>
                <a:lnTo>
                  <a:pt x="3300609" y="4405425"/>
                </a:lnTo>
                <a:close/>
                <a:moveTo>
                  <a:pt x="1342065" y="214180"/>
                </a:moveTo>
                <a:lnTo>
                  <a:pt x="1342065" y="4411354"/>
                </a:lnTo>
                <a:lnTo>
                  <a:pt x="1218747" y="4351949"/>
                </a:lnTo>
                <a:lnTo>
                  <a:pt x="1218747" y="273585"/>
                </a:lnTo>
                <a:close/>
                <a:moveTo>
                  <a:pt x="3069291" y="125696"/>
                </a:moveTo>
                <a:lnTo>
                  <a:pt x="3192609" y="170831"/>
                </a:lnTo>
                <a:lnTo>
                  <a:pt x="3192609" y="4454703"/>
                </a:lnTo>
                <a:lnTo>
                  <a:pt x="3069291" y="4499838"/>
                </a:lnTo>
                <a:close/>
                <a:moveTo>
                  <a:pt x="1573383" y="121191"/>
                </a:moveTo>
                <a:lnTo>
                  <a:pt x="1573383" y="4504343"/>
                </a:lnTo>
                <a:lnTo>
                  <a:pt x="1450065" y="4459208"/>
                </a:lnTo>
                <a:lnTo>
                  <a:pt x="1450065" y="166326"/>
                </a:lnTo>
                <a:close/>
                <a:moveTo>
                  <a:pt x="2837973" y="59072"/>
                </a:moveTo>
                <a:lnTo>
                  <a:pt x="2961291" y="90780"/>
                </a:lnTo>
                <a:lnTo>
                  <a:pt x="2961291" y="4534756"/>
                </a:lnTo>
                <a:lnTo>
                  <a:pt x="2837973" y="4566465"/>
                </a:lnTo>
                <a:close/>
                <a:moveTo>
                  <a:pt x="1804701" y="55906"/>
                </a:moveTo>
                <a:lnTo>
                  <a:pt x="1804701" y="4569628"/>
                </a:lnTo>
                <a:lnTo>
                  <a:pt x="1681383" y="4537920"/>
                </a:lnTo>
                <a:lnTo>
                  <a:pt x="1681383" y="87614"/>
                </a:lnTo>
                <a:close/>
                <a:moveTo>
                  <a:pt x="2606655" y="17894"/>
                </a:moveTo>
                <a:lnTo>
                  <a:pt x="2729973" y="36715"/>
                </a:lnTo>
                <a:lnTo>
                  <a:pt x="2729973" y="4588820"/>
                </a:lnTo>
                <a:lnTo>
                  <a:pt x="2606655" y="4607640"/>
                </a:lnTo>
                <a:close/>
                <a:moveTo>
                  <a:pt x="2036019" y="16016"/>
                </a:moveTo>
                <a:lnTo>
                  <a:pt x="2036019" y="4609518"/>
                </a:lnTo>
                <a:lnTo>
                  <a:pt x="1912701" y="4590698"/>
                </a:lnTo>
                <a:lnTo>
                  <a:pt x="1912701" y="34836"/>
                </a:lnTo>
                <a:close/>
                <a:moveTo>
                  <a:pt x="2375337" y="623"/>
                </a:moveTo>
                <a:lnTo>
                  <a:pt x="2498655" y="6850"/>
                </a:lnTo>
                <a:lnTo>
                  <a:pt x="2498655" y="4618687"/>
                </a:lnTo>
                <a:lnTo>
                  <a:pt x="2375337" y="4624914"/>
                </a:lnTo>
                <a:close/>
                <a:moveTo>
                  <a:pt x="2267337" y="0"/>
                </a:moveTo>
                <a:lnTo>
                  <a:pt x="2267337" y="4625534"/>
                </a:lnTo>
                <a:lnTo>
                  <a:pt x="2144019" y="4619307"/>
                </a:lnTo>
                <a:lnTo>
                  <a:pt x="2144019" y="6227"/>
                </a:lnTo>
                <a:close/>
              </a:path>
            </a:pathLst>
          </a:custGeom>
          <a:gradFill>
            <a:gsLst>
              <a:gs pos="0">
                <a:srgbClr val="E58840">
                  <a:alpha val="50000"/>
                </a:srgbClr>
              </a:gs>
              <a:gs pos="100000">
                <a:srgbClr val="E74E17">
                  <a:alpha val="50000"/>
                </a:srgbClr>
              </a:gs>
            </a:gsLst>
            <a:lin ang="54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xmlns="" id="{1839588E-C2EC-4312-826F-3CC229B99A47}"/>
              </a:ext>
            </a:extLst>
          </p:cNvPr>
          <p:cNvGrpSpPr/>
          <p:nvPr/>
        </p:nvGrpSpPr>
        <p:grpSpPr>
          <a:xfrm>
            <a:off x="11517714" y="350519"/>
            <a:ext cx="338554" cy="3182084"/>
            <a:chOff x="11517714" y="350519"/>
            <a:chExt cx="338554" cy="3182084"/>
          </a:xfrm>
        </p:grpSpPr>
        <p:grpSp>
          <p:nvGrpSpPr>
            <p:cNvPr id="55" name="组合 54">
              <a:extLst>
                <a:ext uri="{FF2B5EF4-FFF2-40B4-BE49-F238E27FC236}">
                  <a16:creationId xmlns:a16="http://schemas.microsoft.com/office/drawing/2014/main" xmlns="" id="{E945D491-7B07-47B6-A750-19E274988479}"/>
                </a:ext>
              </a:extLst>
            </p:cNvPr>
            <p:cNvGrpSpPr/>
            <p:nvPr/>
          </p:nvGrpSpPr>
          <p:grpSpPr>
            <a:xfrm rot="5400000">
              <a:off x="11285541" y="663448"/>
              <a:ext cx="805858" cy="180000"/>
              <a:chOff x="-2309507" y="3139073"/>
              <a:chExt cx="805858" cy="180000"/>
            </a:xfrm>
            <a:solidFill>
              <a:srgbClr val="E74E17"/>
            </a:solidFill>
          </p:grpSpPr>
          <p:sp>
            <p:nvSpPr>
              <p:cNvPr id="57" name="半闭框 56">
                <a:extLst>
                  <a:ext uri="{FF2B5EF4-FFF2-40B4-BE49-F238E27FC236}">
                    <a16:creationId xmlns:a16="http://schemas.microsoft.com/office/drawing/2014/main" xmlns="" id="{A0FE5F7F-92FD-42CE-8CBB-E9DA000760F7}"/>
                  </a:ext>
                </a:extLst>
              </p:cNvPr>
              <p:cNvSpPr/>
              <p:nvPr/>
            </p:nvSpPr>
            <p:spPr>
              <a:xfrm rot="8220810">
                <a:off x="-230950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8" name="半闭框 57">
                <a:extLst>
                  <a:ext uri="{FF2B5EF4-FFF2-40B4-BE49-F238E27FC236}">
                    <a16:creationId xmlns:a16="http://schemas.microsoft.com/office/drawing/2014/main" xmlns="" id="{CC7F5B1B-258C-482C-A10F-A52422AD5E2D}"/>
                  </a:ext>
                </a:extLst>
              </p:cNvPr>
              <p:cNvSpPr/>
              <p:nvPr/>
            </p:nvSpPr>
            <p:spPr>
              <a:xfrm rot="8220810">
                <a:off x="-1996577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59" name="半闭框 58">
                <a:extLst>
                  <a:ext uri="{FF2B5EF4-FFF2-40B4-BE49-F238E27FC236}">
                    <a16:creationId xmlns:a16="http://schemas.microsoft.com/office/drawing/2014/main" xmlns="" id="{17F1064D-19AA-4267-B383-621AD036FD3C}"/>
                  </a:ext>
                </a:extLst>
              </p:cNvPr>
              <p:cNvSpPr/>
              <p:nvPr/>
            </p:nvSpPr>
            <p:spPr>
              <a:xfrm rot="8220810">
                <a:off x="-1683649" y="3139073"/>
                <a:ext cx="180000" cy="180000"/>
              </a:xfrm>
              <a:prstGeom prst="halfFrame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</p:grpSp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xmlns="" id="{7C3D463C-DF87-4081-8F7A-C7AE8EC427E9}"/>
                </a:ext>
              </a:extLst>
            </p:cNvPr>
            <p:cNvSpPr txBox="1"/>
            <p:nvPr/>
          </p:nvSpPr>
          <p:spPr>
            <a:xfrm>
              <a:off x="11517714" y="1252104"/>
              <a:ext cx="338554" cy="2280499"/>
            </a:xfrm>
            <a:prstGeom prst="rect">
              <a:avLst/>
            </a:prstGeom>
            <a:noFill/>
          </p:spPr>
          <p:txBody>
            <a:bodyPr vert="eaVert" wrap="square" rtlCol="0">
              <a:spAutoFit/>
            </a:bodyPr>
            <a:lstStyle/>
            <a:p>
              <a:pPr marL="171450" indent="-171450" algn="dist">
                <a:buFont typeface="Arial" panose="020B0604020202020204" pitchFamily="34" charset="0"/>
                <a:buChar char="•"/>
              </a:pPr>
              <a:r>
                <a:rPr lang="en-US" altLang="zh-CN" sz="1000" dirty="0">
                  <a:solidFill>
                    <a:schemeClr val="tx1">
                      <a:lumMod val="85000"/>
                      <a:lumOff val="15000"/>
                    </a:schemeClr>
                  </a:solidFill>
                  <a:effectLst>
                    <a:outerShdw blurRad="50800" dist="38100" dir="2700000" algn="tl" rotWithShape="0">
                      <a:prstClr val="black">
                        <a:alpha val="10000"/>
                      </a:prstClr>
                    </a:outerShdw>
                  </a:effectLst>
                  <a:latin typeface="微软雅黑" panose="020B0503020204020204" pitchFamily="34" charset="-122"/>
                  <a:ea typeface="微软雅黑" panose="020B0503020204020204" pitchFamily="34" charset="-122"/>
                </a:rPr>
                <a:t>SUMMARY REPORT</a:t>
              </a:r>
              <a:endParaRPr lang="zh-CN" altLang="en-US" sz="1000" dirty="0">
                <a:solidFill>
                  <a:schemeClr val="tx1">
                    <a:lumMod val="85000"/>
                    <a:lumOff val="15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10000"/>
                    </a:prstClr>
                  </a:outerShdw>
                </a:effectLst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  <p:sp>
        <p:nvSpPr>
          <p:cNvPr id="46" name="任意多边形: 形状 45">
            <a:extLst>
              <a:ext uri="{FF2B5EF4-FFF2-40B4-BE49-F238E27FC236}">
                <a16:creationId xmlns:a16="http://schemas.microsoft.com/office/drawing/2014/main" xmlns="" id="{E338C841-95E3-458C-B76E-2B505D36984B}"/>
              </a:ext>
            </a:extLst>
          </p:cNvPr>
          <p:cNvSpPr/>
          <p:nvPr/>
        </p:nvSpPr>
        <p:spPr>
          <a:xfrm>
            <a:off x="6096000" y="-6904"/>
            <a:ext cx="519490" cy="1126158"/>
          </a:xfrm>
          <a:custGeom>
            <a:avLst/>
            <a:gdLst>
              <a:gd name="connsiteX0" fmla="*/ 0 w 519490"/>
              <a:gd name="connsiteY0" fmla="*/ 0 h 1126158"/>
              <a:gd name="connsiteX1" fmla="*/ 519490 w 519490"/>
              <a:gd name="connsiteY1" fmla="*/ 0 h 1126158"/>
              <a:gd name="connsiteX2" fmla="*/ 519489 w 519490"/>
              <a:gd name="connsiteY2" fmla="*/ 866413 h 1126158"/>
              <a:gd name="connsiteX3" fmla="*/ 259744 w 519490"/>
              <a:gd name="connsiteY3" fmla="*/ 1126158 h 1126158"/>
              <a:gd name="connsiteX4" fmla="*/ 259745 w 519490"/>
              <a:gd name="connsiteY4" fmla="*/ 1126157 h 1126158"/>
              <a:gd name="connsiteX5" fmla="*/ 0 w 519490"/>
              <a:gd name="connsiteY5" fmla="*/ 866412 h 112615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9490" h="1126158">
                <a:moveTo>
                  <a:pt x="0" y="0"/>
                </a:moveTo>
                <a:lnTo>
                  <a:pt x="519490" y="0"/>
                </a:lnTo>
                <a:lnTo>
                  <a:pt x="519489" y="866413"/>
                </a:lnTo>
                <a:cubicBezTo>
                  <a:pt x="519489" y="1009866"/>
                  <a:pt x="403197" y="1126158"/>
                  <a:pt x="259744" y="1126158"/>
                </a:cubicBezTo>
                <a:lnTo>
                  <a:pt x="259745" y="1126157"/>
                </a:lnTo>
                <a:cubicBezTo>
                  <a:pt x="116292" y="1126157"/>
                  <a:pt x="0" y="1009865"/>
                  <a:pt x="0" y="866412"/>
                </a:cubicBezTo>
                <a:close/>
              </a:path>
            </a:pathLst>
          </a:custGeom>
          <a:solidFill>
            <a:srgbClr val="FE691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04145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 advClick="0" advTm="8000">
        <p14:window dir="vert"/>
      </p:transition>
    </mc:Choice>
    <mc:Fallback xmlns="">
      <p:transition spd="slow" advClick="0" advTm="80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4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500"/>
                            </p:stCondLst>
                            <p:childTnLst>
                              <p:par>
                                <p:cTn id="2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6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500" fill="hold"/>
                                        <p:tgtEl>
                                          <p:spTgt spid="5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/>
                                        <p:tgtEl>
                                          <p:spTgt spid="3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1500"/>
                            </p:stCondLst>
                            <p:childTnLst>
                              <p:par>
                                <p:cTn id="4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4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7" presetClass="entr" presetSubtype="8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5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2400"/>
                            </p:stCondLst>
                            <p:childTnLst>
                              <p:par>
                                <p:cTn id="52" presetID="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4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3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6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8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0" presetID="2" presetClass="entr" presetSubtype="4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3" dur="5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4" presetID="2" presetClass="entr" presetSubtype="2" decel="10000" fill="hold" grpId="0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3000"/>
                                  </p:iterate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6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7" dur="7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8" presetID="27" presetClass="emph" presetSubtype="0" fill="remove" grpId="1" nodeType="withEffect">
                                  <p:stCondLst>
                                    <p:cond delay="500"/>
                                  </p:stCondLst>
                                  <p:iterate type="lt">
                                    <p:tmPct val="5000"/>
                                  </p:iterate>
                                  <p:childTnLst>
                                    <p:animClr clrSpc="rgb" dir="cw">
                                      <p:cBhvr override="childStyle">
                                        <p:cTn id="69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animClr clrSpc="rgb" dir="cw">
                                      <p:cBhvr>
                                        <p:cTn id="70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fillcolor</p:attrName>
                                        </p:attrNameLst>
                                      </p:cBhvr>
                                      <p:to>
                                        <a:schemeClr val="accent2"/>
                                      </p:to>
                                    </p:animClr>
                                    <p:set>
                                      <p:cBhvr>
                                        <p:cTn id="71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fill.type</p:attrName>
                                        </p:attrNameLst>
                                      </p:cBhvr>
                                      <p:to>
                                        <p:strVal val="solid"/>
                                      </p:to>
                                    </p:set>
                                    <p:set>
                                      <p:cBhvr>
                                        <p:cTn id="72" dur="500" autoRev="1" fill="remove"/>
                                        <p:tgtEl>
                                          <p:spTgt spid="15"/>
                                        </p:tgtEl>
                                        <p:attrNameLst>
                                          <p:attrName>fill.on</p:attrName>
                                        </p:attrNameLst>
                                      </p:cBhvr>
                                      <p:to>
                                        <p:strVal val="tru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5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6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77" presetID="2" presetClass="entr" presetSubtype="4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9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0" dur="5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0" grpId="0" animBg="1"/>
      <p:bldP spid="64" grpId="0" animBg="1"/>
      <p:bldP spid="16" grpId="0" animBg="1"/>
      <p:bldP spid="22" grpId="0" animBg="1"/>
      <p:bldP spid="24" grpId="0" animBg="1"/>
      <p:bldP spid="15" grpId="0"/>
      <p:bldP spid="15" grpId="1"/>
      <p:bldP spid="27" grpId="0"/>
      <p:bldP spid="34" grpId="0"/>
      <p:bldP spid="26" grpId="0"/>
      <p:bldP spid="163" grpId="0" animBg="1"/>
      <p:bldP spid="44" grpId="0" animBg="1"/>
      <p:bldP spid="53" grpId="0" animBg="1"/>
      <p:bldP spid="46" grpId="0" animBg="1"/>
    </p:bld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765</TotalTime>
  <Words>1559</Words>
  <Application>Microsoft Office PowerPoint</Application>
  <PresentationFormat>宽屏</PresentationFormat>
  <Paragraphs>200</Paragraphs>
  <Slides>24</Slides>
  <Notes>4</Notes>
  <HiddenSlides>0</HiddenSlides>
  <MMClips>1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24</vt:i4>
      </vt:variant>
    </vt:vector>
  </HeadingPairs>
  <TitlesOfParts>
    <vt:vector size="33" baseType="lpstr">
      <vt:lpstr>Aharoni</vt:lpstr>
      <vt:lpstr>等线</vt:lpstr>
      <vt:lpstr>等线 Light</vt:lpstr>
      <vt:lpstr>汉仪雅酷黑 75W</vt:lpstr>
      <vt:lpstr>汉仪中简黑简</vt:lpstr>
      <vt:lpstr>思源黑体</vt:lpstr>
      <vt:lpstr>微软雅黑</vt:lpstr>
      <vt:lpstr>Arial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Mu William</dc:creator>
  <cp:lastModifiedBy>LP</cp:lastModifiedBy>
  <cp:revision>27</cp:revision>
  <dcterms:created xsi:type="dcterms:W3CDTF">2021-08-11T02:30:47Z</dcterms:created>
  <dcterms:modified xsi:type="dcterms:W3CDTF">2022-11-07T01:13:24Z</dcterms:modified>
</cp:coreProperties>
</file>